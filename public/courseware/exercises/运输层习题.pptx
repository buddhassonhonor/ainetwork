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30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08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83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73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74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8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03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63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35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1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7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6B53B-13DC-40B8-98F5-AEAC21ED5118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AFEF7-63FB-4124-94D2-EAAD2C9866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89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48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b="1" dirty="0"/>
              <a:t>主机</a:t>
            </a:r>
            <a:r>
              <a:rPr lang="en-US" altLang="zh-CN" b="1" dirty="0"/>
              <a:t>A</a:t>
            </a:r>
            <a:r>
              <a:rPr lang="zh-CN" altLang="zh-CN" b="1" dirty="0"/>
              <a:t>向主机</a:t>
            </a:r>
            <a:r>
              <a:rPr lang="en-US" altLang="zh-CN" b="1" dirty="0"/>
              <a:t>B</a:t>
            </a:r>
            <a:r>
              <a:rPr lang="zh-CN" altLang="zh-CN" b="1" dirty="0"/>
              <a:t>发送一个很长的文件，其长度为</a:t>
            </a:r>
            <a:r>
              <a:rPr lang="en-US" altLang="zh-CN" b="1" dirty="0"/>
              <a:t>L</a:t>
            </a:r>
            <a:r>
              <a:rPr lang="zh-CN" altLang="zh-CN" b="1" dirty="0"/>
              <a:t>字节。假定</a:t>
            </a:r>
            <a:r>
              <a:rPr lang="en-US" altLang="zh-CN" b="1" dirty="0"/>
              <a:t>TCP</a:t>
            </a:r>
            <a:r>
              <a:rPr lang="zh-CN" altLang="zh-CN" b="1" dirty="0"/>
              <a:t>使用的</a:t>
            </a:r>
            <a:r>
              <a:rPr lang="en-US" altLang="zh-CN" b="1" dirty="0"/>
              <a:t>MSS</a:t>
            </a:r>
            <a:r>
              <a:rPr lang="zh-CN" altLang="zh-CN" b="1" dirty="0"/>
              <a:t>有</a:t>
            </a:r>
            <a:r>
              <a:rPr lang="en-US" altLang="zh-CN" b="1" dirty="0"/>
              <a:t>1460</a:t>
            </a:r>
            <a:r>
              <a:rPr lang="zh-CN" altLang="zh-CN" b="1" dirty="0"/>
              <a:t>字节。</a:t>
            </a:r>
            <a:endParaRPr lang="zh-CN" altLang="zh-CN" dirty="0"/>
          </a:p>
          <a:p>
            <a:pPr lvl="0"/>
            <a:r>
              <a:rPr lang="zh-CN" altLang="zh-CN" b="1" dirty="0"/>
              <a:t>在</a:t>
            </a:r>
            <a:r>
              <a:rPr lang="en-US" altLang="zh-CN" b="1" dirty="0"/>
              <a:t>TCP</a:t>
            </a:r>
            <a:r>
              <a:rPr lang="zh-CN" altLang="zh-CN" b="1" dirty="0"/>
              <a:t>的序号不重复使用的条件下，</a:t>
            </a:r>
            <a:r>
              <a:rPr lang="en-US" altLang="zh-CN" b="1" dirty="0"/>
              <a:t>L</a:t>
            </a:r>
            <a:r>
              <a:rPr lang="zh-CN" altLang="zh-CN" b="1" dirty="0"/>
              <a:t>的最大值是多少？</a:t>
            </a:r>
            <a:endParaRPr lang="zh-CN" altLang="zh-CN" dirty="0"/>
          </a:p>
          <a:p>
            <a:pPr lvl="0"/>
            <a:r>
              <a:rPr lang="zh-CN" altLang="zh-CN" b="1" dirty="0"/>
              <a:t>假定使用上面计算出文件长度，而运输层、网络层和数据链路层所使用的首部开销共</a:t>
            </a:r>
            <a:r>
              <a:rPr lang="en-US" altLang="zh-CN" b="1" dirty="0"/>
              <a:t>66</a:t>
            </a:r>
            <a:r>
              <a:rPr lang="zh-CN" altLang="zh-CN" b="1" dirty="0"/>
              <a:t>字节，链路的数据率为</a:t>
            </a:r>
            <a:r>
              <a:rPr lang="en-US" altLang="zh-CN" b="1" dirty="0"/>
              <a:t>10Mb/s</a:t>
            </a:r>
            <a:r>
              <a:rPr lang="zh-CN" altLang="zh-CN" b="1" dirty="0"/>
              <a:t>，试求这个文件所需的最短发送时间</a:t>
            </a:r>
            <a:r>
              <a:rPr lang="zh-CN" altLang="zh-CN" b="1" dirty="0" smtClean="0"/>
              <a:t>。</a:t>
            </a:r>
            <a:r>
              <a:rPr lang="en-US" altLang="zh-CN" dirty="0"/>
              <a:t> 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244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8138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主机</a:t>
            </a:r>
            <a:r>
              <a:rPr lang="en-US" altLang="zh-CN" dirty="0" smtClean="0"/>
              <a:t>A</a:t>
            </a:r>
            <a:r>
              <a:rPr lang="zh-CN" altLang="en-US" dirty="0" smtClean="0"/>
              <a:t>向主机</a:t>
            </a:r>
            <a:r>
              <a:rPr lang="en-US" altLang="zh-CN" dirty="0" smtClean="0"/>
              <a:t>B</a:t>
            </a:r>
            <a:r>
              <a:rPr lang="zh-CN" altLang="en-US" dirty="0" smtClean="0"/>
              <a:t>连续发送了两个</a:t>
            </a:r>
            <a:r>
              <a:rPr lang="en-US" altLang="zh-CN" dirty="0" smtClean="0"/>
              <a:t>TCP</a:t>
            </a:r>
            <a:r>
              <a:rPr lang="zh-CN" altLang="en-US" dirty="0" smtClean="0"/>
              <a:t>报文段，其序号分别为</a:t>
            </a:r>
            <a:r>
              <a:rPr lang="en-US" altLang="zh-CN" dirty="0" smtClean="0"/>
              <a:t>70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100</a:t>
            </a:r>
            <a:r>
              <a:rPr lang="zh-CN" altLang="en-US" dirty="0" smtClean="0"/>
              <a:t>。试问：     </a:t>
            </a:r>
          </a:p>
          <a:p>
            <a:pPr lvl="1"/>
            <a:r>
              <a:rPr lang="zh-CN" altLang="en-US" dirty="0" smtClean="0"/>
              <a:t>第一个报文段携带了多少个字节的数据？</a:t>
            </a:r>
          </a:p>
          <a:p>
            <a:pPr lvl="1"/>
            <a:r>
              <a:rPr lang="zh-CN" altLang="en-US" dirty="0" smtClean="0"/>
              <a:t>主机</a:t>
            </a:r>
            <a:r>
              <a:rPr lang="en-US" altLang="zh-CN" dirty="0" smtClean="0"/>
              <a:t>B</a:t>
            </a:r>
            <a:r>
              <a:rPr lang="zh-CN" altLang="en-US" dirty="0" smtClean="0"/>
              <a:t>收到第一个报文段后发回的确认中的确认号应当是多少？</a:t>
            </a:r>
          </a:p>
          <a:p>
            <a:pPr lvl="1"/>
            <a:r>
              <a:rPr lang="zh-CN" altLang="en-US" dirty="0" smtClean="0"/>
              <a:t>如果主机</a:t>
            </a:r>
            <a:r>
              <a:rPr lang="en-US" altLang="zh-CN" dirty="0" smtClean="0"/>
              <a:t>B</a:t>
            </a:r>
            <a:r>
              <a:rPr lang="zh-CN" altLang="en-US" dirty="0" smtClean="0"/>
              <a:t>收到第二个报文段后发回的确认中的确认号是</a:t>
            </a:r>
            <a:r>
              <a:rPr lang="en-US" altLang="zh-CN" dirty="0" smtClean="0"/>
              <a:t>180</a:t>
            </a:r>
            <a:r>
              <a:rPr lang="zh-CN" altLang="en-US" dirty="0" smtClean="0"/>
              <a:t>，试问</a:t>
            </a:r>
            <a:r>
              <a:rPr lang="en-US" altLang="zh-CN" dirty="0" smtClean="0"/>
              <a:t>A</a:t>
            </a:r>
            <a:r>
              <a:rPr lang="zh-CN" altLang="en-US" dirty="0" smtClean="0"/>
              <a:t>发送的第二个报文段中的数据有多少字节？</a:t>
            </a:r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A</a:t>
            </a:r>
            <a:r>
              <a:rPr lang="zh-CN" altLang="en-US" dirty="0" smtClean="0"/>
              <a:t>发送的第一个报文段丢失了，但第二个报文段到达了</a:t>
            </a:r>
            <a:r>
              <a:rPr lang="en-US" altLang="zh-CN" dirty="0" smtClean="0"/>
              <a:t>B</a:t>
            </a:r>
            <a:r>
              <a:rPr lang="zh-CN" altLang="en-US" dirty="0" smtClean="0"/>
              <a:t>。</a:t>
            </a:r>
            <a:r>
              <a:rPr lang="en-US" altLang="zh-CN" dirty="0" smtClean="0"/>
              <a:t>B</a:t>
            </a:r>
            <a:r>
              <a:rPr lang="zh-CN" altLang="en-US" dirty="0" smtClean="0"/>
              <a:t>在第二个报文段到达后向</a:t>
            </a:r>
            <a:r>
              <a:rPr lang="en-US" altLang="zh-CN" dirty="0" smtClean="0"/>
              <a:t>A</a:t>
            </a:r>
            <a:r>
              <a:rPr lang="zh-CN" altLang="en-US" dirty="0" smtClean="0"/>
              <a:t>发送确认。试问这个确认号应为多少？</a:t>
            </a:r>
          </a:p>
          <a:p>
            <a:pPr marL="457200" lvl="1" indent="0">
              <a:buNone/>
            </a:pPr>
            <a:endParaRPr lang="zh-CN" altLang="en-US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5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5—30	</a:t>
            </a:r>
            <a:r>
              <a:rPr lang="zh-CN" altLang="en-US" dirty="0" smtClean="0"/>
              <a:t>设</a:t>
            </a:r>
            <a:r>
              <a:rPr lang="en-US" altLang="zh-CN" dirty="0" smtClean="0"/>
              <a:t>TCP</a:t>
            </a:r>
            <a:r>
              <a:rPr lang="zh-CN" altLang="en-US" dirty="0" smtClean="0"/>
              <a:t>使用的最大窗口为</a:t>
            </a:r>
            <a:r>
              <a:rPr lang="en-US" altLang="zh-CN" dirty="0" smtClean="0"/>
              <a:t>65535</a:t>
            </a:r>
            <a:r>
              <a:rPr lang="zh-CN" altLang="en-US" dirty="0" smtClean="0"/>
              <a:t>字节，而传输信道不产生差错，带宽也不受限制。若报文段的平均往返时延为</a:t>
            </a:r>
            <a:r>
              <a:rPr lang="en-US" altLang="zh-CN" dirty="0" smtClean="0"/>
              <a:t>20ms</a:t>
            </a:r>
            <a:r>
              <a:rPr lang="zh-CN" altLang="en-US" dirty="0" smtClean="0"/>
              <a:t>，问所能得到的最大吞吐量是多少</a:t>
            </a:r>
            <a:r>
              <a:rPr lang="en-US" altLang="zh-CN" dirty="0" smtClean="0"/>
              <a:t>?</a:t>
            </a:r>
          </a:p>
          <a:p>
            <a:pPr marL="0" indent="0">
              <a:buNone/>
            </a:pPr>
            <a:endParaRPr lang="zh-CN" altLang="en-US" dirty="0" smtClean="0"/>
          </a:p>
          <a:p>
            <a:pPr marL="0" indent="0">
              <a:buNone/>
            </a:pPr>
            <a:r>
              <a:rPr lang="en-US" altLang="zh-CN" dirty="0" smtClean="0"/>
              <a:t>5—31	</a:t>
            </a:r>
            <a:r>
              <a:rPr lang="zh-CN" altLang="en-US" dirty="0" smtClean="0"/>
              <a:t>通信信道带宽为</a:t>
            </a:r>
            <a:r>
              <a:rPr lang="en-US" altLang="zh-CN" dirty="0" smtClean="0"/>
              <a:t>1Gb</a:t>
            </a:r>
            <a:r>
              <a:rPr lang="zh-CN" altLang="en-US" dirty="0" smtClean="0"/>
              <a:t>／</a:t>
            </a:r>
            <a:r>
              <a:rPr lang="en-US" altLang="zh-CN" dirty="0" smtClean="0"/>
              <a:t>s</a:t>
            </a:r>
            <a:r>
              <a:rPr lang="zh-CN" altLang="en-US" dirty="0" smtClean="0"/>
              <a:t>，端到端时延为</a:t>
            </a:r>
            <a:r>
              <a:rPr lang="en-US" altLang="zh-CN" dirty="0" smtClean="0"/>
              <a:t>10ms</a:t>
            </a:r>
            <a:r>
              <a:rPr lang="zh-CN" altLang="en-US" dirty="0" smtClean="0"/>
              <a:t>。</a:t>
            </a:r>
            <a:r>
              <a:rPr lang="en-US" altLang="zh-CN" dirty="0" smtClean="0"/>
              <a:t>TCP</a:t>
            </a:r>
            <a:r>
              <a:rPr lang="zh-CN" altLang="en-US" dirty="0" smtClean="0"/>
              <a:t>的发送窗口为</a:t>
            </a:r>
            <a:r>
              <a:rPr lang="en-US" altLang="zh-CN" dirty="0" smtClean="0"/>
              <a:t>65535</a:t>
            </a:r>
            <a:r>
              <a:rPr lang="zh-CN" altLang="en-US" dirty="0" smtClean="0"/>
              <a:t>字节。试问</a:t>
            </a:r>
            <a:r>
              <a:rPr lang="en-US" altLang="zh-CN" dirty="0" smtClean="0"/>
              <a:t>:</a:t>
            </a:r>
            <a:r>
              <a:rPr lang="zh-CN" altLang="en-US" dirty="0" smtClean="0"/>
              <a:t>可能达到的最大吞吐量是多少</a:t>
            </a:r>
            <a:r>
              <a:rPr lang="en-US" altLang="zh-CN" dirty="0" smtClean="0"/>
              <a:t>?</a:t>
            </a:r>
            <a:r>
              <a:rPr lang="zh-CN" altLang="en-US" dirty="0" smtClean="0"/>
              <a:t>信道的利用率是多少</a:t>
            </a:r>
            <a:r>
              <a:rPr lang="en-US" altLang="zh-CN" dirty="0" smtClean="0"/>
              <a:t>?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50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835" y="1690688"/>
            <a:ext cx="9332613" cy="477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221</Words>
  <Application>Microsoft Office PowerPoint</Application>
  <PresentationFormat>宽屏</PresentationFormat>
  <Paragraphs>11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3</cp:revision>
  <dcterms:created xsi:type="dcterms:W3CDTF">2023-11-21T10:53:45Z</dcterms:created>
  <dcterms:modified xsi:type="dcterms:W3CDTF">2023-11-21T10:57:53Z</dcterms:modified>
</cp:coreProperties>
</file>