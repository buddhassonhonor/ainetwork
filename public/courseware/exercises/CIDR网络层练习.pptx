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E007-FD3A-4F4B-8C28-5766CB0249B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4EEF-FDD0-4894-8751-3827B6BA1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931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E007-FD3A-4F4B-8C28-5766CB0249B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4EEF-FDD0-4894-8751-3827B6BA1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79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E007-FD3A-4F4B-8C28-5766CB0249B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4EEF-FDD0-4894-8751-3827B6BA1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788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E007-FD3A-4F4B-8C28-5766CB0249B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4EEF-FDD0-4894-8751-3827B6BA1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64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E007-FD3A-4F4B-8C28-5766CB0249B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4EEF-FDD0-4894-8751-3827B6BA1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355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E007-FD3A-4F4B-8C28-5766CB0249B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4EEF-FDD0-4894-8751-3827B6BA1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442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E007-FD3A-4F4B-8C28-5766CB0249B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4EEF-FDD0-4894-8751-3827B6BA1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452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E007-FD3A-4F4B-8C28-5766CB0249B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4EEF-FDD0-4894-8751-3827B6BA1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61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E007-FD3A-4F4B-8C28-5766CB0249B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4EEF-FDD0-4894-8751-3827B6BA1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849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E007-FD3A-4F4B-8C28-5766CB0249B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4EEF-FDD0-4894-8751-3827B6BA1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18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E007-FD3A-4F4B-8C28-5766CB0249B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34EEF-FDD0-4894-8751-3827B6BA1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374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EE007-FD3A-4F4B-8C28-5766CB0249B1}" type="datetimeFigureOut">
              <a:rPr lang="zh-CN" altLang="en-US" smtClean="0"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34EEF-FDD0-4894-8751-3827B6BA1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21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42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 已知地址块中的一个地址是</a:t>
            </a:r>
            <a:r>
              <a:rPr lang="en-US" altLang="zh-CN" dirty="0" smtClean="0"/>
              <a:t>140.120.84.24/20</a:t>
            </a:r>
            <a:r>
              <a:rPr lang="zh-CN" altLang="en-US" dirty="0" smtClean="0"/>
              <a:t>。试求这个地址块中的最小地址和最大地址。地址掩码是什么？地址块中共有多少个地址？相当于多少个</a:t>
            </a:r>
            <a:r>
              <a:rPr lang="en-US" altLang="zh-CN" dirty="0" smtClean="0"/>
              <a:t>C</a:t>
            </a:r>
            <a:r>
              <a:rPr lang="zh-CN" altLang="en-US" dirty="0" smtClean="0"/>
              <a:t>类地址？</a:t>
            </a:r>
            <a:endParaRPr lang="en-US" altLang="zh-CN" dirty="0" smtClean="0"/>
          </a:p>
          <a:p>
            <a:r>
              <a:rPr lang="zh-CN" altLang="en-US" dirty="0" smtClean="0"/>
              <a:t>已知地址块中的一个地址是</a:t>
            </a:r>
            <a:r>
              <a:rPr lang="en-US" altLang="zh-CN" dirty="0" smtClean="0"/>
              <a:t>190.87.140.202/29</a:t>
            </a:r>
            <a:r>
              <a:rPr lang="zh-CN" altLang="en-US" dirty="0" smtClean="0"/>
              <a:t>。重新计算上题。</a:t>
            </a:r>
            <a:endParaRPr lang="en-US" altLang="zh-CN" dirty="0" smtClean="0"/>
          </a:p>
          <a:p>
            <a:r>
              <a:rPr lang="zh-CN" altLang="en-US" dirty="0" smtClean="0"/>
              <a:t>某单位分配到一个地址块</a:t>
            </a:r>
            <a:r>
              <a:rPr lang="en-US" altLang="zh-CN" dirty="0" smtClean="0"/>
              <a:t>136.23.12.64/26</a:t>
            </a:r>
            <a:r>
              <a:rPr lang="zh-CN" altLang="en-US" dirty="0" smtClean="0"/>
              <a:t>。现在需要进一步划分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个一样大的子网。试问：</a:t>
            </a:r>
          </a:p>
          <a:p>
            <a:pPr marL="457200" lvl="1" indent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）每个子网的前缀有多长？</a:t>
            </a:r>
          </a:p>
          <a:p>
            <a:pPr marL="457200" lvl="1" indent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）每一个子网中有多少个地址？</a:t>
            </a:r>
          </a:p>
          <a:p>
            <a:pPr marL="457200" lvl="1" indent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）每一个子网的地址块是什么？</a:t>
            </a:r>
          </a:p>
          <a:p>
            <a:pPr marL="457200" lvl="1" indent="0"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）每一个子网可分配给主机使用的最小地址和最大地址是什么？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559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64764"/>
            <a:ext cx="10515600" cy="132556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zh-CN" altLang="en-US" dirty="0" smtClean="0"/>
              <a:t> 设某路由器建立了如下路由表（这三列分别是目的网络、子网掩码和下一跳路由器，若直接交付则最后一列表示应当从哪一个接口转发出去）：</a:t>
            </a:r>
          </a:p>
          <a:p>
            <a:r>
              <a:rPr lang="zh-CN" altLang="en-US" dirty="0" smtClean="0"/>
              <a:t>目的网络         子网掩码                           下一跳</a:t>
            </a:r>
          </a:p>
          <a:p>
            <a:r>
              <a:rPr lang="en-US" altLang="zh-CN" dirty="0" smtClean="0"/>
              <a:t>128.96.39.0              255.255.255.128              </a:t>
            </a:r>
            <a:r>
              <a:rPr lang="zh-CN" altLang="en-US" dirty="0" smtClean="0"/>
              <a:t>接口</a:t>
            </a:r>
            <a:r>
              <a:rPr lang="en-US" altLang="zh-CN" dirty="0" smtClean="0"/>
              <a:t>0</a:t>
            </a:r>
          </a:p>
          <a:p>
            <a:r>
              <a:rPr lang="en-US" altLang="zh-CN" dirty="0" smtClean="0"/>
              <a:t>128.96.39.128            255.255.255.128             </a:t>
            </a:r>
            <a:r>
              <a:rPr lang="zh-CN" altLang="en-US" dirty="0" smtClean="0"/>
              <a:t>接口</a:t>
            </a:r>
            <a:r>
              <a:rPr lang="en-US" altLang="zh-CN" dirty="0" smtClean="0"/>
              <a:t>1</a:t>
            </a:r>
          </a:p>
          <a:p>
            <a:r>
              <a:rPr lang="en-US" altLang="zh-CN" dirty="0" smtClean="0"/>
              <a:t>128.96.40.0              255.255.255.128               R2</a:t>
            </a:r>
          </a:p>
          <a:p>
            <a:r>
              <a:rPr lang="en-US" altLang="zh-CN" dirty="0" smtClean="0"/>
              <a:t>192.4.153.0              255.255.255.192               R3</a:t>
            </a:r>
          </a:p>
          <a:p>
            <a:r>
              <a:rPr lang="en-US" altLang="zh-CN" dirty="0" smtClean="0"/>
              <a:t>*</a:t>
            </a:r>
            <a:r>
              <a:rPr lang="zh-CN" altLang="en-US" dirty="0" smtClean="0"/>
              <a:t>（默认）                           </a:t>
            </a:r>
            <a:r>
              <a:rPr lang="en-US" altLang="zh-CN" dirty="0" smtClean="0"/>
              <a:t>-                          R4</a:t>
            </a:r>
          </a:p>
          <a:p>
            <a:r>
              <a:rPr lang="zh-CN" altLang="en-US" dirty="0" smtClean="0"/>
              <a:t>现共收到</a:t>
            </a:r>
            <a:r>
              <a:rPr lang="en-US" altLang="zh-CN" dirty="0" smtClean="0"/>
              <a:t>5</a:t>
            </a:r>
            <a:r>
              <a:rPr lang="zh-CN" altLang="en-US" dirty="0" smtClean="0"/>
              <a:t>个分组，其目的站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地址分别为：</a:t>
            </a:r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en-US" altLang="zh-CN" dirty="0" smtClean="0"/>
              <a:t>128.96.39.10</a:t>
            </a:r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128.96.40.12</a:t>
            </a:r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128.96.40.151</a:t>
            </a:r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r>
              <a:rPr lang="en-US" altLang="zh-CN" dirty="0" smtClean="0"/>
              <a:t>192.4.153.17</a:t>
            </a:r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</a:t>
            </a:r>
            <a:r>
              <a:rPr lang="en-US" altLang="zh-CN" dirty="0" smtClean="0"/>
              <a:t>192.4.153.90</a:t>
            </a:r>
          </a:p>
          <a:p>
            <a:r>
              <a:rPr lang="zh-CN" altLang="en-US" dirty="0" smtClean="0"/>
              <a:t>试分别计算其下一跳。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195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09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255</Words>
  <Application>Microsoft Office PowerPoint</Application>
  <PresentationFormat>宽屏</PresentationFormat>
  <Paragraphs>21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</cp:revision>
  <dcterms:created xsi:type="dcterms:W3CDTF">2023-10-17T10:59:59Z</dcterms:created>
  <dcterms:modified xsi:type="dcterms:W3CDTF">2023-10-17T11:57:59Z</dcterms:modified>
</cp:coreProperties>
</file>