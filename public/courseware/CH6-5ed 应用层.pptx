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82"/>
  </p:notesMasterIdLst>
  <p:sldIdLst>
    <p:sldId id="282" r:id="rId2"/>
    <p:sldId id="889" r:id="rId3"/>
    <p:sldId id="285" r:id="rId4"/>
    <p:sldId id="595" r:id="rId5"/>
    <p:sldId id="596" r:id="rId6"/>
    <p:sldId id="811" r:id="rId7"/>
    <p:sldId id="292" r:id="rId8"/>
    <p:sldId id="597" r:id="rId9"/>
    <p:sldId id="598" r:id="rId10"/>
    <p:sldId id="797" r:id="rId11"/>
    <p:sldId id="798" r:id="rId12"/>
    <p:sldId id="799" r:id="rId13"/>
    <p:sldId id="800" r:id="rId14"/>
    <p:sldId id="812" r:id="rId15"/>
    <p:sldId id="813" r:id="rId16"/>
    <p:sldId id="803" r:id="rId17"/>
    <p:sldId id="804" r:id="rId18"/>
    <p:sldId id="805" r:id="rId19"/>
    <p:sldId id="806" r:id="rId20"/>
    <p:sldId id="807" r:id="rId21"/>
    <p:sldId id="808" r:id="rId22"/>
    <p:sldId id="809" r:id="rId23"/>
    <p:sldId id="810" r:id="rId24"/>
    <p:sldId id="601" r:id="rId25"/>
    <p:sldId id="814" r:id="rId26"/>
    <p:sldId id="817" r:id="rId27"/>
    <p:sldId id="818" r:id="rId28"/>
    <p:sldId id="819" r:id="rId29"/>
    <p:sldId id="820" r:id="rId30"/>
    <p:sldId id="821" r:id="rId31"/>
    <p:sldId id="890" r:id="rId32"/>
    <p:sldId id="891" r:id="rId33"/>
    <p:sldId id="892" r:id="rId34"/>
    <p:sldId id="824" r:id="rId35"/>
    <p:sldId id="826" r:id="rId36"/>
    <p:sldId id="827" r:id="rId37"/>
    <p:sldId id="627" r:id="rId38"/>
    <p:sldId id="628" r:id="rId39"/>
    <p:sldId id="629" r:id="rId40"/>
    <p:sldId id="302" r:id="rId41"/>
    <p:sldId id="572" r:id="rId42"/>
    <p:sldId id="573" r:id="rId43"/>
    <p:sldId id="574" r:id="rId44"/>
    <p:sldId id="575" r:id="rId45"/>
    <p:sldId id="576" r:id="rId46"/>
    <p:sldId id="646" r:id="rId47"/>
    <p:sldId id="647" r:id="rId48"/>
    <p:sldId id="577" r:id="rId49"/>
    <p:sldId id="578" r:id="rId50"/>
    <p:sldId id="649" r:id="rId51"/>
    <p:sldId id="650" r:id="rId52"/>
    <p:sldId id="654" r:id="rId53"/>
    <p:sldId id="655" r:id="rId54"/>
    <p:sldId id="656" r:id="rId55"/>
    <p:sldId id="657" r:id="rId56"/>
    <p:sldId id="658" r:id="rId57"/>
    <p:sldId id="580" r:id="rId58"/>
    <p:sldId id="581" r:id="rId59"/>
    <p:sldId id="583" r:id="rId60"/>
    <p:sldId id="584" r:id="rId61"/>
    <p:sldId id="856" r:id="rId62"/>
    <p:sldId id="857" r:id="rId63"/>
    <p:sldId id="858" r:id="rId64"/>
    <p:sldId id="585" r:id="rId65"/>
    <p:sldId id="586" r:id="rId66"/>
    <p:sldId id="588" r:id="rId67"/>
    <p:sldId id="661" r:id="rId68"/>
    <p:sldId id="660" r:id="rId69"/>
    <p:sldId id="662" r:id="rId70"/>
    <p:sldId id="659" r:id="rId71"/>
    <p:sldId id="589" r:id="rId72"/>
    <p:sldId id="590" r:id="rId73"/>
    <p:sldId id="665" r:id="rId74"/>
    <p:sldId id="666" r:id="rId75"/>
    <p:sldId id="667" r:id="rId76"/>
    <p:sldId id="668" r:id="rId77"/>
    <p:sldId id="664" r:id="rId78"/>
    <p:sldId id="663" r:id="rId79"/>
    <p:sldId id="859" r:id="rId80"/>
    <p:sldId id="669" r:id="rId81"/>
    <p:sldId id="670" r:id="rId82"/>
    <p:sldId id="673" r:id="rId83"/>
    <p:sldId id="675" r:id="rId84"/>
    <p:sldId id="676" r:id="rId85"/>
    <p:sldId id="677" r:id="rId86"/>
    <p:sldId id="678" r:id="rId87"/>
    <p:sldId id="679" r:id="rId88"/>
    <p:sldId id="680" r:id="rId89"/>
    <p:sldId id="681" r:id="rId90"/>
    <p:sldId id="682" r:id="rId91"/>
    <p:sldId id="683" r:id="rId92"/>
    <p:sldId id="686" r:id="rId93"/>
    <p:sldId id="695" r:id="rId94"/>
    <p:sldId id="696" r:id="rId95"/>
    <p:sldId id="697" r:id="rId96"/>
    <p:sldId id="698" r:id="rId97"/>
    <p:sldId id="699" r:id="rId98"/>
    <p:sldId id="896" r:id="rId99"/>
    <p:sldId id="897" r:id="rId100"/>
    <p:sldId id="704" r:id="rId101"/>
    <p:sldId id="705" r:id="rId102"/>
    <p:sldId id="828" r:id="rId103"/>
    <p:sldId id="829" r:id="rId104"/>
    <p:sldId id="830" r:id="rId105"/>
    <p:sldId id="831" r:id="rId106"/>
    <p:sldId id="832" r:id="rId107"/>
    <p:sldId id="863" r:id="rId108"/>
    <p:sldId id="862" r:id="rId109"/>
    <p:sldId id="839" r:id="rId110"/>
    <p:sldId id="840" r:id="rId111"/>
    <p:sldId id="841" r:id="rId112"/>
    <p:sldId id="842" r:id="rId113"/>
    <p:sldId id="843" r:id="rId114"/>
    <p:sldId id="844" r:id="rId115"/>
    <p:sldId id="845" r:id="rId116"/>
    <p:sldId id="846" r:id="rId117"/>
    <p:sldId id="847" r:id="rId118"/>
    <p:sldId id="848" r:id="rId119"/>
    <p:sldId id="864" r:id="rId120"/>
    <p:sldId id="849" r:id="rId121"/>
    <p:sldId id="850" r:id="rId122"/>
    <p:sldId id="851" r:id="rId123"/>
    <p:sldId id="852" r:id="rId124"/>
    <p:sldId id="853" r:id="rId125"/>
    <p:sldId id="854" r:id="rId126"/>
    <p:sldId id="855" r:id="rId127"/>
    <p:sldId id="714" r:id="rId128"/>
    <p:sldId id="715" r:id="rId129"/>
    <p:sldId id="716" r:id="rId130"/>
    <p:sldId id="719" r:id="rId131"/>
    <p:sldId id="720" r:id="rId132"/>
    <p:sldId id="721" r:id="rId133"/>
    <p:sldId id="722" r:id="rId134"/>
    <p:sldId id="723" r:id="rId135"/>
    <p:sldId id="724" r:id="rId136"/>
    <p:sldId id="865" r:id="rId137"/>
    <p:sldId id="866" r:id="rId138"/>
    <p:sldId id="867" r:id="rId139"/>
    <p:sldId id="868" r:id="rId140"/>
    <p:sldId id="869" r:id="rId141"/>
    <p:sldId id="870" r:id="rId142"/>
    <p:sldId id="871" r:id="rId143"/>
    <p:sldId id="873" r:id="rId144"/>
    <p:sldId id="874" r:id="rId145"/>
    <p:sldId id="875" r:id="rId146"/>
    <p:sldId id="735" r:id="rId147"/>
    <p:sldId id="736" r:id="rId148"/>
    <p:sldId id="893" r:id="rId149"/>
    <p:sldId id="737" r:id="rId150"/>
    <p:sldId id="738" r:id="rId151"/>
    <p:sldId id="740" r:id="rId152"/>
    <p:sldId id="741" r:id="rId153"/>
    <p:sldId id="742" r:id="rId154"/>
    <p:sldId id="876" r:id="rId155"/>
    <p:sldId id="745" r:id="rId156"/>
    <p:sldId id="747" r:id="rId157"/>
    <p:sldId id="877" r:id="rId158"/>
    <p:sldId id="878" r:id="rId159"/>
    <p:sldId id="879" r:id="rId160"/>
    <p:sldId id="880" r:id="rId161"/>
    <p:sldId id="881" r:id="rId162"/>
    <p:sldId id="739" r:id="rId163"/>
    <p:sldId id="750" r:id="rId164"/>
    <p:sldId id="751" r:id="rId165"/>
    <p:sldId id="752" r:id="rId166"/>
    <p:sldId id="753" r:id="rId167"/>
    <p:sldId id="754" r:id="rId168"/>
    <p:sldId id="755" r:id="rId169"/>
    <p:sldId id="756" r:id="rId170"/>
    <p:sldId id="781" r:id="rId171"/>
    <p:sldId id="782" r:id="rId172"/>
    <p:sldId id="783" r:id="rId173"/>
    <p:sldId id="784" r:id="rId174"/>
    <p:sldId id="785" r:id="rId175"/>
    <p:sldId id="786" r:id="rId176"/>
    <p:sldId id="887" r:id="rId177"/>
    <p:sldId id="787" r:id="rId178"/>
    <p:sldId id="888" r:id="rId179"/>
    <p:sldId id="788" r:id="rId180"/>
    <p:sldId id="894" r:id="rId181"/>
  </p:sldIdLst>
  <p:sldSz cx="9144000" cy="6858000" type="screen4x3"/>
  <p:notesSz cx="6858000" cy="9144000"/>
  <p:defaultTextStyle>
    <a:defPPr>
      <a:defRPr lang="zh-CN"/>
    </a:defPPr>
    <a:lvl1pPr algn="l" rtl="0" fontAlgn="base">
      <a:spcBef>
        <a:spcPct val="0"/>
      </a:spcBef>
      <a:spcAft>
        <a:spcPct val="0"/>
      </a:spcAft>
      <a:defRPr sz="36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sz="36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sz="36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sz="36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sz="3600" kern="1200">
        <a:solidFill>
          <a:schemeClr val="tx1"/>
        </a:solidFill>
        <a:latin typeface="Tahoma" pitchFamily="34" charset="0"/>
        <a:ea typeface="宋体" pitchFamily="2" charset="-122"/>
        <a:cs typeface="+mn-cs"/>
      </a:defRPr>
    </a:lvl5pPr>
    <a:lvl6pPr marL="2286000" algn="l" defTabSz="914400" rtl="0" eaLnBrk="1" latinLnBrk="0" hangingPunct="1">
      <a:defRPr sz="3600" kern="1200">
        <a:solidFill>
          <a:schemeClr val="tx1"/>
        </a:solidFill>
        <a:latin typeface="Tahoma" pitchFamily="34" charset="0"/>
        <a:ea typeface="宋体" pitchFamily="2" charset="-122"/>
        <a:cs typeface="+mn-cs"/>
      </a:defRPr>
    </a:lvl6pPr>
    <a:lvl7pPr marL="2743200" algn="l" defTabSz="914400" rtl="0" eaLnBrk="1" latinLnBrk="0" hangingPunct="1">
      <a:defRPr sz="3600" kern="1200">
        <a:solidFill>
          <a:schemeClr val="tx1"/>
        </a:solidFill>
        <a:latin typeface="Tahoma" pitchFamily="34" charset="0"/>
        <a:ea typeface="宋体" pitchFamily="2" charset="-122"/>
        <a:cs typeface="+mn-cs"/>
      </a:defRPr>
    </a:lvl7pPr>
    <a:lvl8pPr marL="3200400" algn="l" defTabSz="914400" rtl="0" eaLnBrk="1" latinLnBrk="0" hangingPunct="1">
      <a:defRPr sz="3600" kern="1200">
        <a:solidFill>
          <a:schemeClr val="tx1"/>
        </a:solidFill>
        <a:latin typeface="Tahoma" pitchFamily="34" charset="0"/>
        <a:ea typeface="宋体" pitchFamily="2" charset="-122"/>
        <a:cs typeface="+mn-cs"/>
      </a:defRPr>
    </a:lvl8pPr>
    <a:lvl9pPr marL="3657600" algn="l" defTabSz="914400" rtl="0" eaLnBrk="1" latinLnBrk="0" hangingPunct="1">
      <a:defRPr sz="3600" kern="1200">
        <a:solidFill>
          <a:schemeClr val="tx1"/>
        </a:solidFill>
        <a:latin typeface="Tahom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CCCCFF"/>
    <a:srgbClr val="CCECFF"/>
    <a:srgbClr val="CC9900"/>
    <a:srgbClr val="99FF99"/>
    <a:srgbClr val="FFFF99"/>
    <a:srgbClr val="FFCCFF"/>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84" autoAdjust="0"/>
    <p:restoredTop sz="94595" autoAdjust="0"/>
  </p:normalViewPr>
  <p:slideViewPr>
    <p:cSldViewPr>
      <p:cViewPr>
        <p:scale>
          <a:sx n="66" d="100"/>
          <a:sy n="66" d="100"/>
        </p:scale>
        <p:origin x="-2388" y="-606"/>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718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slide" Target="slides/slide179.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69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80691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18739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0691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0691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80691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1E160EC0-6988-448F-B969-63F22AD76AE0}" type="slidenum">
              <a:rPr lang="en-US" altLang="zh-CN"/>
              <a:pPr>
                <a:defRPr/>
              </a:pPr>
              <a:t>‹#›</a:t>
            </a:fld>
            <a:endParaRPr lang="en-US" altLang="zh-CN"/>
          </a:p>
        </p:txBody>
      </p:sp>
    </p:spTree>
    <p:extLst>
      <p:ext uri="{BB962C8B-B14F-4D97-AF65-F5344CB8AC3E}">
        <p14:creationId xmlns:p14="http://schemas.microsoft.com/office/powerpoint/2010/main" val="683539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39C76B9-F552-4F2A-96E7-EDED2919ABB5}" type="slidenum">
              <a:rPr lang="en-US" altLang="zh-CN" sz="1200" smtClean="0">
                <a:latin typeface="Arial" pitchFamily="34" charset="0"/>
              </a:rPr>
              <a:pPr eaLnBrk="1" hangingPunct="1"/>
              <a:t>1</a:t>
            </a:fld>
            <a:endParaRPr lang="en-US" altLang="zh-CN" sz="1200" smtClean="0">
              <a:latin typeface="Arial" pitchFamily="34" charset="0"/>
            </a:endParaRPr>
          </a:p>
        </p:txBody>
      </p:sp>
      <p:sp>
        <p:nvSpPr>
          <p:cNvPr id="188419" name="Rectangle 2"/>
          <p:cNvSpPr>
            <a:spLocks noRo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A6F4FB9-8EEA-4F53-A9A9-5141829FD862}" type="slidenum">
              <a:rPr lang="en-US" altLang="zh-CN" sz="1200" smtClean="0">
                <a:latin typeface="Arial" pitchFamily="34" charset="0"/>
              </a:rPr>
              <a:pPr eaLnBrk="1" hangingPunct="1"/>
              <a:t>3</a:t>
            </a:fld>
            <a:endParaRPr lang="en-US" altLang="zh-CN" sz="1200" smtClean="0">
              <a:latin typeface="Arial" pitchFamily="34" charset="0"/>
            </a:endParaRPr>
          </a:p>
        </p:txBody>
      </p:sp>
      <p:sp>
        <p:nvSpPr>
          <p:cNvPr id="189443" name="Rectangle 2"/>
          <p:cNvSpPr>
            <a:spLocks noRot="1" noChangeArrowheads="1" noTextEdit="1"/>
          </p:cNvSpPr>
          <p:nvPr>
            <p:ph type="sldImg"/>
          </p:nvPr>
        </p:nvSpPr>
        <p:spPr>
          <a:ln/>
        </p:spPr>
      </p:sp>
      <p:sp>
        <p:nvSpPr>
          <p:cNvPr id="1894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48A94F0-CEAA-460F-8E45-96970E5969D1}" type="slidenum">
              <a:rPr lang="en-US" altLang="zh-CN" sz="1200" smtClean="0">
                <a:latin typeface="Arial" pitchFamily="34" charset="0"/>
              </a:rPr>
              <a:pPr eaLnBrk="1" hangingPunct="1"/>
              <a:t>4</a:t>
            </a:fld>
            <a:endParaRPr lang="en-US" altLang="zh-CN" sz="1200" smtClean="0">
              <a:latin typeface="Arial" pitchFamily="34" charset="0"/>
            </a:endParaRPr>
          </a:p>
        </p:txBody>
      </p:sp>
      <p:sp>
        <p:nvSpPr>
          <p:cNvPr id="190467" name="Rectangle 2"/>
          <p:cNvSpPr>
            <a:spLocks noRot="1" noChangeArrowheads="1" noTextEdit="1"/>
          </p:cNvSpPr>
          <p:nvPr>
            <p:ph type="sldImg"/>
          </p:nvPr>
        </p:nvSpPr>
        <p:spPr>
          <a:ln/>
        </p:spPr>
      </p:sp>
      <p:sp>
        <p:nvSpPr>
          <p:cNvPr id="1904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5DFE5FF4-0FFA-4D00-8842-55786E8EF60E}" type="slidenum">
              <a:rPr lang="en-US" altLang="zh-CN" sz="1200" smtClean="0">
                <a:latin typeface="Arial" pitchFamily="34" charset="0"/>
              </a:rPr>
              <a:pPr eaLnBrk="1" hangingPunct="1"/>
              <a:t>5</a:t>
            </a:fld>
            <a:endParaRPr lang="en-US" altLang="zh-CN" sz="1200" smtClean="0">
              <a:latin typeface="Arial" pitchFamily="34" charset="0"/>
            </a:endParaRPr>
          </a:p>
        </p:txBody>
      </p:sp>
      <p:sp>
        <p:nvSpPr>
          <p:cNvPr id="191491" name="Rectangle 2"/>
          <p:cNvSpPr>
            <a:spLocks noRot="1" noChangeArrowheads="1" noTextEdit="1"/>
          </p:cNvSpPr>
          <p:nvPr>
            <p:ph type="sldImg"/>
          </p:nvPr>
        </p:nvSpPr>
        <p:spPr>
          <a:ln/>
        </p:spPr>
      </p:sp>
      <p:sp>
        <p:nvSpPr>
          <p:cNvPr id="1914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37830F0-D23B-4AF4-B9EC-0679E23D425B}" type="slidenum">
              <a:rPr lang="en-US" altLang="zh-CN" sz="1200" smtClean="0">
                <a:latin typeface="Arial" pitchFamily="34" charset="0"/>
              </a:rPr>
              <a:pPr eaLnBrk="1" hangingPunct="1"/>
              <a:t>7</a:t>
            </a:fld>
            <a:endParaRPr lang="en-US" altLang="zh-CN" sz="1200" smtClean="0">
              <a:latin typeface="Arial" pitchFamily="34" charset="0"/>
            </a:endParaRPr>
          </a:p>
        </p:txBody>
      </p:sp>
      <p:sp>
        <p:nvSpPr>
          <p:cNvPr id="192515" name="Rectangle 2"/>
          <p:cNvSpPr>
            <a:spLocks noRot="1" noChangeArrowheads="1" noTextEdit="1"/>
          </p:cNvSpPr>
          <p:nvPr>
            <p:ph type="sldImg"/>
          </p:nvPr>
        </p:nvSpPr>
        <p:spPr>
          <a:ln/>
        </p:spPr>
      </p:sp>
      <p:sp>
        <p:nvSpPr>
          <p:cNvPr id="1925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308817E-A7D9-47BC-A8D3-A76A1A38EC8C}" type="slidenum">
              <a:rPr lang="en-US" altLang="zh-CN" sz="1200" smtClean="0">
                <a:latin typeface="Arial" pitchFamily="34" charset="0"/>
              </a:rPr>
              <a:pPr eaLnBrk="1" hangingPunct="1"/>
              <a:t>8</a:t>
            </a:fld>
            <a:endParaRPr lang="en-US" altLang="zh-CN" sz="1200" smtClean="0">
              <a:latin typeface="Arial" pitchFamily="34" charset="0"/>
            </a:endParaRPr>
          </a:p>
        </p:txBody>
      </p:sp>
      <p:sp>
        <p:nvSpPr>
          <p:cNvPr id="193539" name="Rectangle 2"/>
          <p:cNvSpPr>
            <a:spLocks noRot="1" noChangeArrowheads="1" noTextEdit="1"/>
          </p:cNvSpPr>
          <p:nvPr>
            <p:ph type="sldImg"/>
          </p:nvPr>
        </p:nvSpPr>
        <p:spPr>
          <a:ln/>
        </p:spPr>
      </p:sp>
      <p:sp>
        <p:nvSpPr>
          <p:cNvPr id="1935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7EAC020-BAC1-4696-93FF-867144FCEA8E}" type="slidenum">
              <a:rPr lang="en-US" altLang="zh-CN" sz="1200" smtClean="0">
                <a:latin typeface="Arial" pitchFamily="34" charset="0"/>
              </a:rPr>
              <a:pPr eaLnBrk="1" hangingPunct="1"/>
              <a:t>9</a:t>
            </a:fld>
            <a:endParaRPr lang="en-US" altLang="zh-CN" sz="1200" smtClean="0">
              <a:latin typeface="Arial" pitchFamily="34" charset="0"/>
            </a:endParaRPr>
          </a:p>
        </p:txBody>
      </p:sp>
      <p:sp>
        <p:nvSpPr>
          <p:cNvPr id="194563" name="Rectangle 2"/>
          <p:cNvSpPr>
            <a:spLocks noRot="1" noChangeArrowheads="1" noTextEdit="1"/>
          </p:cNvSpPr>
          <p:nvPr>
            <p:ph type="sldImg"/>
          </p:nvPr>
        </p:nvSpPr>
        <p:spPr>
          <a:ln/>
        </p:spPr>
      </p:sp>
      <p:sp>
        <p:nvSpPr>
          <p:cNvPr id="1945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7BC68AC-40B6-4580-8524-130EF4688F88}" type="slidenum">
              <a:rPr lang="en-US" altLang="zh-CN" sz="1200" smtClean="0">
                <a:latin typeface="Arial" pitchFamily="34" charset="0"/>
              </a:rPr>
              <a:pPr eaLnBrk="1" hangingPunct="1"/>
              <a:t>24</a:t>
            </a:fld>
            <a:endParaRPr lang="en-US" altLang="zh-CN" sz="1200" smtClean="0">
              <a:latin typeface="Arial" pitchFamily="34" charset="0"/>
            </a:endParaRPr>
          </a:p>
        </p:txBody>
      </p:sp>
      <p:sp>
        <p:nvSpPr>
          <p:cNvPr id="195587" name="Rectangle 2"/>
          <p:cNvSpPr>
            <a:spLocks noRo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4CA908D-8C04-4472-ADB4-57D0283C4D1C}" type="slidenum">
              <a:rPr lang="en-US" altLang="zh-CN" sz="1200" smtClean="0">
                <a:latin typeface="Arial" pitchFamily="34" charset="0"/>
              </a:rPr>
              <a:pPr eaLnBrk="1" hangingPunct="1"/>
              <a:t>26</a:t>
            </a:fld>
            <a:endParaRPr lang="en-US" altLang="zh-CN" sz="1200" smtClean="0">
              <a:latin typeface="Arial" pitchFamily="34" charset="0"/>
            </a:endParaRPr>
          </a:p>
        </p:txBody>
      </p:sp>
      <p:sp>
        <p:nvSpPr>
          <p:cNvPr id="196611" name="Rectangle 2"/>
          <p:cNvSpPr>
            <a:spLocks noRot="1" noChangeArrowheads="1" noTextEdit="1"/>
          </p:cNvSpPr>
          <p:nvPr>
            <p:ph type="sldImg"/>
          </p:nvPr>
        </p:nvSpPr>
        <p:spPr>
          <a:ln/>
        </p:spPr>
      </p:sp>
      <p:sp>
        <p:nvSpPr>
          <p:cNvPr id="1966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6148069-95CD-490D-AF35-00C4629AB1CC}" type="slidenum">
              <a:rPr lang="en-US" altLang="zh-CN" sz="1200" smtClean="0">
                <a:latin typeface="Arial" pitchFamily="34" charset="0"/>
              </a:rPr>
              <a:pPr eaLnBrk="1" hangingPunct="1"/>
              <a:t>27</a:t>
            </a:fld>
            <a:endParaRPr lang="en-US" altLang="zh-CN" sz="1200" smtClean="0">
              <a:latin typeface="Arial" pitchFamily="34" charset="0"/>
            </a:endParaRPr>
          </a:p>
        </p:txBody>
      </p:sp>
      <p:sp>
        <p:nvSpPr>
          <p:cNvPr id="197635" name="Rectangle 2"/>
          <p:cNvSpPr>
            <a:spLocks noRot="1" noChangeArrowheads="1" noTextEdit="1"/>
          </p:cNvSpPr>
          <p:nvPr>
            <p:ph type="sldImg"/>
          </p:nvPr>
        </p:nvSpPr>
        <p:spPr>
          <a:ln/>
        </p:spPr>
      </p:sp>
      <p:sp>
        <p:nvSpPr>
          <p:cNvPr id="1976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1E2D705-C5C6-4CD9-B141-765D1D4F4526}" type="slidenum">
              <a:rPr lang="en-US" altLang="zh-CN" sz="1200" smtClean="0">
                <a:latin typeface="Arial" pitchFamily="34" charset="0"/>
              </a:rPr>
              <a:pPr eaLnBrk="1" hangingPunct="1"/>
              <a:t>28</a:t>
            </a:fld>
            <a:endParaRPr lang="en-US" altLang="zh-CN" sz="1200" smtClean="0">
              <a:latin typeface="Arial" pitchFamily="34" charset="0"/>
            </a:endParaRPr>
          </a:p>
        </p:txBody>
      </p:sp>
      <p:sp>
        <p:nvSpPr>
          <p:cNvPr id="198659" name="Rectangle 2"/>
          <p:cNvSpPr>
            <a:spLocks noRot="1" noChangeArrowheads="1" noTextEdit="1"/>
          </p:cNvSpPr>
          <p:nvPr>
            <p:ph type="sldImg"/>
          </p:nvPr>
        </p:nvSpPr>
        <p:spPr>
          <a:ln/>
        </p:spPr>
      </p:sp>
      <p:sp>
        <p:nvSpPr>
          <p:cNvPr id="1986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04F46BA-58EF-42B1-9ED8-F4DADBE750D1}" type="slidenum">
              <a:rPr lang="en-US" altLang="zh-CN" sz="1200" smtClean="0">
                <a:latin typeface="Arial" pitchFamily="34" charset="0"/>
              </a:rPr>
              <a:pPr eaLnBrk="1" hangingPunct="1"/>
              <a:t>29</a:t>
            </a:fld>
            <a:endParaRPr lang="en-US" altLang="zh-CN" sz="1200" smtClean="0">
              <a:latin typeface="Arial" pitchFamily="34" charset="0"/>
            </a:endParaRPr>
          </a:p>
        </p:txBody>
      </p:sp>
      <p:sp>
        <p:nvSpPr>
          <p:cNvPr id="199683" name="Rectangle 2"/>
          <p:cNvSpPr>
            <a:spLocks noRot="1" noChangeArrowheads="1" noTextEdit="1"/>
          </p:cNvSpPr>
          <p:nvPr>
            <p:ph type="sldImg"/>
          </p:nvPr>
        </p:nvSpPr>
        <p:spPr>
          <a:ln/>
        </p:spPr>
      </p:sp>
      <p:sp>
        <p:nvSpPr>
          <p:cNvPr id="1996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A0EF98B-380A-4201-914B-E3D524CE7104}" type="slidenum">
              <a:rPr lang="en-US" altLang="zh-CN" sz="1200" smtClean="0">
                <a:latin typeface="Arial" pitchFamily="34" charset="0"/>
              </a:rPr>
              <a:pPr eaLnBrk="1" hangingPunct="1"/>
              <a:t>30</a:t>
            </a:fld>
            <a:endParaRPr lang="en-US" altLang="zh-CN" sz="1200" smtClean="0">
              <a:latin typeface="Arial" pitchFamily="34" charset="0"/>
            </a:endParaRPr>
          </a:p>
        </p:txBody>
      </p:sp>
      <p:sp>
        <p:nvSpPr>
          <p:cNvPr id="200707" name="Rectangle 2"/>
          <p:cNvSpPr>
            <a:spLocks noRot="1" noChangeArrowheads="1" noTextEdit="1"/>
          </p:cNvSpPr>
          <p:nvPr>
            <p:ph type="sldImg"/>
          </p:nvPr>
        </p:nvSpPr>
        <p:spPr>
          <a:ln/>
        </p:spPr>
      </p:sp>
      <p:sp>
        <p:nvSpPr>
          <p:cNvPr id="2007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5293062-1F32-42C1-B788-FF76F93521F9}" type="slidenum">
              <a:rPr lang="en-US" altLang="zh-CN" sz="1200" smtClean="0">
                <a:latin typeface="Arial" pitchFamily="34" charset="0"/>
              </a:rPr>
              <a:pPr eaLnBrk="1" hangingPunct="1"/>
              <a:t>34</a:t>
            </a:fld>
            <a:endParaRPr lang="en-US" altLang="zh-CN" sz="1200" smtClean="0">
              <a:latin typeface="Arial" pitchFamily="34" charset="0"/>
            </a:endParaRPr>
          </a:p>
        </p:txBody>
      </p:sp>
      <p:sp>
        <p:nvSpPr>
          <p:cNvPr id="201731" name="Rectangle 2"/>
          <p:cNvSpPr>
            <a:spLocks noRot="1" noChangeArrowheads="1" noTextEdit="1"/>
          </p:cNvSpPr>
          <p:nvPr>
            <p:ph type="sldImg"/>
          </p:nvPr>
        </p:nvSpPr>
        <p:spPr>
          <a:ln/>
        </p:spPr>
      </p:sp>
      <p:sp>
        <p:nvSpPr>
          <p:cNvPr id="2017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87C3E04-D003-422D-A919-A5408279E4AF}" type="slidenum">
              <a:rPr lang="en-US" altLang="zh-CN" sz="1200" smtClean="0">
                <a:latin typeface="Arial" pitchFamily="34" charset="0"/>
              </a:rPr>
              <a:pPr eaLnBrk="1" hangingPunct="1"/>
              <a:t>35</a:t>
            </a:fld>
            <a:endParaRPr lang="en-US" altLang="zh-CN" sz="1200" smtClean="0">
              <a:latin typeface="Arial" pitchFamily="34" charset="0"/>
            </a:endParaRPr>
          </a:p>
        </p:txBody>
      </p:sp>
      <p:sp>
        <p:nvSpPr>
          <p:cNvPr id="202755" name="Rectangle 2"/>
          <p:cNvSpPr>
            <a:spLocks noRot="1" noChangeArrowheads="1" noTextEdit="1"/>
          </p:cNvSpPr>
          <p:nvPr>
            <p:ph type="sldImg"/>
          </p:nvPr>
        </p:nvSpPr>
        <p:spPr>
          <a:ln/>
        </p:spPr>
      </p:sp>
      <p:sp>
        <p:nvSpPr>
          <p:cNvPr id="2027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F870D7C-3504-495B-9D9E-0D3ADA83DC22}" type="slidenum">
              <a:rPr lang="en-US" altLang="zh-CN" sz="1200" smtClean="0">
                <a:latin typeface="Arial" pitchFamily="34" charset="0"/>
              </a:rPr>
              <a:pPr eaLnBrk="1" hangingPunct="1"/>
              <a:t>36</a:t>
            </a:fld>
            <a:endParaRPr lang="en-US" altLang="zh-CN" sz="1200" smtClean="0">
              <a:latin typeface="Arial" pitchFamily="34" charset="0"/>
            </a:endParaRPr>
          </a:p>
        </p:txBody>
      </p:sp>
      <p:sp>
        <p:nvSpPr>
          <p:cNvPr id="203779" name="Rectangle 2"/>
          <p:cNvSpPr>
            <a:spLocks noRot="1" noChangeArrowheads="1" noTextEdit="1"/>
          </p:cNvSpPr>
          <p:nvPr>
            <p:ph type="sldImg"/>
          </p:nvPr>
        </p:nvSpPr>
        <p:spPr>
          <a:ln/>
        </p:spPr>
      </p:sp>
      <p:sp>
        <p:nvSpPr>
          <p:cNvPr id="2037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5A117DD1-5BFA-4457-87B1-00FCC4DBD8A3}" type="slidenum">
              <a:rPr lang="en-US" altLang="zh-CN" sz="1200" smtClean="0">
                <a:latin typeface="Arial" pitchFamily="34" charset="0"/>
              </a:rPr>
              <a:pPr eaLnBrk="1" hangingPunct="1"/>
              <a:t>37</a:t>
            </a:fld>
            <a:endParaRPr lang="en-US" altLang="zh-CN" sz="1200" smtClean="0">
              <a:latin typeface="Arial" pitchFamily="34" charset="0"/>
            </a:endParaRPr>
          </a:p>
        </p:txBody>
      </p:sp>
      <p:sp>
        <p:nvSpPr>
          <p:cNvPr id="204803" name="Rectangle 2"/>
          <p:cNvSpPr>
            <a:spLocks noRot="1" noChangeArrowheads="1" noTextEdit="1"/>
          </p:cNvSpPr>
          <p:nvPr>
            <p:ph type="sldImg"/>
          </p:nvPr>
        </p:nvSpPr>
        <p:spPr>
          <a:ln/>
        </p:spPr>
      </p:sp>
      <p:sp>
        <p:nvSpPr>
          <p:cNvPr id="2048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7F5FD58-16D7-4F2C-BEEA-4750F32D6069}" type="slidenum">
              <a:rPr lang="en-US" altLang="zh-CN" sz="1200" smtClean="0">
                <a:latin typeface="Arial" pitchFamily="34" charset="0"/>
              </a:rPr>
              <a:pPr eaLnBrk="1" hangingPunct="1"/>
              <a:t>38</a:t>
            </a:fld>
            <a:endParaRPr lang="en-US" altLang="zh-CN" sz="1200" smtClean="0">
              <a:latin typeface="Arial" pitchFamily="34" charset="0"/>
            </a:endParaRPr>
          </a:p>
        </p:txBody>
      </p:sp>
      <p:sp>
        <p:nvSpPr>
          <p:cNvPr id="205827" name="Rectangle 2"/>
          <p:cNvSpPr>
            <a:spLocks noRot="1" noChangeArrowheads="1" noTextEdit="1"/>
          </p:cNvSpPr>
          <p:nvPr>
            <p:ph type="sldImg"/>
          </p:nvPr>
        </p:nvSpPr>
        <p:spPr>
          <a:ln/>
        </p:spPr>
      </p:sp>
      <p:sp>
        <p:nvSpPr>
          <p:cNvPr id="2058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43A2170-D8B0-4F22-9300-40CD4E7716F0}" type="slidenum">
              <a:rPr lang="en-US" altLang="zh-CN" sz="1200" smtClean="0">
                <a:latin typeface="Arial" pitchFamily="34" charset="0"/>
              </a:rPr>
              <a:pPr eaLnBrk="1" hangingPunct="1"/>
              <a:t>39</a:t>
            </a:fld>
            <a:endParaRPr lang="en-US" altLang="zh-CN" sz="1200" smtClean="0">
              <a:latin typeface="Arial" pitchFamily="34" charset="0"/>
            </a:endParaRPr>
          </a:p>
        </p:txBody>
      </p:sp>
      <p:sp>
        <p:nvSpPr>
          <p:cNvPr id="206851" name="Rectangle 2"/>
          <p:cNvSpPr>
            <a:spLocks noRot="1" noChangeArrowheads="1" noTextEdit="1"/>
          </p:cNvSpPr>
          <p:nvPr>
            <p:ph type="sldImg"/>
          </p:nvPr>
        </p:nvSpPr>
        <p:spPr>
          <a:ln/>
        </p:spPr>
      </p:sp>
      <p:sp>
        <p:nvSpPr>
          <p:cNvPr id="2068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89054025-B464-4D94-8215-D38B91F02DAF}" type="slidenum">
              <a:rPr lang="en-US" altLang="zh-CN" sz="1200" smtClean="0">
                <a:latin typeface="Arial" pitchFamily="34" charset="0"/>
              </a:rPr>
              <a:pPr eaLnBrk="1" hangingPunct="1"/>
              <a:t>40</a:t>
            </a:fld>
            <a:endParaRPr lang="en-US" altLang="zh-CN" sz="1200" smtClean="0">
              <a:latin typeface="Arial" pitchFamily="34" charset="0"/>
            </a:endParaRPr>
          </a:p>
        </p:txBody>
      </p:sp>
      <p:sp>
        <p:nvSpPr>
          <p:cNvPr id="207875" name="Rectangle 2"/>
          <p:cNvSpPr>
            <a:spLocks noRot="1" noChangeArrowheads="1" noTextEdit="1"/>
          </p:cNvSpPr>
          <p:nvPr>
            <p:ph type="sldImg"/>
          </p:nvPr>
        </p:nvSpPr>
        <p:spPr>
          <a:ln/>
        </p:spPr>
      </p:sp>
      <p:sp>
        <p:nvSpPr>
          <p:cNvPr id="2078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CCD9A12-528C-412C-9F32-95E6C50D23FA}" type="slidenum">
              <a:rPr lang="en-US" altLang="zh-CN" sz="1200" smtClean="0">
                <a:latin typeface="Arial" pitchFamily="34" charset="0"/>
              </a:rPr>
              <a:pPr eaLnBrk="1" hangingPunct="1"/>
              <a:t>41</a:t>
            </a:fld>
            <a:endParaRPr lang="en-US" altLang="zh-CN" sz="1200" smtClean="0">
              <a:latin typeface="Arial" pitchFamily="34" charset="0"/>
            </a:endParaRPr>
          </a:p>
        </p:txBody>
      </p:sp>
      <p:sp>
        <p:nvSpPr>
          <p:cNvPr id="208899" name="Rectangle 2"/>
          <p:cNvSpPr>
            <a:spLocks noRot="1" noChangeArrowheads="1" noTextEdit="1"/>
          </p:cNvSpPr>
          <p:nvPr>
            <p:ph type="sldImg"/>
          </p:nvPr>
        </p:nvSpPr>
        <p:spPr>
          <a:ln/>
        </p:spPr>
      </p:sp>
      <p:sp>
        <p:nvSpPr>
          <p:cNvPr id="2089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30497C4-8964-4CA0-A95F-12DA5CD3B614}" type="slidenum">
              <a:rPr lang="en-US" altLang="zh-CN" sz="1200" smtClean="0">
                <a:latin typeface="Arial" pitchFamily="34" charset="0"/>
              </a:rPr>
              <a:pPr eaLnBrk="1" hangingPunct="1"/>
              <a:t>42</a:t>
            </a:fld>
            <a:endParaRPr lang="en-US" altLang="zh-CN" sz="1200" smtClean="0">
              <a:latin typeface="Arial" pitchFamily="34" charset="0"/>
            </a:endParaRPr>
          </a:p>
        </p:txBody>
      </p:sp>
      <p:sp>
        <p:nvSpPr>
          <p:cNvPr id="209923" name="Rectangle 2"/>
          <p:cNvSpPr>
            <a:spLocks noRot="1" noChangeArrowheads="1" noTextEdit="1"/>
          </p:cNvSpPr>
          <p:nvPr>
            <p:ph type="sldImg"/>
          </p:nvPr>
        </p:nvSpPr>
        <p:spPr>
          <a:ln/>
        </p:spPr>
      </p:sp>
      <p:sp>
        <p:nvSpPr>
          <p:cNvPr id="2099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2ABABCC-5285-451F-8006-407E692A11F0}" type="slidenum">
              <a:rPr lang="en-US" altLang="zh-CN" sz="1200" smtClean="0">
                <a:latin typeface="Arial" pitchFamily="34" charset="0"/>
              </a:rPr>
              <a:pPr eaLnBrk="1" hangingPunct="1"/>
              <a:t>43</a:t>
            </a:fld>
            <a:endParaRPr lang="en-US" altLang="zh-CN" sz="1200" smtClean="0">
              <a:latin typeface="Arial" pitchFamily="34" charset="0"/>
            </a:endParaRPr>
          </a:p>
        </p:txBody>
      </p:sp>
      <p:sp>
        <p:nvSpPr>
          <p:cNvPr id="210947" name="Rectangle 2"/>
          <p:cNvSpPr>
            <a:spLocks noRot="1" noChangeArrowheads="1" noTextEdit="1"/>
          </p:cNvSpPr>
          <p:nvPr>
            <p:ph type="sldImg"/>
          </p:nvPr>
        </p:nvSpPr>
        <p:spPr>
          <a:ln/>
        </p:spPr>
      </p:sp>
      <p:sp>
        <p:nvSpPr>
          <p:cNvPr id="2109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CF71830-BCD9-453C-AB42-DE4A659C9C3C}" type="slidenum">
              <a:rPr lang="en-US" altLang="zh-CN" sz="1200" smtClean="0">
                <a:latin typeface="Arial" pitchFamily="34" charset="0"/>
              </a:rPr>
              <a:pPr eaLnBrk="1" hangingPunct="1"/>
              <a:t>44</a:t>
            </a:fld>
            <a:endParaRPr lang="en-US" altLang="zh-CN" sz="1200" smtClean="0">
              <a:latin typeface="Arial" pitchFamily="34" charset="0"/>
            </a:endParaRPr>
          </a:p>
        </p:txBody>
      </p:sp>
      <p:sp>
        <p:nvSpPr>
          <p:cNvPr id="211971" name="Rectangle 2"/>
          <p:cNvSpPr>
            <a:spLocks noRot="1" noChangeArrowheads="1" noTextEdit="1"/>
          </p:cNvSpPr>
          <p:nvPr>
            <p:ph type="sldImg"/>
          </p:nvPr>
        </p:nvSpPr>
        <p:spPr>
          <a:ln/>
        </p:spPr>
      </p:sp>
      <p:sp>
        <p:nvSpPr>
          <p:cNvPr id="2119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1665B05-E3D4-4CA7-8231-1D9C40FA698B}" type="slidenum">
              <a:rPr lang="en-US" altLang="zh-CN" sz="1200" smtClean="0">
                <a:latin typeface="Arial" pitchFamily="34" charset="0"/>
              </a:rPr>
              <a:pPr eaLnBrk="1" hangingPunct="1"/>
              <a:t>45</a:t>
            </a:fld>
            <a:endParaRPr lang="en-US" altLang="zh-CN" sz="1200" smtClean="0">
              <a:latin typeface="Arial" pitchFamily="34" charset="0"/>
            </a:endParaRPr>
          </a:p>
        </p:txBody>
      </p:sp>
      <p:sp>
        <p:nvSpPr>
          <p:cNvPr id="212995" name="Rectangle 2"/>
          <p:cNvSpPr>
            <a:spLocks noRot="1" noChangeArrowheads="1" noTextEdit="1"/>
          </p:cNvSpPr>
          <p:nvPr>
            <p:ph type="sldImg"/>
          </p:nvPr>
        </p:nvSpPr>
        <p:spPr>
          <a:ln/>
        </p:spPr>
      </p:sp>
      <p:sp>
        <p:nvSpPr>
          <p:cNvPr id="2129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2F62D56-CF28-4610-8DB7-F5E48D3F7547}" type="slidenum">
              <a:rPr lang="en-US" altLang="zh-CN" sz="1200" smtClean="0">
                <a:latin typeface="Arial" pitchFamily="34" charset="0"/>
              </a:rPr>
              <a:pPr eaLnBrk="1" hangingPunct="1"/>
              <a:t>46</a:t>
            </a:fld>
            <a:endParaRPr lang="en-US" altLang="zh-CN" sz="1200" smtClean="0">
              <a:latin typeface="Arial" pitchFamily="34" charset="0"/>
            </a:endParaRPr>
          </a:p>
        </p:txBody>
      </p:sp>
      <p:sp>
        <p:nvSpPr>
          <p:cNvPr id="214019" name="Rectangle 2"/>
          <p:cNvSpPr>
            <a:spLocks noRot="1" noChangeArrowheads="1" noTextEdit="1"/>
          </p:cNvSpPr>
          <p:nvPr>
            <p:ph type="sldImg"/>
          </p:nvPr>
        </p:nvSpPr>
        <p:spPr>
          <a:ln/>
        </p:spPr>
      </p:sp>
      <p:sp>
        <p:nvSpPr>
          <p:cNvPr id="2140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004A641-411C-4BD7-A960-7D9E51C49316}" type="slidenum">
              <a:rPr lang="en-US" altLang="zh-CN" sz="1200" smtClean="0">
                <a:latin typeface="Arial" pitchFamily="34" charset="0"/>
              </a:rPr>
              <a:pPr eaLnBrk="1" hangingPunct="1"/>
              <a:t>47</a:t>
            </a:fld>
            <a:endParaRPr lang="en-US" altLang="zh-CN" sz="1200" smtClean="0">
              <a:latin typeface="Arial" pitchFamily="34" charset="0"/>
            </a:endParaRPr>
          </a:p>
        </p:txBody>
      </p:sp>
      <p:sp>
        <p:nvSpPr>
          <p:cNvPr id="215043" name="Rectangle 2"/>
          <p:cNvSpPr>
            <a:spLocks noRot="1" noChangeArrowheads="1" noTextEdit="1"/>
          </p:cNvSpPr>
          <p:nvPr>
            <p:ph type="sldImg"/>
          </p:nvPr>
        </p:nvSpPr>
        <p:spPr>
          <a:ln/>
        </p:spPr>
      </p:sp>
      <p:sp>
        <p:nvSpPr>
          <p:cNvPr id="2150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1D33E09-B899-47FE-B225-DA5F3B5EF566}" type="slidenum">
              <a:rPr lang="en-US" altLang="zh-CN" sz="1200" smtClean="0">
                <a:latin typeface="Arial" pitchFamily="34" charset="0"/>
              </a:rPr>
              <a:pPr eaLnBrk="1" hangingPunct="1"/>
              <a:t>48</a:t>
            </a:fld>
            <a:endParaRPr lang="en-US" altLang="zh-CN" sz="1200" smtClean="0">
              <a:latin typeface="Arial" pitchFamily="34" charset="0"/>
            </a:endParaRPr>
          </a:p>
        </p:txBody>
      </p:sp>
      <p:sp>
        <p:nvSpPr>
          <p:cNvPr id="216067" name="Rectangle 2"/>
          <p:cNvSpPr>
            <a:spLocks noRot="1" noChangeArrowheads="1" noTextEdit="1"/>
          </p:cNvSpPr>
          <p:nvPr>
            <p:ph type="sldImg"/>
          </p:nvPr>
        </p:nvSpPr>
        <p:spPr>
          <a:ln/>
        </p:spPr>
      </p:sp>
      <p:sp>
        <p:nvSpPr>
          <p:cNvPr id="2160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6DDE3E2-AA35-42E4-A694-A55A0AD0F3F3}" type="slidenum">
              <a:rPr lang="en-US" altLang="zh-CN" sz="1200" smtClean="0">
                <a:latin typeface="Arial" pitchFamily="34" charset="0"/>
              </a:rPr>
              <a:pPr eaLnBrk="1" hangingPunct="1"/>
              <a:t>49</a:t>
            </a:fld>
            <a:endParaRPr lang="en-US" altLang="zh-CN" sz="1200" smtClean="0">
              <a:latin typeface="Arial" pitchFamily="34" charset="0"/>
            </a:endParaRPr>
          </a:p>
        </p:txBody>
      </p:sp>
      <p:sp>
        <p:nvSpPr>
          <p:cNvPr id="217091" name="Rectangle 2"/>
          <p:cNvSpPr>
            <a:spLocks noRot="1" noChangeArrowheads="1" noTextEdit="1"/>
          </p:cNvSpPr>
          <p:nvPr>
            <p:ph type="sldImg"/>
          </p:nvPr>
        </p:nvSpPr>
        <p:spPr>
          <a:ln/>
        </p:spPr>
      </p:sp>
      <p:sp>
        <p:nvSpPr>
          <p:cNvPr id="2170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2B27036-9AE6-41B3-8197-2ED9C6119D5C}" type="slidenum">
              <a:rPr lang="en-US" altLang="zh-CN" sz="1200" smtClean="0">
                <a:latin typeface="Arial" pitchFamily="34" charset="0"/>
              </a:rPr>
              <a:pPr eaLnBrk="1" hangingPunct="1"/>
              <a:t>50</a:t>
            </a:fld>
            <a:endParaRPr lang="en-US" altLang="zh-CN" sz="1200" smtClean="0">
              <a:latin typeface="Arial" pitchFamily="34" charset="0"/>
            </a:endParaRPr>
          </a:p>
        </p:txBody>
      </p:sp>
      <p:sp>
        <p:nvSpPr>
          <p:cNvPr id="218115" name="Rectangle 2"/>
          <p:cNvSpPr>
            <a:spLocks noRot="1" noChangeArrowheads="1" noTextEdit="1"/>
          </p:cNvSpPr>
          <p:nvPr>
            <p:ph type="sldImg"/>
          </p:nvPr>
        </p:nvSpPr>
        <p:spPr>
          <a:ln/>
        </p:spPr>
      </p:sp>
      <p:sp>
        <p:nvSpPr>
          <p:cNvPr id="2181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F389059-A297-485D-BB9D-CEF5C4B854F5}" type="slidenum">
              <a:rPr lang="en-US" altLang="zh-CN" sz="1200" smtClean="0">
                <a:latin typeface="Arial" pitchFamily="34" charset="0"/>
              </a:rPr>
              <a:pPr eaLnBrk="1" hangingPunct="1"/>
              <a:t>51</a:t>
            </a:fld>
            <a:endParaRPr lang="en-US" altLang="zh-CN" sz="1200" smtClean="0">
              <a:latin typeface="Arial" pitchFamily="34" charset="0"/>
            </a:endParaRPr>
          </a:p>
        </p:txBody>
      </p:sp>
      <p:sp>
        <p:nvSpPr>
          <p:cNvPr id="219139" name="Rectangle 2"/>
          <p:cNvSpPr>
            <a:spLocks noRot="1" noChangeArrowheads="1" noTextEdit="1"/>
          </p:cNvSpPr>
          <p:nvPr>
            <p:ph type="sldImg"/>
          </p:nvPr>
        </p:nvSpPr>
        <p:spPr>
          <a:ln/>
        </p:spPr>
      </p:sp>
      <p:sp>
        <p:nvSpPr>
          <p:cNvPr id="2191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60B21AF-D8E5-4D3D-B956-D5ABDD40A7DC}" type="slidenum">
              <a:rPr lang="en-US" altLang="zh-CN" sz="1200" smtClean="0">
                <a:latin typeface="Arial" pitchFamily="34" charset="0"/>
              </a:rPr>
              <a:pPr eaLnBrk="1" hangingPunct="1"/>
              <a:t>52</a:t>
            </a:fld>
            <a:endParaRPr lang="en-US" altLang="zh-CN" sz="1200" smtClean="0">
              <a:latin typeface="Arial" pitchFamily="34" charset="0"/>
            </a:endParaRPr>
          </a:p>
        </p:txBody>
      </p:sp>
      <p:sp>
        <p:nvSpPr>
          <p:cNvPr id="220163" name="Rectangle 2"/>
          <p:cNvSpPr>
            <a:spLocks noRot="1" noChangeArrowheads="1" noTextEdit="1"/>
          </p:cNvSpPr>
          <p:nvPr>
            <p:ph type="sldImg"/>
          </p:nvPr>
        </p:nvSpPr>
        <p:spPr>
          <a:ln/>
        </p:spPr>
      </p:sp>
      <p:sp>
        <p:nvSpPr>
          <p:cNvPr id="2201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8E2046C6-B0E1-49C7-B990-20BAA8822D55}" type="slidenum">
              <a:rPr lang="en-US" altLang="zh-CN" sz="1200" smtClean="0">
                <a:latin typeface="Arial" pitchFamily="34" charset="0"/>
              </a:rPr>
              <a:pPr eaLnBrk="1" hangingPunct="1"/>
              <a:t>53</a:t>
            </a:fld>
            <a:endParaRPr lang="en-US" altLang="zh-CN" sz="1200" smtClean="0">
              <a:latin typeface="Arial" pitchFamily="34" charset="0"/>
            </a:endParaRPr>
          </a:p>
        </p:txBody>
      </p:sp>
      <p:sp>
        <p:nvSpPr>
          <p:cNvPr id="221187" name="Rectangle 2"/>
          <p:cNvSpPr>
            <a:spLocks noRot="1" noChangeArrowheads="1" noTextEdit="1"/>
          </p:cNvSpPr>
          <p:nvPr>
            <p:ph type="sldImg"/>
          </p:nvPr>
        </p:nvSpPr>
        <p:spPr>
          <a:ln/>
        </p:spPr>
      </p:sp>
      <p:sp>
        <p:nvSpPr>
          <p:cNvPr id="2211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406E28B-C42F-4E1A-B33C-F4A09545C358}" type="slidenum">
              <a:rPr lang="en-US" altLang="zh-CN" sz="1200" smtClean="0">
                <a:latin typeface="Arial" pitchFamily="34" charset="0"/>
              </a:rPr>
              <a:pPr eaLnBrk="1" hangingPunct="1"/>
              <a:t>54</a:t>
            </a:fld>
            <a:endParaRPr lang="en-US" altLang="zh-CN" sz="1200" smtClean="0">
              <a:latin typeface="Arial" pitchFamily="34" charset="0"/>
            </a:endParaRPr>
          </a:p>
        </p:txBody>
      </p:sp>
      <p:sp>
        <p:nvSpPr>
          <p:cNvPr id="222211" name="Rectangle 2"/>
          <p:cNvSpPr>
            <a:spLocks noRot="1" noChangeArrowheads="1" noTextEdit="1"/>
          </p:cNvSpPr>
          <p:nvPr>
            <p:ph type="sldImg"/>
          </p:nvPr>
        </p:nvSpPr>
        <p:spPr>
          <a:ln/>
        </p:spPr>
      </p:sp>
      <p:sp>
        <p:nvSpPr>
          <p:cNvPr id="2222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2519EAD-3FF0-4704-8A18-6D1CF840EFD8}" type="slidenum">
              <a:rPr lang="en-US" altLang="zh-CN" sz="1200" smtClean="0">
                <a:latin typeface="Arial" pitchFamily="34" charset="0"/>
              </a:rPr>
              <a:pPr eaLnBrk="1" hangingPunct="1"/>
              <a:t>55</a:t>
            </a:fld>
            <a:endParaRPr lang="en-US" altLang="zh-CN" sz="1200" smtClean="0">
              <a:latin typeface="Arial" pitchFamily="34" charset="0"/>
            </a:endParaRPr>
          </a:p>
        </p:txBody>
      </p:sp>
      <p:sp>
        <p:nvSpPr>
          <p:cNvPr id="223235" name="Rectangle 2"/>
          <p:cNvSpPr>
            <a:spLocks noRot="1" noChangeArrowheads="1" noTextEdit="1"/>
          </p:cNvSpPr>
          <p:nvPr>
            <p:ph type="sldImg"/>
          </p:nvPr>
        </p:nvSpPr>
        <p:spPr>
          <a:ln/>
        </p:spPr>
      </p:sp>
      <p:sp>
        <p:nvSpPr>
          <p:cNvPr id="2232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4F328FA-A0FA-4060-9491-D3A2403A5BA8}" type="slidenum">
              <a:rPr lang="en-US" altLang="zh-CN" sz="1200" smtClean="0">
                <a:latin typeface="Arial" pitchFamily="34" charset="0"/>
              </a:rPr>
              <a:pPr eaLnBrk="1" hangingPunct="1"/>
              <a:t>56</a:t>
            </a:fld>
            <a:endParaRPr lang="en-US" altLang="zh-CN" sz="1200" smtClean="0">
              <a:latin typeface="Arial" pitchFamily="34" charset="0"/>
            </a:endParaRPr>
          </a:p>
        </p:txBody>
      </p:sp>
      <p:sp>
        <p:nvSpPr>
          <p:cNvPr id="224259" name="Rectangle 2"/>
          <p:cNvSpPr>
            <a:spLocks noRot="1" noChangeArrowheads="1" noTextEdit="1"/>
          </p:cNvSpPr>
          <p:nvPr>
            <p:ph type="sldImg"/>
          </p:nvPr>
        </p:nvSpPr>
        <p:spPr>
          <a:ln/>
        </p:spPr>
      </p:sp>
      <p:sp>
        <p:nvSpPr>
          <p:cNvPr id="2242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E9CC085-99A6-4228-9655-E7CBC8DD6E4B}" type="slidenum">
              <a:rPr lang="en-US" altLang="zh-CN" sz="1200" smtClean="0">
                <a:latin typeface="Arial" pitchFamily="34" charset="0"/>
              </a:rPr>
              <a:pPr eaLnBrk="1" hangingPunct="1"/>
              <a:t>57</a:t>
            </a:fld>
            <a:endParaRPr lang="en-US" altLang="zh-CN" sz="1200" smtClean="0">
              <a:latin typeface="Arial" pitchFamily="34" charset="0"/>
            </a:endParaRPr>
          </a:p>
        </p:txBody>
      </p:sp>
      <p:sp>
        <p:nvSpPr>
          <p:cNvPr id="225283" name="Rectangle 2"/>
          <p:cNvSpPr>
            <a:spLocks noRot="1" noChangeArrowheads="1" noTextEdit="1"/>
          </p:cNvSpPr>
          <p:nvPr>
            <p:ph type="sldImg"/>
          </p:nvPr>
        </p:nvSpPr>
        <p:spPr>
          <a:ln/>
        </p:spPr>
      </p:sp>
      <p:sp>
        <p:nvSpPr>
          <p:cNvPr id="2252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9FDF2CF-B2AE-46FF-8C6F-FF655DD6AD8D}" type="slidenum">
              <a:rPr lang="en-US" altLang="zh-CN" sz="1200" smtClean="0">
                <a:latin typeface="Arial" pitchFamily="34" charset="0"/>
              </a:rPr>
              <a:pPr eaLnBrk="1" hangingPunct="1"/>
              <a:t>58</a:t>
            </a:fld>
            <a:endParaRPr lang="en-US" altLang="zh-CN" sz="1200" smtClean="0">
              <a:latin typeface="Arial" pitchFamily="34" charset="0"/>
            </a:endParaRPr>
          </a:p>
        </p:txBody>
      </p:sp>
      <p:sp>
        <p:nvSpPr>
          <p:cNvPr id="226307" name="Rectangle 2"/>
          <p:cNvSpPr>
            <a:spLocks noRot="1" noChangeArrowheads="1" noTextEdit="1"/>
          </p:cNvSpPr>
          <p:nvPr>
            <p:ph type="sldImg"/>
          </p:nvPr>
        </p:nvSpPr>
        <p:spPr>
          <a:ln/>
        </p:spPr>
      </p:sp>
      <p:sp>
        <p:nvSpPr>
          <p:cNvPr id="2263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982C293-6E94-40DA-AB71-E4DE25DF4378}" type="slidenum">
              <a:rPr lang="en-US" altLang="zh-CN" sz="1200" smtClean="0">
                <a:latin typeface="Arial" pitchFamily="34" charset="0"/>
              </a:rPr>
              <a:pPr eaLnBrk="1" hangingPunct="1"/>
              <a:t>59</a:t>
            </a:fld>
            <a:endParaRPr lang="en-US" altLang="zh-CN" sz="1200" smtClean="0">
              <a:latin typeface="Arial" pitchFamily="34" charset="0"/>
            </a:endParaRPr>
          </a:p>
        </p:txBody>
      </p:sp>
      <p:sp>
        <p:nvSpPr>
          <p:cNvPr id="227331" name="Rectangle 2"/>
          <p:cNvSpPr>
            <a:spLocks noRot="1" noChangeArrowheads="1" noTextEdit="1"/>
          </p:cNvSpPr>
          <p:nvPr>
            <p:ph type="sldImg"/>
          </p:nvPr>
        </p:nvSpPr>
        <p:spPr>
          <a:ln/>
        </p:spPr>
      </p:sp>
      <p:sp>
        <p:nvSpPr>
          <p:cNvPr id="2273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32A9EB0-2C39-4F5F-AE4E-DAA5253D0DBD}" type="slidenum">
              <a:rPr lang="en-US" altLang="zh-CN" sz="1200" smtClean="0">
                <a:latin typeface="Arial" pitchFamily="34" charset="0"/>
              </a:rPr>
              <a:pPr eaLnBrk="1" hangingPunct="1"/>
              <a:t>60</a:t>
            </a:fld>
            <a:endParaRPr lang="en-US" altLang="zh-CN" sz="1200" smtClean="0">
              <a:latin typeface="Arial" pitchFamily="34" charset="0"/>
            </a:endParaRPr>
          </a:p>
        </p:txBody>
      </p:sp>
      <p:sp>
        <p:nvSpPr>
          <p:cNvPr id="228355" name="Rectangle 2"/>
          <p:cNvSpPr>
            <a:spLocks noRot="1" noChangeArrowheads="1" noTextEdit="1"/>
          </p:cNvSpPr>
          <p:nvPr>
            <p:ph type="sldImg"/>
          </p:nvPr>
        </p:nvSpPr>
        <p:spPr>
          <a:ln/>
        </p:spPr>
      </p:sp>
      <p:sp>
        <p:nvSpPr>
          <p:cNvPr id="2283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EB963E1-B5EA-43E0-9357-5615E57BA52E}" type="slidenum">
              <a:rPr lang="en-US" altLang="zh-CN" sz="1200" smtClean="0">
                <a:latin typeface="Arial" pitchFamily="34" charset="0"/>
              </a:rPr>
              <a:pPr eaLnBrk="1" hangingPunct="1"/>
              <a:t>64</a:t>
            </a:fld>
            <a:endParaRPr lang="en-US" altLang="zh-CN" sz="1200" smtClean="0">
              <a:latin typeface="Arial" pitchFamily="34" charset="0"/>
            </a:endParaRPr>
          </a:p>
        </p:txBody>
      </p:sp>
      <p:sp>
        <p:nvSpPr>
          <p:cNvPr id="229379" name="Rectangle 2"/>
          <p:cNvSpPr>
            <a:spLocks noRot="1" noChangeArrowheads="1" noTextEdit="1"/>
          </p:cNvSpPr>
          <p:nvPr>
            <p:ph type="sldImg"/>
          </p:nvPr>
        </p:nvSpPr>
        <p:spPr>
          <a:ln/>
        </p:spPr>
      </p:sp>
      <p:sp>
        <p:nvSpPr>
          <p:cNvPr id="2293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4CC770D-F70B-4817-AD3D-B5E326E47AF9}" type="slidenum">
              <a:rPr lang="en-US" altLang="zh-CN" sz="1200" smtClean="0">
                <a:latin typeface="Arial" pitchFamily="34" charset="0"/>
              </a:rPr>
              <a:pPr eaLnBrk="1" hangingPunct="1"/>
              <a:t>65</a:t>
            </a:fld>
            <a:endParaRPr lang="en-US" altLang="zh-CN" sz="1200" smtClean="0">
              <a:latin typeface="Arial" pitchFamily="34" charset="0"/>
            </a:endParaRPr>
          </a:p>
        </p:txBody>
      </p:sp>
      <p:sp>
        <p:nvSpPr>
          <p:cNvPr id="230403" name="Rectangle 2"/>
          <p:cNvSpPr>
            <a:spLocks noRot="1" noChangeArrowheads="1" noTextEdit="1"/>
          </p:cNvSpPr>
          <p:nvPr>
            <p:ph type="sldImg"/>
          </p:nvPr>
        </p:nvSpPr>
        <p:spPr>
          <a:ln/>
        </p:spPr>
      </p:sp>
      <p:sp>
        <p:nvSpPr>
          <p:cNvPr id="2304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961C550-926E-42A1-A30A-F8D32BD1E12D}" type="slidenum">
              <a:rPr lang="en-US" altLang="zh-CN" sz="1200" smtClean="0">
                <a:latin typeface="Arial" pitchFamily="34" charset="0"/>
              </a:rPr>
              <a:pPr eaLnBrk="1" hangingPunct="1"/>
              <a:t>66</a:t>
            </a:fld>
            <a:endParaRPr lang="en-US" altLang="zh-CN" sz="1200" smtClean="0">
              <a:latin typeface="Arial" pitchFamily="34" charset="0"/>
            </a:endParaRPr>
          </a:p>
        </p:txBody>
      </p:sp>
      <p:sp>
        <p:nvSpPr>
          <p:cNvPr id="231427" name="Rectangle 2"/>
          <p:cNvSpPr>
            <a:spLocks noRot="1" noChangeArrowheads="1" noTextEdit="1"/>
          </p:cNvSpPr>
          <p:nvPr>
            <p:ph type="sldImg"/>
          </p:nvPr>
        </p:nvSpPr>
        <p:spPr>
          <a:ln/>
        </p:spPr>
      </p:sp>
      <p:sp>
        <p:nvSpPr>
          <p:cNvPr id="2314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7C3AE57-3D18-418F-9CCD-5A37CEF24AD8}" type="slidenum">
              <a:rPr lang="en-US" altLang="zh-CN" sz="1200" smtClean="0">
                <a:latin typeface="Arial" pitchFamily="34" charset="0"/>
              </a:rPr>
              <a:pPr eaLnBrk="1" hangingPunct="1"/>
              <a:t>67</a:t>
            </a:fld>
            <a:endParaRPr lang="en-US" altLang="zh-CN" sz="1200" smtClean="0">
              <a:latin typeface="Arial" pitchFamily="34" charset="0"/>
            </a:endParaRPr>
          </a:p>
        </p:txBody>
      </p:sp>
      <p:sp>
        <p:nvSpPr>
          <p:cNvPr id="232451" name="Rectangle 2"/>
          <p:cNvSpPr>
            <a:spLocks noRot="1" noChangeArrowheads="1" noTextEdit="1"/>
          </p:cNvSpPr>
          <p:nvPr>
            <p:ph type="sldImg"/>
          </p:nvPr>
        </p:nvSpPr>
        <p:spPr>
          <a:ln/>
        </p:spPr>
      </p:sp>
      <p:sp>
        <p:nvSpPr>
          <p:cNvPr id="2324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322072C-196E-4E87-845C-8BD0982FDAAD}" type="slidenum">
              <a:rPr lang="en-US" altLang="zh-CN" sz="1200" smtClean="0">
                <a:latin typeface="Arial" pitchFamily="34" charset="0"/>
              </a:rPr>
              <a:pPr eaLnBrk="1" hangingPunct="1"/>
              <a:t>68</a:t>
            </a:fld>
            <a:endParaRPr lang="en-US" altLang="zh-CN" sz="1200" smtClean="0">
              <a:latin typeface="Arial" pitchFamily="34" charset="0"/>
            </a:endParaRPr>
          </a:p>
        </p:txBody>
      </p:sp>
      <p:sp>
        <p:nvSpPr>
          <p:cNvPr id="233475" name="Rectangle 2"/>
          <p:cNvSpPr>
            <a:spLocks noRot="1" noChangeArrowheads="1" noTextEdit="1"/>
          </p:cNvSpPr>
          <p:nvPr>
            <p:ph type="sldImg"/>
          </p:nvPr>
        </p:nvSpPr>
        <p:spPr>
          <a:ln/>
        </p:spPr>
      </p:sp>
      <p:sp>
        <p:nvSpPr>
          <p:cNvPr id="2334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F4748C6-6C41-4B7B-AC44-7962FEC70A30}" type="slidenum">
              <a:rPr lang="en-US" altLang="zh-CN" sz="1200" smtClean="0">
                <a:latin typeface="Arial" pitchFamily="34" charset="0"/>
              </a:rPr>
              <a:pPr eaLnBrk="1" hangingPunct="1"/>
              <a:t>69</a:t>
            </a:fld>
            <a:endParaRPr lang="en-US" altLang="zh-CN" sz="1200" smtClean="0">
              <a:latin typeface="Arial" pitchFamily="34" charset="0"/>
            </a:endParaRPr>
          </a:p>
        </p:txBody>
      </p:sp>
      <p:sp>
        <p:nvSpPr>
          <p:cNvPr id="234499" name="Rectangle 2"/>
          <p:cNvSpPr>
            <a:spLocks noRot="1" noChangeArrowheads="1" noTextEdit="1"/>
          </p:cNvSpPr>
          <p:nvPr>
            <p:ph type="sldImg"/>
          </p:nvPr>
        </p:nvSpPr>
        <p:spPr>
          <a:ln/>
        </p:spPr>
      </p:sp>
      <p:sp>
        <p:nvSpPr>
          <p:cNvPr id="2345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45AE66B-ACB3-4021-9BB7-7AA8EAFDC6BB}" type="slidenum">
              <a:rPr lang="en-US" altLang="zh-CN" sz="1200" smtClean="0">
                <a:latin typeface="Arial" pitchFamily="34" charset="0"/>
              </a:rPr>
              <a:pPr eaLnBrk="1" hangingPunct="1"/>
              <a:t>70</a:t>
            </a:fld>
            <a:endParaRPr lang="en-US" altLang="zh-CN" sz="1200" smtClean="0">
              <a:latin typeface="Arial" pitchFamily="34" charset="0"/>
            </a:endParaRPr>
          </a:p>
        </p:txBody>
      </p:sp>
      <p:sp>
        <p:nvSpPr>
          <p:cNvPr id="235523" name="Rectangle 2"/>
          <p:cNvSpPr>
            <a:spLocks noRot="1" noChangeArrowheads="1" noTextEdit="1"/>
          </p:cNvSpPr>
          <p:nvPr>
            <p:ph type="sldImg"/>
          </p:nvPr>
        </p:nvSpPr>
        <p:spPr>
          <a:ln/>
        </p:spPr>
      </p:sp>
      <p:sp>
        <p:nvSpPr>
          <p:cNvPr id="2355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4E90720-880F-44DF-A780-E896BC247208}" type="slidenum">
              <a:rPr lang="en-US" altLang="zh-CN" sz="1200" smtClean="0">
                <a:latin typeface="Arial" pitchFamily="34" charset="0"/>
              </a:rPr>
              <a:pPr eaLnBrk="1" hangingPunct="1"/>
              <a:t>71</a:t>
            </a:fld>
            <a:endParaRPr lang="en-US" altLang="zh-CN" sz="1200" smtClean="0">
              <a:latin typeface="Arial" pitchFamily="34" charset="0"/>
            </a:endParaRPr>
          </a:p>
        </p:txBody>
      </p:sp>
      <p:sp>
        <p:nvSpPr>
          <p:cNvPr id="236547" name="Rectangle 2"/>
          <p:cNvSpPr>
            <a:spLocks noRot="1" noChangeArrowheads="1" noTextEdit="1"/>
          </p:cNvSpPr>
          <p:nvPr>
            <p:ph type="sldImg"/>
          </p:nvPr>
        </p:nvSpPr>
        <p:spPr>
          <a:ln/>
        </p:spPr>
      </p:sp>
      <p:sp>
        <p:nvSpPr>
          <p:cNvPr id="2365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661F3E4-4315-4D92-9520-8168A97BB190}" type="slidenum">
              <a:rPr lang="en-US" altLang="zh-CN" sz="1200" smtClean="0">
                <a:latin typeface="Arial" pitchFamily="34" charset="0"/>
              </a:rPr>
              <a:pPr eaLnBrk="1" hangingPunct="1"/>
              <a:t>72</a:t>
            </a:fld>
            <a:endParaRPr lang="en-US" altLang="zh-CN" sz="1200" smtClean="0">
              <a:latin typeface="Arial" pitchFamily="34" charset="0"/>
            </a:endParaRPr>
          </a:p>
        </p:txBody>
      </p:sp>
      <p:sp>
        <p:nvSpPr>
          <p:cNvPr id="237571" name="Rectangle 2"/>
          <p:cNvSpPr>
            <a:spLocks noRot="1" noChangeArrowheads="1" noTextEdit="1"/>
          </p:cNvSpPr>
          <p:nvPr>
            <p:ph type="sldImg"/>
          </p:nvPr>
        </p:nvSpPr>
        <p:spPr>
          <a:ln/>
        </p:spPr>
      </p:sp>
      <p:sp>
        <p:nvSpPr>
          <p:cNvPr id="2375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BA45123-D445-4FEB-98A1-8EBD185B8E04}" type="slidenum">
              <a:rPr lang="en-US" altLang="zh-CN" sz="1200" smtClean="0">
                <a:latin typeface="Arial" pitchFamily="34" charset="0"/>
              </a:rPr>
              <a:pPr eaLnBrk="1" hangingPunct="1"/>
              <a:t>73</a:t>
            </a:fld>
            <a:endParaRPr lang="en-US" altLang="zh-CN" sz="1200" smtClean="0">
              <a:latin typeface="Arial" pitchFamily="34" charset="0"/>
            </a:endParaRPr>
          </a:p>
        </p:txBody>
      </p:sp>
      <p:sp>
        <p:nvSpPr>
          <p:cNvPr id="238595" name="Rectangle 2"/>
          <p:cNvSpPr>
            <a:spLocks noRot="1" noChangeArrowheads="1" noTextEdit="1"/>
          </p:cNvSpPr>
          <p:nvPr>
            <p:ph type="sldImg"/>
          </p:nvPr>
        </p:nvSpPr>
        <p:spPr>
          <a:ln/>
        </p:spPr>
      </p:sp>
      <p:sp>
        <p:nvSpPr>
          <p:cNvPr id="2385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80E7893-2DF3-48EF-86A4-14CA7D728D38}" type="slidenum">
              <a:rPr lang="en-US" altLang="zh-CN" sz="1200" smtClean="0">
                <a:latin typeface="Arial" pitchFamily="34" charset="0"/>
              </a:rPr>
              <a:pPr eaLnBrk="1" hangingPunct="1"/>
              <a:t>74</a:t>
            </a:fld>
            <a:endParaRPr lang="en-US" altLang="zh-CN" sz="1200" smtClean="0">
              <a:latin typeface="Arial" pitchFamily="34" charset="0"/>
            </a:endParaRPr>
          </a:p>
        </p:txBody>
      </p:sp>
      <p:sp>
        <p:nvSpPr>
          <p:cNvPr id="239619" name="Rectangle 2"/>
          <p:cNvSpPr>
            <a:spLocks noRot="1" noChangeArrowheads="1" noTextEdit="1"/>
          </p:cNvSpPr>
          <p:nvPr>
            <p:ph type="sldImg"/>
          </p:nvPr>
        </p:nvSpPr>
        <p:spPr>
          <a:ln/>
        </p:spPr>
      </p:sp>
      <p:sp>
        <p:nvSpPr>
          <p:cNvPr id="2396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483AC06-8196-45BA-8FD3-8BCFCD4AC4C4}" type="slidenum">
              <a:rPr lang="en-US" altLang="zh-CN" sz="1200" smtClean="0">
                <a:latin typeface="Arial" pitchFamily="34" charset="0"/>
              </a:rPr>
              <a:pPr eaLnBrk="1" hangingPunct="1"/>
              <a:t>75</a:t>
            </a:fld>
            <a:endParaRPr lang="en-US" altLang="zh-CN" sz="1200" smtClean="0">
              <a:latin typeface="Arial" pitchFamily="34" charset="0"/>
            </a:endParaRPr>
          </a:p>
        </p:txBody>
      </p:sp>
      <p:sp>
        <p:nvSpPr>
          <p:cNvPr id="240643" name="Rectangle 2"/>
          <p:cNvSpPr>
            <a:spLocks noRot="1" noChangeArrowheads="1" noTextEdit="1"/>
          </p:cNvSpPr>
          <p:nvPr>
            <p:ph type="sldImg"/>
          </p:nvPr>
        </p:nvSpPr>
        <p:spPr>
          <a:ln/>
        </p:spPr>
      </p:sp>
      <p:sp>
        <p:nvSpPr>
          <p:cNvPr id="2406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0946F4D-EEBA-4621-B271-37260143DA16}" type="slidenum">
              <a:rPr lang="en-US" altLang="zh-CN" sz="1200" smtClean="0">
                <a:latin typeface="Arial" pitchFamily="34" charset="0"/>
              </a:rPr>
              <a:pPr eaLnBrk="1" hangingPunct="1"/>
              <a:t>76</a:t>
            </a:fld>
            <a:endParaRPr lang="en-US" altLang="zh-CN" sz="1200" smtClean="0">
              <a:latin typeface="Arial" pitchFamily="34" charset="0"/>
            </a:endParaRPr>
          </a:p>
        </p:txBody>
      </p:sp>
      <p:sp>
        <p:nvSpPr>
          <p:cNvPr id="241667" name="Rectangle 2"/>
          <p:cNvSpPr>
            <a:spLocks noRot="1" noChangeArrowheads="1" noTextEdit="1"/>
          </p:cNvSpPr>
          <p:nvPr>
            <p:ph type="sldImg"/>
          </p:nvPr>
        </p:nvSpPr>
        <p:spPr>
          <a:ln/>
        </p:spPr>
      </p:sp>
      <p:sp>
        <p:nvSpPr>
          <p:cNvPr id="2416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870EBE47-DE29-4C6D-8730-ECCCCDE5C635}" type="slidenum">
              <a:rPr lang="en-US" altLang="zh-CN" sz="1200" smtClean="0">
                <a:latin typeface="Arial" pitchFamily="34" charset="0"/>
              </a:rPr>
              <a:pPr eaLnBrk="1" hangingPunct="1"/>
              <a:t>77</a:t>
            </a:fld>
            <a:endParaRPr lang="en-US" altLang="zh-CN" sz="1200" smtClean="0">
              <a:latin typeface="Arial" pitchFamily="34" charset="0"/>
            </a:endParaRPr>
          </a:p>
        </p:txBody>
      </p:sp>
      <p:sp>
        <p:nvSpPr>
          <p:cNvPr id="242691" name="Rectangle 2"/>
          <p:cNvSpPr>
            <a:spLocks noRot="1" noChangeArrowheads="1" noTextEdit="1"/>
          </p:cNvSpPr>
          <p:nvPr>
            <p:ph type="sldImg"/>
          </p:nvPr>
        </p:nvSpPr>
        <p:spPr>
          <a:ln/>
        </p:spPr>
      </p:sp>
      <p:sp>
        <p:nvSpPr>
          <p:cNvPr id="2426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5948E746-A85E-45E3-90A5-FC0BFEE47760}" type="slidenum">
              <a:rPr lang="en-US" altLang="zh-CN" sz="1200" smtClean="0">
                <a:latin typeface="Arial" pitchFamily="34" charset="0"/>
              </a:rPr>
              <a:pPr eaLnBrk="1" hangingPunct="1"/>
              <a:t>78</a:t>
            </a:fld>
            <a:endParaRPr lang="en-US" altLang="zh-CN" sz="1200" smtClean="0">
              <a:latin typeface="Arial" pitchFamily="34" charset="0"/>
            </a:endParaRPr>
          </a:p>
        </p:txBody>
      </p:sp>
      <p:sp>
        <p:nvSpPr>
          <p:cNvPr id="243715" name="Rectangle 2"/>
          <p:cNvSpPr>
            <a:spLocks noRot="1" noChangeArrowheads="1" noTextEdit="1"/>
          </p:cNvSpPr>
          <p:nvPr>
            <p:ph type="sldImg"/>
          </p:nvPr>
        </p:nvSpPr>
        <p:spPr>
          <a:ln/>
        </p:spPr>
      </p:sp>
      <p:sp>
        <p:nvSpPr>
          <p:cNvPr id="2437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13E492A-C2AB-4F21-8230-DF407C49EF83}" type="slidenum">
              <a:rPr lang="en-US" altLang="zh-CN" sz="1200" smtClean="0">
                <a:latin typeface="Arial" pitchFamily="34" charset="0"/>
              </a:rPr>
              <a:pPr eaLnBrk="1" hangingPunct="1"/>
              <a:t>80</a:t>
            </a:fld>
            <a:endParaRPr lang="en-US" altLang="zh-CN" sz="1200" smtClean="0">
              <a:latin typeface="Arial" pitchFamily="34" charset="0"/>
            </a:endParaRPr>
          </a:p>
        </p:txBody>
      </p:sp>
      <p:sp>
        <p:nvSpPr>
          <p:cNvPr id="244739" name="Rectangle 2"/>
          <p:cNvSpPr>
            <a:spLocks noRot="1" noChangeArrowheads="1" noTextEdit="1"/>
          </p:cNvSpPr>
          <p:nvPr>
            <p:ph type="sldImg"/>
          </p:nvPr>
        </p:nvSpPr>
        <p:spPr>
          <a:ln/>
        </p:spPr>
      </p:sp>
      <p:sp>
        <p:nvSpPr>
          <p:cNvPr id="2447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5557AB2-ED1E-4B4E-8031-D6FCD9344E39}" type="slidenum">
              <a:rPr lang="en-US" altLang="zh-CN" sz="1200" smtClean="0">
                <a:latin typeface="Arial" pitchFamily="34" charset="0"/>
              </a:rPr>
              <a:pPr eaLnBrk="1" hangingPunct="1"/>
              <a:t>81</a:t>
            </a:fld>
            <a:endParaRPr lang="en-US" altLang="zh-CN" sz="1200" smtClean="0">
              <a:latin typeface="Arial" pitchFamily="34" charset="0"/>
            </a:endParaRPr>
          </a:p>
        </p:txBody>
      </p:sp>
      <p:sp>
        <p:nvSpPr>
          <p:cNvPr id="245763" name="Rectangle 2"/>
          <p:cNvSpPr>
            <a:spLocks noRot="1" noChangeArrowheads="1" noTextEdit="1"/>
          </p:cNvSpPr>
          <p:nvPr>
            <p:ph type="sldImg"/>
          </p:nvPr>
        </p:nvSpPr>
        <p:spPr>
          <a:ln/>
        </p:spPr>
      </p:sp>
      <p:sp>
        <p:nvSpPr>
          <p:cNvPr id="2457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22DD237-2874-4D2B-ACDE-7CB402CCF0DE}" type="slidenum">
              <a:rPr lang="en-US" altLang="zh-CN" sz="1200" smtClean="0">
                <a:latin typeface="Arial" pitchFamily="34" charset="0"/>
              </a:rPr>
              <a:pPr eaLnBrk="1" hangingPunct="1"/>
              <a:t>82</a:t>
            </a:fld>
            <a:endParaRPr lang="en-US" altLang="zh-CN" sz="1200" smtClean="0">
              <a:latin typeface="Arial" pitchFamily="34" charset="0"/>
            </a:endParaRPr>
          </a:p>
        </p:txBody>
      </p:sp>
      <p:sp>
        <p:nvSpPr>
          <p:cNvPr id="246787" name="Rectangle 2"/>
          <p:cNvSpPr>
            <a:spLocks noRot="1" noChangeArrowheads="1" noTextEdit="1"/>
          </p:cNvSpPr>
          <p:nvPr>
            <p:ph type="sldImg"/>
          </p:nvPr>
        </p:nvSpPr>
        <p:spPr>
          <a:ln/>
        </p:spPr>
      </p:sp>
      <p:sp>
        <p:nvSpPr>
          <p:cNvPr id="2467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A4826A8-9205-465C-8D42-2882BD1EA3C1}" type="slidenum">
              <a:rPr lang="en-US" altLang="zh-CN" sz="1200" smtClean="0">
                <a:latin typeface="Arial" pitchFamily="34" charset="0"/>
              </a:rPr>
              <a:pPr eaLnBrk="1" hangingPunct="1"/>
              <a:t>83</a:t>
            </a:fld>
            <a:endParaRPr lang="en-US" altLang="zh-CN" sz="1200" smtClean="0">
              <a:latin typeface="Arial" pitchFamily="34" charset="0"/>
            </a:endParaRPr>
          </a:p>
        </p:txBody>
      </p:sp>
      <p:sp>
        <p:nvSpPr>
          <p:cNvPr id="247811" name="Rectangle 2"/>
          <p:cNvSpPr>
            <a:spLocks noRot="1" noChangeArrowheads="1" noTextEdit="1"/>
          </p:cNvSpPr>
          <p:nvPr>
            <p:ph type="sldImg"/>
          </p:nvPr>
        </p:nvSpPr>
        <p:spPr>
          <a:ln/>
        </p:spPr>
      </p:sp>
      <p:sp>
        <p:nvSpPr>
          <p:cNvPr id="2478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D93ABDF-7D34-4850-9A83-797364A8B32A}" type="slidenum">
              <a:rPr lang="en-US" altLang="zh-CN" sz="1200" smtClean="0">
                <a:latin typeface="Arial" pitchFamily="34" charset="0"/>
              </a:rPr>
              <a:pPr eaLnBrk="1" hangingPunct="1"/>
              <a:t>84</a:t>
            </a:fld>
            <a:endParaRPr lang="en-US" altLang="zh-CN" sz="1200" smtClean="0">
              <a:latin typeface="Arial" pitchFamily="34" charset="0"/>
            </a:endParaRPr>
          </a:p>
        </p:txBody>
      </p:sp>
      <p:sp>
        <p:nvSpPr>
          <p:cNvPr id="248835" name="Rectangle 2"/>
          <p:cNvSpPr>
            <a:spLocks noRot="1" noChangeArrowheads="1" noTextEdit="1"/>
          </p:cNvSpPr>
          <p:nvPr>
            <p:ph type="sldImg"/>
          </p:nvPr>
        </p:nvSpPr>
        <p:spPr>
          <a:ln/>
        </p:spPr>
      </p:sp>
      <p:sp>
        <p:nvSpPr>
          <p:cNvPr id="2488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049F1E9-E696-4CD0-AE56-7D97573546A9}" type="slidenum">
              <a:rPr lang="en-US" altLang="zh-CN" sz="1200" smtClean="0">
                <a:latin typeface="Arial" pitchFamily="34" charset="0"/>
              </a:rPr>
              <a:pPr eaLnBrk="1" hangingPunct="1"/>
              <a:t>85</a:t>
            </a:fld>
            <a:endParaRPr lang="en-US" altLang="zh-CN" sz="1200" smtClean="0">
              <a:latin typeface="Arial" pitchFamily="34" charset="0"/>
            </a:endParaRPr>
          </a:p>
        </p:txBody>
      </p:sp>
      <p:sp>
        <p:nvSpPr>
          <p:cNvPr id="249859" name="Rectangle 2"/>
          <p:cNvSpPr>
            <a:spLocks noRot="1" noChangeArrowheads="1" noTextEdit="1"/>
          </p:cNvSpPr>
          <p:nvPr>
            <p:ph type="sldImg"/>
          </p:nvPr>
        </p:nvSpPr>
        <p:spPr>
          <a:ln/>
        </p:spPr>
      </p:sp>
      <p:sp>
        <p:nvSpPr>
          <p:cNvPr id="2498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34B38DF-F412-4331-95D5-C3B6DE7669AB}" type="slidenum">
              <a:rPr lang="en-US" altLang="zh-CN" sz="1200" smtClean="0">
                <a:latin typeface="Arial" pitchFamily="34" charset="0"/>
              </a:rPr>
              <a:pPr eaLnBrk="1" hangingPunct="1"/>
              <a:t>86</a:t>
            </a:fld>
            <a:endParaRPr lang="en-US" altLang="zh-CN" sz="1200" smtClean="0">
              <a:latin typeface="Arial" pitchFamily="34" charset="0"/>
            </a:endParaRPr>
          </a:p>
        </p:txBody>
      </p:sp>
      <p:sp>
        <p:nvSpPr>
          <p:cNvPr id="250883" name="Rectangle 2"/>
          <p:cNvSpPr>
            <a:spLocks noRot="1" noChangeArrowheads="1" noTextEdit="1"/>
          </p:cNvSpPr>
          <p:nvPr>
            <p:ph type="sldImg"/>
          </p:nvPr>
        </p:nvSpPr>
        <p:spPr>
          <a:ln/>
        </p:spPr>
      </p:sp>
      <p:sp>
        <p:nvSpPr>
          <p:cNvPr id="2508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5A207CC-4213-4236-BCD1-9686C47D0425}" type="slidenum">
              <a:rPr lang="en-US" altLang="zh-CN" sz="1200" smtClean="0">
                <a:latin typeface="Arial" pitchFamily="34" charset="0"/>
              </a:rPr>
              <a:pPr eaLnBrk="1" hangingPunct="1"/>
              <a:t>87</a:t>
            </a:fld>
            <a:endParaRPr lang="en-US" altLang="zh-CN" sz="1200" smtClean="0">
              <a:latin typeface="Arial" pitchFamily="34" charset="0"/>
            </a:endParaRPr>
          </a:p>
        </p:txBody>
      </p:sp>
      <p:sp>
        <p:nvSpPr>
          <p:cNvPr id="251907" name="Rectangle 2"/>
          <p:cNvSpPr>
            <a:spLocks noRot="1" noChangeArrowheads="1" noTextEdit="1"/>
          </p:cNvSpPr>
          <p:nvPr>
            <p:ph type="sldImg"/>
          </p:nvPr>
        </p:nvSpPr>
        <p:spPr>
          <a:ln/>
        </p:spPr>
      </p:sp>
      <p:sp>
        <p:nvSpPr>
          <p:cNvPr id="2519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72F52EF-2857-4D5B-8B06-74B0A16451EE}" type="slidenum">
              <a:rPr lang="en-US" altLang="zh-CN" sz="1200" smtClean="0">
                <a:latin typeface="Arial" pitchFamily="34" charset="0"/>
              </a:rPr>
              <a:pPr eaLnBrk="1" hangingPunct="1"/>
              <a:t>88</a:t>
            </a:fld>
            <a:endParaRPr lang="en-US" altLang="zh-CN" sz="1200" smtClean="0">
              <a:latin typeface="Arial" pitchFamily="34" charset="0"/>
            </a:endParaRPr>
          </a:p>
        </p:txBody>
      </p:sp>
      <p:sp>
        <p:nvSpPr>
          <p:cNvPr id="252931" name="Rectangle 2"/>
          <p:cNvSpPr>
            <a:spLocks noRot="1" noChangeArrowheads="1" noTextEdit="1"/>
          </p:cNvSpPr>
          <p:nvPr>
            <p:ph type="sldImg"/>
          </p:nvPr>
        </p:nvSpPr>
        <p:spPr>
          <a:ln/>
        </p:spPr>
      </p:sp>
      <p:sp>
        <p:nvSpPr>
          <p:cNvPr id="2529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CED22DC-AB69-4227-8C2C-9036D168A43B}" type="slidenum">
              <a:rPr lang="en-US" altLang="zh-CN" sz="1200" smtClean="0">
                <a:latin typeface="Arial" pitchFamily="34" charset="0"/>
              </a:rPr>
              <a:pPr eaLnBrk="1" hangingPunct="1"/>
              <a:t>89</a:t>
            </a:fld>
            <a:endParaRPr lang="en-US" altLang="zh-CN" sz="1200" smtClean="0">
              <a:latin typeface="Arial" pitchFamily="34" charset="0"/>
            </a:endParaRPr>
          </a:p>
        </p:txBody>
      </p:sp>
      <p:sp>
        <p:nvSpPr>
          <p:cNvPr id="253955" name="Rectangle 2"/>
          <p:cNvSpPr>
            <a:spLocks noRot="1" noChangeArrowheads="1" noTextEdit="1"/>
          </p:cNvSpPr>
          <p:nvPr>
            <p:ph type="sldImg"/>
          </p:nvPr>
        </p:nvSpPr>
        <p:spPr>
          <a:ln/>
        </p:spPr>
      </p:sp>
      <p:sp>
        <p:nvSpPr>
          <p:cNvPr id="2539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85A2786-0486-4511-BD4F-80D90A7D237C}" type="slidenum">
              <a:rPr lang="en-US" altLang="zh-CN" sz="1200" smtClean="0">
                <a:latin typeface="Arial" pitchFamily="34" charset="0"/>
              </a:rPr>
              <a:pPr eaLnBrk="1" hangingPunct="1"/>
              <a:t>90</a:t>
            </a:fld>
            <a:endParaRPr lang="en-US" altLang="zh-CN" sz="1200" smtClean="0">
              <a:latin typeface="Arial" pitchFamily="34" charset="0"/>
            </a:endParaRPr>
          </a:p>
        </p:txBody>
      </p:sp>
      <p:sp>
        <p:nvSpPr>
          <p:cNvPr id="254979" name="Rectangle 2"/>
          <p:cNvSpPr>
            <a:spLocks noRot="1" noChangeArrowheads="1" noTextEdit="1"/>
          </p:cNvSpPr>
          <p:nvPr>
            <p:ph type="sldImg"/>
          </p:nvPr>
        </p:nvSpPr>
        <p:spPr>
          <a:ln/>
        </p:spPr>
      </p:sp>
      <p:sp>
        <p:nvSpPr>
          <p:cNvPr id="2549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18588FA-CDCB-48E2-A0C0-8AD4E0BEFC5C}" type="slidenum">
              <a:rPr lang="en-US" altLang="zh-CN" sz="1200" smtClean="0">
                <a:latin typeface="Arial" pitchFamily="34" charset="0"/>
              </a:rPr>
              <a:pPr eaLnBrk="1" hangingPunct="1"/>
              <a:t>91</a:t>
            </a:fld>
            <a:endParaRPr lang="en-US" altLang="zh-CN" sz="1200" smtClean="0">
              <a:latin typeface="Arial" pitchFamily="34" charset="0"/>
            </a:endParaRPr>
          </a:p>
        </p:txBody>
      </p:sp>
      <p:sp>
        <p:nvSpPr>
          <p:cNvPr id="256003" name="Rectangle 2"/>
          <p:cNvSpPr>
            <a:spLocks noRot="1" noChangeArrowheads="1" noTextEdit="1"/>
          </p:cNvSpPr>
          <p:nvPr>
            <p:ph type="sldImg"/>
          </p:nvPr>
        </p:nvSpPr>
        <p:spPr>
          <a:ln/>
        </p:spPr>
      </p:sp>
      <p:sp>
        <p:nvSpPr>
          <p:cNvPr id="2560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81C5299-40AC-4530-8236-EEBF969AFF3D}" type="slidenum">
              <a:rPr lang="en-US" altLang="zh-CN" sz="1200" smtClean="0">
                <a:latin typeface="Arial" pitchFamily="34" charset="0"/>
              </a:rPr>
              <a:pPr eaLnBrk="1" hangingPunct="1"/>
              <a:t>92</a:t>
            </a:fld>
            <a:endParaRPr lang="en-US" altLang="zh-CN" sz="1200" smtClean="0">
              <a:latin typeface="Arial" pitchFamily="34" charset="0"/>
            </a:endParaRPr>
          </a:p>
        </p:txBody>
      </p:sp>
      <p:sp>
        <p:nvSpPr>
          <p:cNvPr id="257027" name="Rectangle 2"/>
          <p:cNvSpPr>
            <a:spLocks noRot="1" noChangeArrowheads="1" noTextEdit="1"/>
          </p:cNvSpPr>
          <p:nvPr>
            <p:ph type="sldImg"/>
          </p:nvPr>
        </p:nvSpPr>
        <p:spPr>
          <a:ln/>
        </p:spPr>
      </p:sp>
      <p:sp>
        <p:nvSpPr>
          <p:cNvPr id="2570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0FA2412-6C84-4A09-AFD6-B20FEDEE6450}" type="slidenum">
              <a:rPr lang="en-US" altLang="zh-CN" sz="1200" smtClean="0">
                <a:latin typeface="Arial" pitchFamily="34" charset="0"/>
              </a:rPr>
              <a:pPr eaLnBrk="1" hangingPunct="1"/>
              <a:t>93</a:t>
            </a:fld>
            <a:endParaRPr lang="en-US" altLang="zh-CN" sz="1200" smtClean="0">
              <a:latin typeface="Arial" pitchFamily="34" charset="0"/>
            </a:endParaRPr>
          </a:p>
        </p:txBody>
      </p:sp>
      <p:sp>
        <p:nvSpPr>
          <p:cNvPr id="258051" name="Rectangle 2"/>
          <p:cNvSpPr>
            <a:spLocks noRot="1" noChangeArrowheads="1" noTextEdit="1"/>
          </p:cNvSpPr>
          <p:nvPr>
            <p:ph type="sldImg"/>
          </p:nvPr>
        </p:nvSpPr>
        <p:spPr>
          <a:ln/>
        </p:spPr>
      </p:sp>
      <p:sp>
        <p:nvSpPr>
          <p:cNvPr id="2580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81727869-7D2F-4A0F-AEB5-81248C42AFED}" type="slidenum">
              <a:rPr lang="en-US" altLang="zh-CN" sz="1200" smtClean="0">
                <a:latin typeface="Arial" pitchFamily="34" charset="0"/>
              </a:rPr>
              <a:pPr eaLnBrk="1" hangingPunct="1"/>
              <a:t>94</a:t>
            </a:fld>
            <a:endParaRPr lang="en-US" altLang="zh-CN" sz="1200" smtClean="0">
              <a:latin typeface="Arial" pitchFamily="34" charset="0"/>
            </a:endParaRPr>
          </a:p>
        </p:txBody>
      </p:sp>
      <p:sp>
        <p:nvSpPr>
          <p:cNvPr id="259075" name="Rectangle 2"/>
          <p:cNvSpPr>
            <a:spLocks noRot="1" noChangeArrowheads="1" noTextEdit="1"/>
          </p:cNvSpPr>
          <p:nvPr>
            <p:ph type="sldImg"/>
          </p:nvPr>
        </p:nvSpPr>
        <p:spPr>
          <a:ln/>
        </p:spPr>
      </p:sp>
      <p:sp>
        <p:nvSpPr>
          <p:cNvPr id="2590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9BE757F-0E21-440D-9B73-B57C0FACD4A7}" type="slidenum">
              <a:rPr lang="en-US" altLang="zh-CN" sz="1200" smtClean="0">
                <a:latin typeface="Arial" pitchFamily="34" charset="0"/>
              </a:rPr>
              <a:pPr eaLnBrk="1" hangingPunct="1"/>
              <a:t>95</a:t>
            </a:fld>
            <a:endParaRPr lang="en-US" altLang="zh-CN" sz="1200" smtClean="0">
              <a:latin typeface="Arial" pitchFamily="34" charset="0"/>
            </a:endParaRPr>
          </a:p>
        </p:txBody>
      </p:sp>
      <p:sp>
        <p:nvSpPr>
          <p:cNvPr id="260099" name="Rectangle 2"/>
          <p:cNvSpPr>
            <a:spLocks noRot="1" noChangeArrowheads="1" noTextEdit="1"/>
          </p:cNvSpPr>
          <p:nvPr>
            <p:ph type="sldImg"/>
          </p:nvPr>
        </p:nvSpPr>
        <p:spPr>
          <a:ln/>
        </p:spPr>
      </p:sp>
      <p:sp>
        <p:nvSpPr>
          <p:cNvPr id="2601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848617C-77A0-45D0-A57C-047BBFB3189F}" type="slidenum">
              <a:rPr lang="en-US" altLang="zh-CN" sz="1200" smtClean="0">
                <a:latin typeface="Arial" pitchFamily="34" charset="0"/>
              </a:rPr>
              <a:pPr eaLnBrk="1" hangingPunct="1"/>
              <a:t>96</a:t>
            </a:fld>
            <a:endParaRPr lang="en-US" altLang="zh-CN" sz="1200" smtClean="0">
              <a:latin typeface="Arial" pitchFamily="34" charset="0"/>
            </a:endParaRPr>
          </a:p>
        </p:txBody>
      </p:sp>
      <p:sp>
        <p:nvSpPr>
          <p:cNvPr id="261123" name="Rectangle 2"/>
          <p:cNvSpPr>
            <a:spLocks noRot="1" noChangeArrowheads="1" noTextEdit="1"/>
          </p:cNvSpPr>
          <p:nvPr>
            <p:ph type="sldImg"/>
          </p:nvPr>
        </p:nvSpPr>
        <p:spPr>
          <a:ln/>
        </p:spPr>
      </p:sp>
      <p:sp>
        <p:nvSpPr>
          <p:cNvPr id="2611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FA296B5-785F-4098-8FD8-08F8ECCBFABE}" type="slidenum">
              <a:rPr lang="en-US" altLang="zh-CN" sz="1200" smtClean="0">
                <a:latin typeface="Arial" pitchFamily="34" charset="0"/>
              </a:rPr>
              <a:pPr eaLnBrk="1" hangingPunct="1"/>
              <a:t>97</a:t>
            </a:fld>
            <a:endParaRPr lang="en-US" altLang="zh-CN" sz="1200" smtClean="0">
              <a:latin typeface="Arial" pitchFamily="34" charset="0"/>
            </a:endParaRPr>
          </a:p>
        </p:txBody>
      </p:sp>
      <p:sp>
        <p:nvSpPr>
          <p:cNvPr id="262147" name="Rectangle 2"/>
          <p:cNvSpPr>
            <a:spLocks noRot="1" noChangeArrowheads="1" noTextEdit="1"/>
          </p:cNvSpPr>
          <p:nvPr>
            <p:ph type="sldImg"/>
          </p:nvPr>
        </p:nvSpPr>
        <p:spPr>
          <a:ln/>
        </p:spPr>
      </p:sp>
      <p:sp>
        <p:nvSpPr>
          <p:cNvPr id="2621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8EAE7B39-9106-4571-9E4F-5294BA87B591}" type="slidenum">
              <a:rPr lang="en-US" altLang="zh-CN" sz="1200" smtClean="0">
                <a:latin typeface="Arial" pitchFamily="34" charset="0"/>
              </a:rPr>
              <a:pPr eaLnBrk="1" hangingPunct="1"/>
              <a:t>100</a:t>
            </a:fld>
            <a:endParaRPr lang="en-US" altLang="zh-CN" sz="1200" smtClean="0">
              <a:latin typeface="Arial" pitchFamily="34" charset="0"/>
            </a:endParaRPr>
          </a:p>
        </p:txBody>
      </p:sp>
      <p:sp>
        <p:nvSpPr>
          <p:cNvPr id="263171" name="Rectangle 2"/>
          <p:cNvSpPr>
            <a:spLocks noRot="1" noChangeArrowheads="1" noTextEdit="1"/>
          </p:cNvSpPr>
          <p:nvPr>
            <p:ph type="sldImg"/>
          </p:nvPr>
        </p:nvSpPr>
        <p:spPr>
          <a:ln/>
        </p:spPr>
      </p:sp>
      <p:sp>
        <p:nvSpPr>
          <p:cNvPr id="2631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FF49A1B-5B58-405D-965E-1F57BF8AFF81}" type="slidenum">
              <a:rPr lang="en-US" altLang="zh-CN" sz="1200" smtClean="0">
                <a:latin typeface="Arial" pitchFamily="34" charset="0"/>
              </a:rPr>
              <a:pPr eaLnBrk="1" hangingPunct="1"/>
              <a:t>101</a:t>
            </a:fld>
            <a:endParaRPr lang="en-US" altLang="zh-CN" sz="1200" smtClean="0">
              <a:latin typeface="Arial" pitchFamily="34" charset="0"/>
            </a:endParaRPr>
          </a:p>
        </p:txBody>
      </p:sp>
      <p:sp>
        <p:nvSpPr>
          <p:cNvPr id="264195" name="Rectangle 2"/>
          <p:cNvSpPr>
            <a:spLocks noRot="1" noChangeArrowheads="1" noTextEdit="1"/>
          </p:cNvSpPr>
          <p:nvPr>
            <p:ph type="sldImg"/>
          </p:nvPr>
        </p:nvSpPr>
        <p:spPr>
          <a:ln/>
        </p:spPr>
      </p:sp>
      <p:sp>
        <p:nvSpPr>
          <p:cNvPr id="2641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5FB58A0-1387-4E52-8AA2-DE957A075A14}" type="slidenum">
              <a:rPr lang="en-US" altLang="zh-CN" sz="1200" smtClean="0">
                <a:latin typeface="Arial" pitchFamily="34" charset="0"/>
              </a:rPr>
              <a:pPr eaLnBrk="1" hangingPunct="1"/>
              <a:t>102</a:t>
            </a:fld>
            <a:endParaRPr lang="en-US" altLang="zh-CN" sz="1200" smtClean="0">
              <a:latin typeface="Arial" pitchFamily="34" charset="0"/>
            </a:endParaRPr>
          </a:p>
        </p:txBody>
      </p:sp>
      <p:sp>
        <p:nvSpPr>
          <p:cNvPr id="265219" name="Rectangle 2"/>
          <p:cNvSpPr>
            <a:spLocks noRot="1" noChangeArrowheads="1" noTextEdit="1"/>
          </p:cNvSpPr>
          <p:nvPr>
            <p:ph type="sldImg"/>
          </p:nvPr>
        </p:nvSpPr>
        <p:spPr>
          <a:ln/>
        </p:spPr>
      </p:sp>
      <p:sp>
        <p:nvSpPr>
          <p:cNvPr id="2652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70271A7-E9FE-45B7-A15A-8453FEB747A1}" type="slidenum">
              <a:rPr lang="en-US" altLang="zh-CN" sz="1200" smtClean="0">
                <a:latin typeface="Arial" pitchFamily="34" charset="0"/>
              </a:rPr>
              <a:pPr eaLnBrk="1" hangingPunct="1"/>
              <a:t>103</a:t>
            </a:fld>
            <a:endParaRPr lang="en-US" altLang="zh-CN" sz="1200" smtClean="0">
              <a:latin typeface="Arial" pitchFamily="34" charset="0"/>
            </a:endParaRPr>
          </a:p>
        </p:txBody>
      </p:sp>
      <p:sp>
        <p:nvSpPr>
          <p:cNvPr id="266243" name="Rectangle 2"/>
          <p:cNvSpPr>
            <a:spLocks noRot="1" noChangeArrowheads="1" noTextEdit="1"/>
          </p:cNvSpPr>
          <p:nvPr>
            <p:ph type="sldImg"/>
          </p:nvPr>
        </p:nvSpPr>
        <p:spPr>
          <a:ln/>
        </p:spPr>
      </p:sp>
      <p:sp>
        <p:nvSpPr>
          <p:cNvPr id="2662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259E6AA-70E4-4ED2-993E-AED99C9D969A}" type="slidenum">
              <a:rPr lang="en-US" altLang="zh-CN" sz="1200" smtClean="0">
                <a:latin typeface="Arial" pitchFamily="34" charset="0"/>
              </a:rPr>
              <a:pPr eaLnBrk="1" hangingPunct="1"/>
              <a:t>104</a:t>
            </a:fld>
            <a:endParaRPr lang="en-US" altLang="zh-CN" sz="1200" smtClean="0">
              <a:latin typeface="Arial" pitchFamily="34" charset="0"/>
            </a:endParaRPr>
          </a:p>
        </p:txBody>
      </p:sp>
      <p:sp>
        <p:nvSpPr>
          <p:cNvPr id="267267" name="Rectangle 2"/>
          <p:cNvSpPr>
            <a:spLocks noRot="1" noChangeArrowheads="1" noTextEdit="1"/>
          </p:cNvSpPr>
          <p:nvPr>
            <p:ph type="sldImg"/>
          </p:nvPr>
        </p:nvSpPr>
        <p:spPr>
          <a:ln/>
        </p:spPr>
      </p:sp>
      <p:sp>
        <p:nvSpPr>
          <p:cNvPr id="2672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F92283E-61C9-45F2-B527-DCD331FABA8A}" type="slidenum">
              <a:rPr lang="en-US" altLang="zh-CN" sz="1200" smtClean="0">
                <a:latin typeface="Arial" pitchFamily="34" charset="0"/>
              </a:rPr>
              <a:pPr eaLnBrk="1" hangingPunct="1"/>
              <a:t>105</a:t>
            </a:fld>
            <a:endParaRPr lang="en-US" altLang="zh-CN" sz="1200" smtClean="0">
              <a:latin typeface="Arial" pitchFamily="34" charset="0"/>
            </a:endParaRPr>
          </a:p>
        </p:txBody>
      </p:sp>
      <p:sp>
        <p:nvSpPr>
          <p:cNvPr id="268291" name="Rectangle 2"/>
          <p:cNvSpPr>
            <a:spLocks noRot="1" noChangeArrowheads="1" noTextEdit="1"/>
          </p:cNvSpPr>
          <p:nvPr>
            <p:ph type="sldImg"/>
          </p:nvPr>
        </p:nvSpPr>
        <p:spPr>
          <a:ln/>
        </p:spPr>
      </p:sp>
      <p:sp>
        <p:nvSpPr>
          <p:cNvPr id="2682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C15B1B6-8F06-49B7-B212-D7B47EDE4F2F}" type="slidenum">
              <a:rPr lang="en-US" altLang="zh-CN" sz="1200" smtClean="0">
                <a:latin typeface="Arial" pitchFamily="34" charset="0"/>
              </a:rPr>
              <a:pPr eaLnBrk="1" hangingPunct="1"/>
              <a:t>106</a:t>
            </a:fld>
            <a:endParaRPr lang="en-US" altLang="zh-CN" sz="1200" smtClean="0">
              <a:latin typeface="Arial" pitchFamily="34" charset="0"/>
            </a:endParaRPr>
          </a:p>
        </p:txBody>
      </p:sp>
      <p:sp>
        <p:nvSpPr>
          <p:cNvPr id="269315" name="Rectangle 2"/>
          <p:cNvSpPr>
            <a:spLocks noRot="1" noChangeArrowheads="1" noTextEdit="1"/>
          </p:cNvSpPr>
          <p:nvPr>
            <p:ph type="sldImg"/>
          </p:nvPr>
        </p:nvSpPr>
        <p:spPr>
          <a:ln/>
        </p:spPr>
      </p:sp>
      <p:sp>
        <p:nvSpPr>
          <p:cNvPr id="2693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22670A4-69C7-423B-B5EF-82B272CD97A2}" type="slidenum">
              <a:rPr lang="en-US" altLang="zh-CN" sz="1200" smtClean="0">
                <a:latin typeface="Arial" pitchFamily="34" charset="0"/>
              </a:rPr>
              <a:pPr eaLnBrk="1" hangingPunct="1"/>
              <a:t>109</a:t>
            </a:fld>
            <a:endParaRPr lang="en-US" altLang="zh-CN" sz="1200" smtClean="0">
              <a:latin typeface="Arial" pitchFamily="34" charset="0"/>
            </a:endParaRPr>
          </a:p>
        </p:txBody>
      </p:sp>
      <p:sp>
        <p:nvSpPr>
          <p:cNvPr id="270339" name="Rectangle 2"/>
          <p:cNvSpPr>
            <a:spLocks noRot="1" noChangeArrowheads="1" noTextEdit="1"/>
          </p:cNvSpPr>
          <p:nvPr>
            <p:ph type="sldImg"/>
          </p:nvPr>
        </p:nvSpPr>
        <p:spPr>
          <a:ln/>
        </p:spPr>
      </p:sp>
      <p:sp>
        <p:nvSpPr>
          <p:cNvPr id="2703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FBA113C-2E66-4701-BB50-9229F2D292BE}" type="slidenum">
              <a:rPr lang="en-US" altLang="zh-CN" sz="1200" smtClean="0">
                <a:latin typeface="Arial" pitchFamily="34" charset="0"/>
              </a:rPr>
              <a:pPr eaLnBrk="1" hangingPunct="1"/>
              <a:t>110</a:t>
            </a:fld>
            <a:endParaRPr lang="en-US" altLang="zh-CN" sz="1200" smtClean="0">
              <a:latin typeface="Arial" pitchFamily="34" charset="0"/>
            </a:endParaRPr>
          </a:p>
        </p:txBody>
      </p:sp>
      <p:sp>
        <p:nvSpPr>
          <p:cNvPr id="271363" name="Rectangle 2"/>
          <p:cNvSpPr>
            <a:spLocks noRot="1" noChangeArrowheads="1" noTextEdit="1"/>
          </p:cNvSpPr>
          <p:nvPr>
            <p:ph type="sldImg"/>
          </p:nvPr>
        </p:nvSpPr>
        <p:spPr>
          <a:ln/>
        </p:spPr>
      </p:sp>
      <p:sp>
        <p:nvSpPr>
          <p:cNvPr id="2713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871BCDA-F0D8-4CF6-B322-42C2E07B10E3}" type="slidenum">
              <a:rPr lang="en-US" altLang="zh-CN" sz="1200" smtClean="0">
                <a:latin typeface="Arial" pitchFamily="34" charset="0"/>
              </a:rPr>
              <a:pPr eaLnBrk="1" hangingPunct="1"/>
              <a:t>111</a:t>
            </a:fld>
            <a:endParaRPr lang="en-US" altLang="zh-CN" sz="1200" smtClean="0">
              <a:latin typeface="Arial" pitchFamily="34" charset="0"/>
            </a:endParaRPr>
          </a:p>
        </p:txBody>
      </p:sp>
      <p:sp>
        <p:nvSpPr>
          <p:cNvPr id="272387" name="Rectangle 2"/>
          <p:cNvSpPr>
            <a:spLocks noRot="1" noChangeArrowheads="1" noTextEdit="1"/>
          </p:cNvSpPr>
          <p:nvPr>
            <p:ph type="sldImg"/>
          </p:nvPr>
        </p:nvSpPr>
        <p:spPr>
          <a:ln/>
        </p:spPr>
      </p:sp>
      <p:sp>
        <p:nvSpPr>
          <p:cNvPr id="2723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2CA3EDF-4C70-4251-9046-34F612602D23}" type="slidenum">
              <a:rPr lang="en-US" altLang="zh-CN" sz="1200" smtClean="0">
                <a:latin typeface="Arial" pitchFamily="34" charset="0"/>
              </a:rPr>
              <a:pPr eaLnBrk="1" hangingPunct="1"/>
              <a:t>112</a:t>
            </a:fld>
            <a:endParaRPr lang="en-US" altLang="zh-CN" sz="1200" smtClean="0">
              <a:latin typeface="Arial" pitchFamily="34" charset="0"/>
            </a:endParaRPr>
          </a:p>
        </p:txBody>
      </p:sp>
      <p:sp>
        <p:nvSpPr>
          <p:cNvPr id="273411" name="Rectangle 2"/>
          <p:cNvSpPr>
            <a:spLocks noRot="1" noChangeArrowheads="1" noTextEdit="1"/>
          </p:cNvSpPr>
          <p:nvPr>
            <p:ph type="sldImg"/>
          </p:nvPr>
        </p:nvSpPr>
        <p:spPr>
          <a:ln/>
        </p:spPr>
      </p:sp>
      <p:sp>
        <p:nvSpPr>
          <p:cNvPr id="2734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EB83925-24D8-4F1A-9FB9-440A0905ECBF}" type="slidenum">
              <a:rPr lang="en-US" altLang="zh-CN" sz="1200" smtClean="0">
                <a:latin typeface="Arial" pitchFamily="34" charset="0"/>
              </a:rPr>
              <a:pPr eaLnBrk="1" hangingPunct="1"/>
              <a:t>113</a:t>
            </a:fld>
            <a:endParaRPr lang="en-US" altLang="zh-CN" sz="1200" smtClean="0">
              <a:latin typeface="Arial" pitchFamily="34" charset="0"/>
            </a:endParaRPr>
          </a:p>
        </p:txBody>
      </p:sp>
      <p:sp>
        <p:nvSpPr>
          <p:cNvPr id="274435" name="Rectangle 2"/>
          <p:cNvSpPr>
            <a:spLocks noRot="1" noChangeArrowheads="1" noTextEdit="1"/>
          </p:cNvSpPr>
          <p:nvPr>
            <p:ph type="sldImg"/>
          </p:nvPr>
        </p:nvSpPr>
        <p:spPr>
          <a:ln/>
        </p:spPr>
      </p:sp>
      <p:sp>
        <p:nvSpPr>
          <p:cNvPr id="2744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2B74E28-000A-4323-9CCF-ABD85540743B}" type="slidenum">
              <a:rPr lang="en-US" altLang="zh-CN" sz="1200" smtClean="0">
                <a:latin typeface="Arial" pitchFamily="34" charset="0"/>
              </a:rPr>
              <a:pPr eaLnBrk="1" hangingPunct="1"/>
              <a:t>114</a:t>
            </a:fld>
            <a:endParaRPr lang="en-US" altLang="zh-CN" sz="1200" smtClean="0">
              <a:latin typeface="Arial" pitchFamily="34" charset="0"/>
            </a:endParaRPr>
          </a:p>
        </p:txBody>
      </p:sp>
      <p:sp>
        <p:nvSpPr>
          <p:cNvPr id="275459" name="Rectangle 2"/>
          <p:cNvSpPr>
            <a:spLocks noRot="1" noChangeArrowheads="1" noTextEdit="1"/>
          </p:cNvSpPr>
          <p:nvPr>
            <p:ph type="sldImg"/>
          </p:nvPr>
        </p:nvSpPr>
        <p:spPr>
          <a:ln/>
        </p:spPr>
      </p:sp>
      <p:sp>
        <p:nvSpPr>
          <p:cNvPr id="2754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C0A2ED5-5DF2-44A0-91F7-BADEE4455584}" type="slidenum">
              <a:rPr lang="en-US" altLang="zh-CN" sz="1200" smtClean="0">
                <a:latin typeface="Arial" pitchFamily="34" charset="0"/>
              </a:rPr>
              <a:pPr eaLnBrk="1" hangingPunct="1"/>
              <a:t>115</a:t>
            </a:fld>
            <a:endParaRPr lang="en-US" altLang="zh-CN" sz="1200" smtClean="0">
              <a:latin typeface="Arial" pitchFamily="34" charset="0"/>
            </a:endParaRPr>
          </a:p>
        </p:txBody>
      </p:sp>
      <p:sp>
        <p:nvSpPr>
          <p:cNvPr id="276483" name="Rectangle 2"/>
          <p:cNvSpPr>
            <a:spLocks noRot="1" noChangeArrowheads="1" noTextEdit="1"/>
          </p:cNvSpPr>
          <p:nvPr>
            <p:ph type="sldImg"/>
          </p:nvPr>
        </p:nvSpPr>
        <p:spPr>
          <a:ln/>
        </p:spPr>
      </p:sp>
      <p:sp>
        <p:nvSpPr>
          <p:cNvPr id="2764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3AB3513-B625-48BE-9B78-6B0957BB198A}" type="slidenum">
              <a:rPr lang="en-US" altLang="zh-CN" sz="1200" smtClean="0">
                <a:latin typeface="Arial" pitchFamily="34" charset="0"/>
              </a:rPr>
              <a:pPr eaLnBrk="1" hangingPunct="1"/>
              <a:t>116</a:t>
            </a:fld>
            <a:endParaRPr lang="en-US" altLang="zh-CN" sz="1200" smtClean="0">
              <a:latin typeface="Arial" pitchFamily="34" charset="0"/>
            </a:endParaRPr>
          </a:p>
        </p:txBody>
      </p:sp>
      <p:sp>
        <p:nvSpPr>
          <p:cNvPr id="277507" name="Rectangle 2"/>
          <p:cNvSpPr>
            <a:spLocks noRot="1" noChangeArrowheads="1" noTextEdit="1"/>
          </p:cNvSpPr>
          <p:nvPr>
            <p:ph type="sldImg"/>
          </p:nvPr>
        </p:nvSpPr>
        <p:spPr>
          <a:ln/>
        </p:spPr>
      </p:sp>
      <p:sp>
        <p:nvSpPr>
          <p:cNvPr id="2775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578287BD-3985-43FD-BC6E-7A991CACEBF3}" type="slidenum">
              <a:rPr lang="en-US" altLang="zh-CN" sz="1200" smtClean="0">
                <a:latin typeface="Arial" pitchFamily="34" charset="0"/>
              </a:rPr>
              <a:pPr eaLnBrk="1" hangingPunct="1"/>
              <a:t>117</a:t>
            </a:fld>
            <a:endParaRPr lang="en-US" altLang="zh-CN" sz="1200" smtClean="0">
              <a:latin typeface="Arial" pitchFamily="34" charset="0"/>
            </a:endParaRPr>
          </a:p>
        </p:txBody>
      </p:sp>
      <p:sp>
        <p:nvSpPr>
          <p:cNvPr id="278531" name="Rectangle 2"/>
          <p:cNvSpPr>
            <a:spLocks noRot="1" noChangeArrowheads="1" noTextEdit="1"/>
          </p:cNvSpPr>
          <p:nvPr>
            <p:ph type="sldImg"/>
          </p:nvPr>
        </p:nvSpPr>
        <p:spPr>
          <a:ln/>
        </p:spPr>
      </p:sp>
      <p:sp>
        <p:nvSpPr>
          <p:cNvPr id="2785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7274EA0D-D9EA-41EB-B19F-ECBAB2584EF0}" type="slidenum">
              <a:rPr lang="en-US" altLang="zh-CN" sz="1200" smtClean="0">
                <a:latin typeface="Arial" pitchFamily="34" charset="0"/>
              </a:rPr>
              <a:pPr eaLnBrk="1" hangingPunct="1"/>
              <a:t>118</a:t>
            </a:fld>
            <a:endParaRPr lang="en-US" altLang="zh-CN" sz="1200" smtClean="0">
              <a:latin typeface="Arial" pitchFamily="34" charset="0"/>
            </a:endParaRPr>
          </a:p>
        </p:txBody>
      </p:sp>
      <p:sp>
        <p:nvSpPr>
          <p:cNvPr id="279555" name="Rectangle 2"/>
          <p:cNvSpPr>
            <a:spLocks noRot="1" noChangeArrowheads="1" noTextEdit="1"/>
          </p:cNvSpPr>
          <p:nvPr>
            <p:ph type="sldImg"/>
          </p:nvPr>
        </p:nvSpPr>
        <p:spPr>
          <a:ln/>
        </p:spPr>
      </p:sp>
      <p:sp>
        <p:nvSpPr>
          <p:cNvPr id="2795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05D49E2-3A10-4428-A6C8-D3401CC8747A}" type="slidenum">
              <a:rPr lang="en-US" altLang="zh-CN" sz="1200" smtClean="0">
                <a:latin typeface="Arial" pitchFamily="34" charset="0"/>
              </a:rPr>
              <a:pPr eaLnBrk="1" hangingPunct="1"/>
              <a:t>120</a:t>
            </a:fld>
            <a:endParaRPr lang="en-US" altLang="zh-CN" sz="1200" smtClean="0">
              <a:latin typeface="Arial" pitchFamily="34" charset="0"/>
            </a:endParaRPr>
          </a:p>
        </p:txBody>
      </p:sp>
      <p:sp>
        <p:nvSpPr>
          <p:cNvPr id="280579" name="Rectangle 2"/>
          <p:cNvSpPr>
            <a:spLocks noRot="1" noChangeArrowheads="1" noTextEdit="1"/>
          </p:cNvSpPr>
          <p:nvPr>
            <p:ph type="sldImg"/>
          </p:nvPr>
        </p:nvSpPr>
        <p:spPr>
          <a:ln/>
        </p:spPr>
      </p:sp>
      <p:sp>
        <p:nvSpPr>
          <p:cNvPr id="2805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36D81DB-F17B-4BD7-85C9-653888732024}" type="slidenum">
              <a:rPr lang="en-US" altLang="zh-CN" sz="1200" smtClean="0">
                <a:latin typeface="Arial" pitchFamily="34" charset="0"/>
              </a:rPr>
              <a:pPr eaLnBrk="1" hangingPunct="1"/>
              <a:t>121</a:t>
            </a:fld>
            <a:endParaRPr lang="en-US" altLang="zh-CN" sz="1200" smtClean="0">
              <a:latin typeface="Arial" pitchFamily="34" charset="0"/>
            </a:endParaRPr>
          </a:p>
        </p:txBody>
      </p:sp>
      <p:sp>
        <p:nvSpPr>
          <p:cNvPr id="281603" name="Rectangle 2"/>
          <p:cNvSpPr>
            <a:spLocks noRot="1" noChangeArrowheads="1" noTextEdit="1"/>
          </p:cNvSpPr>
          <p:nvPr>
            <p:ph type="sldImg"/>
          </p:nvPr>
        </p:nvSpPr>
        <p:spPr>
          <a:ln/>
        </p:spPr>
      </p:sp>
      <p:sp>
        <p:nvSpPr>
          <p:cNvPr id="2816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89CD3D3-0DE7-468A-8DCD-961CB4564E2D}" type="slidenum">
              <a:rPr lang="en-US" altLang="zh-CN" sz="1200" smtClean="0">
                <a:latin typeface="Arial" pitchFamily="34" charset="0"/>
              </a:rPr>
              <a:pPr eaLnBrk="1" hangingPunct="1"/>
              <a:t>122</a:t>
            </a:fld>
            <a:endParaRPr lang="en-US" altLang="zh-CN" sz="1200" smtClean="0">
              <a:latin typeface="Arial" pitchFamily="34" charset="0"/>
            </a:endParaRPr>
          </a:p>
        </p:txBody>
      </p:sp>
      <p:sp>
        <p:nvSpPr>
          <p:cNvPr id="282627" name="Rectangle 2"/>
          <p:cNvSpPr>
            <a:spLocks noRot="1" noChangeArrowheads="1" noTextEdit="1"/>
          </p:cNvSpPr>
          <p:nvPr>
            <p:ph type="sldImg"/>
          </p:nvPr>
        </p:nvSpPr>
        <p:spPr>
          <a:ln/>
        </p:spPr>
      </p:sp>
      <p:sp>
        <p:nvSpPr>
          <p:cNvPr id="2826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64D30A5-236C-4666-A222-6339D0D18344}" type="slidenum">
              <a:rPr lang="en-US" altLang="zh-CN" sz="1200" smtClean="0">
                <a:latin typeface="Arial" pitchFamily="34" charset="0"/>
              </a:rPr>
              <a:pPr eaLnBrk="1" hangingPunct="1"/>
              <a:t>123</a:t>
            </a:fld>
            <a:endParaRPr lang="en-US" altLang="zh-CN" sz="1200" smtClean="0">
              <a:latin typeface="Arial" pitchFamily="34" charset="0"/>
            </a:endParaRPr>
          </a:p>
        </p:txBody>
      </p:sp>
      <p:sp>
        <p:nvSpPr>
          <p:cNvPr id="283651" name="Rectangle 2"/>
          <p:cNvSpPr>
            <a:spLocks noRot="1" noChangeArrowheads="1" noTextEdit="1"/>
          </p:cNvSpPr>
          <p:nvPr>
            <p:ph type="sldImg"/>
          </p:nvPr>
        </p:nvSpPr>
        <p:spPr>
          <a:ln/>
        </p:spPr>
      </p:sp>
      <p:sp>
        <p:nvSpPr>
          <p:cNvPr id="2836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BBC4365-98A4-4CFC-B032-98D1E6B2E634}" type="slidenum">
              <a:rPr lang="en-US" altLang="zh-CN" sz="1200" smtClean="0">
                <a:latin typeface="Arial" pitchFamily="34" charset="0"/>
              </a:rPr>
              <a:pPr eaLnBrk="1" hangingPunct="1"/>
              <a:t>124</a:t>
            </a:fld>
            <a:endParaRPr lang="en-US" altLang="zh-CN" sz="1200" smtClean="0">
              <a:latin typeface="Arial" pitchFamily="34" charset="0"/>
            </a:endParaRPr>
          </a:p>
        </p:txBody>
      </p:sp>
      <p:sp>
        <p:nvSpPr>
          <p:cNvPr id="284675" name="Rectangle 2"/>
          <p:cNvSpPr>
            <a:spLocks noRot="1" noChangeArrowheads="1" noTextEdit="1"/>
          </p:cNvSpPr>
          <p:nvPr>
            <p:ph type="sldImg"/>
          </p:nvPr>
        </p:nvSpPr>
        <p:spPr>
          <a:ln/>
        </p:spPr>
      </p:sp>
      <p:sp>
        <p:nvSpPr>
          <p:cNvPr id="2846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86A08ED5-9E7A-49B3-9D73-D16E2641297B}" type="slidenum">
              <a:rPr lang="en-US" altLang="zh-CN" sz="1200" smtClean="0">
                <a:latin typeface="Arial" pitchFamily="34" charset="0"/>
              </a:rPr>
              <a:pPr eaLnBrk="1" hangingPunct="1"/>
              <a:t>125</a:t>
            </a:fld>
            <a:endParaRPr lang="en-US" altLang="zh-CN" sz="1200" smtClean="0">
              <a:latin typeface="Arial" pitchFamily="34" charset="0"/>
            </a:endParaRPr>
          </a:p>
        </p:txBody>
      </p:sp>
      <p:sp>
        <p:nvSpPr>
          <p:cNvPr id="285699" name="Rectangle 2"/>
          <p:cNvSpPr>
            <a:spLocks noRot="1" noChangeArrowheads="1" noTextEdit="1"/>
          </p:cNvSpPr>
          <p:nvPr>
            <p:ph type="sldImg"/>
          </p:nvPr>
        </p:nvSpPr>
        <p:spPr>
          <a:ln/>
        </p:spPr>
      </p:sp>
      <p:sp>
        <p:nvSpPr>
          <p:cNvPr id="2857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725D26A-F15B-40B2-B1B2-0D581C6B7F9B}" type="slidenum">
              <a:rPr lang="en-US" altLang="zh-CN" sz="1200" smtClean="0">
                <a:latin typeface="Arial" pitchFamily="34" charset="0"/>
              </a:rPr>
              <a:pPr eaLnBrk="1" hangingPunct="1"/>
              <a:t>126</a:t>
            </a:fld>
            <a:endParaRPr lang="en-US" altLang="zh-CN" sz="1200" smtClean="0">
              <a:latin typeface="Arial" pitchFamily="34" charset="0"/>
            </a:endParaRPr>
          </a:p>
        </p:txBody>
      </p:sp>
      <p:sp>
        <p:nvSpPr>
          <p:cNvPr id="286723" name="Rectangle 2"/>
          <p:cNvSpPr>
            <a:spLocks noRot="1" noChangeArrowheads="1" noTextEdit="1"/>
          </p:cNvSpPr>
          <p:nvPr>
            <p:ph type="sldImg"/>
          </p:nvPr>
        </p:nvSpPr>
        <p:spPr>
          <a:ln/>
        </p:spPr>
      </p:sp>
      <p:sp>
        <p:nvSpPr>
          <p:cNvPr id="2867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7833F7F-F3EB-4634-A4EF-B9D56C3F8385}" type="slidenum">
              <a:rPr lang="en-US" altLang="zh-CN" sz="1200" smtClean="0">
                <a:latin typeface="Arial" pitchFamily="34" charset="0"/>
              </a:rPr>
              <a:pPr eaLnBrk="1" hangingPunct="1"/>
              <a:t>127</a:t>
            </a:fld>
            <a:endParaRPr lang="en-US" altLang="zh-CN" sz="1200" smtClean="0">
              <a:latin typeface="Arial" pitchFamily="34" charset="0"/>
            </a:endParaRPr>
          </a:p>
        </p:txBody>
      </p:sp>
      <p:sp>
        <p:nvSpPr>
          <p:cNvPr id="287747" name="Rectangle 2"/>
          <p:cNvSpPr>
            <a:spLocks noRot="1" noChangeArrowheads="1" noTextEdit="1"/>
          </p:cNvSpPr>
          <p:nvPr>
            <p:ph type="sldImg"/>
          </p:nvPr>
        </p:nvSpPr>
        <p:spPr>
          <a:ln/>
        </p:spPr>
      </p:sp>
      <p:sp>
        <p:nvSpPr>
          <p:cNvPr id="2877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DBF40B0-A66E-4557-B901-388463F08939}" type="slidenum">
              <a:rPr lang="en-US" altLang="zh-CN" sz="1200" smtClean="0">
                <a:latin typeface="Arial" pitchFamily="34" charset="0"/>
              </a:rPr>
              <a:pPr eaLnBrk="1" hangingPunct="1"/>
              <a:t>128</a:t>
            </a:fld>
            <a:endParaRPr lang="en-US" altLang="zh-CN" sz="1200" smtClean="0">
              <a:latin typeface="Arial" pitchFamily="34" charset="0"/>
            </a:endParaRPr>
          </a:p>
        </p:txBody>
      </p:sp>
      <p:sp>
        <p:nvSpPr>
          <p:cNvPr id="288771" name="Rectangle 2"/>
          <p:cNvSpPr>
            <a:spLocks noRot="1" noChangeArrowheads="1" noTextEdit="1"/>
          </p:cNvSpPr>
          <p:nvPr>
            <p:ph type="sldImg"/>
          </p:nvPr>
        </p:nvSpPr>
        <p:spPr>
          <a:ln/>
        </p:spPr>
      </p:sp>
      <p:sp>
        <p:nvSpPr>
          <p:cNvPr id="2887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678350B-D21F-41B3-BD00-01C99B5034CC}" type="slidenum">
              <a:rPr lang="en-US" altLang="zh-CN" sz="1200" smtClean="0">
                <a:latin typeface="Arial" pitchFamily="34" charset="0"/>
              </a:rPr>
              <a:pPr eaLnBrk="1" hangingPunct="1"/>
              <a:t>129</a:t>
            </a:fld>
            <a:endParaRPr lang="en-US" altLang="zh-CN" sz="1200" smtClean="0">
              <a:latin typeface="Arial" pitchFamily="34" charset="0"/>
            </a:endParaRPr>
          </a:p>
        </p:txBody>
      </p:sp>
      <p:sp>
        <p:nvSpPr>
          <p:cNvPr id="289795" name="Rectangle 2"/>
          <p:cNvSpPr>
            <a:spLocks noRot="1" noChangeArrowheads="1" noTextEdit="1"/>
          </p:cNvSpPr>
          <p:nvPr>
            <p:ph type="sldImg"/>
          </p:nvPr>
        </p:nvSpPr>
        <p:spPr>
          <a:ln/>
        </p:spPr>
      </p:sp>
      <p:sp>
        <p:nvSpPr>
          <p:cNvPr id="2897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298DECB6-63A3-42A3-9DD2-B950AA172CAC}" type="slidenum">
              <a:rPr lang="en-US" altLang="zh-CN" sz="1200" smtClean="0">
                <a:latin typeface="Arial" pitchFamily="34" charset="0"/>
              </a:rPr>
              <a:pPr eaLnBrk="1" hangingPunct="1"/>
              <a:t>130</a:t>
            </a:fld>
            <a:endParaRPr lang="en-US" altLang="zh-CN" sz="1200" smtClean="0">
              <a:latin typeface="Arial" pitchFamily="34" charset="0"/>
            </a:endParaRPr>
          </a:p>
        </p:txBody>
      </p:sp>
      <p:sp>
        <p:nvSpPr>
          <p:cNvPr id="290819" name="Rectangle 2"/>
          <p:cNvSpPr>
            <a:spLocks noRot="1" noChangeArrowheads="1" noTextEdit="1"/>
          </p:cNvSpPr>
          <p:nvPr>
            <p:ph type="sldImg"/>
          </p:nvPr>
        </p:nvSpPr>
        <p:spPr>
          <a:ln/>
        </p:spPr>
      </p:sp>
      <p:sp>
        <p:nvSpPr>
          <p:cNvPr id="2908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96A2B8F-BC1D-43E2-B9FD-DF1A7B8E1B34}" type="slidenum">
              <a:rPr lang="en-US" altLang="zh-CN" sz="1200" smtClean="0">
                <a:latin typeface="Arial" pitchFamily="34" charset="0"/>
              </a:rPr>
              <a:pPr eaLnBrk="1" hangingPunct="1"/>
              <a:t>131</a:t>
            </a:fld>
            <a:endParaRPr lang="en-US" altLang="zh-CN" sz="1200" smtClean="0">
              <a:latin typeface="Arial" pitchFamily="34" charset="0"/>
            </a:endParaRPr>
          </a:p>
        </p:txBody>
      </p:sp>
      <p:sp>
        <p:nvSpPr>
          <p:cNvPr id="291843" name="Rectangle 2"/>
          <p:cNvSpPr>
            <a:spLocks noRot="1" noChangeArrowheads="1" noTextEdit="1"/>
          </p:cNvSpPr>
          <p:nvPr>
            <p:ph type="sldImg"/>
          </p:nvPr>
        </p:nvSpPr>
        <p:spPr>
          <a:ln/>
        </p:spPr>
      </p:sp>
      <p:sp>
        <p:nvSpPr>
          <p:cNvPr id="2918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210BCE5-5E3E-43EC-8B6E-4E909B498DA8}" type="slidenum">
              <a:rPr lang="en-US" altLang="zh-CN" sz="1200" smtClean="0">
                <a:latin typeface="Arial" pitchFamily="34" charset="0"/>
              </a:rPr>
              <a:pPr eaLnBrk="1" hangingPunct="1"/>
              <a:t>132</a:t>
            </a:fld>
            <a:endParaRPr lang="en-US" altLang="zh-CN" sz="1200" smtClean="0">
              <a:latin typeface="Arial" pitchFamily="34" charset="0"/>
            </a:endParaRPr>
          </a:p>
        </p:txBody>
      </p:sp>
      <p:sp>
        <p:nvSpPr>
          <p:cNvPr id="292867" name="Rectangle 2"/>
          <p:cNvSpPr>
            <a:spLocks noRot="1" noChangeArrowheads="1" noTextEdit="1"/>
          </p:cNvSpPr>
          <p:nvPr>
            <p:ph type="sldImg"/>
          </p:nvPr>
        </p:nvSpPr>
        <p:spPr>
          <a:ln/>
        </p:spPr>
      </p:sp>
      <p:sp>
        <p:nvSpPr>
          <p:cNvPr id="2928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DE7334A-6E2B-43DC-8A98-0D3BEBA49B75}" type="slidenum">
              <a:rPr lang="en-US" altLang="zh-CN" sz="1200" smtClean="0">
                <a:latin typeface="Arial" pitchFamily="34" charset="0"/>
              </a:rPr>
              <a:pPr eaLnBrk="1" hangingPunct="1"/>
              <a:t>133</a:t>
            </a:fld>
            <a:endParaRPr lang="en-US" altLang="zh-CN" sz="1200" smtClean="0">
              <a:latin typeface="Arial" pitchFamily="34" charset="0"/>
            </a:endParaRPr>
          </a:p>
        </p:txBody>
      </p:sp>
      <p:sp>
        <p:nvSpPr>
          <p:cNvPr id="293891" name="Rectangle 2"/>
          <p:cNvSpPr>
            <a:spLocks noRot="1" noChangeArrowheads="1" noTextEdit="1"/>
          </p:cNvSpPr>
          <p:nvPr>
            <p:ph type="sldImg"/>
          </p:nvPr>
        </p:nvSpPr>
        <p:spPr>
          <a:ln/>
        </p:spPr>
      </p:sp>
      <p:sp>
        <p:nvSpPr>
          <p:cNvPr id="2938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9468E05-E79C-4AB7-A087-84BEB466A9A5}" type="slidenum">
              <a:rPr lang="en-US" altLang="zh-CN" sz="1200" smtClean="0">
                <a:latin typeface="Arial" pitchFamily="34" charset="0"/>
              </a:rPr>
              <a:pPr eaLnBrk="1" hangingPunct="1"/>
              <a:t>134</a:t>
            </a:fld>
            <a:endParaRPr lang="en-US" altLang="zh-CN" sz="1200" smtClean="0">
              <a:latin typeface="Arial" pitchFamily="34" charset="0"/>
            </a:endParaRPr>
          </a:p>
        </p:txBody>
      </p:sp>
      <p:sp>
        <p:nvSpPr>
          <p:cNvPr id="294915" name="Rectangle 2"/>
          <p:cNvSpPr>
            <a:spLocks noRot="1" noChangeArrowheads="1" noTextEdit="1"/>
          </p:cNvSpPr>
          <p:nvPr>
            <p:ph type="sldImg"/>
          </p:nvPr>
        </p:nvSpPr>
        <p:spPr>
          <a:ln/>
        </p:spPr>
      </p:sp>
      <p:sp>
        <p:nvSpPr>
          <p:cNvPr id="2949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D434DF2-5A7F-4884-9AC9-DAE45C565019}" type="slidenum">
              <a:rPr lang="en-US" altLang="zh-CN" sz="1200" smtClean="0">
                <a:latin typeface="Arial" pitchFamily="34" charset="0"/>
              </a:rPr>
              <a:pPr eaLnBrk="1" hangingPunct="1"/>
              <a:t>135</a:t>
            </a:fld>
            <a:endParaRPr lang="en-US" altLang="zh-CN" sz="1200" smtClean="0">
              <a:latin typeface="Arial" pitchFamily="34" charset="0"/>
            </a:endParaRPr>
          </a:p>
        </p:txBody>
      </p:sp>
      <p:sp>
        <p:nvSpPr>
          <p:cNvPr id="295939" name="Rectangle 2"/>
          <p:cNvSpPr>
            <a:spLocks noRot="1" noChangeArrowheads="1" noTextEdit="1"/>
          </p:cNvSpPr>
          <p:nvPr>
            <p:ph type="sldImg"/>
          </p:nvPr>
        </p:nvSpPr>
        <p:spPr>
          <a:ln/>
        </p:spPr>
      </p:sp>
      <p:sp>
        <p:nvSpPr>
          <p:cNvPr id="2959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40B08CC-AC3E-436E-BC94-115606C5005E}" type="slidenum">
              <a:rPr lang="en-US" altLang="zh-CN" sz="1200" smtClean="0">
                <a:latin typeface="Arial" pitchFamily="34" charset="0"/>
              </a:rPr>
              <a:pPr eaLnBrk="1" hangingPunct="1"/>
              <a:t>136</a:t>
            </a:fld>
            <a:endParaRPr lang="en-US" altLang="zh-CN" sz="1200" smtClean="0">
              <a:latin typeface="Arial" pitchFamily="34" charset="0"/>
            </a:endParaRPr>
          </a:p>
        </p:txBody>
      </p:sp>
      <p:sp>
        <p:nvSpPr>
          <p:cNvPr id="296963" name="Rectangle 2"/>
          <p:cNvSpPr>
            <a:spLocks noRot="1" noChangeArrowheads="1" noTextEdit="1"/>
          </p:cNvSpPr>
          <p:nvPr>
            <p:ph type="sldImg"/>
          </p:nvPr>
        </p:nvSpPr>
        <p:spPr>
          <a:ln/>
        </p:spPr>
      </p:sp>
      <p:sp>
        <p:nvSpPr>
          <p:cNvPr id="2969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603C60B-4B91-43BD-992C-F7DF0224AD25}" type="slidenum">
              <a:rPr lang="en-US" altLang="zh-CN" sz="1200" smtClean="0">
                <a:latin typeface="Arial" pitchFamily="34" charset="0"/>
              </a:rPr>
              <a:pPr eaLnBrk="1" hangingPunct="1"/>
              <a:t>137</a:t>
            </a:fld>
            <a:endParaRPr lang="en-US" altLang="zh-CN" sz="1200" smtClean="0">
              <a:latin typeface="Arial" pitchFamily="34" charset="0"/>
            </a:endParaRPr>
          </a:p>
        </p:txBody>
      </p:sp>
      <p:sp>
        <p:nvSpPr>
          <p:cNvPr id="297987" name="Rectangle 2"/>
          <p:cNvSpPr>
            <a:spLocks noRot="1" noChangeArrowheads="1" noTextEdit="1"/>
          </p:cNvSpPr>
          <p:nvPr>
            <p:ph type="sldImg"/>
          </p:nvPr>
        </p:nvSpPr>
        <p:spPr>
          <a:ln/>
        </p:spPr>
      </p:sp>
      <p:sp>
        <p:nvSpPr>
          <p:cNvPr id="2979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952E767-4158-4D9E-B872-CDB54DC54291}" type="slidenum">
              <a:rPr lang="en-US" altLang="zh-CN" sz="1200" smtClean="0">
                <a:latin typeface="Arial" pitchFamily="34" charset="0"/>
              </a:rPr>
              <a:pPr eaLnBrk="1" hangingPunct="1"/>
              <a:t>138</a:t>
            </a:fld>
            <a:endParaRPr lang="en-US" altLang="zh-CN" sz="1200" smtClean="0">
              <a:latin typeface="Arial" pitchFamily="34" charset="0"/>
            </a:endParaRPr>
          </a:p>
        </p:txBody>
      </p:sp>
      <p:sp>
        <p:nvSpPr>
          <p:cNvPr id="299011" name="Rectangle 2"/>
          <p:cNvSpPr>
            <a:spLocks noRot="1" noChangeArrowheads="1" noTextEdit="1"/>
          </p:cNvSpPr>
          <p:nvPr>
            <p:ph type="sldImg"/>
          </p:nvPr>
        </p:nvSpPr>
        <p:spPr>
          <a:ln/>
        </p:spPr>
      </p:sp>
      <p:sp>
        <p:nvSpPr>
          <p:cNvPr id="2990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C2C5DF2-8458-4C33-8CE0-BC9090B45D09}" type="slidenum">
              <a:rPr lang="en-US" altLang="zh-CN" sz="1200" smtClean="0">
                <a:latin typeface="Arial" pitchFamily="34" charset="0"/>
              </a:rPr>
              <a:pPr eaLnBrk="1" hangingPunct="1"/>
              <a:t>139</a:t>
            </a:fld>
            <a:endParaRPr lang="en-US" altLang="zh-CN" sz="1200" smtClean="0">
              <a:latin typeface="Arial" pitchFamily="34" charset="0"/>
            </a:endParaRPr>
          </a:p>
        </p:txBody>
      </p:sp>
      <p:sp>
        <p:nvSpPr>
          <p:cNvPr id="300035" name="Rectangle 2"/>
          <p:cNvSpPr>
            <a:spLocks noRot="1" noChangeArrowheads="1" noTextEdit="1"/>
          </p:cNvSpPr>
          <p:nvPr>
            <p:ph type="sldImg"/>
          </p:nvPr>
        </p:nvSpPr>
        <p:spPr>
          <a:ln/>
        </p:spPr>
      </p:sp>
      <p:sp>
        <p:nvSpPr>
          <p:cNvPr id="3000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5D8712A0-2443-43C9-926B-58314C8BE774}" type="slidenum">
              <a:rPr lang="en-US" altLang="zh-CN" sz="1200" smtClean="0">
                <a:latin typeface="Arial" pitchFamily="34" charset="0"/>
              </a:rPr>
              <a:pPr eaLnBrk="1" hangingPunct="1"/>
              <a:t>140</a:t>
            </a:fld>
            <a:endParaRPr lang="en-US" altLang="zh-CN" sz="1200" smtClean="0">
              <a:latin typeface="Arial" pitchFamily="34" charset="0"/>
            </a:endParaRPr>
          </a:p>
        </p:txBody>
      </p:sp>
      <p:sp>
        <p:nvSpPr>
          <p:cNvPr id="301059" name="Rectangle 2"/>
          <p:cNvSpPr>
            <a:spLocks noRot="1" noChangeArrowheads="1" noTextEdit="1"/>
          </p:cNvSpPr>
          <p:nvPr>
            <p:ph type="sldImg"/>
          </p:nvPr>
        </p:nvSpPr>
        <p:spPr>
          <a:ln/>
        </p:spPr>
      </p:sp>
      <p:sp>
        <p:nvSpPr>
          <p:cNvPr id="3010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3EF9E9F-6C7E-4EFD-B185-1B51BE8F5D8C}" type="slidenum">
              <a:rPr lang="en-US" altLang="zh-CN" sz="1200" smtClean="0">
                <a:latin typeface="Arial" pitchFamily="34" charset="0"/>
              </a:rPr>
              <a:pPr eaLnBrk="1" hangingPunct="1"/>
              <a:t>141</a:t>
            </a:fld>
            <a:endParaRPr lang="en-US" altLang="zh-CN" sz="1200" smtClean="0">
              <a:latin typeface="Arial" pitchFamily="34" charset="0"/>
            </a:endParaRPr>
          </a:p>
        </p:txBody>
      </p:sp>
      <p:sp>
        <p:nvSpPr>
          <p:cNvPr id="302083" name="Rectangle 2"/>
          <p:cNvSpPr>
            <a:spLocks noRot="1" noChangeArrowheads="1" noTextEdit="1"/>
          </p:cNvSpPr>
          <p:nvPr>
            <p:ph type="sldImg"/>
          </p:nvPr>
        </p:nvSpPr>
        <p:spPr>
          <a:ln/>
        </p:spPr>
      </p:sp>
      <p:sp>
        <p:nvSpPr>
          <p:cNvPr id="3020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7247149-1A9E-49C8-8609-D9B93426D9D9}" type="slidenum">
              <a:rPr lang="en-US" altLang="zh-CN" sz="1200" smtClean="0">
                <a:latin typeface="Arial" pitchFamily="34" charset="0"/>
              </a:rPr>
              <a:pPr eaLnBrk="1" hangingPunct="1"/>
              <a:t>142</a:t>
            </a:fld>
            <a:endParaRPr lang="en-US" altLang="zh-CN" sz="1200" smtClean="0">
              <a:latin typeface="Arial" pitchFamily="34" charset="0"/>
            </a:endParaRPr>
          </a:p>
        </p:txBody>
      </p:sp>
      <p:sp>
        <p:nvSpPr>
          <p:cNvPr id="303107" name="Rectangle 2"/>
          <p:cNvSpPr>
            <a:spLocks noRot="1" noChangeArrowheads="1" noTextEdit="1"/>
          </p:cNvSpPr>
          <p:nvPr>
            <p:ph type="sldImg"/>
          </p:nvPr>
        </p:nvSpPr>
        <p:spPr>
          <a:ln/>
        </p:spPr>
      </p:sp>
      <p:sp>
        <p:nvSpPr>
          <p:cNvPr id="3031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6DB511C-D1E5-4AF1-B77B-92D1B1FFF79E}" type="slidenum">
              <a:rPr lang="en-US" altLang="zh-CN" sz="1200" smtClean="0">
                <a:latin typeface="Arial" pitchFamily="34" charset="0"/>
              </a:rPr>
              <a:pPr eaLnBrk="1" hangingPunct="1"/>
              <a:t>143</a:t>
            </a:fld>
            <a:endParaRPr lang="en-US" altLang="zh-CN" sz="1200" smtClean="0">
              <a:latin typeface="Arial" pitchFamily="34" charset="0"/>
            </a:endParaRPr>
          </a:p>
        </p:txBody>
      </p:sp>
      <p:sp>
        <p:nvSpPr>
          <p:cNvPr id="304131" name="Rectangle 2"/>
          <p:cNvSpPr>
            <a:spLocks noRot="1" noChangeArrowheads="1" noTextEdit="1"/>
          </p:cNvSpPr>
          <p:nvPr>
            <p:ph type="sldImg"/>
          </p:nvPr>
        </p:nvSpPr>
        <p:spPr>
          <a:ln/>
        </p:spPr>
      </p:sp>
      <p:sp>
        <p:nvSpPr>
          <p:cNvPr id="3041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4FE432D-7370-4EB0-83D5-AB605F768FD0}" type="slidenum">
              <a:rPr lang="en-US" altLang="zh-CN" sz="1200" smtClean="0">
                <a:latin typeface="Arial" pitchFamily="34" charset="0"/>
              </a:rPr>
              <a:pPr eaLnBrk="1" hangingPunct="1"/>
              <a:t>144</a:t>
            </a:fld>
            <a:endParaRPr lang="en-US" altLang="zh-CN" sz="1200" smtClean="0">
              <a:latin typeface="Arial" pitchFamily="34" charset="0"/>
            </a:endParaRPr>
          </a:p>
        </p:txBody>
      </p:sp>
      <p:sp>
        <p:nvSpPr>
          <p:cNvPr id="305155" name="Rectangle 2"/>
          <p:cNvSpPr>
            <a:spLocks noRot="1" noChangeArrowheads="1" noTextEdit="1"/>
          </p:cNvSpPr>
          <p:nvPr>
            <p:ph type="sldImg"/>
          </p:nvPr>
        </p:nvSpPr>
        <p:spPr>
          <a:ln/>
        </p:spPr>
      </p:sp>
      <p:sp>
        <p:nvSpPr>
          <p:cNvPr id="3051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965DC12-6CA7-4F52-AD08-8EC73FF790A5}" type="slidenum">
              <a:rPr lang="en-US" altLang="zh-CN" sz="1200" smtClean="0">
                <a:latin typeface="Arial" pitchFamily="34" charset="0"/>
              </a:rPr>
              <a:pPr eaLnBrk="1" hangingPunct="1"/>
              <a:t>145</a:t>
            </a:fld>
            <a:endParaRPr lang="en-US" altLang="zh-CN" sz="1200" smtClean="0">
              <a:latin typeface="Arial" pitchFamily="34" charset="0"/>
            </a:endParaRPr>
          </a:p>
        </p:txBody>
      </p:sp>
      <p:sp>
        <p:nvSpPr>
          <p:cNvPr id="306179" name="Rectangle 2"/>
          <p:cNvSpPr>
            <a:spLocks noRot="1" noChangeArrowheads="1" noTextEdit="1"/>
          </p:cNvSpPr>
          <p:nvPr>
            <p:ph type="sldImg"/>
          </p:nvPr>
        </p:nvSpPr>
        <p:spPr>
          <a:ln/>
        </p:spPr>
      </p:sp>
      <p:sp>
        <p:nvSpPr>
          <p:cNvPr id="3061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DC5337B-5747-401F-957C-D48BF7E6DF5C}" type="slidenum">
              <a:rPr lang="en-US" altLang="zh-CN" sz="1200" smtClean="0">
                <a:latin typeface="Arial" pitchFamily="34" charset="0"/>
              </a:rPr>
              <a:pPr eaLnBrk="1" hangingPunct="1"/>
              <a:t>146</a:t>
            </a:fld>
            <a:endParaRPr lang="en-US" altLang="zh-CN" sz="1200" smtClean="0">
              <a:latin typeface="Arial" pitchFamily="34" charset="0"/>
            </a:endParaRPr>
          </a:p>
        </p:txBody>
      </p:sp>
      <p:sp>
        <p:nvSpPr>
          <p:cNvPr id="307203" name="Rectangle 2"/>
          <p:cNvSpPr>
            <a:spLocks noRot="1" noChangeArrowheads="1" noTextEdit="1"/>
          </p:cNvSpPr>
          <p:nvPr>
            <p:ph type="sldImg"/>
          </p:nvPr>
        </p:nvSpPr>
        <p:spPr>
          <a:ln/>
        </p:spPr>
      </p:sp>
      <p:sp>
        <p:nvSpPr>
          <p:cNvPr id="3072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654D440-A4CA-44EF-80EB-115FB585E88E}" type="slidenum">
              <a:rPr lang="en-US" altLang="zh-CN" sz="1200" smtClean="0">
                <a:latin typeface="Arial" pitchFamily="34" charset="0"/>
              </a:rPr>
              <a:pPr eaLnBrk="1" hangingPunct="1"/>
              <a:t>147</a:t>
            </a:fld>
            <a:endParaRPr lang="en-US" altLang="zh-CN" sz="1200" smtClean="0">
              <a:latin typeface="Arial" pitchFamily="34" charset="0"/>
            </a:endParaRPr>
          </a:p>
        </p:txBody>
      </p:sp>
      <p:sp>
        <p:nvSpPr>
          <p:cNvPr id="308227" name="Rectangle 2"/>
          <p:cNvSpPr>
            <a:spLocks noRot="1" noChangeArrowheads="1" noTextEdit="1"/>
          </p:cNvSpPr>
          <p:nvPr>
            <p:ph type="sldImg"/>
          </p:nvPr>
        </p:nvSpPr>
        <p:spPr>
          <a:ln/>
        </p:spPr>
      </p:sp>
      <p:sp>
        <p:nvSpPr>
          <p:cNvPr id="3082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10C55D32-57A4-44B1-A189-0B8D242AEA7E}" type="slidenum">
              <a:rPr lang="en-US" altLang="zh-CN" sz="1200" smtClean="0">
                <a:latin typeface="Arial" pitchFamily="34" charset="0"/>
              </a:rPr>
              <a:pPr eaLnBrk="1" hangingPunct="1"/>
              <a:t>149</a:t>
            </a:fld>
            <a:endParaRPr lang="en-US" altLang="zh-CN" sz="1200" smtClean="0">
              <a:latin typeface="Arial" pitchFamily="34" charset="0"/>
            </a:endParaRPr>
          </a:p>
        </p:txBody>
      </p:sp>
      <p:sp>
        <p:nvSpPr>
          <p:cNvPr id="309251" name="Rectangle 2"/>
          <p:cNvSpPr>
            <a:spLocks noRot="1" noChangeArrowheads="1" noTextEdit="1"/>
          </p:cNvSpPr>
          <p:nvPr>
            <p:ph type="sldImg"/>
          </p:nvPr>
        </p:nvSpPr>
        <p:spPr>
          <a:ln/>
        </p:spPr>
      </p:sp>
      <p:sp>
        <p:nvSpPr>
          <p:cNvPr id="3092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2C09ED4-F8D6-4EA8-A51F-ACC5FCE521DB}" type="slidenum">
              <a:rPr lang="en-US" altLang="zh-CN" sz="1200" smtClean="0">
                <a:latin typeface="Arial" pitchFamily="34" charset="0"/>
              </a:rPr>
              <a:pPr eaLnBrk="1" hangingPunct="1"/>
              <a:t>150</a:t>
            </a:fld>
            <a:endParaRPr lang="en-US" altLang="zh-CN" sz="1200" smtClean="0">
              <a:latin typeface="Arial" pitchFamily="34" charset="0"/>
            </a:endParaRPr>
          </a:p>
        </p:txBody>
      </p:sp>
      <p:sp>
        <p:nvSpPr>
          <p:cNvPr id="310275" name="Rectangle 2"/>
          <p:cNvSpPr>
            <a:spLocks noRot="1" noChangeArrowheads="1" noTextEdit="1"/>
          </p:cNvSpPr>
          <p:nvPr>
            <p:ph type="sldImg"/>
          </p:nvPr>
        </p:nvSpPr>
        <p:spPr>
          <a:ln/>
        </p:spPr>
      </p:sp>
      <p:sp>
        <p:nvSpPr>
          <p:cNvPr id="3102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3B24FD9-04C7-45B1-89D5-EE0650839C5A}" type="slidenum">
              <a:rPr lang="en-US" altLang="zh-CN" sz="1200" smtClean="0">
                <a:latin typeface="Arial" pitchFamily="34" charset="0"/>
              </a:rPr>
              <a:pPr eaLnBrk="1" hangingPunct="1"/>
              <a:t>151</a:t>
            </a:fld>
            <a:endParaRPr lang="en-US" altLang="zh-CN" sz="1200" smtClean="0">
              <a:latin typeface="Arial" pitchFamily="34" charset="0"/>
            </a:endParaRPr>
          </a:p>
        </p:txBody>
      </p:sp>
      <p:sp>
        <p:nvSpPr>
          <p:cNvPr id="311299" name="Rectangle 2"/>
          <p:cNvSpPr>
            <a:spLocks noRot="1" noChangeArrowheads="1" noTextEdit="1"/>
          </p:cNvSpPr>
          <p:nvPr>
            <p:ph type="sldImg"/>
          </p:nvPr>
        </p:nvSpPr>
        <p:spPr>
          <a:ln/>
        </p:spPr>
      </p:sp>
      <p:sp>
        <p:nvSpPr>
          <p:cNvPr id="3113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AFCAD11-774F-4D2F-A710-76CE46D3A48C}" type="slidenum">
              <a:rPr lang="en-US" altLang="zh-CN" sz="1200" smtClean="0">
                <a:latin typeface="Arial" pitchFamily="34" charset="0"/>
              </a:rPr>
              <a:pPr eaLnBrk="1" hangingPunct="1"/>
              <a:t>152</a:t>
            </a:fld>
            <a:endParaRPr lang="en-US" altLang="zh-CN" sz="1200" smtClean="0">
              <a:latin typeface="Arial" pitchFamily="34" charset="0"/>
            </a:endParaRPr>
          </a:p>
        </p:txBody>
      </p:sp>
      <p:sp>
        <p:nvSpPr>
          <p:cNvPr id="312323" name="Rectangle 2"/>
          <p:cNvSpPr>
            <a:spLocks noRot="1" noChangeArrowheads="1" noTextEdit="1"/>
          </p:cNvSpPr>
          <p:nvPr>
            <p:ph type="sldImg"/>
          </p:nvPr>
        </p:nvSpPr>
        <p:spPr>
          <a:ln/>
        </p:spPr>
      </p:sp>
      <p:sp>
        <p:nvSpPr>
          <p:cNvPr id="3123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3F53161-ED0B-46D3-9A8B-984C0657A3CB}" type="slidenum">
              <a:rPr lang="en-US" altLang="zh-CN" sz="1200" smtClean="0">
                <a:latin typeface="Arial" pitchFamily="34" charset="0"/>
              </a:rPr>
              <a:pPr eaLnBrk="1" hangingPunct="1"/>
              <a:t>153</a:t>
            </a:fld>
            <a:endParaRPr lang="en-US" altLang="zh-CN" sz="1200" smtClean="0">
              <a:latin typeface="Arial" pitchFamily="34" charset="0"/>
            </a:endParaRPr>
          </a:p>
        </p:txBody>
      </p:sp>
      <p:sp>
        <p:nvSpPr>
          <p:cNvPr id="313347" name="Rectangle 2"/>
          <p:cNvSpPr>
            <a:spLocks noRot="1" noChangeArrowheads="1" noTextEdit="1"/>
          </p:cNvSpPr>
          <p:nvPr>
            <p:ph type="sldImg"/>
          </p:nvPr>
        </p:nvSpPr>
        <p:spPr>
          <a:ln/>
        </p:spPr>
      </p:sp>
      <p:sp>
        <p:nvSpPr>
          <p:cNvPr id="3133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10F1273-8063-45FE-B6E2-F41A68E09E6E}" type="slidenum">
              <a:rPr lang="en-US" altLang="zh-CN" sz="1200" smtClean="0">
                <a:latin typeface="Arial" pitchFamily="34" charset="0"/>
              </a:rPr>
              <a:pPr eaLnBrk="1" hangingPunct="1"/>
              <a:t>155</a:t>
            </a:fld>
            <a:endParaRPr lang="en-US" altLang="zh-CN" sz="1200" smtClean="0">
              <a:latin typeface="Arial" pitchFamily="34" charset="0"/>
            </a:endParaRPr>
          </a:p>
        </p:txBody>
      </p:sp>
      <p:sp>
        <p:nvSpPr>
          <p:cNvPr id="314371" name="Rectangle 2"/>
          <p:cNvSpPr>
            <a:spLocks noRot="1" noChangeArrowheads="1" noTextEdit="1"/>
          </p:cNvSpPr>
          <p:nvPr>
            <p:ph type="sldImg"/>
          </p:nvPr>
        </p:nvSpPr>
        <p:spPr>
          <a:ln/>
        </p:spPr>
      </p:sp>
      <p:sp>
        <p:nvSpPr>
          <p:cNvPr id="3143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B28674D-0BC5-4E17-8E86-D4D24FE178E3}" type="slidenum">
              <a:rPr lang="en-US" altLang="zh-CN" sz="1200" smtClean="0">
                <a:latin typeface="Arial" pitchFamily="34" charset="0"/>
              </a:rPr>
              <a:pPr eaLnBrk="1" hangingPunct="1"/>
              <a:t>156</a:t>
            </a:fld>
            <a:endParaRPr lang="en-US" altLang="zh-CN" sz="1200" smtClean="0">
              <a:latin typeface="Arial" pitchFamily="34" charset="0"/>
            </a:endParaRPr>
          </a:p>
        </p:txBody>
      </p:sp>
      <p:sp>
        <p:nvSpPr>
          <p:cNvPr id="315395" name="Rectangle 2"/>
          <p:cNvSpPr>
            <a:spLocks noRot="1" noChangeArrowheads="1" noTextEdit="1"/>
          </p:cNvSpPr>
          <p:nvPr>
            <p:ph type="sldImg"/>
          </p:nvPr>
        </p:nvSpPr>
        <p:spPr>
          <a:ln/>
        </p:spPr>
      </p:sp>
      <p:sp>
        <p:nvSpPr>
          <p:cNvPr id="3153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1D9E993-681B-4AE6-B024-1202EAF12970}" type="slidenum">
              <a:rPr lang="en-US" altLang="zh-CN" sz="1200" smtClean="0">
                <a:latin typeface="Arial" pitchFamily="34" charset="0"/>
              </a:rPr>
              <a:pPr eaLnBrk="1" hangingPunct="1"/>
              <a:t>162</a:t>
            </a:fld>
            <a:endParaRPr lang="en-US" altLang="zh-CN" sz="1200" smtClean="0">
              <a:latin typeface="Arial" pitchFamily="34" charset="0"/>
            </a:endParaRPr>
          </a:p>
        </p:txBody>
      </p:sp>
      <p:sp>
        <p:nvSpPr>
          <p:cNvPr id="316419" name="Rectangle 2"/>
          <p:cNvSpPr>
            <a:spLocks noRot="1" noChangeArrowheads="1" noTextEdit="1"/>
          </p:cNvSpPr>
          <p:nvPr>
            <p:ph type="sldImg"/>
          </p:nvPr>
        </p:nvSpPr>
        <p:spPr>
          <a:ln/>
        </p:spPr>
      </p:sp>
      <p:sp>
        <p:nvSpPr>
          <p:cNvPr id="3164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C0A2CB4-6D70-4DC2-8DAE-EFE8EEC1EDCF}" type="slidenum">
              <a:rPr lang="en-US" altLang="zh-CN" sz="1200" smtClean="0">
                <a:latin typeface="Arial" pitchFamily="34" charset="0"/>
              </a:rPr>
              <a:pPr eaLnBrk="1" hangingPunct="1"/>
              <a:t>163</a:t>
            </a:fld>
            <a:endParaRPr lang="en-US" altLang="zh-CN" sz="1200" smtClean="0">
              <a:latin typeface="Arial" pitchFamily="34" charset="0"/>
            </a:endParaRPr>
          </a:p>
        </p:txBody>
      </p:sp>
      <p:sp>
        <p:nvSpPr>
          <p:cNvPr id="317443" name="Rectangle 2"/>
          <p:cNvSpPr>
            <a:spLocks noRot="1" noChangeArrowheads="1" noTextEdit="1"/>
          </p:cNvSpPr>
          <p:nvPr>
            <p:ph type="sldImg"/>
          </p:nvPr>
        </p:nvSpPr>
        <p:spPr>
          <a:ln/>
        </p:spPr>
      </p:sp>
      <p:sp>
        <p:nvSpPr>
          <p:cNvPr id="3174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7DCBF75-15A6-4C4D-996A-F3168E9FDC0F}" type="slidenum">
              <a:rPr lang="en-US" altLang="zh-CN" sz="1200" smtClean="0">
                <a:latin typeface="Arial" pitchFamily="34" charset="0"/>
              </a:rPr>
              <a:pPr eaLnBrk="1" hangingPunct="1"/>
              <a:t>164</a:t>
            </a:fld>
            <a:endParaRPr lang="en-US" altLang="zh-CN" sz="1200" smtClean="0">
              <a:latin typeface="Arial" pitchFamily="34" charset="0"/>
            </a:endParaRPr>
          </a:p>
        </p:txBody>
      </p:sp>
      <p:sp>
        <p:nvSpPr>
          <p:cNvPr id="318467" name="Rectangle 2"/>
          <p:cNvSpPr>
            <a:spLocks noRot="1" noChangeArrowheads="1" noTextEdit="1"/>
          </p:cNvSpPr>
          <p:nvPr>
            <p:ph type="sldImg"/>
          </p:nvPr>
        </p:nvSpPr>
        <p:spPr>
          <a:ln/>
        </p:spPr>
      </p:sp>
      <p:sp>
        <p:nvSpPr>
          <p:cNvPr id="3184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D9F71A38-1366-4667-BFD0-97249750249A}" type="slidenum">
              <a:rPr lang="en-US" altLang="zh-CN" sz="1200" smtClean="0">
                <a:latin typeface="Arial" pitchFamily="34" charset="0"/>
              </a:rPr>
              <a:pPr eaLnBrk="1" hangingPunct="1"/>
              <a:t>165</a:t>
            </a:fld>
            <a:endParaRPr lang="en-US" altLang="zh-CN" sz="1200" smtClean="0">
              <a:latin typeface="Arial" pitchFamily="34" charset="0"/>
            </a:endParaRPr>
          </a:p>
        </p:txBody>
      </p:sp>
      <p:sp>
        <p:nvSpPr>
          <p:cNvPr id="319491" name="Rectangle 2"/>
          <p:cNvSpPr>
            <a:spLocks noRot="1" noChangeArrowheads="1" noTextEdit="1"/>
          </p:cNvSpPr>
          <p:nvPr>
            <p:ph type="sldImg"/>
          </p:nvPr>
        </p:nvSpPr>
        <p:spPr>
          <a:ln/>
        </p:spPr>
      </p:sp>
      <p:sp>
        <p:nvSpPr>
          <p:cNvPr id="3194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FCA959D0-2CF8-4FA4-B4FD-F0E9D9147D17}" type="slidenum">
              <a:rPr lang="en-US" altLang="zh-CN" sz="1200" smtClean="0">
                <a:latin typeface="Arial" pitchFamily="34" charset="0"/>
              </a:rPr>
              <a:pPr eaLnBrk="1" hangingPunct="1"/>
              <a:t>166</a:t>
            </a:fld>
            <a:endParaRPr lang="en-US" altLang="zh-CN" sz="1200" smtClean="0">
              <a:latin typeface="Arial" pitchFamily="34" charset="0"/>
            </a:endParaRPr>
          </a:p>
        </p:txBody>
      </p:sp>
      <p:sp>
        <p:nvSpPr>
          <p:cNvPr id="320515" name="Rectangle 2"/>
          <p:cNvSpPr>
            <a:spLocks noRot="1" noChangeArrowheads="1" noTextEdit="1"/>
          </p:cNvSpPr>
          <p:nvPr>
            <p:ph type="sldImg"/>
          </p:nvPr>
        </p:nvSpPr>
        <p:spPr>
          <a:ln/>
        </p:spPr>
      </p:sp>
      <p:sp>
        <p:nvSpPr>
          <p:cNvPr id="3205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9372C56D-6BA7-45F1-8246-CF827361BD44}" type="slidenum">
              <a:rPr lang="en-US" altLang="zh-CN" sz="1200" smtClean="0">
                <a:latin typeface="Arial" pitchFamily="34" charset="0"/>
              </a:rPr>
              <a:pPr eaLnBrk="1" hangingPunct="1"/>
              <a:t>167</a:t>
            </a:fld>
            <a:endParaRPr lang="en-US" altLang="zh-CN" sz="1200" smtClean="0">
              <a:latin typeface="Arial" pitchFamily="34" charset="0"/>
            </a:endParaRPr>
          </a:p>
        </p:txBody>
      </p:sp>
      <p:sp>
        <p:nvSpPr>
          <p:cNvPr id="321539" name="Rectangle 2"/>
          <p:cNvSpPr>
            <a:spLocks noRot="1" noChangeArrowheads="1" noTextEdit="1"/>
          </p:cNvSpPr>
          <p:nvPr>
            <p:ph type="sldImg"/>
          </p:nvPr>
        </p:nvSpPr>
        <p:spPr>
          <a:ln/>
        </p:spPr>
      </p:sp>
      <p:sp>
        <p:nvSpPr>
          <p:cNvPr id="3215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A408721-8857-4155-ACEF-51845F702274}" type="slidenum">
              <a:rPr lang="en-US" altLang="zh-CN" sz="1200" smtClean="0">
                <a:latin typeface="Arial" pitchFamily="34" charset="0"/>
              </a:rPr>
              <a:pPr eaLnBrk="1" hangingPunct="1"/>
              <a:t>168</a:t>
            </a:fld>
            <a:endParaRPr lang="en-US" altLang="zh-CN" sz="1200" smtClean="0">
              <a:latin typeface="Arial" pitchFamily="34" charset="0"/>
            </a:endParaRPr>
          </a:p>
        </p:txBody>
      </p:sp>
      <p:sp>
        <p:nvSpPr>
          <p:cNvPr id="322563" name="Rectangle 2"/>
          <p:cNvSpPr>
            <a:spLocks noRot="1" noChangeArrowheads="1" noTextEdit="1"/>
          </p:cNvSpPr>
          <p:nvPr>
            <p:ph type="sldImg"/>
          </p:nvPr>
        </p:nvSpPr>
        <p:spPr>
          <a:ln/>
        </p:spPr>
      </p:sp>
      <p:sp>
        <p:nvSpPr>
          <p:cNvPr id="3225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ABA3A80-8536-47C0-A652-C56C673ABED1}" type="slidenum">
              <a:rPr lang="en-US" altLang="zh-CN" sz="1200" smtClean="0">
                <a:latin typeface="Arial" pitchFamily="34" charset="0"/>
              </a:rPr>
              <a:pPr eaLnBrk="1" hangingPunct="1"/>
              <a:t>169</a:t>
            </a:fld>
            <a:endParaRPr lang="en-US" altLang="zh-CN" sz="1200" smtClean="0">
              <a:latin typeface="Arial" pitchFamily="34" charset="0"/>
            </a:endParaRPr>
          </a:p>
        </p:txBody>
      </p:sp>
      <p:sp>
        <p:nvSpPr>
          <p:cNvPr id="323587" name="Rectangle 2"/>
          <p:cNvSpPr>
            <a:spLocks noRot="1" noChangeArrowheads="1" noTextEdit="1"/>
          </p:cNvSpPr>
          <p:nvPr>
            <p:ph type="sldImg"/>
          </p:nvPr>
        </p:nvSpPr>
        <p:spPr>
          <a:ln/>
        </p:spPr>
      </p:sp>
      <p:sp>
        <p:nvSpPr>
          <p:cNvPr id="3235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C03A0F8D-EA16-42DF-BF5E-AA8F5E9512F2}" type="slidenum">
              <a:rPr lang="en-US" altLang="zh-CN" sz="1200" smtClean="0">
                <a:latin typeface="Arial" pitchFamily="34" charset="0"/>
              </a:rPr>
              <a:pPr eaLnBrk="1" hangingPunct="1"/>
              <a:t>170</a:t>
            </a:fld>
            <a:endParaRPr lang="en-US" altLang="zh-CN" sz="1200" smtClean="0">
              <a:latin typeface="Arial" pitchFamily="34" charset="0"/>
            </a:endParaRPr>
          </a:p>
        </p:txBody>
      </p:sp>
      <p:sp>
        <p:nvSpPr>
          <p:cNvPr id="324611" name="Rectangle 2"/>
          <p:cNvSpPr>
            <a:spLocks noRot="1" noChangeArrowheads="1" noTextEdit="1"/>
          </p:cNvSpPr>
          <p:nvPr>
            <p:ph type="sldImg"/>
          </p:nvPr>
        </p:nvSpPr>
        <p:spPr>
          <a:ln/>
        </p:spPr>
      </p:sp>
      <p:sp>
        <p:nvSpPr>
          <p:cNvPr id="3246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388EFE02-8F63-4637-AED6-18CEA5F93F6C}" type="slidenum">
              <a:rPr lang="en-US" altLang="zh-CN" sz="1200" smtClean="0">
                <a:latin typeface="Arial" pitchFamily="34" charset="0"/>
              </a:rPr>
              <a:pPr eaLnBrk="1" hangingPunct="1"/>
              <a:t>171</a:t>
            </a:fld>
            <a:endParaRPr lang="en-US" altLang="zh-CN" sz="1200" smtClean="0">
              <a:latin typeface="Arial" pitchFamily="34" charset="0"/>
            </a:endParaRPr>
          </a:p>
        </p:txBody>
      </p:sp>
      <p:sp>
        <p:nvSpPr>
          <p:cNvPr id="325635" name="Rectangle 2"/>
          <p:cNvSpPr>
            <a:spLocks noRot="1" noChangeArrowheads="1" noTextEdit="1"/>
          </p:cNvSpPr>
          <p:nvPr>
            <p:ph type="sldImg"/>
          </p:nvPr>
        </p:nvSpPr>
        <p:spPr>
          <a:ln/>
        </p:spPr>
      </p:sp>
      <p:sp>
        <p:nvSpPr>
          <p:cNvPr id="3256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71B7746-1BFF-448B-AB94-85F3CA6A7004}" type="slidenum">
              <a:rPr lang="en-US" altLang="zh-CN" sz="1200" smtClean="0">
                <a:latin typeface="Arial" pitchFamily="34" charset="0"/>
              </a:rPr>
              <a:pPr eaLnBrk="1" hangingPunct="1"/>
              <a:t>172</a:t>
            </a:fld>
            <a:endParaRPr lang="en-US" altLang="zh-CN" sz="1200" smtClean="0">
              <a:latin typeface="Arial" pitchFamily="34" charset="0"/>
            </a:endParaRPr>
          </a:p>
        </p:txBody>
      </p:sp>
      <p:sp>
        <p:nvSpPr>
          <p:cNvPr id="326659" name="Rectangle 2"/>
          <p:cNvSpPr>
            <a:spLocks noRot="1" noChangeArrowheads="1" noTextEdit="1"/>
          </p:cNvSpPr>
          <p:nvPr>
            <p:ph type="sldImg"/>
          </p:nvPr>
        </p:nvSpPr>
        <p:spPr>
          <a:ln/>
        </p:spPr>
      </p:sp>
      <p:sp>
        <p:nvSpPr>
          <p:cNvPr id="3266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3007885-60AD-4775-876F-6B830D7ED727}" type="slidenum">
              <a:rPr lang="en-US" altLang="zh-CN" sz="1200" smtClean="0">
                <a:latin typeface="Arial" pitchFamily="34" charset="0"/>
              </a:rPr>
              <a:pPr eaLnBrk="1" hangingPunct="1"/>
              <a:t>173</a:t>
            </a:fld>
            <a:endParaRPr lang="en-US" altLang="zh-CN" sz="1200" smtClean="0">
              <a:latin typeface="Arial" pitchFamily="34" charset="0"/>
            </a:endParaRPr>
          </a:p>
        </p:txBody>
      </p:sp>
      <p:sp>
        <p:nvSpPr>
          <p:cNvPr id="327683" name="Rectangle 2"/>
          <p:cNvSpPr>
            <a:spLocks noRot="1" noChangeArrowheads="1" noTextEdit="1"/>
          </p:cNvSpPr>
          <p:nvPr>
            <p:ph type="sldImg"/>
          </p:nvPr>
        </p:nvSpPr>
        <p:spPr>
          <a:ln/>
        </p:spPr>
      </p:sp>
      <p:sp>
        <p:nvSpPr>
          <p:cNvPr id="3276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0FE29ECE-495F-4A82-8358-339CF1793780}" type="slidenum">
              <a:rPr lang="en-US" altLang="zh-CN" sz="1200" smtClean="0">
                <a:latin typeface="Arial" pitchFamily="34" charset="0"/>
              </a:rPr>
              <a:pPr eaLnBrk="1" hangingPunct="1"/>
              <a:t>174</a:t>
            </a:fld>
            <a:endParaRPr lang="en-US" altLang="zh-CN" sz="1200" smtClean="0">
              <a:latin typeface="Arial" pitchFamily="34" charset="0"/>
            </a:endParaRPr>
          </a:p>
        </p:txBody>
      </p:sp>
      <p:sp>
        <p:nvSpPr>
          <p:cNvPr id="328707" name="Rectangle 2"/>
          <p:cNvSpPr>
            <a:spLocks noRot="1" noChangeArrowheads="1" noTextEdit="1"/>
          </p:cNvSpPr>
          <p:nvPr>
            <p:ph type="sldImg"/>
          </p:nvPr>
        </p:nvSpPr>
        <p:spPr>
          <a:ln/>
        </p:spPr>
      </p:sp>
      <p:sp>
        <p:nvSpPr>
          <p:cNvPr id="3287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B4B3E216-5299-45C0-B3E7-18B0E0D0AB0C}" type="slidenum">
              <a:rPr lang="en-US" altLang="zh-CN" sz="1200" smtClean="0">
                <a:latin typeface="Arial" pitchFamily="34" charset="0"/>
              </a:rPr>
              <a:pPr eaLnBrk="1" hangingPunct="1"/>
              <a:t>175</a:t>
            </a:fld>
            <a:endParaRPr lang="en-US" altLang="zh-CN" sz="1200" smtClean="0">
              <a:latin typeface="Arial" pitchFamily="34" charset="0"/>
            </a:endParaRPr>
          </a:p>
        </p:txBody>
      </p:sp>
      <p:sp>
        <p:nvSpPr>
          <p:cNvPr id="329731" name="Rectangle 2"/>
          <p:cNvSpPr>
            <a:spLocks noRot="1" noChangeArrowheads="1" noTextEdit="1"/>
          </p:cNvSpPr>
          <p:nvPr>
            <p:ph type="sldImg"/>
          </p:nvPr>
        </p:nvSpPr>
        <p:spPr>
          <a:ln/>
        </p:spPr>
      </p:sp>
      <p:sp>
        <p:nvSpPr>
          <p:cNvPr id="3297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60FC51FC-33C4-42B0-AAFF-D0AB0FAC459D}" type="slidenum">
              <a:rPr lang="en-US" altLang="zh-CN" sz="1200" smtClean="0">
                <a:latin typeface="Arial" pitchFamily="34" charset="0"/>
              </a:rPr>
              <a:pPr eaLnBrk="1" hangingPunct="1"/>
              <a:t>177</a:t>
            </a:fld>
            <a:endParaRPr lang="en-US" altLang="zh-CN" sz="1200" smtClean="0">
              <a:latin typeface="Arial" pitchFamily="34" charset="0"/>
            </a:endParaRPr>
          </a:p>
        </p:txBody>
      </p:sp>
      <p:sp>
        <p:nvSpPr>
          <p:cNvPr id="330755" name="Rectangle 2"/>
          <p:cNvSpPr>
            <a:spLocks noRot="1" noChangeArrowheads="1" noTextEdit="1"/>
          </p:cNvSpPr>
          <p:nvPr>
            <p:ph type="sldImg"/>
          </p:nvPr>
        </p:nvSpPr>
        <p:spPr>
          <a:ln/>
        </p:spPr>
      </p:sp>
      <p:sp>
        <p:nvSpPr>
          <p:cNvPr id="3307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C7F484D-1117-4470-8788-8FC4A812ED6C}" type="slidenum">
              <a:rPr lang="en-US" altLang="zh-CN" sz="1200" smtClean="0">
                <a:latin typeface="Arial" pitchFamily="34" charset="0"/>
              </a:rPr>
              <a:pPr eaLnBrk="1" hangingPunct="1"/>
              <a:t>179</a:t>
            </a:fld>
            <a:endParaRPr lang="en-US" altLang="zh-CN" sz="1200" smtClean="0">
              <a:latin typeface="Arial" pitchFamily="34" charset="0"/>
            </a:endParaRPr>
          </a:p>
        </p:txBody>
      </p:sp>
      <p:sp>
        <p:nvSpPr>
          <p:cNvPr id="331779" name="Rectangle 2"/>
          <p:cNvSpPr>
            <a:spLocks noRot="1" noChangeArrowheads="1" noTextEdit="1"/>
          </p:cNvSpPr>
          <p:nvPr>
            <p:ph type="sldImg"/>
          </p:nvPr>
        </p:nvSpPr>
        <p:spPr>
          <a:ln/>
        </p:spPr>
      </p:sp>
      <p:sp>
        <p:nvSpPr>
          <p:cNvPr id="3317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2"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6"/>
          <p:cNvSpPr>
            <a:spLocks noGrp="1" noChangeArrowheads="1"/>
          </p:cNvSpPr>
          <p:nvPr>
            <p:ph type="sldNum" sz="quarter" idx="11"/>
          </p:nvPr>
        </p:nvSpPr>
        <p:spPr>
          <a:xfrm>
            <a:off x="6858000" y="6248400"/>
            <a:ext cx="1905000" cy="457200"/>
          </a:xfrm>
        </p:spPr>
        <p:txBody>
          <a:bodyPr/>
          <a:lstStyle>
            <a:lvl1pPr>
              <a:defRPr>
                <a:solidFill>
                  <a:schemeClr val="bg2"/>
                </a:solidFill>
              </a:defRPr>
            </a:lvl1pPr>
          </a:lstStyle>
          <a:p>
            <a:pPr>
              <a:defRPr/>
            </a:pPr>
            <a:fld id="{DE821EC6-197A-4536-95D9-9C2153F415ED}" type="slidenum">
              <a:rPr lang="en-US" altLang="zh-CN"/>
              <a:pPr>
                <a:defRPr/>
              </a:pPr>
              <a:t>‹#›</a:t>
            </a:fld>
            <a:endParaRPr lang="en-US" altLang="zh-CN"/>
          </a:p>
        </p:txBody>
      </p:sp>
    </p:spTree>
    <p:extLst>
      <p:ext uri="{BB962C8B-B14F-4D97-AF65-F5344CB8AC3E}">
        <p14:creationId xmlns:p14="http://schemas.microsoft.com/office/powerpoint/2010/main" val="2796033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8077AC61-0C72-4A06-AE64-C18044360978}" type="slidenum">
              <a:rPr lang="en-US" altLang="zh-CN"/>
              <a:pPr>
                <a:defRPr/>
              </a:pPr>
              <a:t>‹#›</a:t>
            </a:fld>
            <a:endParaRPr lang="en-US" altLang="zh-CN"/>
          </a:p>
        </p:txBody>
      </p:sp>
    </p:spTree>
    <p:extLst>
      <p:ext uri="{BB962C8B-B14F-4D97-AF65-F5344CB8AC3E}">
        <p14:creationId xmlns:p14="http://schemas.microsoft.com/office/powerpoint/2010/main" val="1579207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977DDE96-9444-4BD4-BCCC-18B364AE2FB0}" type="slidenum">
              <a:rPr lang="en-US" altLang="zh-CN"/>
              <a:pPr>
                <a:defRPr/>
              </a:pPr>
              <a:t>‹#›</a:t>
            </a:fld>
            <a:endParaRPr lang="en-US" altLang="zh-CN"/>
          </a:p>
        </p:txBody>
      </p:sp>
    </p:spTree>
    <p:extLst>
      <p:ext uri="{BB962C8B-B14F-4D97-AF65-F5344CB8AC3E}">
        <p14:creationId xmlns:p14="http://schemas.microsoft.com/office/powerpoint/2010/main" val="290782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0429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053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8B112F52-C8F3-4174-8205-B5F5067BFF18}" type="slidenum">
              <a:rPr lang="en-US" altLang="zh-CN"/>
              <a:pPr>
                <a:defRPr/>
              </a:pPr>
              <a:t>‹#›</a:t>
            </a:fld>
            <a:endParaRPr lang="en-US" altLang="zh-CN"/>
          </a:p>
        </p:txBody>
      </p:sp>
    </p:spTree>
    <p:extLst>
      <p:ext uri="{BB962C8B-B14F-4D97-AF65-F5344CB8AC3E}">
        <p14:creationId xmlns:p14="http://schemas.microsoft.com/office/powerpoint/2010/main" val="580505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3"/>
          <p:cNvSpPr>
            <a:spLocks noGrp="1" noChangeArrowheads="1"/>
          </p:cNvSpPr>
          <p:nvPr>
            <p:ph type="sldNum" sz="quarter" idx="11"/>
          </p:nvPr>
        </p:nvSpPr>
        <p:spPr>
          <a:ln/>
        </p:spPr>
        <p:txBody>
          <a:bodyPr/>
          <a:lstStyle>
            <a:lvl1pPr>
              <a:defRPr/>
            </a:lvl1pPr>
          </a:lstStyle>
          <a:p>
            <a:pPr>
              <a:defRPr/>
            </a:pPr>
            <a:fld id="{F154A3F6-DB7A-4D7C-AC3F-1BD04E01B098}" type="slidenum">
              <a:rPr lang="en-US" altLang="zh-CN"/>
              <a:pPr>
                <a:defRPr/>
              </a:pPr>
              <a:t>‹#›</a:t>
            </a:fld>
            <a:endParaRPr lang="en-US" altLang="zh-CN"/>
          </a:p>
        </p:txBody>
      </p:sp>
    </p:spTree>
    <p:extLst>
      <p:ext uri="{BB962C8B-B14F-4D97-AF65-F5344CB8AC3E}">
        <p14:creationId xmlns:p14="http://schemas.microsoft.com/office/powerpoint/2010/main" val="2825976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1"/>
          </p:nvPr>
        </p:nvSpPr>
        <p:spPr>
          <a:ln/>
        </p:spPr>
        <p:txBody>
          <a:bodyPr/>
          <a:lstStyle>
            <a:lvl1pPr>
              <a:defRPr/>
            </a:lvl1pPr>
          </a:lstStyle>
          <a:p>
            <a:pPr>
              <a:defRPr/>
            </a:pPr>
            <a:fld id="{DF89EEF7-AF44-4FA8-ABD9-746A444E8C26}" type="slidenum">
              <a:rPr lang="en-US" altLang="zh-CN"/>
              <a:pPr>
                <a:defRPr/>
              </a:pPr>
              <a:t>‹#›</a:t>
            </a:fld>
            <a:endParaRPr lang="en-US" altLang="zh-CN"/>
          </a:p>
        </p:txBody>
      </p:sp>
    </p:spTree>
    <p:extLst>
      <p:ext uri="{BB962C8B-B14F-4D97-AF65-F5344CB8AC3E}">
        <p14:creationId xmlns:p14="http://schemas.microsoft.com/office/powerpoint/2010/main" val="3856982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3"/>
          <p:cNvSpPr>
            <a:spLocks noGrp="1" noChangeArrowheads="1"/>
          </p:cNvSpPr>
          <p:nvPr>
            <p:ph type="sldNum" sz="quarter" idx="11"/>
          </p:nvPr>
        </p:nvSpPr>
        <p:spPr>
          <a:ln/>
        </p:spPr>
        <p:txBody>
          <a:bodyPr/>
          <a:lstStyle>
            <a:lvl1pPr>
              <a:defRPr/>
            </a:lvl1pPr>
          </a:lstStyle>
          <a:p>
            <a:pPr>
              <a:defRPr/>
            </a:pPr>
            <a:fld id="{7E1AE553-0213-4B07-8B01-E7B074EF0C35}" type="slidenum">
              <a:rPr lang="en-US" altLang="zh-CN"/>
              <a:pPr>
                <a:defRPr/>
              </a:pPr>
              <a:t>‹#›</a:t>
            </a:fld>
            <a:endParaRPr lang="en-US" altLang="zh-CN"/>
          </a:p>
        </p:txBody>
      </p:sp>
    </p:spTree>
    <p:extLst>
      <p:ext uri="{BB962C8B-B14F-4D97-AF65-F5344CB8AC3E}">
        <p14:creationId xmlns:p14="http://schemas.microsoft.com/office/powerpoint/2010/main" val="690049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34325C7F-9A17-4359-A2BC-801AC315F555}" type="slidenum">
              <a:rPr lang="en-US" altLang="zh-CN"/>
              <a:pPr>
                <a:defRPr/>
              </a:pPr>
              <a:t>‹#›</a:t>
            </a:fld>
            <a:endParaRPr lang="en-US" altLang="zh-CN"/>
          </a:p>
        </p:txBody>
      </p:sp>
    </p:spTree>
    <p:extLst>
      <p:ext uri="{BB962C8B-B14F-4D97-AF65-F5344CB8AC3E}">
        <p14:creationId xmlns:p14="http://schemas.microsoft.com/office/powerpoint/2010/main" val="2033125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A093C159-438D-4819-B98C-83765CE0900A}" type="slidenum">
              <a:rPr lang="en-US" altLang="zh-CN"/>
              <a:pPr>
                <a:defRPr/>
              </a:pPr>
              <a:t>‹#›</a:t>
            </a:fld>
            <a:endParaRPr lang="en-US" altLang="zh-CN"/>
          </a:p>
        </p:txBody>
      </p:sp>
    </p:spTree>
    <p:extLst>
      <p:ext uri="{BB962C8B-B14F-4D97-AF65-F5344CB8AC3E}">
        <p14:creationId xmlns:p14="http://schemas.microsoft.com/office/powerpoint/2010/main" val="174064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038DB9D1-11C2-46ED-ACC0-EA18AE94D9CB}" type="slidenum">
              <a:rPr lang="en-US" altLang="zh-CN"/>
              <a:pPr>
                <a:defRPr/>
              </a:pPr>
              <a:t>‹#›</a:t>
            </a:fld>
            <a:endParaRPr lang="en-US" altLang="zh-CN"/>
          </a:p>
        </p:txBody>
      </p:sp>
    </p:spTree>
    <p:extLst>
      <p:ext uri="{BB962C8B-B14F-4D97-AF65-F5344CB8AC3E}">
        <p14:creationId xmlns:p14="http://schemas.microsoft.com/office/powerpoint/2010/main" val="2899228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214313"/>
            <a:ext cx="1974850"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042988" y="214313"/>
            <a:ext cx="5773737" cy="56737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904AE4F4-FDE9-4611-84F1-81AE465C4D19}" type="slidenum">
              <a:rPr lang="en-US" altLang="zh-CN"/>
              <a:pPr>
                <a:defRPr/>
              </a:pPr>
              <a:t>‹#›</a:t>
            </a:fld>
            <a:endParaRPr lang="en-US" altLang="zh-CN"/>
          </a:p>
        </p:txBody>
      </p:sp>
    </p:spTree>
    <p:extLst>
      <p:ext uri="{BB962C8B-B14F-4D97-AF65-F5344CB8AC3E}">
        <p14:creationId xmlns:p14="http://schemas.microsoft.com/office/powerpoint/2010/main" val="286944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1042988" y="17732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45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zh-CN"/>
          </a:p>
        </p:txBody>
      </p:sp>
      <p:sp>
        <p:nvSpPr>
          <p:cNvPr id="2458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pPr>
              <a:defRPr/>
            </a:pPr>
            <a:fld id="{3334C90B-989F-4EEE-A87A-81633A2FFE0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charset="0"/>
          <a:ea typeface="黑体" pitchFamily="2" charset="-122"/>
        </a:defRPr>
      </a:lvl2pPr>
      <a:lvl3pPr algn="l" rtl="0" eaLnBrk="0" fontAlgn="base" hangingPunct="0">
        <a:spcBef>
          <a:spcPct val="0"/>
        </a:spcBef>
        <a:spcAft>
          <a:spcPct val="0"/>
        </a:spcAft>
        <a:defRPr sz="4400">
          <a:solidFill>
            <a:srgbClr val="333399"/>
          </a:solidFill>
          <a:latin typeface="Arial" charset="0"/>
          <a:ea typeface="黑体" pitchFamily="2" charset="-122"/>
        </a:defRPr>
      </a:lvl3pPr>
      <a:lvl4pPr algn="l" rtl="0" eaLnBrk="0" fontAlgn="base" hangingPunct="0">
        <a:spcBef>
          <a:spcPct val="0"/>
        </a:spcBef>
        <a:spcAft>
          <a:spcPct val="0"/>
        </a:spcAft>
        <a:defRPr sz="4400">
          <a:solidFill>
            <a:srgbClr val="333399"/>
          </a:solidFill>
          <a:latin typeface="Arial" charset="0"/>
          <a:ea typeface="黑体" pitchFamily="2" charset="-122"/>
        </a:defRPr>
      </a:lvl4pPr>
      <a:lvl5pPr algn="l" rtl="0" eaLnBrk="0" fontAlgn="base" hangingPunct="0">
        <a:spcBef>
          <a:spcPct val="0"/>
        </a:spcBef>
        <a:spcAft>
          <a:spcPct val="0"/>
        </a:spcAft>
        <a:defRPr sz="4400">
          <a:solidFill>
            <a:srgbClr val="333399"/>
          </a:solidFill>
          <a:latin typeface="Arial" charset="0"/>
          <a:ea typeface="黑体" pitchFamily="2" charset="-122"/>
        </a:defRPr>
      </a:lvl5pPr>
      <a:lvl6pPr marL="457200" algn="l" rtl="0" fontAlgn="base">
        <a:spcBef>
          <a:spcPct val="0"/>
        </a:spcBef>
        <a:spcAft>
          <a:spcPct val="0"/>
        </a:spcAft>
        <a:defRPr sz="4400">
          <a:solidFill>
            <a:srgbClr val="333399"/>
          </a:solidFill>
          <a:latin typeface="Arial" charset="0"/>
          <a:ea typeface="黑体" pitchFamily="2" charset="-122"/>
        </a:defRPr>
      </a:lvl6pPr>
      <a:lvl7pPr marL="914400" algn="l" rtl="0" fontAlgn="base">
        <a:spcBef>
          <a:spcPct val="0"/>
        </a:spcBef>
        <a:spcAft>
          <a:spcPct val="0"/>
        </a:spcAft>
        <a:defRPr sz="4400">
          <a:solidFill>
            <a:srgbClr val="333399"/>
          </a:solidFill>
          <a:latin typeface="Arial" charset="0"/>
          <a:ea typeface="黑体" pitchFamily="2" charset="-122"/>
        </a:defRPr>
      </a:lvl7pPr>
      <a:lvl8pPr marL="1371600" algn="l" rtl="0" fontAlgn="base">
        <a:spcBef>
          <a:spcPct val="0"/>
        </a:spcBef>
        <a:spcAft>
          <a:spcPct val="0"/>
        </a:spcAft>
        <a:defRPr sz="4400">
          <a:solidFill>
            <a:srgbClr val="333399"/>
          </a:solidFill>
          <a:latin typeface="Arial" charset="0"/>
          <a:ea typeface="黑体" pitchFamily="2" charset="-122"/>
        </a:defRPr>
      </a:lvl8pPr>
      <a:lvl9pPr marL="1828800" algn="l" rtl="0" fontAlgn="base">
        <a:spcBef>
          <a:spcPct val="0"/>
        </a:spcBef>
        <a:spcAft>
          <a:spcPct val="0"/>
        </a:spcAft>
        <a:defRPr sz="4400">
          <a:solidFill>
            <a:srgbClr val="333399"/>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333399"/>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ftp://ftp2.qztc.edu.cn/" TargetMode="External"/><Relationship Id="rId2" Type="http://schemas.openxmlformats.org/officeDocument/2006/relationships/hyperlink" Target="ftp://ftp.qztc.edu.cn/"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image" Target="../media/image4.wmf"/><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wmf"/><Relationship Id="rId5" Type="http://schemas.openxmlformats.org/officeDocument/2006/relationships/image" Target="../media/image4.wmf"/><Relationship Id="rId4" Type="http://schemas.openxmlformats.org/officeDocument/2006/relationships/oleObject" Target="../embeddings/oleObject3.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4.wmf"/><Relationship Id="rId4" Type="http://schemas.openxmlformats.org/officeDocument/2006/relationships/oleObject" Target="../embeddings/oleObject5.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4.wmf"/><Relationship Id="rId4" Type="http://schemas.openxmlformats.org/officeDocument/2006/relationships/oleObject" Target="../embeddings/oleObject6.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4.wmf"/><Relationship Id="rId4" Type="http://schemas.openxmlformats.org/officeDocument/2006/relationships/oleObject" Target="../embeddings/oleObject7.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4.wmf"/><Relationship Id="rId4" Type="http://schemas.openxmlformats.org/officeDocument/2006/relationships/oleObject" Target="../embeddings/oleObject8.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4.wmf"/><Relationship Id="rId4" Type="http://schemas.openxmlformats.org/officeDocument/2006/relationships/oleObject" Target="../embeddings/oleObject9.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1.xml"/><Relationship Id="rId1" Type="http://schemas.openxmlformats.org/officeDocument/2006/relationships/slideLayout" Target="../slideLayouts/slideLayout6.xml"/><Relationship Id="rId4" Type="http://schemas.openxmlformats.org/officeDocument/2006/relationships/image" Target="../media/image3.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5.xml"/><Relationship Id="rId1" Type="http://schemas.openxmlformats.org/officeDocument/2006/relationships/slideLayout" Target="../slideLayouts/slideLayout6.xml"/><Relationship Id="rId4" Type="http://schemas.openxmlformats.org/officeDocument/2006/relationships/image" Target="../media/image3.wmf"/></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wmf"/><Relationship Id="rId4" Type="http://schemas.openxmlformats.org/officeDocument/2006/relationships/oleObject" Target="../embeddings/oleObject10.bin"/></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04.xml"/><Relationship Id="rId1" Type="http://schemas.openxmlformats.org/officeDocument/2006/relationships/slideLayout" Target="../slideLayouts/slideLayout6.xml"/><Relationship Id="rId4" Type="http://schemas.openxmlformats.org/officeDocument/2006/relationships/image" Target="../media/image3.wmf"/></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18.xml"/><Relationship Id="rId1" Type="http://schemas.openxmlformats.org/officeDocument/2006/relationships/slideLayout" Target="../slideLayouts/slideLayout6.xml"/><Relationship Id="rId6" Type="http://schemas.openxmlformats.org/officeDocument/2006/relationships/image" Target="../media/image11.wmf"/><Relationship Id="rId5" Type="http://schemas.openxmlformats.org/officeDocument/2006/relationships/image" Target="../media/image3.wmf"/><Relationship Id="rId4" Type="http://schemas.openxmlformats.org/officeDocument/2006/relationships/image" Target="../media/image2.wmf"/></Relationships>
</file>

<file path=ppt/slides/_rels/slide148.xml.rels><?xml version="1.0" encoding="UTF-8" standalone="yes"?>
<Relationships xmlns="http://schemas.openxmlformats.org/package/2006/relationships"><Relationship Id="rId3" Type="http://schemas.openxmlformats.org/officeDocument/2006/relationships/hyperlink" Target="http://baike.baidu.com/view/569797.htm" TargetMode="External"/><Relationship Id="rId2" Type="http://schemas.openxmlformats.org/officeDocument/2006/relationships/hyperlink" Target="http://baike.baidu.com/view/642705.htm" TargetMode="External"/><Relationship Id="rId1" Type="http://schemas.openxmlformats.org/officeDocument/2006/relationships/slideLayout" Target="../slideLayouts/slideLayout2.xml"/><Relationship Id="rId5" Type="http://schemas.openxmlformats.org/officeDocument/2006/relationships/hyperlink" Target="http://baike.baidu.com/view/297227.htm" TargetMode="External"/><Relationship Id="rId4" Type="http://schemas.openxmlformats.org/officeDocument/2006/relationships/hyperlink" Target="http://baike.baidu.com/view/642701.htm" TargetMode="Externa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4.wmf"/><Relationship Id="rId4" Type="http://schemas.openxmlformats.org/officeDocument/2006/relationships/oleObject" Target="../embeddings/oleObject11.bin"/></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90600" y="1676400"/>
            <a:ext cx="7253288" cy="1462088"/>
          </a:xfrm>
        </p:spPr>
        <p:txBody>
          <a:bodyPr/>
          <a:lstStyle/>
          <a:p>
            <a:pPr algn="ctr" eaLnBrk="1" hangingPunct="1"/>
            <a:r>
              <a:rPr lang="zh-CN" altLang="en-US" smtClean="0"/>
              <a:t>计算机网络</a:t>
            </a:r>
          </a:p>
        </p:txBody>
      </p:sp>
      <p:sp>
        <p:nvSpPr>
          <p:cNvPr id="3075" name="Rectangle 3"/>
          <p:cNvSpPr>
            <a:spLocks noGrp="1" noChangeArrowheads="1"/>
          </p:cNvSpPr>
          <p:nvPr>
            <p:ph type="subTitle" idx="1"/>
          </p:nvPr>
        </p:nvSpPr>
        <p:spPr/>
        <p:txBody>
          <a:bodyPr/>
          <a:lstStyle/>
          <a:p>
            <a:pPr eaLnBrk="1" hangingPunct="1"/>
            <a:r>
              <a:rPr lang="zh-CN" altLang="en-US" smtClean="0"/>
              <a:t>第 </a:t>
            </a:r>
            <a:r>
              <a:rPr lang="en-US" altLang="zh-CN" smtClean="0"/>
              <a:t>6 </a:t>
            </a:r>
            <a:r>
              <a:rPr lang="zh-CN" altLang="en-US" smtClean="0"/>
              <a:t>章  应用层</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r>
              <a:rPr lang="zh-CN" altLang="en-US" smtClean="0"/>
              <a:t>例举</a:t>
            </a:r>
          </a:p>
        </p:txBody>
      </p:sp>
      <p:sp>
        <p:nvSpPr>
          <p:cNvPr id="4099" name="Rectangle 3"/>
          <p:cNvSpPr>
            <a:spLocks noGrp="1" noChangeArrowheads="1"/>
          </p:cNvSpPr>
          <p:nvPr>
            <p:ph type="body" idx="1"/>
          </p:nvPr>
        </p:nvSpPr>
        <p:spPr/>
        <p:txBody>
          <a:bodyPr/>
          <a:lstStyle/>
          <a:p>
            <a:pPr eaLnBrk="1" hangingPunct="1"/>
            <a:r>
              <a:rPr lang="en-US" altLang="zh-CN" smtClean="0"/>
              <a:t>HTTP</a:t>
            </a:r>
          </a:p>
          <a:p>
            <a:pPr eaLnBrk="1" hangingPunct="1"/>
            <a:r>
              <a:rPr lang="en-US" altLang="zh-CN" smtClean="0"/>
              <a:t>SMTP/POP3</a:t>
            </a:r>
          </a:p>
          <a:p>
            <a:pPr eaLnBrk="1" hangingPunct="1"/>
            <a:r>
              <a:rPr lang="en-US" altLang="zh-CN" smtClean="0"/>
              <a:t>FTP</a:t>
            </a:r>
          </a:p>
          <a:p>
            <a:pPr eaLnBrk="1" hangingPunct="1"/>
            <a:r>
              <a:rPr lang="en-US" altLang="zh-CN" smtClean="0"/>
              <a:t>TELNET </a:t>
            </a:r>
            <a:r>
              <a:rPr lang="zh-CN" altLang="en-US" smtClean="0"/>
              <a:t>远程终端协议</a:t>
            </a:r>
          </a:p>
          <a:p>
            <a:pPr eaLnBrk="1" hangingPunct="1"/>
            <a:r>
              <a:rPr lang="en-US" altLang="zh-CN" smtClean="0"/>
              <a:t>DHCP</a:t>
            </a:r>
          </a:p>
          <a:p>
            <a:pPr eaLnBrk="1" hangingPunct="1"/>
            <a:endParaRPr lang="en-US" altLang="zh-CN" smtClean="0"/>
          </a:p>
          <a:p>
            <a:pPr eaLnBrk="1" hangingPunct="1"/>
            <a:endParaRPr lang="en-US" altLang="zh-CN"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t>应用层协议的特点 </a:t>
            </a:r>
          </a:p>
        </p:txBody>
      </p:sp>
      <p:sp>
        <p:nvSpPr>
          <p:cNvPr id="123907" name="Rectangle 3"/>
          <p:cNvSpPr>
            <a:spLocks noGrp="1" noChangeArrowheads="1"/>
          </p:cNvSpPr>
          <p:nvPr>
            <p:ph type="body" idx="1"/>
          </p:nvPr>
        </p:nvSpPr>
        <p:spPr>
          <a:xfrm>
            <a:off x="971550" y="1844675"/>
            <a:ext cx="7983538" cy="4679950"/>
          </a:xfrm>
        </p:spPr>
        <p:txBody>
          <a:bodyPr/>
          <a:lstStyle/>
          <a:p>
            <a:pPr algn="just" eaLnBrk="1" hangingPunct="1"/>
            <a:r>
              <a:rPr lang="zh-CN" altLang="en-US" sz="2800" smtClean="0">
                <a:latin typeface="黑体" pitchFamily="49" charset="-122"/>
              </a:rPr>
              <a:t>每个应用层协议都是为了解决某一类应用问题，而问题的解决又往往是通过位于不同主机中的多个应用进程之间的通信和协同工作来完成的。应用层的具体内容就是规定应用进程在通信时所遵循的协议。</a:t>
            </a:r>
          </a:p>
          <a:p>
            <a:pPr algn="just" eaLnBrk="1" hangingPunct="1"/>
            <a:r>
              <a:rPr lang="zh-CN" altLang="en-US" sz="2800" smtClean="0"/>
              <a:t>应用层的许多协议都是基于客户服务器方式。客户</a:t>
            </a:r>
            <a:r>
              <a:rPr lang="en-US" altLang="zh-CN" sz="2800" smtClean="0"/>
              <a:t>(client)</a:t>
            </a:r>
            <a:r>
              <a:rPr lang="zh-CN" altLang="en-US" sz="2800" smtClean="0"/>
              <a:t>和服务器</a:t>
            </a:r>
            <a:r>
              <a:rPr lang="en-US" altLang="zh-CN" sz="2800" smtClean="0"/>
              <a:t>(server)</a:t>
            </a:r>
            <a:r>
              <a:rPr lang="zh-CN" altLang="en-US" sz="2800" smtClean="0"/>
              <a:t>都是指通信中所涉及的两个应用进程。客户服务器方式所描述的是进程之间服务和被服务的关系。客户是服务请求方，服务器是服务提供方。</a:t>
            </a:r>
            <a:r>
              <a:rPr lang="zh-CN" altLang="en-US" sz="2000" smtClean="0"/>
              <a:t> </a:t>
            </a:r>
            <a:r>
              <a:rPr lang="zh-CN" altLang="en-US" sz="2800" smtClean="0">
                <a:latin typeface="黑体"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eaLnBrk="1" hangingPunct="1"/>
            <a:r>
              <a:rPr lang="en-US" altLang="zh-CN" smtClean="0"/>
              <a:t>6.1  </a:t>
            </a:r>
            <a:r>
              <a:rPr lang="zh-CN" altLang="en-US" smtClean="0"/>
              <a:t>域名系统 </a:t>
            </a:r>
            <a:r>
              <a:rPr lang="en-US" altLang="zh-CN" smtClean="0"/>
              <a:t>DNS</a:t>
            </a:r>
            <a:br>
              <a:rPr lang="en-US" altLang="zh-CN" smtClean="0"/>
            </a:br>
            <a:r>
              <a:rPr lang="en-US" altLang="zh-CN" sz="4000" smtClean="0"/>
              <a:t>6.1.1  </a:t>
            </a:r>
            <a:r>
              <a:rPr lang="zh-CN" altLang="en-US" sz="4000" smtClean="0"/>
              <a:t>域名系统概述</a:t>
            </a:r>
          </a:p>
        </p:txBody>
      </p:sp>
      <p:sp>
        <p:nvSpPr>
          <p:cNvPr id="573443" name="Rectangle 3"/>
          <p:cNvSpPr>
            <a:spLocks noGrp="1" noChangeArrowheads="1"/>
          </p:cNvSpPr>
          <p:nvPr>
            <p:ph type="body" idx="1"/>
          </p:nvPr>
        </p:nvSpPr>
        <p:spPr>
          <a:xfrm>
            <a:off x="1042988" y="1978025"/>
            <a:ext cx="7772400" cy="4114800"/>
          </a:xfrm>
        </p:spPr>
        <p:txBody>
          <a:bodyPr/>
          <a:lstStyle/>
          <a:p>
            <a:pPr algn="just" eaLnBrk="1" hangingPunct="1"/>
            <a:r>
              <a:rPr lang="zh-CN" altLang="en-US" smtClean="0"/>
              <a:t>因特网采用层次结构的命名树作为主机的名字，并使用</a:t>
            </a:r>
            <a:r>
              <a:rPr lang="zh-CN" altLang="en-US" smtClean="0">
                <a:solidFill>
                  <a:schemeClr val="hlink"/>
                </a:solidFill>
              </a:rPr>
              <a:t>分布式</a:t>
            </a:r>
            <a:r>
              <a:rPr lang="zh-CN" altLang="en-US" smtClean="0"/>
              <a:t>的域名系统 </a:t>
            </a:r>
            <a:r>
              <a:rPr lang="en-US" altLang="zh-CN" smtClean="0"/>
              <a:t>DNS</a:t>
            </a:r>
            <a:r>
              <a:rPr lang="zh-CN" altLang="en-US" smtClean="0"/>
              <a:t>。</a:t>
            </a:r>
          </a:p>
          <a:p>
            <a:pPr algn="just" eaLnBrk="1" hangingPunct="1"/>
            <a:r>
              <a:rPr lang="en-US" altLang="zh-CN" smtClean="0"/>
              <a:t>227</a:t>
            </a:r>
          </a:p>
          <a:p>
            <a:pPr algn="just" eaLnBrk="1" hangingPunct="1"/>
            <a:r>
              <a:rPr lang="zh-CN" altLang="en-US" smtClean="0"/>
              <a:t>域名到</a:t>
            </a:r>
            <a:r>
              <a:rPr lang="zh-CN" altLang="en-US" sz="1600" smtClean="0"/>
              <a:t> </a:t>
            </a:r>
            <a:r>
              <a:rPr lang="en-US" altLang="zh-CN" smtClean="0"/>
              <a:t>IP</a:t>
            </a:r>
            <a:r>
              <a:rPr lang="en-US" altLang="zh-CN" sz="1200" smtClean="0"/>
              <a:t> </a:t>
            </a:r>
            <a:r>
              <a:rPr lang="zh-CN" altLang="en-US" smtClean="0"/>
              <a:t>地址的解析是由若干个域名服务器程序完成的。域名服务器程序在专设的结点上运行，运行该程序的机器称为</a:t>
            </a:r>
            <a:r>
              <a:rPr lang="zh-CN" altLang="en-US" smtClean="0">
                <a:solidFill>
                  <a:schemeClr val="hlink"/>
                </a:solidFill>
              </a:rPr>
              <a:t>域名服务器</a:t>
            </a:r>
            <a:r>
              <a:rPr lang="zh-CN" altLang="en-US" smtClean="0"/>
              <a:t>。</a:t>
            </a:r>
            <a:r>
              <a:rPr lang="zh-CN" altLang="en-US" sz="3600" smtClean="0"/>
              <a:t> </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1501775" y="4178300"/>
            <a:ext cx="7146925" cy="763588"/>
          </a:xfrm>
          <a:prstGeom prst="rect">
            <a:avLst/>
          </a:prstGeom>
          <a:solidFill>
            <a:srgbClr val="FFFFCC"/>
          </a:solidFill>
          <a:ln w="2857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 name="Rectangle 2"/>
          <p:cNvSpPr>
            <a:spLocks noGrp="1" noChangeArrowheads="1"/>
          </p:cNvSpPr>
          <p:nvPr>
            <p:ph type="title"/>
          </p:nvPr>
        </p:nvSpPr>
        <p:spPr/>
        <p:txBody>
          <a:bodyPr/>
          <a:lstStyle/>
          <a:p>
            <a:pPr algn="ctr" eaLnBrk="1" hangingPunct="1"/>
            <a:r>
              <a:rPr lang="en-US" altLang="zh-CN" smtClean="0"/>
              <a:t>6.1.2   </a:t>
            </a:r>
            <a:r>
              <a:rPr lang="zh-CN" altLang="en-US" smtClean="0"/>
              <a:t>因特网的域名结构</a:t>
            </a:r>
          </a:p>
        </p:txBody>
      </p:sp>
      <p:sp>
        <p:nvSpPr>
          <p:cNvPr id="7172" name="Rectangle 3"/>
          <p:cNvSpPr>
            <a:spLocks noGrp="1" noChangeArrowheads="1"/>
          </p:cNvSpPr>
          <p:nvPr>
            <p:ph type="body" idx="1"/>
          </p:nvPr>
        </p:nvSpPr>
        <p:spPr>
          <a:xfrm>
            <a:off x="1042988" y="1835150"/>
            <a:ext cx="7772400" cy="4114800"/>
          </a:xfrm>
        </p:spPr>
        <p:txBody>
          <a:bodyPr/>
          <a:lstStyle/>
          <a:p>
            <a:pPr eaLnBrk="1" hangingPunct="1">
              <a:lnSpc>
                <a:spcPct val="90000"/>
              </a:lnSpc>
            </a:pPr>
            <a:r>
              <a:rPr lang="zh-CN" altLang="en-US" sz="2800" smtClean="0"/>
              <a:t>因特网采用了层次树状结构的命名方法。</a:t>
            </a:r>
          </a:p>
          <a:p>
            <a:pPr eaLnBrk="1" hangingPunct="1">
              <a:lnSpc>
                <a:spcPct val="90000"/>
              </a:lnSpc>
            </a:pPr>
            <a:r>
              <a:rPr lang="zh-CN" altLang="en-US" sz="2800" smtClean="0"/>
              <a:t>任何一个连接在因特网上的主机或路由器，都有一个</a:t>
            </a:r>
            <a:r>
              <a:rPr lang="zh-CN" altLang="en-US" sz="2800" smtClean="0">
                <a:solidFill>
                  <a:schemeClr val="hlink"/>
                </a:solidFill>
              </a:rPr>
              <a:t>唯一</a:t>
            </a:r>
            <a:r>
              <a:rPr lang="zh-CN" altLang="en-US" sz="2800" smtClean="0"/>
              <a:t>的</a:t>
            </a:r>
            <a:r>
              <a:rPr lang="zh-CN" altLang="en-US" sz="2800" smtClean="0">
                <a:solidFill>
                  <a:schemeClr val="hlink"/>
                </a:solidFill>
              </a:rPr>
              <a:t>域名</a:t>
            </a:r>
            <a:r>
              <a:rPr lang="zh-CN" altLang="en-US" sz="2800" smtClean="0"/>
              <a:t>。</a:t>
            </a:r>
          </a:p>
          <a:p>
            <a:pPr eaLnBrk="1" hangingPunct="1">
              <a:lnSpc>
                <a:spcPct val="90000"/>
              </a:lnSpc>
            </a:pPr>
            <a:r>
              <a:rPr lang="zh-CN" altLang="en-US" sz="2800" smtClean="0"/>
              <a:t>域名的结构由标号序列组成，各标号之间用</a:t>
            </a:r>
            <a:r>
              <a:rPr lang="zh-CN" altLang="en-US" sz="2800" smtClean="0">
                <a:solidFill>
                  <a:schemeClr val="hlink"/>
                </a:solidFill>
              </a:rPr>
              <a:t>点</a:t>
            </a:r>
            <a:r>
              <a:rPr lang="zh-CN" altLang="en-US" sz="2800" smtClean="0"/>
              <a:t>隔开：</a:t>
            </a:r>
          </a:p>
          <a:p>
            <a:pPr eaLnBrk="1" hangingPunct="1">
              <a:lnSpc>
                <a:spcPct val="90000"/>
              </a:lnSpc>
              <a:spcBef>
                <a:spcPct val="60000"/>
              </a:spcBef>
              <a:spcAft>
                <a:spcPct val="60000"/>
              </a:spcAft>
              <a:buFont typeface="Wingdings" pitchFamily="2" charset="2"/>
              <a:buNone/>
            </a:pPr>
            <a:r>
              <a:rPr lang="zh-CN" altLang="en-US" sz="2800" smtClean="0"/>
              <a:t>              </a:t>
            </a:r>
            <a:r>
              <a:rPr lang="en-US" altLang="zh-CN" sz="2800" smtClean="0"/>
              <a:t>… </a:t>
            </a:r>
            <a:r>
              <a:rPr lang="en-US" altLang="zh-CN" sz="3600" b="1" smtClean="0"/>
              <a:t>.</a:t>
            </a:r>
            <a:r>
              <a:rPr lang="en-US" altLang="zh-CN" sz="2800" b="1" smtClean="0"/>
              <a:t> </a:t>
            </a:r>
            <a:r>
              <a:rPr lang="zh-CN" altLang="en-US" sz="2800" smtClean="0"/>
              <a:t>三级域名 </a:t>
            </a:r>
            <a:r>
              <a:rPr lang="en-US" altLang="zh-CN" sz="3600" b="1" smtClean="0"/>
              <a:t>.</a:t>
            </a:r>
            <a:r>
              <a:rPr lang="en-US" altLang="zh-CN" sz="2800" b="1" smtClean="0"/>
              <a:t> </a:t>
            </a:r>
            <a:r>
              <a:rPr lang="zh-CN" altLang="en-US" sz="2800" smtClean="0"/>
              <a:t>二级域名 </a:t>
            </a:r>
            <a:r>
              <a:rPr lang="en-US" altLang="zh-CN" sz="3600" b="1" smtClean="0"/>
              <a:t>.</a:t>
            </a:r>
            <a:r>
              <a:rPr lang="en-US" altLang="zh-CN" sz="2800" b="1" smtClean="0"/>
              <a:t> </a:t>
            </a:r>
            <a:r>
              <a:rPr lang="zh-CN" altLang="en-US" sz="2800" smtClean="0"/>
              <a:t>顶级域名</a:t>
            </a:r>
          </a:p>
          <a:p>
            <a:pPr eaLnBrk="1" hangingPunct="1">
              <a:lnSpc>
                <a:spcPct val="90000"/>
              </a:lnSpc>
            </a:pPr>
            <a:r>
              <a:rPr lang="zh-CN" altLang="en-US" sz="2800" smtClean="0"/>
              <a:t>各标号分别代表不同级别的域名。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150938" y="214313"/>
            <a:ext cx="7308850" cy="1462087"/>
          </a:xfrm>
        </p:spPr>
        <p:txBody>
          <a:bodyPr/>
          <a:lstStyle/>
          <a:p>
            <a:pPr algn="ctr" eaLnBrk="1" hangingPunct="1"/>
            <a:r>
              <a:rPr lang="zh-CN" altLang="en-US" sz="4000" smtClean="0"/>
              <a:t>域名只是个逻辑概念</a:t>
            </a:r>
          </a:p>
        </p:txBody>
      </p:sp>
      <p:sp>
        <p:nvSpPr>
          <p:cNvPr id="8195" name="Rectangle 3"/>
          <p:cNvSpPr>
            <a:spLocks noGrp="1" noChangeArrowheads="1"/>
          </p:cNvSpPr>
          <p:nvPr>
            <p:ph type="body" idx="1"/>
          </p:nvPr>
        </p:nvSpPr>
        <p:spPr/>
        <p:txBody>
          <a:bodyPr/>
          <a:lstStyle/>
          <a:p>
            <a:pPr eaLnBrk="1" hangingPunct="1"/>
            <a:r>
              <a:rPr lang="zh-CN" altLang="en-US" sz="2800" smtClean="0"/>
              <a:t>域名只是个逻辑概念，并不代表计算机所在的物理地点。</a:t>
            </a:r>
          </a:p>
          <a:p>
            <a:pPr eaLnBrk="1" hangingPunct="1"/>
            <a:r>
              <a:rPr lang="zh-CN" altLang="en-US" sz="2800" smtClean="0"/>
              <a:t>变长的域名和使用有助记忆的字符串，是为了便于人来使用。而 </a:t>
            </a:r>
            <a:r>
              <a:rPr lang="en-US" altLang="zh-CN" sz="2800" smtClean="0"/>
              <a:t>IP </a:t>
            </a:r>
            <a:r>
              <a:rPr lang="zh-CN" altLang="en-US" sz="2800" smtClean="0"/>
              <a:t>地址是定长的 </a:t>
            </a:r>
            <a:r>
              <a:rPr lang="en-US" altLang="zh-CN" sz="2800" smtClean="0"/>
              <a:t>32 </a:t>
            </a:r>
            <a:r>
              <a:rPr lang="zh-CN" altLang="en-US" sz="2800" smtClean="0"/>
              <a:t>位二进制数字则非常便于机器进行处理。</a:t>
            </a:r>
          </a:p>
          <a:p>
            <a:pPr eaLnBrk="1" hangingPunct="1"/>
            <a:r>
              <a:rPr lang="zh-CN" altLang="en-US" sz="2800" smtClean="0"/>
              <a:t>域名中的“点”和点分十进制 </a:t>
            </a:r>
            <a:r>
              <a:rPr lang="en-US" altLang="zh-CN" sz="2800" smtClean="0"/>
              <a:t>IP </a:t>
            </a:r>
            <a:r>
              <a:rPr lang="zh-CN" altLang="en-US" sz="2800" smtClean="0"/>
              <a:t>地址中的“点”并无一一对应的关系。点分十进制 </a:t>
            </a:r>
            <a:r>
              <a:rPr lang="en-US" altLang="zh-CN" sz="2800" smtClean="0"/>
              <a:t>IP </a:t>
            </a:r>
            <a:r>
              <a:rPr lang="zh-CN" altLang="en-US" sz="2800" smtClean="0"/>
              <a:t>地址中一定是包含三个“点”，但每一个域名中“点”的数目则不一定正好是三个。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387475" y="931863"/>
            <a:ext cx="6856413" cy="768350"/>
          </a:xfrm>
        </p:spPr>
        <p:txBody>
          <a:bodyPr/>
          <a:lstStyle/>
          <a:p>
            <a:pPr algn="ctr" eaLnBrk="1" hangingPunct="1"/>
            <a:r>
              <a:rPr lang="zh-CN" altLang="en-US" smtClean="0"/>
              <a:t>顶级域名 </a:t>
            </a:r>
            <a:r>
              <a:rPr lang="en-US" altLang="zh-CN" smtClean="0"/>
              <a:t>TLD </a:t>
            </a:r>
            <a:br>
              <a:rPr lang="en-US" altLang="zh-CN" smtClean="0"/>
            </a:br>
            <a:r>
              <a:rPr lang="en-US" altLang="zh-CN" sz="3600" smtClean="0"/>
              <a:t>(Top Level Domain)</a:t>
            </a:r>
          </a:p>
        </p:txBody>
      </p:sp>
      <p:sp>
        <p:nvSpPr>
          <p:cNvPr id="131136" name="Rectangle 64"/>
          <p:cNvSpPr>
            <a:spLocks noGrp="1" noChangeArrowheads="1"/>
          </p:cNvSpPr>
          <p:nvPr>
            <p:ph type="body" idx="1"/>
          </p:nvPr>
        </p:nvSpPr>
        <p:spPr>
          <a:xfrm>
            <a:off x="755650" y="1978025"/>
            <a:ext cx="8388350" cy="4879975"/>
          </a:xfrm>
        </p:spPr>
        <p:txBody>
          <a:bodyPr/>
          <a:lstStyle/>
          <a:p>
            <a:pPr eaLnBrk="1" hangingPunct="1">
              <a:lnSpc>
                <a:spcPct val="90000"/>
              </a:lnSpc>
              <a:buFont typeface="Wingdings" pitchFamily="2" charset="2"/>
              <a:buNone/>
            </a:pPr>
            <a:r>
              <a:rPr lang="en-US" altLang="zh-CN" smtClean="0"/>
              <a:t>(1) </a:t>
            </a:r>
            <a:r>
              <a:rPr lang="zh-CN" altLang="en-US" smtClean="0"/>
              <a:t>国家顶级域名 </a:t>
            </a:r>
            <a:r>
              <a:rPr lang="en-US" altLang="zh-CN" smtClean="0"/>
              <a:t>nTLD</a:t>
            </a:r>
            <a:r>
              <a:rPr lang="zh-CN" altLang="en-US" smtClean="0"/>
              <a:t>：如</a:t>
            </a:r>
            <a:r>
              <a:rPr lang="en-US" altLang="zh-CN" smtClean="0"/>
              <a:t>: .cn </a:t>
            </a:r>
            <a:r>
              <a:rPr lang="zh-CN" altLang="en-US" smtClean="0"/>
              <a:t>表示中国，</a:t>
            </a:r>
            <a:r>
              <a:rPr lang="en-US" altLang="zh-CN" smtClean="0"/>
              <a:t>.us </a:t>
            </a:r>
            <a:r>
              <a:rPr lang="zh-CN" altLang="en-US" smtClean="0"/>
              <a:t>表示美国，</a:t>
            </a:r>
            <a:r>
              <a:rPr lang="en-US" altLang="zh-CN" smtClean="0"/>
              <a:t>.uk </a:t>
            </a:r>
            <a:r>
              <a:rPr lang="zh-CN" altLang="en-US" smtClean="0"/>
              <a:t>表示英国，等等。</a:t>
            </a:r>
          </a:p>
          <a:p>
            <a:pPr eaLnBrk="1" hangingPunct="1">
              <a:lnSpc>
                <a:spcPct val="90000"/>
              </a:lnSpc>
              <a:buFont typeface="Wingdings" pitchFamily="2" charset="2"/>
              <a:buNone/>
            </a:pPr>
            <a:r>
              <a:rPr lang="en-US" altLang="zh-CN" smtClean="0"/>
              <a:t>(2) </a:t>
            </a:r>
            <a:r>
              <a:rPr lang="zh-CN" altLang="en-US" smtClean="0"/>
              <a:t>通用顶级域名 </a:t>
            </a:r>
            <a:r>
              <a:rPr lang="en-US" altLang="zh-CN" smtClean="0"/>
              <a:t>gTLD</a:t>
            </a:r>
            <a:r>
              <a:rPr lang="zh-CN" altLang="en-US" smtClean="0"/>
              <a:t>：最早的顶级域名是：</a:t>
            </a:r>
          </a:p>
          <a:p>
            <a:pPr eaLnBrk="1" hangingPunct="1">
              <a:lnSpc>
                <a:spcPct val="90000"/>
              </a:lnSpc>
              <a:buFont typeface="Wingdings" pitchFamily="2" charset="2"/>
              <a:buNone/>
            </a:pPr>
            <a:r>
              <a:rPr lang="zh-CN" altLang="en-US" sz="2800" smtClean="0"/>
              <a:t>    </a:t>
            </a:r>
            <a:r>
              <a:rPr lang="en-US" altLang="zh-CN" sz="2800" smtClean="0"/>
              <a:t>.com  </a:t>
            </a:r>
            <a:r>
              <a:rPr lang="zh-CN" altLang="en-US" sz="2800" smtClean="0"/>
              <a:t>（公司和企业）</a:t>
            </a:r>
          </a:p>
          <a:p>
            <a:pPr eaLnBrk="1" hangingPunct="1">
              <a:lnSpc>
                <a:spcPct val="90000"/>
              </a:lnSpc>
              <a:buFont typeface="Wingdings" pitchFamily="2" charset="2"/>
              <a:buNone/>
            </a:pPr>
            <a:r>
              <a:rPr lang="zh-CN" altLang="en-US" sz="2800" smtClean="0"/>
              <a:t>    </a:t>
            </a:r>
            <a:r>
              <a:rPr lang="en-US" altLang="zh-CN" sz="2800" smtClean="0"/>
              <a:t>.net  </a:t>
            </a:r>
            <a:r>
              <a:rPr lang="zh-CN" altLang="en-US" sz="2800" smtClean="0"/>
              <a:t>（网络服务机构）</a:t>
            </a:r>
          </a:p>
          <a:p>
            <a:pPr eaLnBrk="1" hangingPunct="1">
              <a:lnSpc>
                <a:spcPct val="90000"/>
              </a:lnSpc>
              <a:buFont typeface="Wingdings" pitchFamily="2" charset="2"/>
              <a:buNone/>
            </a:pPr>
            <a:r>
              <a:rPr lang="zh-CN" altLang="en-US" sz="2800" smtClean="0"/>
              <a:t>    </a:t>
            </a:r>
            <a:r>
              <a:rPr lang="en-US" altLang="zh-CN" sz="2800" smtClean="0"/>
              <a:t>.org  </a:t>
            </a:r>
            <a:r>
              <a:rPr lang="zh-CN" altLang="en-US" sz="2800" smtClean="0"/>
              <a:t>（非赢利性组织）</a:t>
            </a:r>
          </a:p>
          <a:p>
            <a:pPr eaLnBrk="1" hangingPunct="1">
              <a:lnSpc>
                <a:spcPct val="90000"/>
              </a:lnSpc>
              <a:buFont typeface="Wingdings" pitchFamily="2" charset="2"/>
              <a:buNone/>
            </a:pPr>
            <a:r>
              <a:rPr lang="zh-CN" altLang="en-US" sz="2800" smtClean="0"/>
              <a:t>    </a:t>
            </a:r>
            <a:r>
              <a:rPr lang="en-US" altLang="zh-CN" sz="2800" smtClean="0"/>
              <a:t>.edu  </a:t>
            </a:r>
            <a:r>
              <a:rPr lang="zh-CN" altLang="en-US" sz="2800" smtClean="0"/>
              <a:t>（美国专用的教育机构（）</a:t>
            </a:r>
          </a:p>
          <a:p>
            <a:pPr eaLnBrk="1" hangingPunct="1">
              <a:lnSpc>
                <a:spcPct val="90000"/>
              </a:lnSpc>
              <a:buFont typeface="Wingdings" pitchFamily="2" charset="2"/>
              <a:buNone/>
            </a:pPr>
            <a:r>
              <a:rPr lang="zh-CN" altLang="en-US" sz="2800" smtClean="0"/>
              <a:t>    </a:t>
            </a:r>
            <a:r>
              <a:rPr lang="en-US" altLang="zh-CN" sz="2800" smtClean="0"/>
              <a:t>.gov  </a:t>
            </a:r>
            <a:r>
              <a:rPr lang="zh-CN" altLang="en-US" sz="2800" smtClean="0"/>
              <a:t>（美国专用的政府部门）</a:t>
            </a:r>
          </a:p>
          <a:p>
            <a:pPr eaLnBrk="1" hangingPunct="1">
              <a:lnSpc>
                <a:spcPct val="90000"/>
              </a:lnSpc>
              <a:buFont typeface="Wingdings" pitchFamily="2" charset="2"/>
              <a:buNone/>
            </a:pPr>
            <a:r>
              <a:rPr lang="zh-CN" altLang="en-US" sz="2800" smtClean="0"/>
              <a:t>    </a:t>
            </a:r>
            <a:r>
              <a:rPr lang="en-US" altLang="zh-CN" sz="2800" smtClean="0"/>
              <a:t>.mil   </a:t>
            </a:r>
            <a:r>
              <a:rPr lang="zh-CN" altLang="en-US" sz="2800" smtClean="0"/>
              <a:t>（美国专用的军事部门）</a:t>
            </a:r>
          </a:p>
          <a:p>
            <a:pPr eaLnBrk="1" hangingPunct="1">
              <a:lnSpc>
                <a:spcPct val="90000"/>
              </a:lnSpc>
              <a:buFont typeface="Wingdings" pitchFamily="2" charset="2"/>
              <a:buNone/>
            </a:pPr>
            <a:r>
              <a:rPr lang="zh-CN" altLang="en-US" sz="2800" smtClean="0"/>
              <a:t>    </a:t>
            </a:r>
            <a:r>
              <a:rPr lang="en-US" altLang="zh-CN" sz="2800" smtClean="0"/>
              <a:t>.int     </a:t>
            </a:r>
            <a:r>
              <a:rPr lang="zh-CN" altLang="en-US" sz="2800" smtClean="0"/>
              <a:t>（国际组织）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1136">
                                            <p:txEl>
                                              <p:pRg st="2" end="2"/>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31136">
                                            <p:txEl>
                                              <p:pRg st="3" end="3"/>
                                            </p:txEl>
                                          </p:spTgt>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31136">
                                            <p:txEl>
                                              <p:pRg st="4" end="4"/>
                                            </p:txEl>
                                          </p:spTgt>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31136">
                                            <p:txEl>
                                              <p:pRg st="5" end="5"/>
                                            </p:txEl>
                                          </p:spTgt>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1136">
                                            <p:txEl>
                                              <p:pRg st="6" end="6"/>
                                            </p:txEl>
                                          </p:spTgt>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31136">
                                            <p:txEl>
                                              <p:pRg st="7" end="7"/>
                                            </p:txEl>
                                          </p:spTgt>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27088" y="788988"/>
            <a:ext cx="7793037" cy="839787"/>
          </a:xfrm>
        </p:spPr>
        <p:txBody>
          <a:bodyPr/>
          <a:lstStyle/>
          <a:p>
            <a:pPr algn="ctr" eaLnBrk="1" hangingPunct="1"/>
            <a:r>
              <a:rPr lang="zh-CN" altLang="en-US" sz="4000" smtClean="0"/>
              <a:t>新增加了下列的通用顶级域名 </a:t>
            </a:r>
          </a:p>
        </p:txBody>
      </p:sp>
      <p:sp>
        <p:nvSpPr>
          <p:cNvPr id="10243" name="Rectangle 3"/>
          <p:cNvSpPr>
            <a:spLocks noGrp="1" noChangeArrowheads="1"/>
          </p:cNvSpPr>
          <p:nvPr>
            <p:ph type="body" idx="1"/>
          </p:nvPr>
        </p:nvSpPr>
        <p:spPr>
          <a:xfrm>
            <a:off x="684213" y="1906588"/>
            <a:ext cx="8131175" cy="4951412"/>
          </a:xfrm>
        </p:spPr>
        <p:txBody>
          <a:bodyPr/>
          <a:lstStyle/>
          <a:p>
            <a:pPr eaLnBrk="1" hangingPunct="1">
              <a:lnSpc>
                <a:spcPct val="80000"/>
              </a:lnSpc>
            </a:pPr>
            <a:r>
              <a:rPr lang="en-US" altLang="zh-CN" sz="2800" smtClean="0"/>
              <a:t>.aero </a:t>
            </a:r>
            <a:r>
              <a:rPr lang="zh-CN" altLang="en-US" sz="2800" smtClean="0"/>
              <a:t>（航空运输企业）</a:t>
            </a:r>
          </a:p>
          <a:p>
            <a:pPr eaLnBrk="1" hangingPunct="1">
              <a:lnSpc>
                <a:spcPct val="80000"/>
              </a:lnSpc>
            </a:pPr>
            <a:r>
              <a:rPr lang="en-US" altLang="zh-CN" sz="2800" smtClean="0"/>
              <a:t>.biz  </a:t>
            </a:r>
            <a:r>
              <a:rPr lang="zh-CN" altLang="en-US" sz="2800" smtClean="0"/>
              <a:t>（公司和企业）</a:t>
            </a:r>
          </a:p>
          <a:p>
            <a:pPr eaLnBrk="1" hangingPunct="1">
              <a:lnSpc>
                <a:spcPct val="80000"/>
              </a:lnSpc>
            </a:pPr>
            <a:r>
              <a:rPr lang="en-US" altLang="zh-CN" sz="2800" smtClean="0"/>
              <a:t>.cat   </a:t>
            </a:r>
            <a:r>
              <a:rPr lang="zh-CN" altLang="en-US" sz="2800" smtClean="0"/>
              <a:t>（加泰隆人的语言和文化团体）</a:t>
            </a:r>
          </a:p>
          <a:p>
            <a:pPr eaLnBrk="1" hangingPunct="1">
              <a:lnSpc>
                <a:spcPct val="80000"/>
              </a:lnSpc>
            </a:pPr>
            <a:r>
              <a:rPr lang="en-US" altLang="zh-CN" sz="2800" smtClean="0"/>
              <a:t>.coop  </a:t>
            </a:r>
            <a:r>
              <a:rPr lang="zh-CN" altLang="en-US" sz="2800" smtClean="0"/>
              <a:t>（合作团体）</a:t>
            </a:r>
          </a:p>
          <a:p>
            <a:pPr eaLnBrk="1" hangingPunct="1">
              <a:lnSpc>
                <a:spcPct val="80000"/>
              </a:lnSpc>
            </a:pPr>
            <a:r>
              <a:rPr lang="en-US" altLang="zh-CN" sz="2800" smtClean="0"/>
              <a:t>.info  </a:t>
            </a:r>
            <a:r>
              <a:rPr lang="zh-CN" altLang="en-US" sz="2800" smtClean="0"/>
              <a:t>（各种情况）</a:t>
            </a:r>
          </a:p>
          <a:p>
            <a:pPr eaLnBrk="1" hangingPunct="1">
              <a:lnSpc>
                <a:spcPct val="80000"/>
              </a:lnSpc>
            </a:pPr>
            <a:r>
              <a:rPr lang="en-US" altLang="zh-CN" sz="2800" smtClean="0"/>
              <a:t>.jobs  </a:t>
            </a:r>
            <a:r>
              <a:rPr lang="zh-CN" altLang="en-US" sz="2800" smtClean="0"/>
              <a:t>（人力资源管理者）</a:t>
            </a:r>
          </a:p>
          <a:p>
            <a:pPr eaLnBrk="1" hangingPunct="1">
              <a:lnSpc>
                <a:spcPct val="80000"/>
              </a:lnSpc>
            </a:pPr>
            <a:r>
              <a:rPr lang="en-US" altLang="zh-CN" sz="2800" smtClean="0"/>
              <a:t>.mobi  </a:t>
            </a:r>
            <a:r>
              <a:rPr lang="zh-CN" altLang="en-US" sz="2800" smtClean="0"/>
              <a:t>（移动产品与服务的用户和提供者）</a:t>
            </a:r>
          </a:p>
          <a:p>
            <a:pPr eaLnBrk="1" hangingPunct="1">
              <a:lnSpc>
                <a:spcPct val="80000"/>
              </a:lnSpc>
            </a:pPr>
            <a:r>
              <a:rPr lang="en-US" altLang="zh-CN" sz="2800" smtClean="0"/>
              <a:t>.museum  </a:t>
            </a:r>
            <a:r>
              <a:rPr lang="zh-CN" altLang="en-US" sz="2800" smtClean="0"/>
              <a:t>（博物馆）</a:t>
            </a:r>
          </a:p>
          <a:p>
            <a:pPr eaLnBrk="1" hangingPunct="1">
              <a:lnSpc>
                <a:spcPct val="80000"/>
              </a:lnSpc>
            </a:pPr>
            <a:r>
              <a:rPr lang="en-US" altLang="zh-CN" sz="2800" smtClean="0"/>
              <a:t>.name   </a:t>
            </a:r>
            <a:r>
              <a:rPr lang="zh-CN" altLang="en-US" sz="2800" smtClean="0"/>
              <a:t>（个人）</a:t>
            </a:r>
          </a:p>
          <a:p>
            <a:pPr eaLnBrk="1" hangingPunct="1">
              <a:lnSpc>
                <a:spcPct val="80000"/>
              </a:lnSpc>
            </a:pPr>
            <a:r>
              <a:rPr lang="en-US" altLang="zh-CN" sz="2800" smtClean="0"/>
              <a:t>.pro  </a:t>
            </a:r>
            <a:r>
              <a:rPr lang="zh-CN" altLang="en-US" sz="2800" smtClean="0"/>
              <a:t>（有证书的专业人员）</a:t>
            </a:r>
          </a:p>
          <a:p>
            <a:pPr eaLnBrk="1" hangingPunct="1">
              <a:lnSpc>
                <a:spcPct val="80000"/>
              </a:lnSpc>
            </a:pPr>
            <a:r>
              <a:rPr lang="en-US" altLang="zh-CN" sz="2800" smtClean="0"/>
              <a:t>.travel  </a:t>
            </a:r>
            <a:r>
              <a:rPr lang="zh-CN" altLang="en-US" sz="2800" smtClean="0"/>
              <a:t>（旅游业）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1584325" y="44450"/>
            <a:ext cx="6516688" cy="623888"/>
          </a:xfrm>
        </p:spPr>
        <p:txBody>
          <a:bodyPr/>
          <a:lstStyle/>
          <a:p>
            <a:pPr algn="ctr" eaLnBrk="1" hangingPunct="1"/>
            <a:r>
              <a:rPr lang="zh-CN" altLang="en-US" sz="3200" smtClean="0"/>
              <a:t>因特网的域名空间 </a:t>
            </a:r>
          </a:p>
        </p:txBody>
      </p:sp>
      <p:sp>
        <p:nvSpPr>
          <p:cNvPr id="11267" name="Rectangle 122"/>
          <p:cNvSpPr>
            <a:spLocks noChangeArrowheads="1"/>
          </p:cNvSpPr>
          <p:nvPr/>
        </p:nvSpPr>
        <p:spPr bwMode="auto">
          <a:xfrm>
            <a:off x="4914900" y="684213"/>
            <a:ext cx="511175" cy="4381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chemeClr val="folHlink"/>
                </a:solidFill>
                <a:latin typeface="Arial" pitchFamily="34" charset="0"/>
                <a:ea typeface="黑体" pitchFamily="49" charset="-122"/>
              </a:rPr>
              <a:t>根</a:t>
            </a:r>
          </a:p>
        </p:txBody>
      </p:sp>
      <p:grpSp>
        <p:nvGrpSpPr>
          <p:cNvPr id="576728" name="Group 216"/>
          <p:cNvGrpSpPr>
            <a:grpSpLocks/>
          </p:cNvGrpSpPr>
          <p:nvPr/>
        </p:nvGrpSpPr>
        <p:grpSpPr bwMode="auto">
          <a:xfrm>
            <a:off x="179388" y="3865563"/>
            <a:ext cx="8775700" cy="1076325"/>
            <a:chOff x="113" y="2435"/>
            <a:chExt cx="5528" cy="678"/>
          </a:xfrm>
        </p:grpSpPr>
        <p:sp>
          <p:nvSpPr>
            <p:cNvPr id="11371" name="Rectangle 211"/>
            <p:cNvSpPr>
              <a:spLocks noChangeArrowheads="1"/>
            </p:cNvSpPr>
            <p:nvPr/>
          </p:nvSpPr>
          <p:spPr bwMode="auto">
            <a:xfrm>
              <a:off x="1020" y="2822"/>
              <a:ext cx="4621" cy="245"/>
            </a:xfrm>
            <a:prstGeom prst="rect">
              <a:avLst/>
            </a:prstGeom>
            <a:solidFill>
              <a:srgbClr val="CCCC00"/>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en-US"/>
            </a:p>
          </p:txBody>
        </p:sp>
        <p:sp>
          <p:nvSpPr>
            <p:cNvPr id="11372" name="Rectangle 130"/>
            <p:cNvSpPr>
              <a:spLocks noChangeArrowheads="1"/>
            </p:cNvSpPr>
            <p:nvPr/>
          </p:nvSpPr>
          <p:spPr bwMode="auto">
            <a:xfrm>
              <a:off x="113" y="2819"/>
              <a:ext cx="754" cy="248"/>
            </a:xfrm>
            <a:prstGeom prst="rect">
              <a:avLst/>
            </a:prstGeom>
            <a:solidFill>
              <a:srgbClr val="CCCC00"/>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chemeClr val="folHlink"/>
                  </a:solidFill>
                  <a:latin typeface="Arial" pitchFamily="34" charset="0"/>
                  <a:ea typeface="黑体" pitchFamily="49" charset="-122"/>
                </a:rPr>
                <a:t>四级域名</a:t>
              </a:r>
            </a:p>
          </p:txBody>
        </p:sp>
        <p:sp>
          <p:nvSpPr>
            <p:cNvPr id="11373" name="Text Box 131"/>
            <p:cNvSpPr txBox="1">
              <a:spLocks noChangeArrowheads="1"/>
            </p:cNvSpPr>
            <p:nvPr/>
          </p:nvSpPr>
          <p:spPr bwMode="auto">
            <a:xfrm>
              <a:off x="3556" y="2817"/>
              <a:ext cx="410"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mail</a:t>
              </a:r>
            </a:p>
          </p:txBody>
        </p:sp>
        <p:sp>
          <p:nvSpPr>
            <p:cNvPr id="11374" name="Text Box 132"/>
            <p:cNvSpPr txBox="1">
              <a:spLocks noChangeArrowheads="1"/>
            </p:cNvSpPr>
            <p:nvPr/>
          </p:nvSpPr>
          <p:spPr bwMode="auto">
            <a:xfrm>
              <a:off x="4060" y="2633"/>
              <a:ext cx="4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375" name="Text Box 151"/>
            <p:cNvSpPr txBox="1">
              <a:spLocks noChangeArrowheads="1"/>
            </p:cNvSpPr>
            <p:nvPr/>
          </p:nvSpPr>
          <p:spPr bwMode="auto">
            <a:xfrm>
              <a:off x="4614" y="2817"/>
              <a:ext cx="464"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www</a:t>
              </a:r>
            </a:p>
          </p:txBody>
        </p:sp>
        <p:sp>
          <p:nvSpPr>
            <p:cNvPr id="11376" name="Line 155"/>
            <p:cNvSpPr>
              <a:spLocks noChangeShapeType="1"/>
            </p:cNvSpPr>
            <p:nvPr/>
          </p:nvSpPr>
          <p:spPr bwMode="auto">
            <a:xfrm>
              <a:off x="4381" y="2435"/>
              <a:ext cx="437" cy="4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7" name="Line 156"/>
            <p:cNvSpPr>
              <a:spLocks noChangeShapeType="1"/>
            </p:cNvSpPr>
            <p:nvPr/>
          </p:nvSpPr>
          <p:spPr bwMode="auto">
            <a:xfrm flipH="1">
              <a:off x="3819" y="2440"/>
              <a:ext cx="560" cy="44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6726" name="Group 214"/>
          <p:cNvGrpSpPr>
            <a:grpSpLocks/>
          </p:cNvGrpSpPr>
          <p:nvPr/>
        </p:nvGrpSpPr>
        <p:grpSpPr bwMode="auto">
          <a:xfrm>
            <a:off x="179388" y="1930400"/>
            <a:ext cx="8775700" cy="1066800"/>
            <a:chOff x="113" y="1216"/>
            <a:chExt cx="5528" cy="672"/>
          </a:xfrm>
        </p:grpSpPr>
        <p:sp>
          <p:nvSpPr>
            <p:cNvPr id="11325" name="Rectangle 210"/>
            <p:cNvSpPr>
              <a:spLocks noChangeArrowheads="1"/>
            </p:cNvSpPr>
            <p:nvPr/>
          </p:nvSpPr>
          <p:spPr bwMode="auto">
            <a:xfrm>
              <a:off x="1020" y="1616"/>
              <a:ext cx="4621" cy="245"/>
            </a:xfrm>
            <a:prstGeom prst="rect">
              <a:avLst/>
            </a:prstGeom>
            <a:solidFill>
              <a:srgbClr val="FFCCFF"/>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en-US"/>
            </a:p>
          </p:txBody>
        </p:sp>
        <p:sp>
          <p:nvSpPr>
            <p:cNvPr id="11326" name="Text Box 105"/>
            <p:cNvSpPr txBox="1">
              <a:spLocks noChangeArrowheads="1"/>
            </p:cNvSpPr>
            <p:nvPr/>
          </p:nvSpPr>
          <p:spPr bwMode="auto">
            <a:xfrm>
              <a:off x="1777" y="1408"/>
              <a:ext cx="4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327" name="Text Box 115"/>
            <p:cNvSpPr txBox="1">
              <a:spLocks noChangeArrowheads="1"/>
            </p:cNvSpPr>
            <p:nvPr/>
          </p:nvSpPr>
          <p:spPr bwMode="auto">
            <a:xfrm>
              <a:off x="3956" y="1593"/>
              <a:ext cx="24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bj</a:t>
              </a:r>
            </a:p>
          </p:txBody>
        </p:sp>
        <p:sp>
          <p:nvSpPr>
            <p:cNvPr id="11328" name="Text Box 116"/>
            <p:cNvSpPr txBox="1">
              <a:spLocks noChangeArrowheads="1"/>
            </p:cNvSpPr>
            <p:nvPr/>
          </p:nvSpPr>
          <p:spPr bwMode="auto">
            <a:xfrm>
              <a:off x="4554" y="1592"/>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edu</a:t>
              </a:r>
            </a:p>
          </p:txBody>
        </p:sp>
        <p:sp>
          <p:nvSpPr>
            <p:cNvPr id="11329" name="Text Box 117"/>
            <p:cNvSpPr txBox="1">
              <a:spLocks noChangeArrowheads="1"/>
            </p:cNvSpPr>
            <p:nvPr/>
          </p:nvSpPr>
          <p:spPr bwMode="auto">
            <a:xfrm>
              <a:off x="5097" y="1592"/>
              <a:ext cx="4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com</a:t>
              </a:r>
            </a:p>
          </p:txBody>
        </p:sp>
        <p:sp>
          <p:nvSpPr>
            <p:cNvPr id="11330" name="Text Box 118"/>
            <p:cNvSpPr txBox="1">
              <a:spLocks noChangeArrowheads="1"/>
            </p:cNvSpPr>
            <p:nvPr/>
          </p:nvSpPr>
          <p:spPr bwMode="auto">
            <a:xfrm>
              <a:off x="4172" y="1408"/>
              <a:ext cx="4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331" name="Text Box 123"/>
            <p:cNvSpPr txBox="1">
              <a:spLocks noChangeArrowheads="1"/>
            </p:cNvSpPr>
            <p:nvPr/>
          </p:nvSpPr>
          <p:spPr bwMode="auto">
            <a:xfrm>
              <a:off x="1437" y="1592"/>
              <a:ext cx="4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cctv</a:t>
              </a:r>
            </a:p>
          </p:txBody>
        </p:sp>
        <p:sp>
          <p:nvSpPr>
            <p:cNvPr id="11332" name="Text Box 124"/>
            <p:cNvSpPr txBox="1">
              <a:spLocks noChangeArrowheads="1"/>
            </p:cNvSpPr>
            <p:nvPr/>
          </p:nvSpPr>
          <p:spPr bwMode="auto">
            <a:xfrm>
              <a:off x="2185" y="1591"/>
              <a:ext cx="37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ibm</a:t>
              </a:r>
            </a:p>
          </p:txBody>
        </p:sp>
        <p:sp>
          <p:nvSpPr>
            <p:cNvPr id="11333" name="Text Box 125"/>
            <p:cNvSpPr txBox="1">
              <a:spLocks noChangeArrowheads="1"/>
            </p:cNvSpPr>
            <p:nvPr/>
          </p:nvSpPr>
          <p:spPr bwMode="auto">
            <a:xfrm>
              <a:off x="2595" y="1592"/>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hp</a:t>
              </a:r>
            </a:p>
          </p:txBody>
        </p:sp>
        <p:sp>
          <p:nvSpPr>
            <p:cNvPr id="11334" name="Rectangle 127"/>
            <p:cNvSpPr>
              <a:spLocks noChangeArrowheads="1"/>
            </p:cNvSpPr>
            <p:nvPr/>
          </p:nvSpPr>
          <p:spPr bwMode="auto">
            <a:xfrm>
              <a:off x="113" y="1608"/>
              <a:ext cx="754" cy="248"/>
            </a:xfrm>
            <a:prstGeom prst="rect">
              <a:avLst/>
            </a:prstGeom>
            <a:solidFill>
              <a:srgbClr val="FFCCFF"/>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chemeClr val="folHlink"/>
                  </a:solidFill>
                  <a:latin typeface="Arial" pitchFamily="34" charset="0"/>
                  <a:ea typeface="黑体" pitchFamily="49" charset="-122"/>
                </a:rPr>
                <a:t>二级域名</a:t>
              </a:r>
            </a:p>
          </p:txBody>
        </p:sp>
        <p:sp>
          <p:nvSpPr>
            <p:cNvPr id="11335" name="Line 142"/>
            <p:cNvSpPr>
              <a:spLocks noChangeShapeType="1"/>
            </p:cNvSpPr>
            <p:nvPr/>
          </p:nvSpPr>
          <p:spPr bwMode="auto">
            <a:xfrm>
              <a:off x="2173" y="1258"/>
              <a:ext cx="213" cy="3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6" name="Line 143"/>
            <p:cNvSpPr>
              <a:spLocks noChangeShapeType="1"/>
            </p:cNvSpPr>
            <p:nvPr/>
          </p:nvSpPr>
          <p:spPr bwMode="auto">
            <a:xfrm>
              <a:off x="2173" y="1269"/>
              <a:ext cx="546" cy="34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7" name="Line 144"/>
            <p:cNvSpPr>
              <a:spLocks noChangeShapeType="1"/>
            </p:cNvSpPr>
            <p:nvPr/>
          </p:nvSpPr>
          <p:spPr bwMode="auto">
            <a:xfrm flipV="1">
              <a:off x="1672" y="1279"/>
              <a:ext cx="501" cy="34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8" name="Line 145"/>
            <p:cNvSpPr>
              <a:spLocks noChangeShapeType="1"/>
            </p:cNvSpPr>
            <p:nvPr/>
          </p:nvSpPr>
          <p:spPr bwMode="auto">
            <a:xfrm>
              <a:off x="4662" y="1216"/>
              <a:ext cx="111" cy="431"/>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9" name="Line 146"/>
            <p:cNvSpPr>
              <a:spLocks noChangeShapeType="1"/>
            </p:cNvSpPr>
            <p:nvPr/>
          </p:nvSpPr>
          <p:spPr bwMode="auto">
            <a:xfrm>
              <a:off x="4665" y="1224"/>
              <a:ext cx="626" cy="40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0" name="Line 147"/>
            <p:cNvSpPr>
              <a:spLocks noChangeShapeType="1"/>
            </p:cNvSpPr>
            <p:nvPr/>
          </p:nvSpPr>
          <p:spPr bwMode="auto">
            <a:xfrm flipH="1">
              <a:off x="4090" y="1224"/>
              <a:ext cx="572" cy="39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341" name="Group 157"/>
            <p:cNvGrpSpPr>
              <a:grpSpLocks/>
            </p:cNvGrpSpPr>
            <p:nvPr/>
          </p:nvGrpSpPr>
          <p:grpSpPr bwMode="auto">
            <a:xfrm>
              <a:off x="1168" y="1244"/>
              <a:ext cx="268" cy="101"/>
              <a:chOff x="2875" y="1143"/>
              <a:chExt cx="330" cy="132"/>
            </a:xfrm>
          </p:grpSpPr>
          <p:sp>
            <p:nvSpPr>
              <p:cNvPr id="11367" name="Line 15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 name="Line 15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 name="Line 16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 name="Line 16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42" name="Group 162"/>
            <p:cNvGrpSpPr>
              <a:grpSpLocks/>
            </p:cNvGrpSpPr>
            <p:nvPr/>
          </p:nvGrpSpPr>
          <p:grpSpPr bwMode="auto">
            <a:xfrm>
              <a:off x="2507" y="1244"/>
              <a:ext cx="268" cy="101"/>
              <a:chOff x="2875" y="1143"/>
              <a:chExt cx="330" cy="132"/>
            </a:xfrm>
          </p:grpSpPr>
          <p:sp>
            <p:nvSpPr>
              <p:cNvPr id="11363" name="Line 16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4" name="Line 16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5" name="Line 16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6" name="Line 16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43" name="Group 167"/>
            <p:cNvGrpSpPr>
              <a:grpSpLocks/>
            </p:cNvGrpSpPr>
            <p:nvPr/>
          </p:nvGrpSpPr>
          <p:grpSpPr bwMode="auto">
            <a:xfrm>
              <a:off x="2936" y="1244"/>
              <a:ext cx="268" cy="101"/>
              <a:chOff x="2875" y="1143"/>
              <a:chExt cx="330" cy="132"/>
            </a:xfrm>
          </p:grpSpPr>
          <p:sp>
            <p:nvSpPr>
              <p:cNvPr id="11359" name="Line 16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0" name="Line 16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1" name="Line 17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2" name="Line 17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44" name="Group 172"/>
            <p:cNvGrpSpPr>
              <a:grpSpLocks/>
            </p:cNvGrpSpPr>
            <p:nvPr/>
          </p:nvGrpSpPr>
          <p:grpSpPr bwMode="auto">
            <a:xfrm>
              <a:off x="3363" y="1244"/>
              <a:ext cx="268" cy="101"/>
              <a:chOff x="2875" y="1143"/>
              <a:chExt cx="330" cy="132"/>
            </a:xfrm>
          </p:grpSpPr>
          <p:sp>
            <p:nvSpPr>
              <p:cNvPr id="11355" name="Line 17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6" name="Line 17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7" name="Line 17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8" name="Line 17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45" name="Group 177"/>
            <p:cNvGrpSpPr>
              <a:grpSpLocks/>
            </p:cNvGrpSpPr>
            <p:nvPr/>
          </p:nvGrpSpPr>
          <p:grpSpPr bwMode="auto">
            <a:xfrm>
              <a:off x="3792" y="1244"/>
              <a:ext cx="268" cy="101"/>
              <a:chOff x="2875" y="1143"/>
              <a:chExt cx="330" cy="132"/>
            </a:xfrm>
          </p:grpSpPr>
          <p:sp>
            <p:nvSpPr>
              <p:cNvPr id="11351" name="Line 17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2" name="Line 17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3" name="Line 18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4" name="Line 18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46" name="Group 182"/>
            <p:cNvGrpSpPr>
              <a:grpSpLocks/>
            </p:cNvGrpSpPr>
            <p:nvPr/>
          </p:nvGrpSpPr>
          <p:grpSpPr bwMode="auto">
            <a:xfrm>
              <a:off x="4935" y="1244"/>
              <a:ext cx="268" cy="101"/>
              <a:chOff x="2875" y="1143"/>
              <a:chExt cx="330" cy="132"/>
            </a:xfrm>
          </p:grpSpPr>
          <p:sp>
            <p:nvSpPr>
              <p:cNvPr id="11347" name="Line 18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8" name="Line 18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9" name="Line 18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0" name="Line 18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576727" name="Group 215"/>
          <p:cNvGrpSpPr>
            <a:grpSpLocks/>
          </p:cNvGrpSpPr>
          <p:nvPr/>
        </p:nvGrpSpPr>
        <p:grpSpPr bwMode="auto">
          <a:xfrm>
            <a:off x="179388" y="2814638"/>
            <a:ext cx="8775700" cy="1119187"/>
            <a:chOff x="113" y="1773"/>
            <a:chExt cx="5528" cy="705"/>
          </a:xfrm>
        </p:grpSpPr>
        <p:sp>
          <p:nvSpPr>
            <p:cNvPr id="11293" name="Rectangle 212"/>
            <p:cNvSpPr>
              <a:spLocks noChangeArrowheads="1"/>
            </p:cNvSpPr>
            <p:nvPr/>
          </p:nvSpPr>
          <p:spPr bwMode="auto">
            <a:xfrm>
              <a:off x="1020" y="2205"/>
              <a:ext cx="4621" cy="245"/>
            </a:xfrm>
            <a:prstGeom prst="rect">
              <a:avLst/>
            </a:prstGeom>
            <a:solidFill>
              <a:srgbClr val="CCFF99"/>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en-US"/>
            </a:p>
          </p:txBody>
        </p:sp>
        <p:sp>
          <p:nvSpPr>
            <p:cNvPr id="11294" name="Text Box 119"/>
            <p:cNvSpPr txBox="1">
              <a:spLocks noChangeArrowheads="1"/>
            </p:cNvSpPr>
            <p:nvPr/>
          </p:nvSpPr>
          <p:spPr bwMode="auto">
            <a:xfrm>
              <a:off x="5150" y="2205"/>
              <a:ext cx="375"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pku</a:t>
              </a:r>
            </a:p>
          </p:txBody>
        </p:sp>
        <p:sp>
          <p:nvSpPr>
            <p:cNvPr id="11295" name="Text Box 120"/>
            <p:cNvSpPr txBox="1">
              <a:spLocks noChangeArrowheads="1"/>
            </p:cNvSpPr>
            <p:nvPr/>
          </p:nvSpPr>
          <p:spPr bwMode="auto">
            <a:xfrm>
              <a:off x="3924" y="2205"/>
              <a:ext cx="721"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tsinghua</a:t>
              </a:r>
            </a:p>
          </p:txBody>
        </p:sp>
        <p:sp>
          <p:nvSpPr>
            <p:cNvPr id="11296" name="Text Box 121"/>
            <p:cNvSpPr txBox="1">
              <a:spLocks noChangeArrowheads="1"/>
            </p:cNvSpPr>
            <p:nvPr/>
          </p:nvSpPr>
          <p:spPr bwMode="auto">
            <a:xfrm>
              <a:off x="4649" y="1998"/>
              <a:ext cx="4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297" name="Rectangle 128"/>
            <p:cNvSpPr>
              <a:spLocks noChangeArrowheads="1"/>
            </p:cNvSpPr>
            <p:nvPr/>
          </p:nvSpPr>
          <p:spPr bwMode="auto">
            <a:xfrm>
              <a:off x="113" y="2182"/>
              <a:ext cx="754" cy="248"/>
            </a:xfrm>
            <a:prstGeom prst="rect">
              <a:avLst/>
            </a:prstGeom>
            <a:solidFill>
              <a:srgbClr val="CCFF99"/>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chemeClr val="folHlink"/>
                  </a:solidFill>
                  <a:latin typeface="Arial" pitchFamily="34" charset="0"/>
                  <a:ea typeface="黑体" pitchFamily="49" charset="-122"/>
                </a:rPr>
                <a:t>三级域名</a:t>
              </a:r>
            </a:p>
          </p:txBody>
        </p:sp>
        <p:sp>
          <p:nvSpPr>
            <p:cNvPr id="11298" name="Text Box 129"/>
            <p:cNvSpPr txBox="1">
              <a:spLocks noChangeArrowheads="1"/>
            </p:cNvSpPr>
            <p:nvPr/>
          </p:nvSpPr>
          <p:spPr bwMode="auto">
            <a:xfrm>
              <a:off x="1064" y="2205"/>
              <a:ext cx="410" cy="25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mail</a:t>
              </a:r>
            </a:p>
          </p:txBody>
        </p:sp>
        <p:sp>
          <p:nvSpPr>
            <p:cNvPr id="11299" name="Line 148"/>
            <p:cNvSpPr>
              <a:spLocks noChangeShapeType="1"/>
            </p:cNvSpPr>
            <p:nvPr/>
          </p:nvSpPr>
          <p:spPr bwMode="auto">
            <a:xfrm flipH="1">
              <a:off x="4386" y="1773"/>
              <a:ext cx="387" cy="42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0" name="Line 149"/>
            <p:cNvSpPr>
              <a:spLocks noChangeShapeType="1"/>
            </p:cNvSpPr>
            <p:nvPr/>
          </p:nvSpPr>
          <p:spPr bwMode="auto">
            <a:xfrm>
              <a:off x="4792" y="1784"/>
              <a:ext cx="548" cy="43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1" name="Text Box 150"/>
            <p:cNvSpPr txBox="1">
              <a:spLocks noChangeArrowheads="1"/>
            </p:cNvSpPr>
            <p:nvPr/>
          </p:nvSpPr>
          <p:spPr bwMode="auto">
            <a:xfrm>
              <a:off x="1826" y="2205"/>
              <a:ext cx="464" cy="25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www</a:t>
              </a:r>
            </a:p>
          </p:txBody>
        </p:sp>
        <p:sp>
          <p:nvSpPr>
            <p:cNvPr id="11302" name="Text Box 152"/>
            <p:cNvSpPr txBox="1">
              <a:spLocks noChangeArrowheads="1"/>
            </p:cNvSpPr>
            <p:nvPr/>
          </p:nvSpPr>
          <p:spPr bwMode="auto">
            <a:xfrm>
              <a:off x="1414" y="1998"/>
              <a:ext cx="4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303" name="Line 153"/>
            <p:cNvSpPr>
              <a:spLocks noChangeShapeType="1"/>
            </p:cNvSpPr>
            <p:nvPr/>
          </p:nvSpPr>
          <p:spPr bwMode="auto">
            <a:xfrm flipV="1">
              <a:off x="1274" y="1794"/>
              <a:ext cx="383" cy="44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4" name="Line 154"/>
            <p:cNvSpPr>
              <a:spLocks noChangeShapeType="1"/>
            </p:cNvSpPr>
            <p:nvPr/>
          </p:nvSpPr>
          <p:spPr bwMode="auto">
            <a:xfrm>
              <a:off x="1657" y="1794"/>
              <a:ext cx="361" cy="4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305" name="Group 187"/>
            <p:cNvGrpSpPr>
              <a:grpSpLocks/>
            </p:cNvGrpSpPr>
            <p:nvPr/>
          </p:nvGrpSpPr>
          <p:grpSpPr bwMode="auto">
            <a:xfrm>
              <a:off x="2613" y="1797"/>
              <a:ext cx="269" cy="101"/>
              <a:chOff x="2875" y="1143"/>
              <a:chExt cx="330" cy="132"/>
            </a:xfrm>
          </p:grpSpPr>
          <p:sp>
            <p:nvSpPr>
              <p:cNvPr id="11321" name="Line 18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2" name="Line 18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3" name="Line 19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4" name="Line 19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06" name="Group 192"/>
            <p:cNvGrpSpPr>
              <a:grpSpLocks/>
            </p:cNvGrpSpPr>
            <p:nvPr/>
          </p:nvGrpSpPr>
          <p:grpSpPr bwMode="auto">
            <a:xfrm>
              <a:off x="5131" y="1797"/>
              <a:ext cx="268" cy="101"/>
              <a:chOff x="2875" y="1143"/>
              <a:chExt cx="330" cy="132"/>
            </a:xfrm>
          </p:grpSpPr>
          <p:sp>
            <p:nvSpPr>
              <p:cNvPr id="11317" name="Line 19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8" name="Line 19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9" name="Line 19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20" name="Line 19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07" name="Group 197"/>
            <p:cNvGrpSpPr>
              <a:grpSpLocks/>
            </p:cNvGrpSpPr>
            <p:nvPr/>
          </p:nvGrpSpPr>
          <p:grpSpPr bwMode="auto">
            <a:xfrm>
              <a:off x="2239" y="1797"/>
              <a:ext cx="268" cy="101"/>
              <a:chOff x="2875" y="1143"/>
              <a:chExt cx="330" cy="132"/>
            </a:xfrm>
          </p:grpSpPr>
          <p:sp>
            <p:nvSpPr>
              <p:cNvPr id="11313" name="Line 19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4" name="Line 19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5" name="Line 20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6" name="Line 20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08" name="Group 202"/>
            <p:cNvGrpSpPr>
              <a:grpSpLocks/>
            </p:cNvGrpSpPr>
            <p:nvPr/>
          </p:nvGrpSpPr>
          <p:grpSpPr bwMode="auto">
            <a:xfrm>
              <a:off x="3953" y="1797"/>
              <a:ext cx="268" cy="101"/>
              <a:chOff x="2875" y="1143"/>
              <a:chExt cx="330" cy="132"/>
            </a:xfrm>
          </p:grpSpPr>
          <p:sp>
            <p:nvSpPr>
              <p:cNvPr id="11309" name="Line 20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0" name="Line 20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1" name="Line 20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2" name="Line 20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576725" name="Group 213"/>
          <p:cNvGrpSpPr>
            <a:grpSpLocks/>
          </p:cNvGrpSpPr>
          <p:nvPr/>
        </p:nvGrpSpPr>
        <p:grpSpPr bwMode="auto">
          <a:xfrm>
            <a:off x="179388" y="1122363"/>
            <a:ext cx="8775700" cy="938212"/>
            <a:chOff x="113" y="707"/>
            <a:chExt cx="5528" cy="591"/>
          </a:xfrm>
        </p:grpSpPr>
        <p:sp>
          <p:nvSpPr>
            <p:cNvPr id="11272" name="Rectangle 209"/>
            <p:cNvSpPr>
              <a:spLocks noChangeArrowheads="1"/>
            </p:cNvSpPr>
            <p:nvPr/>
          </p:nvSpPr>
          <p:spPr bwMode="auto">
            <a:xfrm>
              <a:off x="1020" y="1026"/>
              <a:ext cx="4621" cy="245"/>
            </a:xfrm>
            <a:prstGeom prst="rect">
              <a:avLst/>
            </a:prstGeom>
            <a:solidFill>
              <a:srgbClr val="CCECFF"/>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en-US"/>
            </a:p>
          </p:txBody>
        </p:sp>
        <p:sp>
          <p:nvSpPr>
            <p:cNvPr id="11273" name="Text Box 106"/>
            <p:cNvSpPr txBox="1">
              <a:spLocks noChangeArrowheads="1"/>
            </p:cNvSpPr>
            <p:nvPr/>
          </p:nvSpPr>
          <p:spPr bwMode="auto">
            <a:xfrm>
              <a:off x="1975" y="1026"/>
              <a:ext cx="4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com</a:t>
              </a:r>
            </a:p>
          </p:txBody>
        </p:sp>
        <p:sp>
          <p:nvSpPr>
            <p:cNvPr id="11274" name="Text Box 107"/>
            <p:cNvSpPr txBox="1">
              <a:spLocks noChangeArrowheads="1"/>
            </p:cNvSpPr>
            <p:nvPr/>
          </p:nvSpPr>
          <p:spPr bwMode="auto">
            <a:xfrm>
              <a:off x="2472" y="1026"/>
              <a:ext cx="3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net</a:t>
              </a:r>
            </a:p>
          </p:txBody>
        </p:sp>
        <p:sp>
          <p:nvSpPr>
            <p:cNvPr id="11275" name="Text Box 108"/>
            <p:cNvSpPr txBox="1">
              <a:spLocks noChangeArrowheads="1"/>
            </p:cNvSpPr>
            <p:nvPr/>
          </p:nvSpPr>
          <p:spPr bwMode="auto">
            <a:xfrm>
              <a:off x="2900" y="1026"/>
              <a:ext cx="3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org</a:t>
              </a:r>
            </a:p>
          </p:txBody>
        </p:sp>
        <p:sp>
          <p:nvSpPr>
            <p:cNvPr id="11276" name="Text Box 109"/>
            <p:cNvSpPr txBox="1">
              <a:spLocks noChangeArrowheads="1"/>
            </p:cNvSpPr>
            <p:nvPr/>
          </p:nvSpPr>
          <p:spPr bwMode="auto">
            <a:xfrm>
              <a:off x="3329" y="1026"/>
              <a:ext cx="3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edu</a:t>
              </a:r>
            </a:p>
          </p:txBody>
        </p:sp>
        <p:sp>
          <p:nvSpPr>
            <p:cNvPr id="11277" name="Text Box 110"/>
            <p:cNvSpPr txBox="1">
              <a:spLocks noChangeArrowheads="1"/>
            </p:cNvSpPr>
            <p:nvPr/>
          </p:nvSpPr>
          <p:spPr bwMode="auto">
            <a:xfrm>
              <a:off x="3758" y="1026"/>
              <a:ext cx="37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gov</a:t>
              </a:r>
            </a:p>
          </p:txBody>
        </p:sp>
        <p:sp>
          <p:nvSpPr>
            <p:cNvPr id="11278" name="Text Box 111"/>
            <p:cNvSpPr txBox="1">
              <a:spLocks noChangeArrowheads="1"/>
            </p:cNvSpPr>
            <p:nvPr/>
          </p:nvSpPr>
          <p:spPr bwMode="auto">
            <a:xfrm>
              <a:off x="1114" y="1026"/>
              <a:ext cx="4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aero</a:t>
              </a:r>
            </a:p>
          </p:txBody>
        </p:sp>
        <p:sp>
          <p:nvSpPr>
            <p:cNvPr id="11279" name="Text Box 112"/>
            <p:cNvSpPr txBox="1">
              <a:spLocks noChangeArrowheads="1"/>
            </p:cNvSpPr>
            <p:nvPr/>
          </p:nvSpPr>
          <p:spPr bwMode="auto">
            <a:xfrm>
              <a:off x="4489" y="1026"/>
              <a:ext cx="2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cn</a:t>
              </a:r>
            </a:p>
          </p:txBody>
        </p:sp>
        <p:sp>
          <p:nvSpPr>
            <p:cNvPr id="11280" name="Text Box 113"/>
            <p:cNvSpPr txBox="1">
              <a:spLocks noChangeArrowheads="1"/>
            </p:cNvSpPr>
            <p:nvPr/>
          </p:nvSpPr>
          <p:spPr bwMode="auto">
            <a:xfrm>
              <a:off x="4918" y="1026"/>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chemeClr val="folHlink"/>
                  </a:solidFill>
                  <a:latin typeface="Arial" pitchFamily="34" charset="0"/>
                  <a:ea typeface="黑体" pitchFamily="49" charset="-122"/>
                </a:rPr>
                <a:t>uk</a:t>
              </a:r>
            </a:p>
          </p:txBody>
        </p:sp>
        <p:sp>
          <p:nvSpPr>
            <p:cNvPr id="11281" name="Text Box 114"/>
            <p:cNvSpPr txBox="1">
              <a:spLocks noChangeArrowheads="1"/>
            </p:cNvSpPr>
            <p:nvPr/>
          </p:nvSpPr>
          <p:spPr bwMode="auto">
            <a:xfrm>
              <a:off x="5151" y="819"/>
              <a:ext cx="46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282" name="Rectangle 126"/>
            <p:cNvSpPr>
              <a:spLocks noChangeArrowheads="1"/>
            </p:cNvSpPr>
            <p:nvPr/>
          </p:nvSpPr>
          <p:spPr bwMode="auto">
            <a:xfrm>
              <a:off x="113" y="1005"/>
              <a:ext cx="754" cy="248"/>
            </a:xfrm>
            <a:prstGeom prst="rect">
              <a:avLst/>
            </a:prstGeom>
            <a:solidFill>
              <a:srgbClr val="CCE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chemeClr val="folHlink"/>
                  </a:solidFill>
                  <a:latin typeface="Arial" pitchFamily="34" charset="0"/>
                  <a:ea typeface="黑体" pitchFamily="49" charset="-122"/>
                </a:rPr>
                <a:t>顶级域名</a:t>
              </a:r>
            </a:p>
          </p:txBody>
        </p:sp>
        <p:sp>
          <p:nvSpPr>
            <p:cNvPr id="11283" name="Line 133"/>
            <p:cNvSpPr>
              <a:spLocks noChangeShapeType="1"/>
            </p:cNvSpPr>
            <p:nvPr/>
          </p:nvSpPr>
          <p:spPr bwMode="auto">
            <a:xfrm flipH="1">
              <a:off x="2201" y="712"/>
              <a:ext cx="1068" cy="38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4" name="Line 134"/>
            <p:cNvSpPr>
              <a:spLocks noChangeShapeType="1"/>
            </p:cNvSpPr>
            <p:nvPr/>
          </p:nvSpPr>
          <p:spPr bwMode="auto">
            <a:xfrm flipH="1">
              <a:off x="2681" y="730"/>
              <a:ext cx="575" cy="35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 name="Line 135"/>
            <p:cNvSpPr>
              <a:spLocks noChangeShapeType="1"/>
            </p:cNvSpPr>
            <p:nvPr/>
          </p:nvSpPr>
          <p:spPr bwMode="auto">
            <a:xfrm flipH="1">
              <a:off x="3134" y="730"/>
              <a:ext cx="131" cy="344"/>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6" name="Line 136"/>
            <p:cNvSpPr>
              <a:spLocks noChangeShapeType="1"/>
            </p:cNvSpPr>
            <p:nvPr/>
          </p:nvSpPr>
          <p:spPr bwMode="auto">
            <a:xfrm>
              <a:off x="3277" y="723"/>
              <a:ext cx="249" cy="36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Line 137"/>
            <p:cNvSpPr>
              <a:spLocks noChangeShapeType="1"/>
            </p:cNvSpPr>
            <p:nvPr/>
          </p:nvSpPr>
          <p:spPr bwMode="auto">
            <a:xfrm>
              <a:off x="3275" y="715"/>
              <a:ext cx="681" cy="3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8" name="Line 138"/>
            <p:cNvSpPr>
              <a:spLocks noChangeShapeType="1"/>
            </p:cNvSpPr>
            <p:nvPr/>
          </p:nvSpPr>
          <p:spPr bwMode="auto">
            <a:xfrm>
              <a:off x="3288" y="708"/>
              <a:ext cx="1353" cy="377"/>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9" name="Line 139"/>
            <p:cNvSpPr>
              <a:spLocks noChangeShapeType="1"/>
            </p:cNvSpPr>
            <p:nvPr/>
          </p:nvSpPr>
          <p:spPr bwMode="auto">
            <a:xfrm flipH="1">
              <a:off x="1358" y="707"/>
              <a:ext cx="1933" cy="37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0" name="Line 140"/>
            <p:cNvSpPr>
              <a:spLocks noChangeShapeType="1"/>
            </p:cNvSpPr>
            <p:nvPr/>
          </p:nvSpPr>
          <p:spPr bwMode="auto">
            <a:xfrm>
              <a:off x="3250" y="709"/>
              <a:ext cx="1777" cy="351"/>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1" name="Text Box 141"/>
            <p:cNvSpPr txBox="1">
              <a:spLocks noChangeArrowheads="1"/>
            </p:cNvSpPr>
            <p:nvPr/>
          </p:nvSpPr>
          <p:spPr bwMode="auto">
            <a:xfrm>
              <a:off x="1542" y="818"/>
              <a:ext cx="4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sp>
          <p:nvSpPr>
            <p:cNvPr id="11292" name="Text Box 207"/>
            <p:cNvSpPr txBox="1">
              <a:spLocks noChangeArrowheads="1"/>
            </p:cNvSpPr>
            <p:nvPr/>
          </p:nvSpPr>
          <p:spPr bwMode="auto">
            <a:xfrm>
              <a:off x="4042" y="817"/>
              <a:ext cx="468"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eaLnBrk="1" hangingPunct="1"/>
            <a:r>
              <a:rPr lang="en-US" altLang="zh-CN" smtClean="0"/>
              <a:t>6.1.3  </a:t>
            </a:r>
            <a:r>
              <a:rPr lang="zh-CN" altLang="en-US" smtClean="0"/>
              <a:t>域名服务器 </a:t>
            </a:r>
            <a:r>
              <a:rPr lang="en-US" altLang="zh-CN" sz="2000" smtClean="0"/>
              <a:t>228</a:t>
            </a:r>
          </a:p>
        </p:txBody>
      </p:sp>
      <p:sp>
        <p:nvSpPr>
          <p:cNvPr id="12291" name="Rectangle 3"/>
          <p:cNvSpPr>
            <a:spLocks noGrp="1" noChangeArrowheads="1"/>
          </p:cNvSpPr>
          <p:nvPr>
            <p:ph type="body" idx="1"/>
          </p:nvPr>
        </p:nvSpPr>
        <p:spPr>
          <a:xfrm>
            <a:off x="1042988" y="1773238"/>
            <a:ext cx="7772400" cy="4608512"/>
          </a:xfrm>
        </p:spPr>
        <p:txBody>
          <a:bodyPr/>
          <a:lstStyle/>
          <a:p>
            <a:pPr eaLnBrk="1" hangingPunct="1"/>
            <a:r>
              <a:rPr lang="zh-CN" altLang="en-US" sz="2800" smtClean="0"/>
              <a:t>一个服务器所负责管辖的（或有权限的）范围叫做</a:t>
            </a:r>
            <a:r>
              <a:rPr lang="zh-CN" altLang="en-US" sz="2800" smtClean="0">
                <a:solidFill>
                  <a:schemeClr val="hlink"/>
                </a:solidFill>
              </a:rPr>
              <a:t>区</a:t>
            </a:r>
            <a:r>
              <a:rPr lang="en-US" altLang="zh-CN" sz="2800" smtClean="0"/>
              <a:t>(zone)</a:t>
            </a:r>
            <a:r>
              <a:rPr lang="zh-CN" altLang="en-US" sz="2800" smtClean="0"/>
              <a:t>。</a:t>
            </a:r>
          </a:p>
          <a:p>
            <a:pPr eaLnBrk="1" hangingPunct="1"/>
            <a:r>
              <a:rPr lang="zh-CN" altLang="en-US" sz="2800" smtClean="0"/>
              <a:t>各单位根据具体情况来划分自己管辖范围的区。但在一个区中的所有节点必须是能够连通的。</a:t>
            </a:r>
          </a:p>
          <a:p>
            <a:pPr eaLnBrk="1" hangingPunct="1"/>
            <a:r>
              <a:rPr lang="zh-CN" altLang="en-US" sz="2800" smtClean="0"/>
              <a:t>每一个区设置相应的</a:t>
            </a:r>
            <a:r>
              <a:rPr lang="zh-CN" altLang="en-US" sz="2800" smtClean="0">
                <a:solidFill>
                  <a:schemeClr val="hlink"/>
                </a:solidFill>
              </a:rPr>
              <a:t>权限域名服务器</a:t>
            </a:r>
            <a:r>
              <a:rPr lang="zh-CN" altLang="en-US" sz="2800" smtClean="0"/>
              <a:t>，用来保存该区中的所有主机的域名到</a:t>
            </a:r>
            <a:r>
              <a:rPr lang="en-US" altLang="zh-CN" sz="2800" smtClean="0"/>
              <a:t>IP</a:t>
            </a:r>
            <a:r>
              <a:rPr lang="zh-CN" altLang="en-US" sz="2800" smtClean="0"/>
              <a:t>地址的映射。</a:t>
            </a:r>
          </a:p>
          <a:p>
            <a:pPr eaLnBrk="1" hangingPunct="1"/>
            <a:r>
              <a:rPr lang="en-US" altLang="zh-CN" sz="2800" smtClean="0"/>
              <a:t>DNS </a:t>
            </a:r>
            <a:r>
              <a:rPr lang="zh-CN" altLang="en-US" sz="2800" smtClean="0"/>
              <a:t>服务器的管辖范围不是以“域”为单位，而是以“区”为单位。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1150938" y="188913"/>
            <a:ext cx="7793037" cy="768350"/>
          </a:xfrm>
        </p:spPr>
        <p:txBody>
          <a:bodyPr/>
          <a:lstStyle/>
          <a:p>
            <a:pPr algn="ctr" eaLnBrk="1" hangingPunct="1"/>
            <a:r>
              <a:rPr lang="zh-CN" altLang="en-US" smtClean="0"/>
              <a:t>区的不同划分方法举例</a:t>
            </a:r>
            <a:r>
              <a:rPr lang="en-US" altLang="zh-CN" sz="2800" smtClean="0"/>
              <a:t>228</a:t>
            </a:r>
            <a:r>
              <a:rPr lang="en-US" altLang="zh-CN" smtClean="0"/>
              <a:t> </a:t>
            </a:r>
          </a:p>
        </p:txBody>
      </p:sp>
      <p:sp>
        <p:nvSpPr>
          <p:cNvPr id="13315" name="Line 92"/>
          <p:cNvSpPr>
            <a:spLocks noChangeShapeType="1"/>
          </p:cNvSpPr>
          <p:nvPr/>
        </p:nvSpPr>
        <p:spPr bwMode="auto">
          <a:xfrm>
            <a:off x="2328863" y="2401888"/>
            <a:ext cx="9525" cy="800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 name="Text Box 93"/>
          <p:cNvSpPr txBox="1">
            <a:spLocks noChangeArrowheads="1"/>
          </p:cNvSpPr>
          <p:nvPr/>
        </p:nvSpPr>
        <p:spPr bwMode="auto">
          <a:xfrm>
            <a:off x="250825" y="2789238"/>
            <a:ext cx="172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域 </a:t>
            </a:r>
            <a:r>
              <a:rPr kumimoji="1" lang="en-US" altLang="zh-CN" sz="2400">
                <a:solidFill>
                  <a:schemeClr val="folHlink"/>
                </a:solidFill>
                <a:latin typeface="Arial" pitchFamily="34" charset="0"/>
                <a:ea typeface="黑体" pitchFamily="49" charset="-122"/>
              </a:rPr>
              <a:t>abc.com</a:t>
            </a:r>
          </a:p>
        </p:txBody>
      </p:sp>
      <p:sp>
        <p:nvSpPr>
          <p:cNvPr id="13317" name="Freeform 94"/>
          <p:cNvSpPr>
            <a:spLocks/>
          </p:cNvSpPr>
          <p:nvPr/>
        </p:nvSpPr>
        <p:spPr bwMode="auto">
          <a:xfrm>
            <a:off x="552450" y="2979738"/>
            <a:ext cx="3433763" cy="2295525"/>
          </a:xfrm>
          <a:custGeom>
            <a:avLst/>
            <a:gdLst>
              <a:gd name="T0" fmla="*/ 2147483647 w 1917"/>
              <a:gd name="T1" fmla="*/ 129069558 h 1143"/>
              <a:gd name="T2" fmla="*/ 2147483647 w 1917"/>
              <a:gd name="T3" fmla="*/ 173435650 h 1143"/>
              <a:gd name="T4" fmla="*/ 1934700653 w 1917"/>
              <a:gd name="T5" fmla="*/ 1157587267 h 1143"/>
              <a:gd name="T6" fmla="*/ 385014931 w 1917"/>
              <a:gd name="T7" fmla="*/ 2147483647 h 1143"/>
              <a:gd name="T8" fmla="*/ 41710279 w 1917"/>
              <a:gd name="T9" fmla="*/ 2147483647 h 1143"/>
              <a:gd name="T10" fmla="*/ 625648814 w 1917"/>
              <a:gd name="T11" fmla="*/ 2147483647 h 1143"/>
              <a:gd name="T12" fmla="*/ 1963576862 w 1917"/>
              <a:gd name="T13" fmla="*/ 2147483647 h 1143"/>
              <a:gd name="T14" fmla="*/ 2147483647 w 1917"/>
              <a:gd name="T15" fmla="*/ 2147483647 h 1143"/>
              <a:gd name="T16" fmla="*/ 2147483647 w 1917"/>
              <a:gd name="T17" fmla="*/ 2147483647 h 1143"/>
              <a:gd name="T18" fmla="*/ 2147483647 w 1917"/>
              <a:gd name="T19" fmla="*/ 2147483647 h 1143"/>
              <a:gd name="T20" fmla="*/ 2147483647 w 1917"/>
              <a:gd name="T21" fmla="*/ 2147483647 h 1143"/>
              <a:gd name="T22" fmla="*/ 2147483647 w 1917"/>
              <a:gd name="T23" fmla="*/ 2147483647 h 1143"/>
              <a:gd name="T24" fmla="*/ 2147483647 w 1917"/>
              <a:gd name="T25" fmla="*/ 2101403517 h 1143"/>
              <a:gd name="T26" fmla="*/ 2147483647 w 1917"/>
              <a:gd name="T27" fmla="*/ 1423791850 h 1143"/>
              <a:gd name="T28" fmla="*/ 2147483647 w 1917"/>
              <a:gd name="T29" fmla="*/ 770380600 h 1143"/>
              <a:gd name="T30" fmla="*/ 2147483647 w 1917"/>
              <a:gd name="T31" fmla="*/ 129069558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a:extLst>
            <a:ext uri="{91240B29-F687-4F45-9708-019B960494DF}">
              <a14:hiddenLine xmlns:a14="http://schemas.microsoft.com/office/drawing/2010/main" w="38100" cmpd="sng">
                <a:solidFill>
                  <a:srgbClr val="5F5F5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8" name="AutoShape 95"/>
          <p:cNvSpPr>
            <a:spLocks noChangeArrowheads="1"/>
          </p:cNvSpPr>
          <p:nvPr/>
        </p:nvSpPr>
        <p:spPr bwMode="auto">
          <a:xfrm>
            <a:off x="128588" y="2857500"/>
            <a:ext cx="4227512" cy="2641600"/>
          </a:xfrm>
          <a:prstGeom prst="roundRect">
            <a:avLst>
              <a:gd name="adj" fmla="val 9319"/>
            </a:avLst>
          </a:prstGeom>
          <a:noFill/>
          <a:ln w="285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 name="Text Box 96"/>
          <p:cNvSpPr txBox="1">
            <a:spLocks noChangeArrowheads="1"/>
          </p:cNvSpPr>
          <p:nvPr/>
        </p:nvSpPr>
        <p:spPr bwMode="auto">
          <a:xfrm>
            <a:off x="107950" y="3389313"/>
            <a:ext cx="1336675"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70000"/>
              </a:lnSpc>
            </a:pPr>
            <a:r>
              <a:rPr kumimoji="1" lang="zh-CN" altLang="zh-CN" sz="2400">
                <a:solidFill>
                  <a:schemeClr val="folHlink"/>
                </a:solidFill>
                <a:latin typeface="Arial" pitchFamily="34" charset="0"/>
                <a:ea typeface="黑体" pitchFamily="49" charset="-122"/>
              </a:rPr>
              <a:t> 区</a:t>
            </a:r>
            <a:endParaRPr kumimoji="1" lang="zh-CN" altLang="en-US" sz="2400">
              <a:solidFill>
                <a:schemeClr val="folHlink"/>
              </a:solidFill>
              <a:latin typeface="Arial" pitchFamily="34" charset="0"/>
              <a:ea typeface="黑体" pitchFamily="49" charset="-122"/>
            </a:endParaRPr>
          </a:p>
          <a:p>
            <a:pPr algn="ctr" eaLnBrk="1" hangingPunct="1">
              <a:lnSpc>
                <a:spcPct val="70000"/>
              </a:lnSpc>
            </a:pPr>
            <a:r>
              <a:rPr kumimoji="1" lang="en-US" altLang="zh-CN" sz="2400">
                <a:solidFill>
                  <a:schemeClr val="folHlink"/>
                </a:solidFill>
                <a:latin typeface="Arial" pitchFamily="34" charset="0"/>
                <a:ea typeface="黑体" pitchFamily="49" charset="-122"/>
              </a:rPr>
              <a:t>abc.com</a:t>
            </a:r>
          </a:p>
        </p:txBody>
      </p:sp>
      <p:sp>
        <p:nvSpPr>
          <p:cNvPr id="13320" name="Freeform 97"/>
          <p:cNvSpPr>
            <a:spLocks/>
          </p:cNvSpPr>
          <p:nvPr/>
        </p:nvSpPr>
        <p:spPr bwMode="auto">
          <a:xfrm>
            <a:off x="752475" y="3913188"/>
            <a:ext cx="131763" cy="582612"/>
          </a:xfrm>
          <a:custGeom>
            <a:avLst/>
            <a:gdLst>
              <a:gd name="T0" fmla="*/ 0 w 172"/>
              <a:gd name="T1" fmla="*/ 0 h 244"/>
              <a:gd name="T2" fmla="*/ 100938885 w 172"/>
              <a:gd name="T3" fmla="*/ 1391134191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 name="Line 98"/>
          <p:cNvSpPr>
            <a:spLocks noChangeShapeType="1"/>
          </p:cNvSpPr>
          <p:nvPr/>
        </p:nvSpPr>
        <p:spPr bwMode="auto">
          <a:xfrm flipH="1">
            <a:off x="1882775" y="3371850"/>
            <a:ext cx="360363" cy="6619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2" name="Line 99"/>
          <p:cNvSpPr>
            <a:spLocks noChangeShapeType="1"/>
          </p:cNvSpPr>
          <p:nvPr/>
        </p:nvSpPr>
        <p:spPr bwMode="auto">
          <a:xfrm>
            <a:off x="2443163" y="3402013"/>
            <a:ext cx="471487" cy="6175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3" name="Line 100"/>
          <p:cNvSpPr>
            <a:spLocks noChangeShapeType="1"/>
          </p:cNvSpPr>
          <p:nvPr/>
        </p:nvSpPr>
        <p:spPr bwMode="auto">
          <a:xfrm>
            <a:off x="2995613" y="4143375"/>
            <a:ext cx="504825" cy="79216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4" name="Line 101"/>
          <p:cNvSpPr>
            <a:spLocks noChangeShapeType="1"/>
          </p:cNvSpPr>
          <p:nvPr/>
        </p:nvSpPr>
        <p:spPr bwMode="auto">
          <a:xfrm>
            <a:off x="1906588" y="4162425"/>
            <a:ext cx="615950" cy="7048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5" name="Line 102"/>
          <p:cNvSpPr>
            <a:spLocks noChangeShapeType="1"/>
          </p:cNvSpPr>
          <p:nvPr/>
        </p:nvSpPr>
        <p:spPr bwMode="auto">
          <a:xfrm flipH="1">
            <a:off x="1800225" y="4173538"/>
            <a:ext cx="17463" cy="6032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6" name="Line 103"/>
          <p:cNvSpPr>
            <a:spLocks noChangeShapeType="1"/>
          </p:cNvSpPr>
          <p:nvPr/>
        </p:nvSpPr>
        <p:spPr bwMode="auto">
          <a:xfrm flipH="1">
            <a:off x="1047750" y="4092575"/>
            <a:ext cx="747713" cy="7747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7" name="Oval 104"/>
          <p:cNvSpPr>
            <a:spLocks noChangeArrowheads="1"/>
          </p:cNvSpPr>
          <p:nvPr/>
        </p:nvSpPr>
        <p:spPr bwMode="auto">
          <a:xfrm>
            <a:off x="1990725" y="3146425"/>
            <a:ext cx="649288" cy="3841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abc</a:t>
            </a:r>
          </a:p>
        </p:txBody>
      </p:sp>
      <p:sp>
        <p:nvSpPr>
          <p:cNvPr id="13328" name="Oval 105"/>
          <p:cNvSpPr>
            <a:spLocks noChangeArrowheads="1"/>
          </p:cNvSpPr>
          <p:nvPr/>
        </p:nvSpPr>
        <p:spPr bwMode="auto">
          <a:xfrm>
            <a:off x="1549400" y="3938588"/>
            <a:ext cx="569913" cy="30638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x</a:t>
            </a:r>
          </a:p>
        </p:txBody>
      </p:sp>
      <p:sp>
        <p:nvSpPr>
          <p:cNvPr id="13329" name="Oval 106"/>
          <p:cNvSpPr>
            <a:spLocks noChangeArrowheads="1"/>
          </p:cNvSpPr>
          <p:nvPr/>
        </p:nvSpPr>
        <p:spPr bwMode="auto">
          <a:xfrm>
            <a:off x="738188" y="4781550"/>
            <a:ext cx="569912"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u</a:t>
            </a:r>
          </a:p>
        </p:txBody>
      </p:sp>
      <p:sp>
        <p:nvSpPr>
          <p:cNvPr id="13330" name="Oval 107"/>
          <p:cNvSpPr>
            <a:spLocks noChangeArrowheads="1"/>
          </p:cNvSpPr>
          <p:nvPr/>
        </p:nvSpPr>
        <p:spPr bwMode="auto">
          <a:xfrm>
            <a:off x="1495425" y="4781550"/>
            <a:ext cx="569913"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v</a:t>
            </a:r>
          </a:p>
        </p:txBody>
      </p:sp>
      <p:sp>
        <p:nvSpPr>
          <p:cNvPr id="13331" name="Oval 108"/>
          <p:cNvSpPr>
            <a:spLocks noChangeArrowheads="1"/>
          </p:cNvSpPr>
          <p:nvPr/>
        </p:nvSpPr>
        <p:spPr bwMode="auto">
          <a:xfrm>
            <a:off x="2254250" y="4781550"/>
            <a:ext cx="569913"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w</a:t>
            </a:r>
          </a:p>
        </p:txBody>
      </p:sp>
      <p:sp>
        <p:nvSpPr>
          <p:cNvPr id="13332" name="Oval 109"/>
          <p:cNvSpPr>
            <a:spLocks noChangeArrowheads="1"/>
          </p:cNvSpPr>
          <p:nvPr/>
        </p:nvSpPr>
        <p:spPr bwMode="auto">
          <a:xfrm>
            <a:off x="3175000" y="4781550"/>
            <a:ext cx="569913"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t</a:t>
            </a:r>
          </a:p>
        </p:txBody>
      </p:sp>
      <p:sp>
        <p:nvSpPr>
          <p:cNvPr id="13333" name="Oval 110"/>
          <p:cNvSpPr>
            <a:spLocks noChangeArrowheads="1"/>
          </p:cNvSpPr>
          <p:nvPr/>
        </p:nvSpPr>
        <p:spPr bwMode="auto">
          <a:xfrm>
            <a:off x="2687638" y="3938588"/>
            <a:ext cx="569912" cy="30638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y</a:t>
            </a:r>
          </a:p>
        </p:txBody>
      </p:sp>
      <p:sp>
        <p:nvSpPr>
          <p:cNvPr id="1066095" name="Text Box 111"/>
          <p:cNvSpPr txBox="1">
            <a:spLocks noChangeArrowheads="1"/>
          </p:cNvSpPr>
          <p:nvPr/>
        </p:nvSpPr>
        <p:spPr bwMode="auto">
          <a:xfrm>
            <a:off x="1403350" y="5518150"/>
            <a:ext cx="159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(a) </a:t>
            </a:r>
            <a:r>
              <a:rPr kumimoji="1" lang="zh-CN" altLang="en-US" sz="2400">
                <a:solidFill>
                  <a:schemeClr val="folHlink"/>
                </a:solidFill>
                <a:latin typeface="Arial" pitchFamily="34" charset="0"/>
                <a:ea typeface="黑体" pitchFamily="49" charset="-122"/>
              </a:rPr>
              <a:t>区 </a:t>
            </a:r>
            <a:r>
              <a:rPr kumimoji="1" lang="en-US" altLang="zh-CN" sz="2400">
                <a:solidFill>
                  <a:schemeClr val="folHlink"/>
                </a:solidFill>
                <a:latin typeface="Arial" pitchFamily="34" charset="0"/>
                <a:ea typeface="黑体" pitchFamily="49" charset="-122"/>
              </a:rPr>
              <a:t>= </a:t>
            </a:r>
            <a:r>
              <a:rPr kumimoji="1" lang="zh-CN" altLang="en-US" sz="2400">
                <a:solidFill>
                  <a:schemeClr val="folHlink"/>
                </a:solidFill>
                <a:latin typeface="Arial" pitchFamily="34" charset="0"/>
                <a:ea typeface="黑体" pitchFamily="49" charset="-122"/>
              </a:rPr>
              <a:t>域</a:t>
            </a:r>
          </a:p>
        </p:txBody>
      </p:sp>
      <p:grpSp>
        <p:nvGrpSpPr>
          <p:cNvPr id="1066157" name="Group 173"/>
          <p:cNvGrpSpPr>
            <a:grpSpLocks/>
          </p:cNvGrpSpPr>
          <p:nvPr/>
        </p:nvGrpSpPr>
        <p:grpSpPr bwMode="auto">
          <a:xfrm>
            <a:off x="4716463" y="1125538"/>
            <a:ext cx="4248150" cy="4849812"/>
            <a:chOff x="2971" y="709"/>
            <a:chExt cx="2676" cy="3055"/>
          </a:xfrm>
        </p:grpSpPr>
        <p:grpSp>
          <p:nvGrpSpPr>
            <p:cNvPr id="13356" name="Group 89"/>
            <p:cNvGrpSpPr>
              <a:grpSpLocks/>
            </p:cNvGrpSpPr>
            <p:nvPr/>
          </p:nvGrpSpPr>
          <p:grpSpPr bwMode="auto">
            <a:xfrm>
              <a:off x="4196" y="1530"/>
              <a:ext cx="256" cy="98"/>
              <a:chOff x="1519" y="813"/>
              <a:chExt cx="227" cy="77"/>
            </a:xfrm>
          </p:grpSpPr>
          <p:sp>
            <p:nvSpPr>
              <p:cNvPr id="13397" name="Line 90"/>
              <p:cNvSpPr>
                <a:spLocks noChangeShapeType="1"/>
              </p:cNvSpPr>
              <p:nvPr/>
            </p:nvSpPr>
            <p:spPr bwMode="auto">
              <a:xfrm>
                <a:off x="1647"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8" name="Line 91"/>
              <p:cNvSpPr>
                <a:spLocks noChangeShapeType="1"/>
              </p:cNvSpPr>
              <p:nvPr/>
            </p:nvSpPr>
            <p:spPr bwMode="auto">
              <a:xfrm flipH="1">
                <a:off x="1519"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57" name="Text Box 112"/>
            <p:cNvSpPr txBox="1">
              <a:spLocks noChangeArrowheads="1"/>
            </p:cNvSpPr>
            <p:nvPr/>
          </p:nvSpPr>
          <p:spPr bwMode="auto">
            <a:xfrm>
              <a:off x="3742" y="3476"/>
              <a:ext cx="10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(b) </a:t>
              </a:r>
              <a:r>
                <a:rPr kumimoji="1" lang="zh-CN" altLang="en-US" sz="2400">
                  <a:solidFill>
                    <a:schemeClr val="folHlink"/>
                  </a:solidFill>
                  <a:latin typeface="Arial" pitchFamily="34" charset="0"/>
                  <a:ea typeface="黑体" pitchFamily="49" charset="-122"/>
                </a:rPr>
                <a:t>区 </a:t>
              </a:r>
              <a:r>
                <a:rPr kumimoji="1" lang="en-US" altLang="zh-CN" sz="2400">
                  <a:solidFill>
                    <a:schemeClr val="folHlink"/>
                  </a:solidFill>
                  <a:latin typeface="Arial" pitchFamily="34" charset="0"/>
                  <a:ea typeface="黑体" pitchFamily="49" charset="-122"/>
                </a:rPr>
                <a:t>&lt; </a:t>
              </a:r>
              <a:r>
                <a:rPr kumimoji="1" lang="zh-CN" altLang="en-US" sz="2400">
                  <a:solidFill>
                    <a:schemeClr val="folHlink"/>
                  </a:solidFill>
                  <a:latin typeface="Arial" pitchFamily="34" charset="0"/>
                  <a:ea typeface="黑体" pitchFamily="49" charset="-122"/>
                </a:rPr>
                <a:t>域</a:t>
              </a:r>
            </a:p>
          </p:txBody>
        </p:sp>
        <p:sp>
          <p:nvSpPr>
            <p:cNvPr id="13358" name="Line 113"/>
            <p:cNvSpPr>
              <a:spLocks noChangeShapeType="1"/>
            </p:cNvSpPr>
            <p:nvPr/>
          </p:nvSpPr>
          <p:spPr bwMode="auto">
            <a:xfrm>
              <a:off x="4328" y="1523"/>
              <a:ext cx="5" cy="50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9" name="Text Box 114"/>
            <p:cNvSpPr txBox="1">
              <a:spLocks noChangeArrowheads="1"/>
            </p:cNvSpPr>
            <p:nvPr/>
          </p:nvSpPr>
          <p:spPr bwMode="auto">
            <a:xfrm>
              <a:off x="3061" y="1757"/>
              <a:ext cx="10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域 </a:t>
              </a:r>
              <a:r>
                <a:rPr kumimoji="1" lang="en-US" altLang="zh-CN" sz="2400">
                  <a:solidFill>
                    <a:schemeClr val="folHlink"/>
                  </a:solidFill>
                  <a:latin typeface="Arial" pitchFamily="34" charset="0"/>
                  <a:ea typeface="黑体" pitchFamily="49" charset="-122"/>
                </a:rPr>
                <a:t>abc.com</a:t>
              </a:r>
            </a:p>
          </p:txBody>
        </p:sp>
        <p:sp>
          <p:nvSpPr>
            <p:cNvPr id="13360" name="Freeform 115"/>
            <p:cNvSpPr>
              <a:spLocks/>
            </p:cNvSpPr>
            <p:nvPr/>
          </p:nvSpPr>
          <p:spPr bwMode="auto">
            <a:xfrm>
              <a:off x="4458" y="2341"/>
              <a:ext cx="849" cy="958"/>
            </a:xfrm>
            <a:custGeom>
              <a:avLst/>
              <a:gdLst>
                <a:gd name="T0" fmla="*/ 388 w 753"/>
                <a:gd name="T1" fmla="*/ 34 h 900"/>
                <a:gd name="T2" fmla="*/ 92 w 753"/>
                <a:gd name="T3" fmla="*/ 70 h 900"/>
                <a:gd name="T4" fmla="*/ 1 w 753"/>
                <a:gd name="T5" fmla="*/ 269 h 900"/>
                <a:gd name="T6" fmla="*/ 103 w 753"/>
                <a:gd name="T7" fmla="*/ 415 h 900"/>
                <a:gd name="T8" fmla="*/ 293 w 753"/>
                <a:gd name="T9" fmla="*/ 664 h 900"/>
                <a:gd name="T10" fmla="*/ 461 w 753"/>
                <a:gd name="T11" fmla="*/ 929 h 900"/>
                <a:gd name="T12" fmla="*/ 682 w 753"/>
                <a:gd name="T13" fmla="*/ 1013 h 900"/>
                <a:gd name="T14" fmla="*/ 876 w 753"/>
                <a:gd name="T15" fmla="*/ 968 h 900"/>
                <a:gd name="T16" fmla="*/ 957 w 753"/>
                <a:gd name="T17" fmla="*/ 868 h 900"/>
                <a:gd name="T18" fmla="*/ 874 w 753"/>
                <a:gd name="T19" fmla="*/ 657 h 900"/>
                <a:gd name="T20" fmla="*/ 764 w 753"/>
                <a:gd name="T21" fmla="*/ 488 h 900"/>
                <a:gd name="T22" fmla="*/ 614 w 753"/>
                <a:gd name="T23" fmla="*/ 277 h 900"/>
                <a:gd name="T24" fmla="*/ 388 w 753"/>
                <a:gd name="T25" fmla="*/ 34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a:extLst>
              <a:ext uri="{91240B29-F687-4F45-9708-019B960494DF}">
                <a14:hiddenLine xmlns:a14="http://schemas.microsoft.com/office/drawing/2010/main" w="38100" cmpd="sng">
                  <a:solidFill>
                    <a:srgbClr val="5F5F5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1" name="Freeform 116"/>
            <p:cNvSpPr>
              <a:spLocks/>
            </p:cNvSpPr>
            <p:nvPr/>
          </p:nvSpPr>
          <p:spPr bwMode="auto">
            <a:xfrm>
              <a:off x="3215" y="1882"/>
              <a:ext cx="1535" cy="1436"/>
            </a:xfrm>
            <a:custGeom>
              <a:avLst/>
              <a:gdLst>
                <a:gd name="T0" fmla="*/ 1528 w 1360"/>
                <a:gd name="T1" fmla="*/ 66 h 1349"/>
                <a:gd name="T2" fmla="*/ 1123 w 1360"/>
                <a:gd name="T3" fmla="*/ 52 h 1349"/>
                <a:gd name="T4" fmla="*/ 769 w 1360"/>
                <a:gd name="T5" fmla="*/ 381 h 1349"/>
                <a:gd name="T6" fmla="*/ 152 w 1360"/>
                <a:gd name="T7" fmla="*/ 1112 h 1349"/>
                <a:gd name="T8" fmla="*/ 17 w 1360"/>
                <a:gd name="T9" fmla="*/ 1408 h 1349"/>
                <a:gd name="T10" fmla="*/ 248 w 1360"/>
                <a:gd name="T11" fmla="*/ 1512 h 1349"/>
                <a:gd name="T12" fmla="*/ 780 w 1360"/>
                <a:gd name="T13" fmla="*/ 1514 h 1349"/>
                <a:gd name="T14" fmla="*/ 1467 w 1360"/>
                <a:gd name="T15" fmla="*/ 1507 h 1349"/>
                <a:gd name="T16" fmla="*/ 1704 w 1360"/>
                <a:gd name="T17" fmla="*/ 1399 h 1349"/>
                <a:gd name="T18" fmla="*/ 1634 w 1360"/>
                <a:gd name="T19" fmla="*/ 1203 h 1349"/>
                <a:gd name="T20" fmla="*/ 1337 w 1360"/>
                <a:gd name="T21" fmla="*/ 875 h 1349"/>
                <a:gd name="T22" fmla="*/ 1288 w 1360"/>
                <a:gd name="T23" fmla="*/ 689 h 1349"/>
                <a:gd name="T24" fmla="*/ 1459 w 1360"/>
                <a:gd name="T25" fmla="*/ 433 h 1349"/>
                <a:gd name="T26" fmla="*/ 1613 w 1360"/>
                <a:gd name="T27" fmla="*/ 297 h 1349"/>
                <a:gd name="T28" fmla="*/ 1635 w 1360"/>
                <a:gd name="T29" fmla="*/ 188 h 1349"/>
                <a:gd name="T30" fmla="*/ 1528 w 1360"/>
                <a:gd name="T31" fmla="*/ 66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a:extLst>
              <a:ext uri="{91240B29-F687-4F45-9708-019B960494DF}">
                <a14:hiddenLine xmlns:a14="http://schemas.microsoft.com/office/drawing/2010/main" w="38100" cmpd="sng">
                  <a:solidFill>
                    <a:srgbClr val="5F5F5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2" name="AutoShape 117"/>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3" name="Text Box 118"/>
            <p:cNvSpPr txBox="1">
              <a:spLocks noChangeArrowheads="1"/>
            </p:cNvSpPr>
            <p:nvPr/>
          </p:nvSpPr>
          <p:spPr bwMode="auto">
            <a:xfrm>
              <a:off x="2971" y="2131"/>
              <a:ext cx="842"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70000"/>
                </a:lnSpc>
              </a:pPr>
              <a:r>
                <a:rPr kumimoji="1" lang="zh-CN" altLang="zh-CN" sz="2400">
                  <a:solidFill>
                    <a:schemeClr val="folHlink"/>
                  </a:solidFill>
                  <a:latin typeface="Arial" pitchFamily="34" charset="0"/>
                  <a:ea typeface="黑体" pitchFamily="49" charset="-122"/>
                </a:rPr>
                <a:t> 区</a:t>
              </a:r>
              <a:endParaRPr kumimoji="1" lang="zh-CN" altLang="en-US" sz="2400">
                <a:solidFill>
                  <a:schemeClr val="folHlink"/>
                </a:solidFill>
                <a:latin typeface="Arial" pitchFamily="34" charset="0"/>
                <a:ea typeface="黑体" pitchFamily="49" charset="-122"/>
              </a:endParaRPr>
            </a:p>
            <a:p>
              <a:pPr algn="ctr" eaLnBrk="1" hangingPunct="1">
                <a:lnSpc>
                  <a:spcPct val="70000"/>
                </a:lnSpc>
              </a:pPr>
              <a:r>
                <a:rPr kumimoji="1" lang="en-US" altLang="zh-CN" sz="2400">
                  <a:solidFill>
                    <a:schemeClr val="folHlink"/>
                  </a:solidFill>
                  <a:latin typeface="Arial" pitchFamily="34" charset="0"/>
                  <a:ea typeface="黑体" pitchFamily="49" charset="-122"/>
                </a:rPr>
                <a:t>abc.com</a:t>
              </a:r>
            </a:p>
          </p:txBody>
        </p:sp>
        <p:sp>
          <p:nvSpPr>
            <p:cNvPr id="13364" name="Text Box 119"/>
            <p:cNvSpPr txBox="1">
              <a:spLocks noChangeArrowheads="1"/>
            </p:cNvSpPr>
            <p:nvPr/>
          </p:nvSpPr>
          <p:spPr bwMode="auto">
            <a:xfrm>
              <a:off x="4649" y="1950"/>
              <a:ext cx="998"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75000"/>
                </a:lnSpc>
              </a:pPr>
              <a:r>
                <a:rPr kumimoji="1" lang="zh-CN" altLang="en-US" sz="2400">
                  <a:solidFill>
                    <a:schemeClr val="folHlink"/>
                  </a:solidFill>
                  <a:latin typeface="Arial" pitchFamily="34" charset="0"/>
                  <a:ea typeface="黑体" pitchFamily="49" charset="-122"/>
                </a:rPr>
                <a:t>区</a:t>
              </a:r>
            </a:p>
            <a:p>
              <a:pPr algn="ctr" eaLnBrk="1" hangingPunct="1">
                <a:lnSpc>
                  <a:spcPct val="75000"/>
                </a:lnSpc>
              </a:pPr>
              <a:r>
                <a:rPr kumimoji="1" lang="en-US" altLang="zh-CN" sz="2400">
                  <a:solidFill>
                    <a:schemeClr val="folHlink"/>
                  </a:solidFill>
                  <a:latin typeface="Arial" pitchFamily="34" charset="0"/>
                  <a:ea typeface="黑体" pitchFamily="49" charset="-122"/>
                </a:rPr>
                <a:t>y.abc.com</a:t>
              </a:r>
            </a:p>
          </p:txBody>
        </p:sp>
        <p:sp>
          <p:nvSpPr>
            <p:cNvPr id="13365" name="Line 120"/>
            <p:cNvSpPr>
              <a:spLocks noChangeShapeType="1"/>
            </p:cNvSpPr>
            <p:nvPr/>
          </p:nvSpPr>
          <p:spPr bwMode="auto">
            <a:xfrm>
              <a:off x="3382" y="2491"/>
              <a:ext cx="156" cy="22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6" name="Line 121"/>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7" name="Line 122"/>
            <p:cNvSpPr>
              <a:spLocks noChangeShapeType="1"/>
            </p:cNvSpPr>
            <p:nvPr/>
          </p:nvSpPr>
          <p:spPr bwMode="auto">
            <a:xfrm flipH="1">
              <a:off x="4054" y="2124"/>
              <a:ext cx="226" cy="41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8" name="Line 123"/>
            <p:cNvSpPr>
              <a:spLocks noChangeShapeType="1"/>
            </p:cNvSpPr>
            <p:nvPr/>
          </p:nvSpPr>
          <p:spPr bwMode="auto">
            <a:xfrm>
              <a:off x="4407" y="2143"/>
              <a:ext cx="297" cy="38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9" name="Line 124"/>
            <p:cNvSpPr>
              <a:spLocks noChangeShapeType="1"/>
            </p:cNvSpPr>
            <p:nvPr/>
          </p:nvSpPr>
          <p:spPr bwMode="auto">
            <a:xfrm>
              <a:off x="4754" y="2610"/>
              <a:ext cx="319" cy="49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70" name="Line 125"/>
            <p:cNvSpPr>
              <a:spLocks noChangeShapeType="1"/>
            </p:cNvSpPr>
            <p:nvPr/>
          </p:nvSpPr>
          <p:spPr bwMode="auto">
            <a:xfrm>
              <a:off x="4068" y="2622"/>
              <a:ext cx="388" cy="444"/>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71" name="Line 126"/>
            <p:cNvSpPr>
              <a:spLocks noChangeShapeType="1"/>
            </p:cNvSpPr>
            <p:nvPr/>
          </p:nvSpPr>
          <p:spPr bwMode="auto">
            <a:xfrm flipH="1">
              <a:off x="4002" y="2629"/>
              <a:ext cx="11" cy="38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72" name="Line 127"/>
            <p:cNvSpPr>
              <a:spLocks noChangeShapeType="1"/>
            </p:cNvSpPr>
            <p:nvPr/>
          </p:nvSpPr>
          <p:spPr bwMode="auto">
            <a:xfrm flipH="1">
              <a:off x="3528" y="2578"/>
              <a:ext cx="470" cy="4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73" name="Oval 128"/>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abc</a:t>
              </a:r>
            </a:p>
          </p:txBody>
        </p:sp>
        <p:sp>
          <p:nvSpPr>
            <p:cNvPr id="13374" name="Oval 129"/>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x</a:t>
              </a:r>
            </a:p>
          </p:txBody>
        </p:sp>
        <p:sp>
          <p:nvSpPr>
            <p:cNvPr id="13375" name="Oval 130"/>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u</a:t>
              </a:r>
            </a:p>
          </p:txBody>
        </p:sp>
        <p:sp>
          <p:nvSpPr>
            <p:cNvPr id="13376" name="Oval 131"/>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v</a:t>
              </a:r>
            </a:p>
          </p:txBody>
        </p:sp>
        <p:sp>
          <p:nvSpPr>
            <p:cNvPr id="13377" name="Oval 132"/>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w</a:t>
              </a:r>
            </a:p>
          </p:txBody>
        </p:sp>
        <p:sp>
          <p:nvSpPr>
            <p:cNvPr id="13378" name="Oval 133"/>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t</a:t>
              </a:r>
            </a:p>
          </p:txBody>
        </p:sp>
        <p:sp>
          <p:nvSpPr>
            <p:cNvPr id="13379" name="Oval 134"/>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y</a:t>
              </a:r>
            </a:p>
          </p:txBody>
        </p:sp>
        <p:sp>
          <p:nvSpPr>
            <p:cNvPr id="13380" name="AutoShape 135"/>
            <p:cNvSpPr>
              <a:spLocks noChangeArrowheads="1"/>
            </p:cNvSpPr>
            <p:nvPr/>
          </p:nvSpPr>
          <p:spPr bwMode="auto">
            <a:xfrm>
              <a:off x="4063" y="1232"/>
              <a:ext cx="522" cy="303"/>
            </a:xfrm>
            <a:prstGeom prst="roundRect">
              <a:avLst>
                <a:gd name="adj" fmla="val 34167"/>
              </a:avLst>
            </a:prstGeom>
            <a:solidFill>
              <a:srgbClr val="CCEC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com</a:t>
              </a:r>
            </a:p>
          </p:txBody>
        </p:sp>
        <p:sp>
          <p:nvSpPr>
            <p:cNvPr id="13381" name="AutoShape 136"/>
            <p:cNvSpPr>
              <a:spLocks noChangeArrowheads="1"/>
            </p:cNvSpPr>
            <p:nvPr/>
          </p:nvSpPr>
          <p:spPr bwMode="auto">
            <a:xfrm>
              <a:off x="4909" y="1225"/>
              <a:ext cx="522" cy="304"/>
            </a:xfrm>
            <a:prstGeom prst="roundRect">
              <a:avLst>
                <a:gd name="adj" fmla="val 34167"/>
              </a:avLst>
            </a:prstGeom>
            <a:solidFill>
              <a:srgbClr val="FF99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edu</a:t>
              </a:r>
            </a:p>
          </p:txBody>
        </p:sp>
        <p:sp>
          <p:nvSpPr>
            <p:cNvPr id="13382" name="AutoShape 137"/>
            <p:cNvSpPr>
              <a:spLocks noChangeArrowheads="1"/>
            </p:cNvSpPr>
            <p:nvPr/>
          </p:nvSpPr>
          <p:spPr bwMode="auto">
            <a:xfrm>
              <a:off x="3220" y="1225"/>
              <a:ext cx="522" cy="304"/>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org</a:t>
              </a:r>
            </a:p>
          </p:txBody>
        </p:sp>
        <p:grpSp>
          <p:nvGrpSpPr>
            <p:cNvPr id="13383" name="Group 138"/>
            <p:cNvGrpSpPr>
              <a:grpSpLocks/>
            </p:cNvGrpSpPr>
            <p:nvPr/>
          </p:nvGrpSpPr>
          <p:grpSpPr bwMode="auto">
            <a:xfrm>
              <a:off x="5042" y="1530"/>
              <a:ext cx="256" cy="98"/>
              <a:chOff x="2875" y="1143"/>
              <a:chExt cx="330" cy="132"/>
            </a:xfrm>
          </p:grpSpPr>
          <p:sp>
            <p:nvSpPr>
              <p:cNvPr id="13393" name="Line 139"/>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4" name="Line 140"/>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5" name="Line 141"/>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6" name="Line 142"/>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84" name="Group 143"/>
            <p:cNvGrpSpPr>
              <a:grpSpLocks/>
            </p:cNvGrpSpPr>
            <p:nvPr/>
          </p:nvGrpSpPr>
          <p:grpSpPr bwMode="auto">
            <a:xfrm>
              <a:off x="3353" y="1530"/>
              <a:ext cx="256" cy="98"/>
              <a:chOff x="2875" y="1143"/>
              <a:chExt cx="330" cy="132"/>
            </a:xfrm>
          </p:grpSpPr>
          <p:sp>
            <p:nvSpPr>
              <p:cNvPr id="13389" name="Line 144"/>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0" name="Line 145"/>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1" name="Line 146"/>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2" name="Line 147"/>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85" name="AutoShape 148"/>
            <p:cNvSpPr>
              <a:spLocks noChangeArrowheads="1"/>
            </p:cNvSpPr>
            <p:nvPr/>
          </p:nvSpPr>
          <p:spPr bwMode="auto">
            <a:xfrm>
              <a:off x="4049" y="709"/>
              <a:ext cx="523" cy="304"/>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solidFill>
                    <a:schemeClr val="folHlink"/>
                  </a:solidFill>
                  <a:latin typeface="Arial" pitchFamily="34" charset="0"/>
                  <a:ea typeface="黑体" pitchFamily="49" charset="-122"/>
                </a:rPr>
                <a:t>根</a:t>
              </a:r>
            </a:p>
          </p:txBody>
        </p:sp>
        <p:sp>
          <p:nvSpPr>
            <p:cNvPr id="13386" name="Line 149"/>
            <p:cNvSpPr>
              <a:spLocks noChangeShapeType="1"/>
            </p:cNvSpPr>
            <p:nvPr/>
          </p:nvSpPr>
          <p:spPr bwMode="auto">
            <a:xfrm>
              <a:off x="4375" y="1010"/>
              <a:ext cx="792" cy="21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7" name="Line 150"/>
            <p:cNvSpPr>
              <a:spLocks noChangeShapeType="1"/>
            </p:cNvSpPr>
            <p:nvPr/>
          </p:nvSpPr>
          <p:spPr bwMode="auto">
            <a:xfrm flipV="1">
              <a:off x="3481" y="1010"/>
              <a:ext cx="779" cy="21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8" name="Line 151"/>
            <p:cNvSpPr>
              <a:spLocks noChangeShapeType="1"/>
            </p:cNvSpPr>
            <p:nvPr/>
          </p:nvSpPr>
          <p:spPr bwMode="auto">
            <a:xfrm>
              <a:off x="4321" y="1010"/>
              <a:ext cx="0" cy="21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36" name="AutoShape 152"/>
          <p:cNvSpPr>
            <a:spLocks noChangeArrowheads="1"/>
          </p:cNvSpPr>
          <p:nvPr/>
        </p:nvSpPr>
        <p:spPr bwMode="auto">
          <a:xfrm>
            <a:off x="1914525" y="1955800"/>
            <a:ext cx="830263" cy="481013"/>
          </a:xfrm>
          <a:prstGeom prst="roundRect">
            <a:avLst>
              <a:gd name="adj" fmla="val 34167"/>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com</a:t>
            </a:r>
          </a:p>
        </p:txBody>
      </p:sp>
      <p:sp>
        <p:nvSpPr>
          <p:cNvPr id="13337" name="AutoShape 153"/>
          <p:cNvSpPr>
            <a:spLocks noChangeArrowheads="1"/>
          </p:cNvSpPr>
          <p:nvPr/>
        </p:nvSpPr>
        <p:spPr bwMode="auto">
          <a:xfrm>
            <a:off x="3259138" y="1944688"/>
            <a:ext cx="828675" cy="482600"/>
          </a:xfrm>
          <a:prstGeom prst="roundRect">
            <a:avLst>
              <a:gd name="adj" fmla="val 34167"/>
            </a:avLst>
          </a:prstGeom>
          <a:solidFill>
            <a:srgbClr val="FF99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edu</a:t>
            </a:r>
          </a:p>
        </p:txBody>
      </p:sp>
      <p:sp>
        <p:nvSpPr>
          <p:cNvPr id="13338" name="AutoShape 154"/>
          <p:cNvSpPr>
            <a:spLocks noChangeArrowheads="1"/>
          </p:cNvSpPr>
          <p:nvPr/>
        </p:nvSpPr>
        <p:spPr bwMode="auto">
          <a:xfrm>
            <a:off x="576263" y="1944688"/>
            <a:ext cx="830262" cy="482600"/>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solidFill>
                  <a:schemeClr val="folHlink"/>
                </a:solidFill>
                <a:latin typeface="Arial" pitchFamily="34" charset="0"/>
                <a:ea typeface="黑体" pitchFamily="49" charset="-122"/>
              </a:rPr>
              <a:t>org</a:t>
            </a:r>
          </a:p>
        </p:txBody>
      </p:sp>
      <p:grpSp>
        <p:nvGrpSpPr>
          <p:cNvPr id="13339" name="Group 155"/>
          <p:cNvGrpSpPr>
            <a:grpSpLocks/>
          </p:cNvGrpSpPr>
          <p:nvPr/>
        </p:nvGrpSpPr>
        <p:grpSpPr bwMode="auto">
          <a:xfrm>
            <a:off x="3470275" y="2428875"/>
            <a:ext cx="406400" cy="155575"/>
            <a:chOff x="2875" y="1143"/>
            <a:chExt cx="330" cy="132"/>
          </a:xfrm>
        </p:grpSpPr>
        <p:sp>
          <p:nvSpPr>
            <p:cNvPr id="13352" name="Line 156"/>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3" name="Line 157"/>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4" name="Line 158"/>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5" name="Line 159"/>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40" name="Group 160"/>
          <p:cNvGrpSpPr>
            <a:grpSpLocks/>
          </p:cNvGrpSpPr>
          <p:nvPr/>
        </p:nvGrpSpPr>
        <p:grpSpPr bwMode="auto">
          <a:xfrm>
            <a:off x="788988" y="2428875"/>
            <a:ext cx="406400" cy="155575"/>
            <a:chOff x="2875" y="1143"/>
            <a:chExt cx="330" cy="132"/>
          </a:xfrm>
        </p:grpSpPr>
        <p:sp>
          <p:nvSpPr>
            <p:cNvPr id="13348" name="Line 161"/>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9" name="Line 162"/>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0" name="Line 163"/>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1" name="Line 164"/>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41" name="AutoShape 165"/>
          <p:cNvSpPr>
            <a:spLocks noChangeArrowheads="1"/>
          </p:cNvSpPr>
          <p:nvPr/>
        </p:nvSpPr>
        <p:spPr bwMode="auto">
          <a:xfrm>
            <a:off x="1893888" y="1125538"/>
            <a:ext cx="828675" cy="482600"/>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solidFill>
                  <a:schemeClr val="folHlink"/>
                </a:solidFill>
                <a:latin typeface="Arial" pitchFamily="34" charset="0"/>
                <a:ea typeface="黑体" pitchFamily="49" charset="-122"/>
              </a:rPr>
              <a:t>根</a:t>
            </a:r>
          </a:p>
        </p:txBody>
      </p:sp>
      <p:sp>
        <p:nvSpPr>
          <p:cNvPr id="13342" name="Line 166"/>
          <p:cNvSpPr>
            <a:spLocks noChangeShapeType="1"/>
          </p:cNvSpPr>
          <p:nvPr/>
        </p:nvSpPr>
        <p:spPr bwMode="auto">
          <a:xfrm>
            <a:off x="2411413" y="1603375"/>
            <a:ext cx="1257300" cy="3381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3" name="Line 167"/>
          <p:cNvSpPr>
            <a:spLocks noChangeShapeType="1"/>
          </p:cNvSpPr>
          <p:nvPr/>
        </p:nvSpPr>
        <p:spPr bwMode="auto">
          <a:xfrm flipV="1">
            <a:off x="992188" y="1603375"/>
            <a:ext cx="1236662" cy="3381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4" name="Line 168"/>
          <p:cNvSpPr>
            <a:spLocks noChangeShapeType="1"/>
          </p:cNvSpPr>
          <p:nvPr/>
        </p:nvSpPr>
        <p:spPr bwMode="auto">
          <a:xfrm>
            <a:off x="2325688" y="1603375"/>
            <a:ext cx="0" cy="3381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345" name="Group 169"/>
          <p:cNvGrpSpPr>
            <a:grpSpLocks/>
          </p:cNvGrpSpPr>
          <p:nvPr/>
        </p:nvGrpSpPr>
        <p:grpSpPr bwMode="auto">
          <a:xfrm>
            <a:off x="2120900" y="2428875"/>
            <a:ext cx="406400" cy="155575"/>
            <a:chOff x="1519" y="813"/>
            <a:chExt cx="227" cy="77"/>
          </a:xfrm>
        </p:grpSpPr>
        <p:sp>
          <p:nvSpPr>
            <p:cNvPr id="13346" name="Line 170"/>
            <p:cNvSpPr>
              <a:spLocks noChangeShapeType="1"/>
            </p:cNvSpPr>
            <p:nvPr/>
          </p:nvSpPr>
          <p:spPr bwMode="auto">
            <a:xfrm>
              <a:off x="1647"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7" name="Line 171"/>
            <p:cNvSpPr>
              <a:spLocks noChangeShapeType="1"/>
            </p:cNvSpPr>
            <p:nvPr/>
          </p:nvSpPr>
          <p:spPr bwMode="auto">
            <a:xfrm flipH="1">
              <a:off x="1519"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0660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066157"/>
                                        </p:tgtEl>
                                        <p:attrNameLst>
                                          <p:attrName>style.visibility</p:attrName>
                                        </p:attrNameLst>
                                      </p:cBhvr>
                                      <p:to>
                                        <p:strVal val="visible"/>
                                      </p:to>
                                    </p:set>
                                    <p:animEffect transition="in" filter="wipe(up)">
                                      <p:cBhvr>
                                        <p:cTn id="11" dur="1000"/>
                                        <p:tgtEl>
                                          <p:spTgt spid="106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09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31"/>
          <p:cNvSpPr>
            <a:spLocks noChangeArrowheads="1"/>
          </p:cNvSpPr>
          <p:nvPr/>
        </p:nvSpPr>
        <p:spPr bwMode="auto">
          <a:xfrm>
            <a:off x="3751263" y="3959225"/>
            <a:ext cx="2638425" cy="2084388"/>
          </a:xfrm>
          <a:prstGeom prst="roundRect">
            <a:avLst>
              <a:gd name="adj" fmla="val 16667"/>
            </a:avLst>
          </a:prstGeom>
          <a:solidFill>
            <a:srgbClr val="33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 name="Rectangle 4"/>
          <p:cNvSpPr>
            <a:spLocks noGrp="1" noChangeArrowheads="1"/>
          </p:cNvSpPr>
          <p:nvPr>
            <p:ph type="title"/>
          </p:nvPr>
        </p:nvSpPr>
        <p:spPr/>
        <p:txBody>
          <a:bodyPr/>
          <a:lstStyle/>
          <a:p>
            <a:pPr algn="ctr" eaLnBrk="1" hangingPunct="1"/>
            <a:r>
              <a:rPr lang="zh-CN" altLang="en-US" smtClean="0"/>
              <a:t>树状结构的 </a:t>
            </a:r>
            <a:r>
              <a:rPr lang="en-US" altLang="zh-CN" smtClean="0"/>
              <a:t>DNS </a:t>
            </a:r>
            <a:r>
              <a:rPr lang="zh-CN" altLang="en-US" smtClean="0"/>
              <a:t>域名服务器</a:t>
            </a:r>
            <a:r>
              <a:rPr lang="en-US" altLang="zh-CN" sz="2800" smtClean="0"/>
              <a:t>228 </a:t>
            </a:r>
          </a:p>
        </p:txBody>
      </p:sp>
      <p:grpSp>
        <p:nvGrpSpPr>
          <p:cNvPr id="14340" name="Group 5"/>
          <p:cNvGrpSpPr>
            <a:grpSpLocks/>
          </p:cNvGrpSpPr>
          <p:nvPr/>
        </p:nvGrpSpPr>
        <p:grpSpPr bwMode="auto">
          <a:xfrm>
            <a:off x="3184525" y="2663825"/>
            <a:ext cx="4318000" cy="392113"/>
            <a:chOff x="2294" y="572"/>
            <a:chExt cx="2450" cy="318"/>
          </a:xfrm>
        </p:grpSpPr>
        <p:sp>
          <p:nvSpPr>
            <p:cNvPr id="14373" name="Line 6"/>
            <p:cNvSpPr>
              <a:spLocks noChangeShapeType="1"/>
            </p:cNvSpPr>
            <p:nvPr/>
          </p:nvSpPr>
          <p:spPr bwMode="auto">
            <a:xfrm flipV="1">
              <a:off x="2294" y="572"/>
              <a:ext cx="1089" cy="31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4" name="Line 7"/>
            <p:cNvSpPr>
              <a:spLocks noChangeShapeType="1"/>
            </p:cNvSpPr>
            <p:nvPr/>
          </p:nvSpPr>
          <p:spPr bwMode="auto">
            <a:xfrm>
              <a:off x="3474" y="572"/>
              <a:ext cx="0" cy="31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5" name="Line 8"/>
            <p:cNvSpPr>
              <a:spLocks noChangeShapeType="1"/>
            </p:cNvSpPr>
            <p:nvPr/>
          </p:nvSpPr>
          <p:spPr bwMode="auto">
            <a:xfrm flipH="1" flipV="1">
              <a:off x="3565" y="572"/>
              <a:ext cx="1179" cy="31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41" name="Rectangle 9"/>
          <p:cNvSpPr>
            <a:spLocks noChangeArrowheads="1"/>
          </p:cNvSpPr>
          <p:nvPr/>
        </p:nvSpPr>
        <p:spPr bwMode="auto">
          <a:xfrm>
            <a:off x="4391025" y="2143125"/>
            <a:ext cx="1758950" cy="496888"/>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kumimoji="1" lang="zh-CN" altLang="en-US" sz="2000">
                <a:solidFill>
                  <a:schemeClr val="folHlink"/>
                </a:solidFill>
                <a:latin typeface="Arial" pitchFamily="34" charset="0"/>
                <a:ea typeface="黑体" pitchFamily="49" charset="-122"/>
              </a:rPr>
              <a:t>根域名服务器</a:t>
            </a:r>
          </a:p>
        </p:txBody>
      </p:sp>
      <p:sp>
        <p:nvSpPr>
          <p:cNvPr id="14342" name="Rectangle 10"/>
          <p:cNvSpPr>
            <a:spLocks noChangeArrowheads="1"/>
          </p:cNvSpPr>
          <p:nvPr/>
        </p:nvSpPr>
        <p:spPr bwMode="auto">
          <a:xfrm>
            <a:off x="2232025" y="3055938"/>
            <a:ext cx="1758950" cy="496887"/>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kumimoji="1" lang="en-US" altLang="zh-CN" sz="2000">
                <a:solidFill>
                  <a:schemeClr val="folHlink"/>
                </a:solidFill>
                <a:latin typeface="Arial" pitchFamily="34" charset="0"/>
                <a:ea typeface="黑体" pitchFamily="49" charset="-122"/>
              </a:rPr>
              <a:t>org </a:t>
            </a:r>
            <a:r>
              <a:rPr kumimoji="1" lang="zh-CN" altLang="en-US" sz="2000">
                <a:solidFill>
                  <a:schemeClr val="folHlink"/>
                </a:solidFill>
                <a:latin typeface="Arial" pitchFamily="34" charset="0"/>
                <a:ea typeface="黑体" pitchFamily="49" charset="-122"/>
              </a:rPr>
              <a:t>域名服务器</a:t>
            </a:r>
          </a:p>
        </p:txBody>
      </p:sp>
      <p:sp>
        <p:nvSpPr>
          <p:cNvPr id="14343" name="Rectangle 11"/>
          <p:cNvSpPr>
            <a:spLocks noChangeArrowheads="1"/>
          </p:cNvSpPr>
          <p:nvPr/>
        </p:nvSpPr>
        <p:spPr bwMode="auto">
          <a:xfrm>
            <a:off x="4391025" y="3055938"/>
            <a:ext cx="1758950" cy="496887"/>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kumimoji="1" lang="en-US" altLang="zh-CN" sz="2000">
                <a:solidFill>
                  <a:schemeClr val="folHlink"/>
                </a:solidFill>
                <a:latin typeface="Arial" pitchFamily="34" charset="0"/>
                <a:ea typeface="黑体" pitchFamily="49" charset="-122"/>
              </a:rPr>
              <a:t>com </a:t>
            </a:r>
            <a:r>
              <a:rPr kumimoji="1" lang="zh-CN" altLang="en-US" sz="2000">
                <a:solidFill>
                  <a:schemeClr val="folHlink"/>
                </a:solidFill>
                <a:latin typeface="Arial" pitchFamily="34" charset="0"/>
                <a:ea typeface="黑体" pitchFamily="49" charset="-122"/>
              </a:rPr>
              <a:t>域名服务器</a:t>
            </a:r>
          </a:p>
        </p:txBody>
      </p:sp>
      <p:sp>
        <p:nvSpPr>
          <p:cNvPr id="14344" name="Rectangle 12"/>
          <p:cNvSpPr>
            <a:spLocks noChangeArrowheads="1"/>
          </p:cNvSpPr>
          <p:nvPr/>
        </p:nvSpPr>
        <p:spPr bwMode="auto">
          <a:xfrm>
            <a:off x="6551613" y="3055938"/>
            <a:ext cx="1758950" cy="496887"/>
          </a:xfrm>
          <a:prstGeom prst="rect">
            <a:avLst/>
          </a:prstGeom>
          <a:solidFill>
            <a:srgbClr val="CCCC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chemeClr val="folHlink"/>
                </a:solidFill>
                <a:latin typeface="Arial" pitchFamily="34" charset="0"/>
                <a:ea typeface="黑体" pitchFamily="49" charset="-122"/>
              </a:rPr>
              <a:t>edu </a:t>
            </a:r>
            <a:r>
              <a:rPr kumimoji="1" lang="zh-CN" altLang="en-US" sz="2000">
                <a:solidFill>
                  <a:schemeClr val="folHlink"/>
                </a:solidFill>
                <a:latin typeface="Arial" pitchFamily="34" charset="0"/>
                <a:ea typeface="黑体" pitchFamily="49" charset="-122"/>
              </a:rPr>
              <a:t>域名服务器</a:t>
            </a:r>
          </a:p>
        </p:txBody>
      </p:sp>
      <p:grpSp>
        <p:nvGrpSpPr>
          <p:cNvPr id="14345" name="Group 13"/>
          <p:cNvGrpSpPr>
            <a:grpSpLocks/>
          </p:cNvGrpSpPr>
          <p:nvPr/>
        </p:nvGrpSpPr>
        <p:grpSpPr bwMode="auto">
          <a:xfrm>
            <a:off x="7027863" y="3552825"/>
            <a:ext cx="800100" cy="249238"/>
            <a:chOff x="2875" y="1143"/>
            <a:chExt cx="330" cy="132"/>
          </a:xfrm>
        </p:grpSpPr>
        <p:sp>
          <p:nvSpPr>
            <p:cNvPr id="14369" name="Line 14"/>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0" name="Line 15"/>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1" name="Line 16"/>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Line 17"/>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46" name="Text Box 18"/>
          <p:cNvSpPr txBox="1">
            <a:spLocks noChangeArrowheads="1"/>
          </p:cNvSpPr>
          <p:nvPr/>
        </p:nvSpPr>
        <p:spPr bwMode="auto">
          <a:xfrm>
            <a:off x="8467725" y="2713038"/>
            <a:ext cx="744538"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4400" b="1">
                <a:solidFill>
                  <a:schemeClr val="folHlink"/>
                </a:solidFill>
                <a:latin typeface="Arial" pitchFamily="34" charset="0"/>
                <a:ea typeface="黑体" pitchFamily="49" charset="-122"/>
              </a:rPr>
              <a:t>…</a:t>
            </a:r>
          </a:p>
        </p:txBody>
      </p:sp>
      <p:grpSp>
        <p:nvGrpSpPr>
          <p:cNvPr id="14347" name="Group 19"/>
          <p:cNvGrpSpPr>
            <a:grpSpLocks/>
          </p:cNvGrpSpPr>
          <p:nvPr/>
        </p:nvGrpSpPr>
        <p:grpSpPr bwMode="auto">
          <a:xfrm>
            <a:off x="2711450" y="3552825"/>
            <a:ext cx="800100" cy="249238"/>
            <a:chOff x="2875" y="1143"/>
            <a:chExt cx="330" cy="132"/>
          </a:xfrm>
        </p:grpSpPr>
        <p:sp>
          <p:nvSpPr>
            <p:cNvPr id="14365" name="Line 20"/>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6" name="Line 21"/>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7" name="Line 22"/>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8" name="Line 23"/>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48" name="Line 24"/>
          <p:cNvSpPr>
            <a:spLocks noChangeShapeType="1"/>
          </p:cNvSpPr>
          <p:nvPr/>
        </p:nvSpPr>
        <p:spPr bwMode="auto">
          <a:xfrm>
            <a:off x="5402263" y="3552825"/>
            <a:ext cx="347662" cy="2492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9" name="Line 25"/>
          <p:cNvSpPr>
            <a:spLocks noChangeShapeType="1"/>
          </p:cNvSpPr>
          <p:nvPr/>
        </p:nvSpPr>
        <p:spPr bwMode="auto">
          <a:xfrm>
            <a:off x="5375275" y="3552825"/>
            <a:ext cx="90488" cy="24447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0" name="Line 26"/>
          <p:cNvSpPr>
            <a:spLocks noChangeShapeType="1"/>
          </p:cNvSpPr>
          <p:nvPr/>
        </p:nvSpPr>
        <p:spPr bwMode="auto">
          <a:xfrm flipH="1">
            <a:off x="4949825" y="3552825"/>
            <a:ext cx="349250" cy="2492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1" name="Line 27"/>
          <p:cNvSpPr>
            <a:spLocks noChangeShapeType="1"/>
          </p:cNvSpPr>
          <p:nvPr/>
        </p:nvSpPr>
        <p:spPr bwMode="auto">
          <a:xfrm flipH="1">
            <a:off x="5076825" y="3552825"/>
            <a:ext cx="260350" cy="6683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2" name="Rectangle 29"/>
          <p:cNvSpPr>
            <a:spLocks noChangeArrowheads="1"/>
          </p:cNvSpPr>
          <p:nvPr/>
        </p:nvSpPr>
        <p:spPr bwMode="auto">
          <a:xfrm>
            <a:off x="4151313" y="5214938"/>
            <a:ext cx="1760537"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zh-CN" sz="2000">
                <a:solidFill>
                  <a:schemeClr val="folHlink"/>
                </a:solidFill>
                <a:latin typeface="Arial" pitchFamily="34" charset="0"/>
                <a:ea typeface="黑体" pitchFamily="49" charset="-122"/>
              </a:rPr>
              <a:t>y.abc.com</a:t>
            </a:r>
          </a:p>
          <a:p>
            <a:pPr algn="ctr"/>
            <a:r>
              <a:rPr lang="zh-CN" altLang="en-US" sz="2000">
                <a:solidFill>
                  <a:schemeClr val="folHlink"/>
                </a:solidFill>
                <a:latin typeface="Arial" pitchFamily="34" charset="0"/>
                <a:ea typeface="黑体" pitchFamily="49" charset="-122"/>
              </a:rPr>
              <a:t>域名服务器</a:t>
            </a:r>
          </a:p>
        </p:txBody>
      </p:sp>
      <p:sp>
        <p:nvSpPr>
          <p:cNvPr id="14353" name="Line 30"/>
          <p:cNvSpPr>
            <a:spLocks noChangeShapeType="1"/>
          </p:cNvSpPr>
          <p:nvPr/>
        </p:nvSpPr>
        <p:spPr bwMode="auto">
          <a:xfrm>
            <a:off x="5029200" y="4714875"/>
            <a:ext cx="0" cy="49847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4" name="Line 32"/>
          <p:cNvSpPr>
            <a:spLocks noChangeShapeType="1"/>
          </p:cNvSpPr>
          <p:nvPr/>
        </p:nvSpPr>
        <p:spPr bwMode="auto">
          <a:xfrm flipH="1" flipV="1">
            <a:off x="5969000" y="4422775"/>
            <a:ext cx="1287463" cy="180975"/>
          </a:xfrm>
          <a:prstGeom prst="line">
            <a:avLst/>
          </a:prstGeom>
          <a:noFill/>
          <a:ln w="2857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5" name="Text Box 33"/>
          <p:cNvSpPr txBox="1">
            <a:spLocks noChangeArrowheads="1"/>
          </p:cNvSpPr>
          <p:nvPr/>
        </p:nvSpPr>
        <p:spPr bwMode="auto">
          <a:xfrm>
            <a:off x="7150100" y="4335463"/>
            <a:ext cx="1962150" cy="70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ea typeface="黑体" pitchFamily="49" charset="-122"/>
              </a:rPr>
              <a:t>abc </a:t>
            </a:r>
            <a:r>
              <a:rPr lang="zh-CN" altLang="en-US" sz="2000">
                <a:solidFill>
                  <a:schemeClr val="folHlink"/>
                </a:solidFill>
                <a:latin typeface="Arial" pitchFamily="34" charset="0"/>
                <a:ea typeface="黑体" pitchFamily="49" charset="-122"/>
              </a:rPr>
              <a:t>公司有两个</a:t>
            </a:r>
          </a:p>
          <a:p>
            <a:pPr algn="ctr" eaLnBrk="1" hangingPunct="1"/>
            <a:r>
              <a:rPr lang="zh-CN" altLang="en-US" sz="2000">
                <a:solidFill>
                  <a:schemeClr val="folHlink"/>
                </a:solidFill>
                <a:latin typeface="Arial" pitchFamily="34" charset="0"/>
                <a:ea typeface="黑体" pitchFamily="49" charset="-122"/>
              </a:rPr>
              <a:t>权限域名服务器</a:t>
            </a:r>
          </a:p>
        </p:txBody>
      </p:sp>
      <p:grpSp>
        <p:nvGrpSpPr>
          <p:cNvPr id="14356" name="Group 34"/>
          <p:cNvGrpSpPr>
            <a:grpSpLocks/>
          </p:cNvGrpSpPr>
          <p:nvPr/>
        </p:nvGrpSpPr>
        <p:grpSpPr bwMode="auto">
          <a:xfrm>
            <a:off x="-92075" y="2889250"/>
            <a:ext cx="9113838" cy="830263"/>
            <a:chOff x="158" y="799"/>
            <a:chExt cx="5444" cy="454"/>
          </a:xfrm>
        </p:grpSpPr>
        <p:sp>
          <p:nvSpPr>
            <p:cNvPr id="14363" name="Line 35"/>
            <p:cNvSpPr>
              <a:spLocks noChangeShapeType="1"/>
            </p:cNvSpPr>
            <p:nvPr/>
          </p:nvSpPr>
          <p:spPr bwMode="auto">
            <a:xfrm>
              <a:off x="158" y="799"/>
              <a:ext cx="5444"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4" name="Line 36"/>
            <p:cNvSpPr>
              <a:spLocks noChangeShapeType="1"/>
            </p:cNvSpPr>
            <p:nvPr/>
          </p:nvSpPr>
          <p:spPr bwMode="auto">
            <a:xfrm>
              <a:off x="158" y="1253"/>
              <a:ext cx="5444"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57" name="Text Box 37"/>
          <p:cNvSpPr txBox="1">
            <a:spLocks noChangeArrowheads="1"/>
          </p:cNvSpPr>
          <p:nvPr/>
        </p:nvSpPr>
        <p:spPr bwMode="auto">
          <a:xfrm>
            <a:off x="31750" y="4567238"/>
            <a:ext cx="196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权限域名服务器</a:t>
            </a:r>
          </a:p>
        </p:txBody>
      </p:sp>
      <p:sp>
        <p:nvSpPr>
          <p:cNvPr id="14358" name="Text Box 38"/>
          <p:cNvSpPr txBox="1">
            <a:spLocks noChangeArrowheads="1"/>
          </p:cNvSpPr>
          <p:nvPr/>
        </p:nvSpPr>
        <p:spPr bwMode="auto">
          <a:xfrm>
            <a:off x="149225" y="2200275"/>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根域名服务器</a:t>
            </a:r>
          </a:p>
        </p:txBody>
      </p:sp>
      <p:sp>
        <p:nvSpPr>
          <p:cNvPr id="14359" name="Text Box 39"/>
          <p:cNvSpPr txBox="1">
            <a:spLocks noChangeArrowheads="1"/>
          </p:cNvSpPr>
          <p:nvPr/>
        </p:nvSpPr>
        <p:spPr bwMode="auto">
          <a:xfrm>
            <a:off x="31750" y="3087688"/>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顶级域名服务器</a:t>
            </a:r>
          </a:p>
        </p:txBody>
      </p:sp>
      <p:sp>
        <p:nvSpPr>
          <p:cNvPr id="14360" name="Line 40"/>
          <p:cNvSpPr>
            <a:spLocks noChangeShapeType="1"/>
          </p:cNvSpPr>
          <p:nvPr/>
        </p:nvSpPr>
        <p:spPr bwMode="auto">
          <a:xfrm>
            <a:off x="1985963" y="2060575"/>
            <a:ext cx="0" cy="3900488"/>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1" name="Line 41"/>
          <p:cNvSpPr>
            <a:spLocks noChangeShapeType="1"/>
          </p:cNvSpPr>
          <p:nvPr/>
        </p:nvSpPr>
        <p:spPr bwMode="auto">
          <a:xfrm flipH="1">
            <a:off x="5945188" y="4881563"/>
            <a:ext cx="1317625" cy="658812"/>
          </a:xfrm>
          <a:prstGeom prst="line">
            <a:avLst/>
          </a:prstGeom>
          <a:noFill/>
          <a:ln w="2857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2" name="Rectangle 43"/>
          <p:cNvSpPr>
            <a:spLocks noChangeArrowheads="1"/>
          </p:cNvSpPr>
          <p:nvPr/>
        </p:nvSpPr>
        <p:spPr bwMode="auto">
          <a:xfrm>
            <a:off x="4140200" y="4217988"/>
            <a:ext cx="1760538"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zh-CN" sz="2000">
                <a:solidFill>
                  <a:schemeClr val="folHlink"/>
                </a:solidFill>
                <a:latin typeface="Arial" pitchFamily="34" charset="0"/>
                <a:ea typeface="黑体" pitchFamily="49" charset="-122"/>
              </a:rPr>
              <a:t>abc.com</a:t>
            </a:r>
          </a:p>
          <a:p>
            <a:pPr algn="ctr"/>
            <a:r>
              <a:rPr lang="zh-CN" altLang="en-US" sz="2000">
                <a:solidFill>
                  <a:schemeClr val="folHlink"/>
                </a:solidFill>
                <a:latin typeface="Arial" pitchFamily="34" charset="0"/>
                <a:ea typeface="黑体" pitchFamily="49" charset="-122"/>
              </a:rPr>
              <a:t>域名服务器</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zh-CN" altLang="en-US" smtClean="0"/>
              <a:t>域名服务器有以下四种类型 </a:t>
            </a:r>
          </a:p>
        </p:txBody>
      </p:sp>
      <p:sp>
        <p:nvSpPr>
          <p:cNvPr id="15363" name="Rectangle 3"/>
          <p:cNvSpPr>
            <a:spLocks noGrp="1" noChangeArrowheads="1"/>
          </p:cNvSpPr>
          <p:nvPr>
            <p:ph type="body" idx="1"/>
          </p:nvPr>
        </p:nvSpPr>
        <p:spPr>
          <a:xfrm>
            <a:off x="1042988" y="1846263"/>
            <a:ext cx="7772400" cy="4535487"/>
          </a:xfrm>
        </p:spPr>
        <p:txBody>
          <a:bodyPr/>
          <a:lstStyle/>
          <a:p>
            <a:pPr eaLnBrk="1" hangingPunct="1"/>
            <a:r>
              <a:rPr lang="zh-CN" altLang="en-US" smtClean="0"/>
              <a:t>根域名服务器 </a:t>
            </a:r>
          </a:p>
          <a:p>
            <a:pPr eaLnBrk="1" hangingPunct="1"/>
            <a:r>
              <a:rPr lang="zh-CN" altLang="en-US" smtClean="0"/>
              <a:t>顶级域名服务器 </a:t>
            </a:r>
          </a:p>
          <a:p>
            <a:pPr eaLnBrk="1" hangingPunct="1"/>
            <a:r>
              <a:rPr lang="zh-CN" altLang="en-US" smtClean="0"/>
              <a:t>权限域名服务器 </a:t>
            </a:r>
          </a:p>
          <a:p>
            <a:pPr eaLnBrk="1" hangingPunct="1"/>
            <a:r>
              <a:rPr lang="zh-CN" altLang="en-US" smtClean="0"/>
              <a:t>本地域名服务器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eaLnBrk="1" hangingPunct="1"/>
            <a:r>
              <a:rPr lang="zh-CN" altLang="en-US" sz="4000" smtClean="0"/>
              <a:t>根域名服务器</a:t>
            </a:r>
            <a:br>
              <a:rPr lang="zh-CN" altLang="en-US" sz="4000" smtClean="0"/>
            </a:br>
            <a:r>
              <a:rPr lang="zh-CN" altLang="en-US" sz="4000" smtClean="0"/>
              <a:t> </a:t>
            </a:r>
            <a:r>
              <a:rPr lang="en-US" altLang="zh-CN" sz="3200" smtClean="0"/>
              <a:t>——</a:t>
            </a:r>
            <a:r>
              <a:rPr lang="zh-CN" altLang="en-US" sz="3200" smtClean="0"/>
              <a:t>最高层次的域名服务器</a:t>
            </a:r>
            <a:r>
              <a:rPr lang="en-US" altLang="zh-CN" sz="3200" smtClean="0"/>
              <a:t>——</a:t>
            </a:r>
          </a:p>
        </p:txBody>
      </p:sp>
      <p:sp>
        <p:nvSpPr>
          <p:cNvPr id="16387" name="Rectangle 3"/>
          <p:cNvSpPr>
            <a:spLocks noGrp="1" noChangeArrowheads="1"/>
          </p:cNvSpPr>
          <p:nvPr>
            <p:ph type="body" idx="1"/>
          </p:nvPr>
        </p:nvSpPr>
        <p:spPr>
          <a:xfrm>
            <a:off x="1042988" y="1773238"/>
            <a:ext cx="7772400" cy="4751387"/>
          </a:xfrm>
        </p:spPr>
        <p:txBody>
          <a:bodyPr/>
          <a:lstStyle/>
          <a:p>
            <a:pPr eaLnBrk="1" hangingPunct="1"/>
            <a:r>
              <a:rPr lang="zh-CN" altLang="en-US" sz="2800" smtClean="0"/>
              <a:t>根域名服务器是最重要的域名服务器。所有的根域名服务器都知道所有的顶级域名服务器的域名和 </a:t>
            </a:r>
            <a:r>
              <a:rPr lang="en-US" altLang="zh-CN" sz="2800" smtClean="0"/>
              <a:t>IP </a:t>
            </a:r>
            <a:r>
              <a:rPr lang="zh-CN" altLang="en-US" sz="2800" smtClean="0"/>
              <a:t>地址。</a:t>
            </a:r>
          </a:p>
          <a:p>
            <a:pPr eaLnBrk="1" hangingPunct="1"/>
            <a:r>
              <a:rPr lang="zh-CN" altLang="en-US" sz="2800" smtClean="0"/>
              <a:t>不管是哪一个本地域名服务器，若要对因特网上任何一个域名进行解析，只要自己无法解析，就首先求助于根域名服务器。</a:t>
            </a:r>
          </a:p>
          <a:p>
            <a:pPr eaLnBrk="1" hangingPunct="1"/>
            <a:r>
              <a:rPr lang="zh-CN" altLang="en-US" sz="2800" smtClean="0"/>
              <a:t>在因特网上共有</a:t>
            </a:r>
            <a:r>
              <a:rPr lang="en-US" altLang="zh-CN" sz="2800" smtClean="0"/>
              <a:t>13 </a:t>
            </a:r>
            <a:r>
              <a:rPr lang="zh-CN" altLang="en-US" sz="2800" smtClean="0"/>
              <a:t>个不同 </a:t>
            </a:r>
            <a:r>
              <a:rPr lang="en-US" altLang="zh-CN" sz="2800" smtClean="0"/>
              <a:t>IP </a:t>
            </a:r>
            <a:r>
              <a:rPr lang="zh-CN" altLang="en-US" sz="2800" smtClean="0"/>
              <a:t>地址的根域名服务器，它们的名字是用一个英文字母命名，从</a:t>
            </a:r>
            <a:r>
              <a:rPr lang="en-US" altLang="zh-CN" sz="2800" smtClean="0"/>
              <a:t>a </a:t>
            </a:r>
            <a:r>
              <a:rPr lang="zh-CN" altLang="en-US" sz="2800" smtClean="0"/>
              <a:t>一直到 </a:t>
            </a:r>
            <a:r>
              <a:rPr lang="en-US" altLang="zh-CN" sz="2800" smtClean="0"/>
              <a:t>m</a:t>
            </a:r>
            <a:r>
              <a:rPr lang="zh-CN" altLang="en-US" sz="2800" smtClean="0"/>
              <a:t>（前</a:t>
            </a:r>
            <a:r>
              <a:rPr lang="en-US" altLang="zh-CN" sz="2800" smtClean="0"/>
              <a:t>13 </a:t>
            </a:r>
            <a:r>
              <a:rPr lang="zh-CN" altLang="en-US" sz="2800" smtClean="0"/>
              <a:t>个字母）。</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50938" y="214313"/>
            <a:ext cx="7524750" cy="1462087"/>
          </a:xfrm>
        </p:spPr>
        <p:txBody>
          <a:bodyPr/>
          <a:lstStyle/>
          <a:p>
            <a:pPr algn="ctr" eaLnBrk="1" hangingPunct="1"/>
            <a:r>
              <a:rPr lang="zh-CN" altLang="en-US" sz="4000" smtClean="0"/>
              <a:t>根域名服务器共有 </a:t>
            </a:r>
            <a:r>
              <a:rPr lang="en-US" altLang="zh-CN" sz="4000" smtClean="0"/>
              <a:t>13 </a:t>
            </a:r>
            <a:r>
              <a:rPr lang="zh-CN" altLang="en-US" sz="4000" smtClean="0"/>
              <a:t>套装置</a:t>
            </a:r>
            <a:br>
              <a:rPr lang="zh-CN" altLang="en-US" sz="4000" smtClean="0"/>
            </a:br>
            <a:r>
              <a:rPr lang="zh-CN" altLang="en-US" sz="4000" smtClean="0"/>
              <a:t>（不是 </a:t>
            </a:r>
            <a:r>
              <a:rPr lang="en-US" altLang="zh-CN" sz="4000" smtClean="0"/>
              <a:t>13 </a:t>
            </a:r>
            <a:r>
              <a:rPr lang="zh-CN" altLang="en-US" sz="4000" smtClean="0"/>
              <a:t>个机器）</a:t>
            </a:r>
          </a:p>
        </p:txBody>
      </p:sp>
      <p:sp>
        <p:nvSpPr>
          <p:cNvPr id="17411" name="Rectangle 3"/>
          <p:cNvSpPr>
            <a:spLocks noGrp="1" noChangeArrowheads="1"/>
          </p:cNvSpPr>
          <p:nvPr>
            <p:ph type="body" idx="1"/>
          </p:nvPr>
        </p:nvSpPr>
        <p:spPr>
          <a:xfrm>
            <a:off x="1042988" y="1846263"/>
            <a:ext cx="7772400" cy="4535487"/>
          </a:xfrm>
        </p:spPr>
        <p:txBody>
          <a:bodyPr/>
          <a:lstStyle/>
          <a:p>
            <a:pPr eaLnBrk="1" hangingPunct="1">
              <a:lnSpc>
                <a:spcPct val="90000"/>
              </a:lnSpc>
            </a:pPr>
            <a:r>
              <a:rPr lang="zh-CN" altLang="en-US" sz="2800" smtClean="0"/>
              <a:t>这些根域名服务器相应的域名分别是</a:t>
            </a:r>
          </a:p>
          <a:p>
            <a:pPr eaLnBrk="1" hangingPunct="1">
              <a:lnSpc>
                <a:spcPct val="90000"/>
              </a:lnSpc>
              <a:buFont typeface="Wingdings" pitchFamily="2" charset="2"/>
              <a:buNone/>
            </a:pPr>
            <a:r>
              <a:rPr lang="zh-CN" altLang="en-US" sz="2800" smtClean="0"/>
              <a:t>    </a:t>
            </a:r>
            <a:r>
              <a:rPr lang="en-US" altLang="zh-CN" sz="2800" smtClean="0"/>
              <a:t>a.rootservers.net</a:t>
            </a:r>
          </a:p>
          <a:p>
            <a:pPr eaLnBrk="1" hangingPunct="1">
              <a:lnSpc>
                <a:spcPct val="90000"/>
              </a:lnSpc>
              <a:buFont typeface="Wingdings" pitchFamily="2" charset="2"/>
              <a:buNone/>
            </a:pPr>
            <a:r>
              <a:rPr lang="en-US" altLang="zh-CN" sz="2800" smtClean="0"/>
              <a:t>    b.rootservers.net</a:t>
            </a:r>
          </a:p>
          <a:p>
            <a:pPr eaLnBrk="1" hangingPunct="1">
              <a:lnSpc>
                <a:spcPct val="90000"/>
              </a:lnSpc>
              <a:buFont typeface="Wingdings" pitchFamily="2" charset="2"/>
              <a:buNone/>
            </a:pPr>
            <a:r>
              <a:rPr lang="en-US" altLang="zh-CN" sz="2800" smtClean="0"/>
              <a:t>    … </a:t>
            </a:r>
          </a:p>
          <a:p>
            <a:pPr eaLnBrk="1" hangingPunct="1">
              <a:lnSpc>
                <a:spcPct val="90000"/>
              </a:lnSpc>
              <a:buFont typeface="Wingdings" pitchFamily="2" charset="2"/>
              <a:buNone/>
            </a:pPr>
            <a:r>
              <a:rPr lang="en-US" altLang="zh-CN" sz="2800" smtClean="0"/>
              <a:t>    m.rootservers.net</a:t>
            </a:r>
          </a:p>
          <a:p>
            <a:pPr eaLnBrk="1" hangingPunct="1">
              <a:lnSpc>
                <a:spcPct val="90000"/>
              </a:lnSpc>
            </a:pPr>
            <a:r>
              <a:rPr lang="zh-CN" altLang="en-US" sz="2800" smtClean="0"/>
              <a:t>到 </a:t>
            </a:r>
            <a:r>
              <a:rPr lang="en-US" altLang="zh-CN" sz="2800" smtClean="0"/>
              <a:t>2006 </a:t>
            </a:r>
            <a:r>
              <a:rPr lang="zh-CN" altLang="en-US" sz="2800" smtClean="0"/>
              <a:t>年底全世界已经安装了一百多个根域名服务器机器，分布在世界各地。</a:t>
            </a:r>
          </a:p>
          <a:p>
            <a:pPr eaLnBrk="1" hangingPunct="1">
              <a:lnSpc>
                <a:spcPct val="90000"/>
              </a:lnSpc>
            </a:pPr>
            <a:r>
              <a:rPr lang="zh-CN" altLang="en-US" sz="2800" smtClean="0"/>
              <a:t>这样做的目的是为了方便用户，使世界上大部分 </a:t>
            </a:r>
            <a:r>
              <a:rPr lang="en-US" altLang="zh-CN" sz="2800" smtClean="0"/>
              <a:t>DNS </a:t>
            </a:r>
            <a:r>
              <a:rPr lang="zh-CN" altLang="en-US" sz="2800" smtClean="0"/>
              <a:t>域名服务器都能</a:t>
            </a:r>
            <a:r>
              <a:rPr lang="zh-CN" altLang="en-US" sz="2800" smtClean="0">
                <a:solidFill>
                  <a:schemeClr val="hlink"/>
                </a:solidFill>
              </a:rPr>
              <a:t>就近</a:t>
            </a:r>
            <a:r>
              <a:rPr lang="zh-CN" altLang="en-US" sz="2800" smtClean="0"/>
              <a:t>找到一个根域名服务器。 </a:t>
            </a:r>
          </a:p>
          <a:p>
            <a:pPr eaLnBrk="1" hangingPunct="1">
              <a:lnSpc>
                <a:spcPct val="90000"/>
              </a:lnSpc>
            </a:pPr>
            <a:endParaRPr lang="en-US" altLang="zh-CN" sz="28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a:xfrm>
            <a:off x="107950" y="-100013"/>
            <a:ext cx="9036050" cy="911226"/>
          </a:xfrm>
        </p:spPr>
        <p:txBody>
          <a:bodyPr/>
          <a:lstStyle/>
          <a:p>
            <a:pPr algn="ctr" eaLnBrk="1" hangingPunct="1"/>
            <a:r>
              <a:rPr lang="zh-CN" altLang="en-US" sz="3600" smtClean="0"/>
              <a:t>举例：根域名服务器 </a:t>
            </a:r>
            <a:r>
              <a:rPr lang="en-US" altLang="zh-CN" sz="3600" smtClean="0"/>
              <a:t>f </a:t>
            </a:r>
            <a:r>
              <a:rPr lang="zh-CN" altLang="en-US" sz="3600" smtClean="0"/>
              <a:t>的地点分布图 </a:t>
            </a:r>
          </a:p>
        </p:txBody>
      </p:sp>
      <p:pic>
        <p:nvPicPr>
          <p:cNvPr id="18435" name="Picture 5" descr="map-inv"/>
          <p:cNvPicPr>
            <a:picLocks noChangeAspect="1" noChangeArrowheads="1"/>
          </p:cNvPicPr>
          <p:nvPr/>
        </p:nvPicPr>
        <p:blipFill>
          <a:blip r:embed="rId2">
            <a:extLst>
              <a:ext uri="{28A0092B-C50C-407E-A947-70E740481C1C}">
                <a14:useLocalDpi xmlns:a14="http://schemas.microsoft.com/office/drawing/2010/main" val="0"/>
              </a:ext>
            </a:extLst>
          </a:blip>
          <a:srcRect l="11278" t="16026" r="203" b="18829"/>
          <a:stretch>
            <a:fillRect/>
          </a:stretch>
        </p:blipFill>
        <p:spPr bwMode="auto">
          <a:xfrm>
            <a:off x="0" y="908050"/>
            <a:ext cx="9093200"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 Box 6"/>
          <p:cNvSpPr txBox="1">
            <a:spLocks noChangeArrowheads="1"/>
          </p:cNvSpPr>
          <p:nvPr/>
        </p:nvSpPr>
        <p:spPr bwMode="auto">
          <a:xfrm>
            <a:off x="354013" y="4792663"/>
            <a:ext cx="8513762" cy="1382712"/>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buFontTx/>
              <a:buChar char="•"/>
            </a:pPr>
            <a:r>
              <a:rPr lang="en-US" altLang="zh-CN" sz="2800">
                <a:solidFill>
                  <a:schemeClr val="folHlink"/>
                </a:solidFill>
                <a:latin typeface="Arial" pitchFamily="34" charset="0"/>
                <a:ea typeface="黑体" pitchFamily="49" charset="-122"/>
              </a:rPr>
              <a:t>  </a:t>
            </a:r>
            <a:r>
              <a:rPr lang="zh-CN" altLang="en-US" sz="2800">
                <a:solidFill>
                  <a:schemeClr val="folHlink"/>
                </a:solidFill>
                <a:latin typeface="Arial" pitchFamily="34" charset="0"/>
                <a:ea typeface="黑体" pitchFamily="49" charset="-122"/>
              </a:rPr>
              <a:t>根域名服务器并不直接把域名直接转换成 </a:t>
            </a:r>
            <a:r>
              <a:rPr lang="en-US" altLang="zh-CN" sz="2800">
                <a:solidFill>
                  <a:schemeClr val="folHlink"/>
                </a:solidFill>
                <a:latin typeface="Arial" pitchFamily="34" charset="0"/>
                <a:ea typeface="黑体" pitchFamily="49" charset="-122"/>
              </a:rPr>
              <a:t>IP </a:t>
            </a:r>
            <a:r>
              <a:rPr lang="zh-CN" altLang="en-US" sz="2800">
                <a:solidFill>
                  <a:schemeClr val="folHlink"/>
                </a:solidFill>
                <a:latin typeface="Arial" pitchFamily="34" charset="0"/>
                <a:ea typeface="黑体" pitchFamily="49" charset="-122"/>
              </a:rPr>
              <a:t>地址。</a:t>
            </a:r>
          </a:p>
          <a:p>
            <a:pPr algn="just" eaLnBrk="1" hangingPunct="1">
              <a:buFontTx/>
              <a:buChar char="•"/>
            </a:pPr>
            <a:r>
              <a:rPr lang="zh-CN" altLang="en-US" sz="2800">
                <a:solidFill>
                  <a:schemeClr val="folHlink"/>
                </a:solidFill>
                <a:latin typeface="Arial" pitchFamily="34" charset="0"/>
                <a:ea typeface="黑体" pitchFamily="49" charset="-122"/>
              </a:rPr>
              <a:t>  在使用迭代查询时，根域名服务器把下一步应当找</a:t>
            </a:r>
          </a:p>
          <a:p>
            <a:pPr algn="just" eaLnBrk="1" hangingPunct="1"/>
            <a:r>
              <a:rPr lang="zh-CN" altLang="en-US" sz="2800">
                <a:solidFill>
                  <a:schemeClr val="folHlink"/>
                </a:solidFill>
                <a:latin typeface="Arial" pitchFamily="34" charset="0"/>
                <a:ea typeface="黑体" pitchFamily="49" charset="-122"/>
              </a:rPr>
              <a:t>   的顶级域名服务器的 </a:t>
            </a:r>
            <a:r>
              <a:rPr lang="en-US" altLang="zh-CN" sz="2800">
                <a:solidFill>
                  <a:schemeClr val="folHlink"/>
                </a:solidFill>
                <a:latin typeface="Arial" pitchFamily="34" charset="0"/>
                <a:ea typeface="黑体" pitchFamily="49" charset="-122"/>
              </a:rPr>
              <a:t>IP </a:t>
            </a:r>
            <a:r>
              <a:rPr lang="zh-CN" altLang="en-US" sz="2800">
                <a:solidFill>
                  <a:schemeClr val="folHlink"/>
                </a:solidFill>
                <a:latin typeface="Arial" pitchFamily="34" charset="0"/>
                <a:ea typeface="黑体" pitchFamily="49" charset="-122"/>
              </a:rPr>
              <a:t>地址告诉本地域名服务器。</a:t>
            </a:r>
          </a:p>
        </p:txBody>
      </p:sp>
      <p:sp>
        <p:nvSpPr>
          <p:cNvPr id="18437" name="Text Box 7"/>
          <p:cNvSpPr txBox="1">
            <a:spLocks noChangeArrowheads="1"/>
          </p:cNvSpPr>
          <p:nvPr/>
        </p:nvSpPr>
        <p:spPr bwMode="auto">
          <a:xfrm>
            <a:off x="5035550" y="3789363"/>
            <a:ext cx="2209800" cy="528637"/>
          </a:xfrm>
          <a:prstGeom prst="rect">
            <a:avLst/>
          </a:prstGeom>
          <a:solidFill>
            <a:schemeClr val="bg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chemeClr val="folHlink"/>
                </a:solidFill>
                <a:latin typeface="Arial" pitchFamily="34" charset="0"/>
                <a:ea typeface="黑体" pitchFamily="49" charset="-122"/>
              </a:rPr>
              <a:t>共 </a:t>
            </a:r>
            <a:r>
              <a:rPr lang="en-US" altLang="zh-CN" sz="2800">
                <a:solidFill>
                  <a:schemeClr val="folHlink"/>
                </a:solidFill>
                <a:latin typeface="Arial" pitchFamily="34" charset="0"/>
                <a:ea typeface="黑体" pitchFamily="49" charset="-122"/>
              </a:rPr>
              <a:t>40 </a:t>
            </a:r>
            <a:r>
              <a:rPr lang="zh-CN" altLang="en-US" sz="2800">
                <a:solidFill>
                  <a:schemeClr val="folHlink"/>
                </a:solidFill>
                <a:latin typeface="Arial" pitchFamily="34" charset="0"/>
                <a:ea typeface="黑体" pitchFamily="49" charset="-122"/>
              </a:rPr>
              <a:t>个机器</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ctr" eaLnBrk="1" hangingPunct="1"/>
            <a:r>
              <a:rPr lang="zh-CN" altLang="en-US" smtClean="0"/>
              <a:t>顶级域名服务器</a:t>
            </a:r>
            <a:br>
              <a:rPr lang="zh-CN" altLang="en-US" smtClean="0"/>
            </a:br>
            <a:r>
              <a:rPr lang="zh-CN" altLang="en-US" sz="3600" smtClean="0"/>
              <a:t>（即 </a:t>
            </a:r>
            <a:r>
              <a:rPr lang="en-US" altLang="zh-CN" sz="3600" smtClean="0"/>
              <a:t>TLD </a:t>
            </a:r>
            <a:r>
              <a:rPr lang="zh-CN" altLang="en-US" sz="3600" smtClean="0"/>
              <a:t>服务器）</a:t>
            </a:r>
            <a:r>
              <a:rPr lang="zh-CN" altLang="en-US" smtClean="0"/>
              <a:t> </a:t>
            </a:r>
          </a:p>
        </p:txBody>
      </p:sp>
      <p:sp>
        <p:nvSpPr>
          <p:cNvPr id="19459" name="Rectangle 3"/>
          <p:cNvSpPr>
            <a:spLocks noGrp="1" noChangeArrowheads="1"/>
          </p:cNvSpPr>
          <p:nvPr>
            <p:ph type="body" idx="1"/>
          </p:nvPr>
        </p:nvSpPr>
        <p:spPr/>
        <p:txBody>
          <a:bodyPr/>
          <a:lstStyle/>
          <a:p>
            <a:pPr eaLnBrk="1" hangingPunct="1"/>
            <a:r>
              <a:rPr lang="zh-CN" altLang="en-US" smtClean="0"/>
              <a:t>这些域名服务器负责管理在该顶级域名服务器注册的所有二级域名。</a:t>
            </a:r>
          </a:p>
          <a:p>
            <a:pPr eaLnBrk="1" hangingPunct="1"/>
            <a:r>
              <a:rPr lang="zh-CN" altLang="en-US" smtClean="0"/>
              <a:t>当收到 </a:t>
            </a:r>
            <a:r>
              <a:rPr lang="en-US" altLang="zh-CN" smtClean="0"/>
              <a:t>DNS </a:t>
            </a:r>
            <a:r>
              <a:rPr lang="zh-CN" altLang="en-US" smtClean="0"/>
              <a:t>查询请求时，就给出相应的回答（可能是最后的结果，也可能是下一步应当找的域名服务器的 </a:t>
            </a:r>
            <a:r>
              <a:rPr lang="en-US" altLang="zh-CN" smtClean="0"/>
              <a:t>IP </a:t>
            </a:r>
            <a:r>
              <a:rPr lang="zh-CN" altLang="en-US" smtClean="0"/>
              <a:t>地址）。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ctr" eaLnBrk="1" hangingPunct="1"/>
            <a:r>
              <a:rPr lang="zh-CN" altLang="en-US" smtClean="0"/>
              <a:t>权限域名服务器 </a:t>
            </a:r>
          </a:p>
        </p:txBody>
      </p:sp>
      <p:sp>
        <p:nvSpPr>
          <p:cNvPr id="20483" name="Rectangle 3"/>
          <p:cNvSpPr>
            <a:spLocks noGrp="1" noChangeArrowheads="1"/>
          </p:cNvSpPr>
          <p:nvPr>
            <p:ph type="body" idx="1"/>
          </p:nvPr>
        </p:nvSpPr>
        <p:spPr/>
        <p:txBody>
          <a:bodyPr/>
          <a:lstStyle/>
          <a:p>
            <a:pPr eaLnBrk="1" hangingPunct="1"/>
            <a:r>
              <a:rPr lang="zh-CN" altLang="en-US" smtClean="0"/>
              <a:t>这就是前面已经讲过的负责一个区的域名服务器。</a:t>
            </a:r>
          </a:p>
          <a:p>
            <a:pPr eaLnBrk="1" hangingPunct="1"/>
            <a:r>
              <a:rPr lang="zh-CN" altLang="en-US" smtClean="0"/>
              <a:t>当一个权限域名服务器还不能给出最后的查询回答时，就会告诉发出查询请求的 </a:t>
            </a:r>
            <a:r>
              <a:rPr lang="en-US" altLang="zh-CN" smtClean="0"/>
              <a:t>DNS </a:t>
            </a:r>
            <a:r>
              <a:rPr lang="zh-CN" altLang="en-US" smtClean="0"/>
              <a:t>客户，下一步应当找哪一个权限域名服务器。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ctr" eaLnBrk="1" hangingPunct="1"/>
            <a:r>
              <a:rPr lang="zh-CN" altLang="en-US" smtClean="0"/>
              <a:t>本地域名服务器 </a:t>
            </a:r>
          </a:p>
        </p:txBody>
      </p:sp>
      <p:sp>
        <p:nvSpPr>
          <p:cNvPr id="21507" name="Rectangle 3"/>
          <p:cNvSpPr>
            <a:spLocks noGrp="1" noChangeArrowheads="1"/>
          </p:cNvSpPr>
          <p:nvPr>
            <p:ph type="body" idx="1"/>
          </p:nvPr>
        </p:nvSpPr>
        <p:spPr>
          <a:xfrm>
            <a:off x="1042988" y="1906588"/>
            <a:ext cx="7772400" cy="4114800"/>
          </a:xfrm>
        </p:spPr>
        <p:txBody>
          <a:bodyPr/>
          <a:lstStyle/>
          <a:p>
            <a:pPr eaLnBrk="1" hangingPunct="1">
              <a:lnSpc>
                <a:spcPct val="90000"/>
              </a:lnSpc>
            </a:pPr>
            <a:r>
              <a:rPr lang="zh-CN" altLang="en-US" smtClean="0"/>
              <a:t>本地域名服务器对域名系统非常重要。</a:t>
            </a:r>
          </a:p>
          <a:p>
            <a:pPr eaLnBrk="1" hangingPunct="1">
              <a:lnSpc>
                <a:spcPct val="90000"/>
              </a:lnSpc>
            </a:pPr>
            <a:r>
              <a:rPr lang="zh-CN" altLang="en-US" smtClean="0"/>
              <a:t>当一个主机发出 </a:t>
            </a:r>
            <a:r>
              <a:rPr lang="en-US" altLang="zh-CN" smtClean="0"/>
              <a:t>DNS </a:t>
            </a:r>
            <a:r>
              <a:rPr lang="zh-CN" altLang="en-US" smtClean="0"/>
              <a:t>查询请求时，这个查询请求报文就发送给本地域名服务器。</a:t>
            </a:r>
          </a:p>
          <a:p>
            <a:pPr eaLnBrk="1" hangingPunct="1">
              <a:lnSpc>
                <a:spcPct val="90000"/>
              </a:lnSpc>
            </a:pPr>
            <a:r>
              <a:rPr lang="zh-CN" altLang="en-US" smtClean="0"/>
              <a:t>每一个因特网服务提供者 </a:t>
            </a:r>
            <a:r>
              <a:rPr lang="en-US" altLang="zh-CN" smtClean="0"/>
              <a:t>ISP</a:t>
            </a:r>
            <a:r>
              <a:rPr lang="zh-CN" altLang="en-US" smtClean="0"/>
              <a:t>，或一个大学，甚至一个大学里的系，都可以拥有一个本地域名服务器，</a:t>
            </a:r>
          </a:p>
          <a:p>
            <a:pPr eaLnBrk="1" hangingPunct="1">
              <a:lnSpc>
                <a:spcPct val="90000"/>
              </a:lnSpc>
            </a:pPr>
            <a:r>
              <a:rPr lang="zh-CN" altLang="en-US" smtClean="0"/>
              <a:t>这种域名服务器有时也称为</a:t>
            </a:r>
            <a:r>
              <a:rPr lang="zh-CN" altLang="en-US" smtClean="0">
                <a:solidFill>
                  <a:schemeClr val="hlink"/>
                </a:solidFill>
              </a:rPr>
              <a:t>默认域名服务器</a:t>
            </a:r>
            <a:r>
              <a:rPr lang="zh-CN" altLang="en-US" smtClean="0"/>
              <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eaLnBrk="1" hangingPunct="1"/>
            <a:r>
              <a:rPr lang="zh-CN" altLang="en-US" smtClean="0"/>
              <a:t>提高域名服务器的可靠性</a:t>
            </a:r>
          </a:p>
        </p:txBody>
      </p:sp>
      <p:sp>
        <p:nvSpPr>
          <p:cNvPr id="22531" name="Rectangle 3"/>
          <p:cNvSpPr>
            <a:spLocks noGrp="1" noChangeArrowheads="1"/>
          </p:cNvSpPr>
          <p:nvPr>
            <p:ph type="body" idx="1"/>
          </p:nvPr>
        </p:nvSpPr>
        <p:spPr/>
        <p:txBody>
          <a:bodyPr/>
          <a:lstStyle/>
          <a:p>
            <a:pPr eaLnBrk="1" hangingPunct="1"/>
            <a:r>
              <a:rPr lang="en-US" altLang="zh-CN" sz="2800" smtClean="0"/>
              <a:t>DNS </a:t>
            </a:r>
            <a:r>
              <a:rPr lang="zh-CN" altLang="en-US" sz="2800" smtClean="0"/>
              <a:t>域名服务器都把数据复制到几个域名服务器来保存，其中的一个是</a:t>
            </a:r>
            <a:r>
              <a:rPr lang="zh-CN" altLang="en-US" sz="2800" smtClean="0">
                <a:solidFill>
                  <a:schemeClr val="hlink"/>
                </a:solidFill>
              </a:rPr>
              <a:t>主域名服务器</a:t>
            </a:r>
            <a:r>
              <a:rPr lang="zh-CN" altLang="en-US" sz="2800" smtClean="0"/>
              <a:t>，其他的是</a:t>
            </a:r>
            <a:r>
              <a:rPr lang="zh-CN" altLang="en-US" sz="2800" smtClean="0">
                <a:solidFill>
                  <a:schemeClr val="hlink"/>
                </a:solidFill>
              </a:rPr>
              <a:t>辅助域名服务器</a:t>
            </a:r>
            <a:r>
              <a:rPr lang="zh-CN" altLang="en-US" sz="2800" smtClean="0"/>
              <a:t>。</a:t>
            </a:r>
          </a:p>
          <a:p>
            <a:pPr eaLnBrk="1" hangingPunct="1"/>
            <a:r>
              <a:rPr lang="zh-CN" altLang="en-US" sz="2800" smtClean="0"/>
              <a:t>当主域名服务器出故障时，辅助域名服务器可以保证 </a:t>
            </a:r>
            <a:r>
              <a:rPr lang="en-US" altLang="zh-CN" sz="2800" smtClean="0"/>
              <a:t>DNS </a:t>
            </a:r>
            <a:r>
              <a:rPr lang="zh-CN" altLang="en-US" sz="2800" smtClean="0"/>
              <a:t>的查询工作不会中断。</a:t>
            </a:r>
          </a:p>
          <a:p>
            <a:pPr eaLnBrk="1" hangingPunct="1"/>
            <a:r>
              <a:rPr lang="zh-CN" altLang="en-US" sz="2800" smtClean="0"/>
              <a:t>主域名服务器定期把数据复制到辅助域名服务器中，而更改数据只能在主域名服务器中进行。这样就保证了数据的一致性。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ctr" eaLnBrk="1" hangingPunct="1"/>
            <a:r>
              <a:rPr lang="zh-CN" altLang="en-US" smtClean="0"/>
              <a:t>域名的解析过程 </a:t>
            </a:r>
          </a:p>
        </p:txBody>
      </p:sp>
      <p:sp>
        <p:nvSpPr>
          <p:cNvPr id="23555" name="Rectangle 3"/>
          <p:cNvSpPr>
            <a:spLocks noGrp="1" noChangeArrowheads="1"/>
          </p:cNvSpPr>
          <p:nvPr>
            <p:ph type="body" idx="1"/>
          </p:nvPr>
        </p:nvSpPr>
        <p:spPr>
          <a:xfrm>
            <a:off x="1042988" y="1906588"/>
            <a:ext cx="7772400" cy="4114800"/>
          </a:xfrm>
        </p:spPr>
        <p:txBody>
          <a:bodyPr/>
          <a:lstStyle/>
          <a:p>
            <a:pPr eaLnBrk="1" hangingPunct="1"/>
            <a:r>
              <a:rPr lang="zh-CN" altLang="en-US" sz="2400" smtClean="0"/>
              <a:t>主机向本地域名服务器的查询一般都是采用</a:t>
            </a:r>
            <a:r>
              <a:rPr lang="zh-CN" altLang="en-US" sz="2400" smtClean="0">
                <a:solidFill>
                  <a:schemeClr val="hlink"/>
                </a:solidFill>
              </a:rPr>
              <a:t>递归查询</a:t>
            </a:r>
            <a:r>
              <a:rPr lang="zh-CN" altLang="en-US" sz="2400" smtClean="0"/>
              <a:t>。如果主机所询问的本地域名服务器不知道被查询域名的 </a:t>
            </a:r>
            <a:r>
              <a:rPr lang="en-US" altLang="zh-CN" sz="2400" smtClean="0"/>
              <a:t>IP </a:t>
            </a:r>
            <a:r>
              <a:rPr lang="zh-CN" altLang="en-US" sz="2400" smtClean="0"/>
              <a:t>地址，那么本地域名服务器就以 </a:t>
            </a:r>
            <a:r>
              <a:rPr lang="en-US" altLang="zh-CN" sz="2400" smtClean="0"/>
              <a:t>DNS </a:t>
            </a:r>
            <a:r>
              <a:rPr lang="zh-CN" altLang="en-US" sz="2400" smtClean="0"/>
              <a:t>客户的身份，向其他根域名服务器继续发出查询请求报文。</a:t>
            </a:r>
          </a:p>
          <a:p>
            <a:pPr eaLnBrk="1" hangingPunct="1"/>
            <a:r>
              <a:rPr lang="zh-CN" altLang="en-US" sz="2400" smtClean="0"/>
              <a:t>本地域名服务器向根域名服务器的查询通常是采用</a:t>
            </a:r>
            <a:r>
              <a:rPr lang="zh-CN" altLang="en-US" sz="2400" smtClean="0">
                <a:solidFill>
                  <a:schemeClr val="hlink"/>
                </a:solidFill>
              </a:rPr>
              <a:t>迭代查询</a:t>
            </a:r>
            <a:r>
              <a:rPr lang="zh-CN" altLang="en-US" sz="2400" smtClean="0"/>
              <a:t>。当根域名服务器收到本地域名服务器的迭代查询请求报文时，要么给出所要查询的 </a:t>
            </a:r>
            <a:r>
              <a:rPr lang="en-US" altLang="zh-CN" sz="2400" smtClean="0"/>
              <a:t>IP </a:t>
            </a:r>
            <a:r>
              <a:rPr lang="zh-CN" altLang="en-US" sz="2400" smtClean="0"/>
              <a:t>地址，要么告诉本地域名服务器：“你下一步应当向哪一个域名服务器进行查询”。然后让本地域名服务器进行后续的查询。</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p:txBody>
          <a:bodyPr/>
          <a:lstStyle/>
          <a:p>
            <a:pPr algn="ctr" eaLnBrk="1" hangingPunct="1"/>
            <a:r>
              <a:rPr lang="zh-CN" altLang="en-US" smtClean="0"/>
              <a:t>本地域名服务器采用迭代查询 </a:t>
            </a:r>
          </a:p>
        </p:txBody>
      </p:sp>
      <p:sp>
        <p:nvSpPr>
          <p:cNvPr id="24579" name="Rectangle 5"/>
          <p:cNvSpPr>
            <a:spLocks noChangeArrowheads="1"/>
          </p:cNvSpPr>
          <p:nvPr/>
        </p:nvSpPr>
        <p:spPr bwMode="auto">
          <a:xfrm flipH="1">
            <a:off x="2767013" y="1933575"/>
            <a:ext cx="3070225" cy="3024188"/>
          </a:xfrm>
          <a:prstGeom prst="rect">
            <a:avLst/>
          </a:prstGeom>
          <a:solidFill>
            <a:srgbClr val="FFFF99"/>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0" name="Text Box 7"/>
          <p:cNvSpPr txBox="1">
            <a:spLocks noChangeArrowheads="1"/>
          </p:cNvSpPr>
          <p:nvPr/>
        </p:nvSpPr>
        <p:spPr bwMode="auto">
          <a:xfrm flipH="1">
            <a:off x="5867400" y="2047875"/>
            <a:ext cx="178435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5000"/>
              </a:lnSpc>
            </a:pPr>
            <a:r>
              <a:rPr kumimoji="1" lang="zh-CN" altLang="en-US" sz="1800">
                <a:solidFill>
                  <a:schemeClr val="folHlink"/>
                </a:solidFill>
                <a:latin typeface="Arial" pitchFamily="34" charset="0"/>
                <a:ea typeface="黑体" pitchFamily="49" charset="-122"/>
              </a:rPr>
              <a:t>顶级域名服务器</a:t>
            </a:r>
          </a:p>
          <a:p>
            <a:pPr algn="ctr" eaLnBrk="1" hangingPunct="1">
              <a:lnSpc>
                <a:spcPct val="85000"/>
              </a:lnSpc>
            </a:pPr>
            <a:r>
              <a:rPr kumimoji="1" lang="en-US" altLang="zh-CN" sz="1800">
                <a:solidFill>
                  <a:schemeClr val="folHlink"/>
                </a:solidFill>
                <a:latin typeface="Arial" pitchFamily="34" charset="0"/>
                <a:ea typeface="黑体" pitchFamily="49" charset="-122"/>
              </a:rPr>
              <a:t>dns.com</a:t>
            </a:r>
          </a:p>
        </p:txBody>
      </p:sp>
      <p:sp>
        <p:nvSpPr>
          <p:cNvPr id="24581" name="Text Box 8"/>
          <p:cNvSpPr txBox="1">
            <a:spLocks noChangeArrowheads="1"/>
          </p:cNvSpPr>
          <p:nvPr/>
        </p:nvSpPr>
        <p:spPr bwMode="auto">
          <a:xfrm flipH="1">
            <a:off x="5580063" y="4137025"/>
            <a:ext cx="21621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0000"/>
              </a:lnSpc>
            </a:pPr>
            <a:r>
              <a:rPr kumimoji="1" lang="zh-CN" altLang="en-US" sz="1800">
                <a:solidFill>
                  <a:schemeClr val="folHlink"/>
                </a:solidFill>
                <a:latin typeface="Arial" pitchFamily="34" charset="0"/>
                <a:ea typeface="黑体" pitchFamily="49" charset="-122"/>
              </a:rPr>
              <a:t>权限</a:t>
            </a:r>
            <a:r>
              <a:rPr kumimoji="1" lang="zh-CN" altLang="zh-CN" sz="1800">
                <a:solidFill>
                  <a:schemeClr val="folHlink"/>
                </a:solidFill>
                <a:latin typeface="Arial" pitchFamily="34" charset="0"/>
                <a:ea typeface="黑体" pitchFamily="49" charset="-122"/>
              </a:rPr>
              <a:t>域名服务</a:t>
            </a:r>
            <a:r>
              <a:rPr kumimoji="1" lang="en-US" altLang="zh-CN" sz="1800">
                <a:solidFill>
                  <a:schemeClr val="folHlink"/>
                </a:solidFill>
                <a:latin typeface="Arial" pitchFamily="34" charset="0"/>
                <a:ea typeface="黑体" pitchFamily="49" charset="-122"/>
              </a:rPr>
              <a:t>dns.abc.com</a:t>
            </a:r>
          </a:p>
        </p:txBody>
      </p:sp>
      <p:sp>
        <p:nvSpPr>
          <p:cNvPr id="24582" name="Text Box 9"/>
          <p:cNvSpPr txBox="1">
            <a:spLocks noChangeArrowheads="1"/>
          </p:cNvSpPr>
          <p:nvPr/>
        </p:nvSpPr>
        <p:spPr bwMode="auto">
          <a:xfrm flipH="1">
            <a:off x="915988" y="4105275"/>
            <a:ext cx="17843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0000"/>
              </a:lnSpc>
            </a:pPr>
            <a:r>
              <a:rPr kumimoji="1" lang="zh-CN" altLang="en-US" sz="1800">
                <a:solidFill>
                  <a:schemeClr val="hlink"/>
                </a:solidFill>
                <a:latin typeface="Arial" pitchFamily="34" charset="0"/>
                <a:ea typeface="黑体" pitchFamily="49" charset="-122"/>
              </a:rPr>
              <a:t>本地域名服务器</a:t>
            </a:r>
          </a:p>
          <a:p>
            <a:pPr algn="ctr" eaLnBrk="1" hangingPunct="1">
              <a:lnSpc>
                <a:spcPct val="80000"/>
              </a:lnSpc>
            </a:pPr>
            <a:r>
              <a:rPr kumimoji="1" lang="en-US" altLang="zh-CN" sz="1800">
                <a:solidFill>
                  <a:schemeClr val="hlink"/>
                </a:solidFill>
                <a:latin typeface="Arial" pitchFamily="34" charset="0"/>
                <a:ea typeface="黑体" pitchFamily="49" charset="-122"/>
              </a:rPr>
              <a:t>dns.xyz.com</a:t>
            </a:r>
          </a:p>
        </p:txBody>
      </p:sp>
      <p:sp>
        <p:nvSpPr>
          <p:cNvPr id="24583" name="Text Box 12"/>
          <p:cNvSpPr txBox="1">
            <a:spLocks noChangeArrowheads="1"/>
          </p:cNvSpPr>
          <p:nvPr/>
        </p:nvSpPr>
        <p:spPr bwMode="auto">
          <a:xfrm flipH="1">
            <a:off x="1216025" y="2060575"/>
            <a:ext cx="155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根域名服务器</a:t>
            </a:r>
          </a:p>
        </p:txBody>
      </p:sp>
      <p:pic>
        <p:nvPicPr>
          <p:cNvPr id="24584"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854325" y="3811588"/>
            <a:ext cx="679450"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5"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854325" y="1898650"/>
            <a:ext cx="679450"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6" name="Picture 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016500" y="1898650"/>
            <a:ext cx="681038"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08" name="Group 40"/>
          <p:cNvGrpSpPr>
            <a:grpSpLocks/>
          </p:cNvGrpSpPr>
          <p:nvPr/>
        </p:nvGrpSpPr>
        <p:grpSpPr bwMode="auto">
          <a:xfrm>
            <a:off x="2747963" y="3059113"/>
            <a:ext cx="455612" cy="901700"/>
            <a:chOff x="1731" y="1927"/>
            <a:chExt cx="287" cy="568"/>
          </a:xfrm>
        </p:grpSpPr>
        <p:sp>
          <p:nvSpPr>
            <p:cNvPr id="24619" name="Text Box 18"/>
            <p:cNvSpPr txBox="1">
              <a:spLocks noChangeArrowheads="1"/>
            </p:cNvSpPr>
            <p:nvPr/>
          </p:nvSpPr>
          <p:spPr bwMode="auto">
            <a:xfrm flipH="1">
              <a:off x="1731" y="219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20" name="Line 20"/>
            <p:cNvSpPr>
              <a:spLocks noChangeShapeType="1"/>
            </p:cNvSpPr>
            <p:nvPr/>
          </p:nvSpPr>
          <p:spPr bwMode="auto">
            <a:xfrm rot="10800000" flipH="1">
              <a:off x="1996" y="1927"/>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2409" name="Group 41"/>
          <p:cNvGrpSpPr>
            <a:grpSpLocks/>
          </p:cNvGrpSpPr>
          <p:nvPr/>
        </p:nvGrpSpPr>
        <p:grpSpPr bwMode="auto">
          <a:xfrm>
            <a:off x="3230563" y="2906713"/>
            <a:ext cx="455612" cy="1054100"/>
            <a:chOff x="2035" y="1831"/>
            <a:chExt cx="287" cy="664"/>
          </a:xfrm>
        </p:grpSpPr>
        <p:sp>
          <p:nvSpPr>
            <p:cNvPr id="24617" name="Text Box 19"/>
            <p:cNvSpPr txBox="1">
              <a:spLocks noChangeArrowheads="1"/>
            </p:cNvSpPr>
            <p:nvPr/>
          </p:nvSpPr>
          <p:spPr bwMode="auto">
            <a:xfrm flipH="1">
              <a:off x="2035" y="1831"/>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18" name="Line 21"/>
            <p:cNvSpPr>
              <a:spLocks noChangeShapeType="1"/>
            </p:cNvSpPr>
            <p:nvPr/>
          </p:nvSpPr>
          <p:spPr bwMode="auto">
            <a:xfrm rot="10800000" flipH="1" flipV="1">
              <a:off x="2089" y="1927"/>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2410" name="Group 42"/>
          <p:cNvGrpSpPr>
            <a:grpSpLocks/>
          </p:cNvGrpSpPr>
          <p:nvPr/>
        </p:nvGrpSpPr>
        <p:grpSpPr bwMode="auto">
          <a:xfrm>
            <a:off x="3419475" y="2878138"/>
            <a:ext cx="1787525" cy="1112837"/>
            <a:chOff x="2154" y="1813"/>
            <a:chExt cx="1126" cy="701"/>
          </a:xfrm>
        </p:grpSpPr>
        <p:sp>
          <p:nvSpPr>
            <p:cNvPr id="24615" name="Text Box 14"/>
            <p:cNvSpPr txBox="1">
              <a:spLocks noChangeArrowheads="1"/>
            </p:cNvSpPr>
            <p:nvPr/>
          </p:nvSpPr>
          <p:spPr bwMode="auto">
            <a:xfrm flipH="1">
              <a:off x="2154" y="2205"/>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16" name="Line 22"/>
            <p:cNvSpPr>
              <a:spLocks noChangeShapeType="1"/>
            </p:cNvSpPr>
            <p:nvPr/>
          </p:nvSpPr>
          <p:spPr bwMode="auto">
            <a:xfrm rot="10800000" flipH="1">
              <a:off x="2245" y="1813"/>
              <a:ext cx="1035" cy="701"/>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2411" name="Group 43"/>
          <p:cNvGrpSpPr>
            <a:grpSpLocks/>
          </p:cNvGrpSpPr>
          <p:nvPr/>
        </p:nvGrpSpPr>
        <p:grpSpPr bwMode="auto">
          <a:xfrm>
            <a:off x="3546475" y="2906713"/>
            <a:ext cx="1955800" cy="1268412"/>
            <a:chOff x="2234" y="1831"/>
            <a:chExt cx="1232" cy="799"/>
          </a:xfrm>
        </p:grpSpPr>
        <p:sp>
          <p:nvSpPr>
            <p:cNvPr id="24613" name="Text Box 13"/>
            <p:cNvSpPr txBox="1">
              <a:spLocks noChangeArrowheads="1"/>
            </p:cNvSpPr>
            <p:nvPr/>
          </p:nvSpPr>
          <p:spPr bwMode="auto">
            <a:xfrm flipH="1">
              <a:off x="3179" y="1831"/>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14" name="Line 23"/>
            <p:cNvSpPr>
              <a:spLocks noChangeShapeType="1"/>
            </p:cNvSpPr>
            <p:nvPr/>
          </p:nvSpPr>
          <p:spPr bwMode="auto">
            <a:xfrm flipH="1">
              <a:off x="2234" y="1870"/>
              <a:ext cx="1100" cy="760"/>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24591"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102225" y="3811588"/>
            <a:ext cx="681038"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13" name="Group 45"/>
          <p:cNvGrpSpPr>
            <a:grpSpLocks/>
          </p:cNvGrpSpPr>
          <p:nvPr/>
        </p:nvGrpSpPr>
        <p:grpSpPr bwMode="auto">
          <a:xfrm>
            <a:off x="3546475" y="4051300"/>
            <a:ext cx="1600200" cy="457200"/>
            <a:chOff x="2234" y="2552"/>
            <a:chExt cx="1008" cy="288"/>
          </a:xfrm>
        </p:grpSpPr>
        <p:sp>
          <p:nvSpPr>
            <p:cNvPr id="24611" name="Text Box 25"/>
            <p:cNvSpPr txBox="1">
              <a:spLocks noChangeArrowheads="1"/>
            </p:cNvSpPr>
            <p:nvPr/>
          </p:nvSpPr>
          <p:spPr bwMode="auto">
            <a:xfrm flipH="1">
              <a:off x="2275" y="255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12" name="Line 27"/>
            <p:cNvSpPr>
              <a:spLocks noChangeShapeType="1"/>
            </p:cNvSpPr>
            <p:nvPr/>
          </p:nvSpPr>
          <p:spPr bwMode="auto">
            <a:xfrm rot="16200000" flipH="1">
              <a:off x="2738" y="2283"/>
              <a:ext cx="0" cy="100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2414" name="Group 46"/>
          <p:cNvGrpSpPr>
            <a:grpSpLocks/>
          </p:cNvGrpSpPr>
          <p:nvPr/>
        </p:nvGrpSpPr>
        <p:grpSpPr bwMode="auto">
          <a:xfrm>
            <a:off x="3546475" y="4508500"/>
            <a:ext cx="1625600" cy="457200"/>
            <a:chOff x="2234" y="2840"/>
            <a:chExt cx="1024" cy="288"/>
          </a:xfrm>
        </p:grpSpPr>
        <p:sp>
          <p:nvSpPr>
            <p:cNvPr id="24609" name="Line 28"/>
            <p:cNvSpPr>
              <a:spLocks noChangeShapeType="1"/>
            </p:cNvSpPr>
            <p:nvPr/>
          </p:nvSpPr>
          <p:spPr bwMode="auto">
            <a:xfrm rot="5400000">
              <a:off x="2738" y="2379"/>
              <a:ext cx="0" cy="100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0" name="Text Box 29"/>
            <p:cNvSpPr txBox="1">
              <a:spLocks noChangeArrowheads="1"/>
            </p:cNvSpPr>
            <p:nvPr/>
          </p:nvSpPr>
          <p:spPr bwMode="auto">
            <a:xfrm flipH="1">
              <a:off x="2971" y="284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grpSp>
      <p:sp>
        <p:nvSpPr>
          <p:cNvPr id="1082398" name="Text Box 30"/>
          <p:cNvSpPr txBox="1">
            <a:spLocks noChangeArrowheads="1"/>
          </p:cNvSpPr>
          <p:nvPr/>
        </p:nvSpPr>
        <p:spPr bwMode="auto">
          <a:xfrm flipH="1">
            <a:off x="3781425" y="1982788"/>
            <a:ext cx="1098550"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迭代查询</a:t>
            </a:r>
          </a:p>
        </p:txBody>
      </p:sp>
      <p:grpSp>
        <p:nvGrpSpPr>
          <p:cNvPr id="1082417" name="Group 49"/>
          <p:cNvGrpSpPr>
            <a:grpSpLocks/>
          </p:cNvGrpSpPr>
          <p:nvPr/>
        </p:nvGrpSpPr>
        <p:grpSpPr bwMode="auto">
          <a:xfrm>
            <a:off x="3259138" y="4916488"/>
            <a:ext cx="2536825" cy="1011237"/>
            <a:chOff x="2053" y="3097"/>
            <a:chExt cx="1598" cy="637"/>
          </a:xfrm>
        </p:grpSpPr>
        <p:grpSp>
          <p:nvGrpSpPr>
            <p:cNvPr id="24603" name="Group 48"/>
            <p:cNvGrpSpPr>
              <a:grpSpLocks/>
            </p:cNvGrpSpPr>
            <p:nvPr/>
          </p:nvGrpSpPr>
          <p:grpSpPr bwMode="auto">
            <a:xfrm>
              <a:off x="2053" y="3097"/>
              <a:ext cx="1598" cy="637"/>
              <a:chOff x="2053" y="3097"/>
              <a:chExt cx="1598" cy="637"/>
            </a:xfrm>
          </p:grpSpPr>
          <p:sp>
            <p:nvSpPr>
              <p:cNvPr id="24605" name="Rectangle 36"/>
              <p:cNvSpPr>
                <a:spLocks noChangeArrowheads="1"/>
              </p:cNvSpPr>
              <p:nvPr/>
            </p:nvSpPr>
            <p:spPr bwMode="auto">
              <a:xfrm>
                <a:off x="2135" y="3356"/>
                <a:ext cx="1516" cy="263"/>
              </a:xfrm>
              <a:prstGeom prst="rect">
                <a:avLst/>
              </a:prstGeom>
              <a:solidFill>
                <a:srgbClr val="CCE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606" name="Group 47"/>
              <p:cNvGrpSpPr>
                <a:grpSpLocks/>
              </p:cNvGrpSpPr>
              <p:nvPr/>
            </p:nvGrpSpPr>
            <p:grpSpPr bwMode="auto">
              <a:xfrm>
                <a:off x="2053" y="3097"/>
                <a:ext cx="287" cy="637"/>
                <a:chOff x="2053" y="3097"/>
                <a:chExt cx="287" cy="637"/>
              </a:xfrm>
            </p:grpSpPr>
            <p:sp>
              <p:nvSpPr>
                <p:cNvPr id="24607" name="Text Box 33"/>
                <p:cNvSpPr txBox="1">
                  <a:spLocks noChangeArrowheads="1"/>
                </p:cNvSpPr>
                <p:nvPr/>
              </p:nvSpPr>
              <p:spPr bwMode="auto">
                <a:xfrm flipH="1">
                  <a:off x="2053" y="3097"/>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08" name="Line 35"/>
                <p:cNvSpPr>
                  <a:spLocks noChangeShapeType="1"/>
                </p:cNvSpPr>
                <p:nvPr/>
              </p:nvSpPr>
              <p:spPr bwMode="auto">
                <a:xfrm rot="10800000" flipH="1" flipV="1">
                  <a:off x="2089" y="3166"/>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4604" name="Text Box 6"/>
            <p:cNvSpPr txBox="1">
              <a:spLocks noChangeArrowheads="1"/>
            </p:cNvSpPr>
            <p:nvPr/>
          </p:nvSpPr>
          <p:spPr bwMode="auto">
            <a:xfrm flipH="1">
              <a:off x="2104" y="3417"/>
              <a:ext cx="1502" cy="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80000"/>
                </a:lnSpc>
              </a:pPr>
              <a:r>
                <a:rPr kumimoji="1" lang="en-US" altLang="zh-CN" sz="1800">
                  <a:solidFill>
                    <a:schemeClr val="folHlink"/>
                  </a:solidFill>
                  <a:latin typeface="Arial" pitchFamily="34" charset="0"/>
                  <a:ea typeface="黑体" pitchFamily="49" charset="-122"/>
                </a:rPr>
                <a:t> y.abc.com</a:t>
              </a:r>
              <a:r>
                <a:rPr kumimoji="1" lang="en-US" altLang="zh-CN" sz="900">
                  <a:solidFill>
                    <a:schemeClr val="folHlink"/>
                  </a:solidFill>
                  <a:latin typeface="Arial" pitchFamily="34" charset="0"/>
                  <a:ea typeface="黑体" pitchFamily="49" charset="-122"/>
                </a:rPr>
                <a:t> </a:t>
              </a:r>
              <a:r>
                <a:rPr kumimoji="1" lang="zh-CN" altLang="en-US" sz="1800">
                  <a:solidFill>
                    <a:schemeClr val="folHlink"/>
                  </a:solidFill>
                  <a:latin typeface="Arial" pitchFamily="34" charset="0"/>
                  <a:ea typeface="黑体" pitchFamily="49" charset="-122"/>
                </a:rPr>
                <a:t>的</a:t>
              </a:r>
              <a:r>
                <a:rPr kumimoji="1" lang="zh-CN" altLang="en-US" sz="1400">
                  <a:solidFill>
                    <a:schemeClr val="folHlink"/>
                  </a:solidFill>
                  <a:latin typeface="Arial" pitchFamily="34" charset="0"/>
                  <a:ea typeface="黑体" pitchFamily="49" charset="-122"/>
                </a:rPr>
                <a:t> </a:t>
              </a:r>
              <a:r>
                <a:rPr kumimoji="1" lang="en-US" altLang="zh-CN" sz="1800">
                  <a:solidFill>
                    <a:schemeClr val="folHlink"/>
                  </a:solidFill>
                  <a:latin typeface="Arial" pitchFamily="34" charset="0"/>
                  <a:ea typeface="黑体" pitchFamily="49" charset="-122"/>
                </a:rPr>
                <a:t>IP</a:t>
              </a:r>
              <a:r>
                <a:rPr kumimoji="1" lang="en-US" altLang="zh-CN" sz="1400">
                  <a:solidFill>
                    <a:schemeClr val="folHlink"/>
                  </a:solidFill>
                  <a:latin typeface="Arial" pitchFamily="34" charset="0"/>
                  <a:ea typeface="黑体" pitchFamily="49" charset="-122"/>
                </a:rPr>
                <a:t> </a:t>
              </a:r>
              <a:r>
                <a:rPr kumimoji="1" lang="zh-CN" altLang="en-US" sz="1800">
                  <a:solidFill>
                    <a:schemeClr val="folHlink"/>
                  </a:solidFill>
                  <a:latin typeface="Arial" pitchFamily="34" charset="0"/>
                  <a:ea typeface="黑体" pitchFamily="49" charset="-122"/>
                </a:rPr>
                <a:t>地址 </a:t>
              </a:r>
            </a:p>
          </p:txBody>
        </p:sp>
      </p:grpSp>
      <p:pic>
        <p:nvPicPr>
          <p:cNvPr id="24596" name="Picture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981325" y="6018213"/>
            <a:ext cx="477838"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97" name="Text Box 11"/>
          <p:cNvSpPr txBox="1">
            <a:spLocks noChangeArrowheads="1"/>
          </p:cNvSpPr>
          <p:nvPr/>
        </p:nvSpPr>
        <p:spPr bwMode="auto">
          <a:xfrm flipH="1">
            <a:off x="2700338" y="6526213"/>
            <a:ext cx="133985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80000"/>
              </a:lnSpc>
            </a:pPr>
            <a:r>
              <a:rPr kumimoji="1" lang="en-US" altLang="zh-CN" sz="1800">
                <a:solidFill>
                  <a:schemeClr val="folHlink"/>
                </a:solidFill>
                <a:latin typeface="Arial" pitchFamily="34" charset="0"/>
                <a:ea typeface="黑体" pitchFamily="49" charset="-122"/>
              </a:rPr>
              <a:t>m.xyz.com </a:t>
            </a:r>
          </a:p>
        </p:txBody>
      </p:sp>
      <p:sp>
        <p:nvSpPr>
          <p:cNvPr id="1082399" name="Text Box 31"/>
          <p:cNvSpPr txBox="1">
            <a:spLocks noChangeArrowheads="1"/>
          </p:cNvSpPr>
          <p:nvPr/>
        </p:nvSpPr>
        <p:spPr bwMode="auto">
          <a:xfrm flipH="1">
            <a:off x="2484438" y="5157788"/>
            <a:ext cx="63976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递归</a:t>
            </a:r>
          </a:p>
          <a:p>
            <a:pPr algn="ctr" eaLnBrk="1" hangingPunct="1">
              <a:lnSpc>
                <a:spcPct val="90000"/>
              </a:lnSpc>
            </a:pPr>
            <a:r>
              <a:rPr kumimoji="1" lang="zh-CN" altLang="en-US" sz="1800">
                <a:solidFill>
                  <a:schemeClr val="folHlink"/>
                </a:solidFill>
                <a:latin typeface="Arial" pitchFamily="34" charset="0"/>
                <a:ea typeface="黑体" pitchFamily="49" charset="-122"/>
              </a:rPr>
              <a:t>查询</a:t>
            </a:r>
          </a:p>
        </p:txBody>
      </p:sp>
      <p:grpSp>
        <p:nvGrpSpPr>
          <p:cNvPr id="1082407" name="Group 39"/>
          <p:cNvGrpSpPr>
            <a:grpSpLocks/>
          </p:cNvGrpSpPr>
          <p:nvPr/>
        </p:nvGrpSpPr>
        <p:grpSpPr bwMode="auto">
          <a:xfrm>
            <a:off x="2771775" y="5026025"/>
            <a:ext cx="455613" cy="1066800"/>
            <a:chOff x="1746" y="3166"/>
            <a:chExt cx="287" cy="672"/>
          </a:xfrm>
        </p:grpSpPr>
        <p:sp>
          <p:nvSpPr>
            <p:cNvPr id="24601" name="Text Box 32"/>
            <p:cNvSpPr txBox="1">
              <a:spLocks noChangeArrowheads="1"/>
            </p:cNvSpPr>
            <p:nvPr/>
          </p:nvSpPr>
          <p:spPr bwMode="auto">
            <a:xfrm flipH="1">
              <a:off x="1746" y="355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4602" name="Line 34"/>
            <p:cNvSpPr>
              <a:spLocks noChangeShapeType="1"/>
            </p:cNvSpPr>
            <p:nvPr/>
          </p:nvSpPr>
          <p:spPr bwMode="auto">
            <a:xfrm rot="10800000" flipH="1">
              <a:off x="1996" y="3166"/>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600" name="Text Box 50"/>
          <p:cNvSpPr txBox="1">
            <a:spLocks noChangeArrowheads="1"/>
          </p:cNvSpPr>
          <p:nvPr/>
        </p:nvSpPr>
        <p:spPr bwMode="auto">
          <a:xfrm flipH="1">
            <a:off x="3276600" y="6165850"/>
            <a:ext cx="3527425"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0000"/>
              </a:lnSpc>
            </a:pPr>
            <a:r>
              <a:rPr kumimoji="1" lang="zh-CN" altLang="en-US" sz="1800">
                <a:solidFill>
                  <a:schemeClr val="folHlink"/>
                </a:solidFill>
                <a:latin typeface="Arial" pitchFamily="34" charset="0"/>
                <a:ea typeface="黑体" pitchFamily="49" charset="-122"/>
              </a:rPr>
              <a:t>需要查找 </a:t>
            </a:r>
            <a:r>
              <a:rPr kumimoji="1" lang="en-US" altLang="zh-CN" sz="1800">
                <a:solidFill>
                  <a:schemeClr val="folHlink"/>
                </a:solidFill>
                <a:latin typeface="Arial" pitchFamily="34" charset="0"/>
                <a:ea typeface="黑体" pitchFamily="49" charset="-122"/>
              </a:rPr>
              <a:t>y.abc.com </a:t>
            </a:r>
            <a:r>
              <a:rPr kumimoji="1" lang="zh-CN" altLang="en-US" sz="1800">
                <a:solidFill>
                  <a:schemeClr val="folHlink"/>
                </a:solidFill>
                <a:latin typeface="Arial" pitchFamily="34" charset="0"/>
                <a:ea typeface="黑体" pitchFamily="49" charset="-122"/>
              </a:rPr>
              <a:t>的 </a:t>
            </a:r>
            <a:r>
              <a:rPr kumimoji="1" lang="en-US" altLang="zh-CN" sz="1800">
                <a:solidFill>
                  <a:schemeClr val="folHlink"/>
                </a:solidFill>
                <a:latin typeface="Arial" pitchFamily="34" charset="0"/>
                <a:ea typeface="黑体" pitchFamily="49" charset="-122"/>
              </a:rPr>
              <a:t>IP </a:t>
            </a:r>
            <a:r>
              <a:rPr kumimoji="1" lang="zh-CN" altLang="en-US" sz="1800">
                <a:solidFill>
                  <a:schemeClr val="folHlink"/>
                </a:solidFill>
                <a:latin typeface="Arial" pitchFamily="34" charset="0"/>
                <a:ea typeface="黑体" pitchFamily="49" charset="-122"/>
              </a:rPr>
              <a:t>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nodeType="afterGroup">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nodeType="afterGroup">
                            <p:stCondLst>
                              <p:cond delay="4500"/>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nodeType="afterGroup">
                            <p:stCondLst>
                              <p:cond delay="6000"/>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nodeType="afterGroup">
                            <p:stCondLst>
                              <p:cond delay="7000"/>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nodeType="afterGroup">
                            <p:stCondLst>
                              <p:cond delay="8500"/>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lgn="ctr" eaLnBrk="1" hangingPunct="1"/>
            <a:r>
              <a:rPr lang="zh-CN" altLang="en-US" smtClean="0"/>
              <a:t>本地域名服务器采用递归查询</a:t>
            </a:r>
            <a:br>
              <a:rPr lang="zh-CN" altLang="en-US" smtClean="0"/>
            </a:br>
            <a:r>
              <a:rPr lang="zh-CN" altLang="en-US" sz="4000" smtClean="0"/>
              <a:t>（比较少用）</a:t>
            </a:r>
            <a:r>
              <a:rPr lang="zh-CN" altLang="en-US" smtClean="0"/>
              <a:t> </a:t>
            </a:r>
          </a:p>
        </p:txBody>
      </p:sp>
      <p:sp>
        <p:nvSpPr>
          <p:cNvPr id="25603" name="Rectangle 4"/>
          <p:cNvSpPr>
            <a:spLocks noChangeArrowheads="1"/>
          </p:cNvSpPr>
          <p:nvPr/>
        </p:nvSpPr>
        <p:spPr bwMode="auto">
          <a:xfrm flipH="1">
            <a:off x="3109913" y="2019300"/>
            <a:ext cx="3035300" cy="2865438"/>
          </a:xfrm>
          <a:prstGeom prst="rect">
            <a:avLst/>
          </a:prstGeom>
          <a:solidFill>
            <a:srgbClr val="FFFF99"/>
          </a:solidFill>
          <a:ln>
            <a:noFill/>
          </a:ln>
          <a:effectLst/>
          <a:extLst>
            <a:ext uri="{91240B29-F687-4F45-9708-019B960494DF}">
              <a14:hiddenLine xmlns:a14="http://schemas.microsoft.com/office/drawing/2010/main" w="9525" algn="ctr">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4" name="Text Box 6"/>
          <p:cNvSpPr txBox="1">
            <a:spLocks noChangeArrowheads="1"/>
          </p:cNvSpPr>
          <p:nvPr/>
        </p:nvSpPr>
        <p:spPr bwMode="auto">
          <a:xfrm flipH="1">
            <a:off x="6084888" y="2205038"/>
            <a:ext cx="178435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5000"/>
              </a:lnSpc>
            </a:pPr>
            <a:r>
              <a:rPr kumimoji="1" lang="zh-CN" altLang="en-US" sz="1800">
                <a:solidFill>
                  <a:schemeClr val="folHlink"/>
                </a:solidFill>
                <a:latin typeface="Arial" pitchFamily="34" charset="0"/>
                <a:ea typeface="黑体" pitchFamily="49" charset="-122"/>
              </a:rPr>
              <a:t>顶级域名服务器</a:t>
            </a:r>
          </a:p>
          <a:p>
            <a:pPr algn="ctr" eaLnBrk="1" hangingPunct="1">
              <a:lnSpc>
                <a:spcPct val="85000"/>
              </a:lnSpc>
            </a:pPr>
            <a:r>
              <a:rPr kumimoji="1" lang="en-US" altLang="zh-CN" sz="1800">
                <a:solidFill>
                  <a:schemeClr val="folHlink"/>
                </a:solidFill>
                <a:latin typeface="Arial" pitchFamily="34" charset="0"/>
                <a:ea typeface="黑体" pitchFamily="49" charset="-122"/>
              </a:rPr>
              <a:t>dns.com</a:t>
            </a:r>
          </a:p>
        </p:txBody>
      </p:sp>
      <p:sp>
        <p:nvSpPr>
          <p:cNvPr id="25605" name="Text Box 7"/>
          <p:cNvSpPr txBox="1">
            <a:spLocks noChangeArrowheads="1"/>
          </p:cNvSpPr>
          <p:nvPr/>
        </p:nvSpPr>
        <p:spPr bwMode="auto">
          <a:xfrm flipH="1">
            <a:off x="5867400" y="4076700"/>
            <a:ext cx="21383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0000"/>
              </a:lnSpc>
            </a:pPr>
            <a:r>
              <a:rPr kumimoji="1" lang="zh-CN" altLang="en-US" sz="1800">
                <a:solidFill>
                  <a:schemeClr val="folHlink"/>
                </a:solidFill>
                <a:latin typeface="Arial" pitchFamily="34" charset="0"/>
                <a:ea typeface="黑体" pitchFamily="49" charset="-122"/>
              </a:rPr>
              <a:t>权限</a:t>
            </a:r>
            <a:r>
              <a:rPr kumimoji="1" lang="zh-CN" altLang="zh-CN" sz="1800">
                <a:solidFill>
                  <a:schemeClr val="folHlink"/>
                </a:solidFill>
                <a:latin typeface="Arial" pitchFamily="34" charset="0"/>
                <a:ea typeface="黑体" pitchFamily="49" charset="-122"/>
              </a:rPr>
              <a:t>域名服务</a:t>
            </a:r>
            <a:r>
              <a:rPr kumimoji="1" lang="en-US" altLang="zh-CN" sz="1800">
                <a:solidFill>
                  <a:schemeClr val="folHlink"/>
                </a:solidFill>
                <a:latin typeface="Arial" pitchFamily="34" charset="0"/>
                <a:ea typeface="黑体" pitchFamily="49" charset="-122"/>
              </a:rPr>
              <a:t>dns.abc.com</a:t>
            </a:r>
          </a:p>
        </p:txBody>
      </p:sp>
      <p:sp>
        <p:nvSpPr>
          <p:cNvPr id="25606" name="Text Box 8"/>
          <p:cNvSpPr txBox="1">
            <a:spLocks noChangeArrowheads="1"/>
          </p:cNvSpPr>
          <p:nvPr/>
        </p:nvSpPr>
        <p:spPr bwMode="auto">
          <a:xfrm flipH="1">
            <a:off x="1419225" y="4005263"/>
            <a:ext cx="1784350"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0000"/>
              </a:lnSpc>
            </a:pPr>
            <a:r>
              <a:rPr kumimoji="1" lang="zh-CN" altLang="en-US" sz="1800">
                <a:solidFill>
                  <a:schemeClr val="hlink"/>
                </a:solidFill>
                <a:latin typeface="Arial" pitchFamily="34" charset="0"/>
                <a:ea typeface="黑体" pitchFamily="49" charset="-122"/>
              </a:rPr>
              <a:t>本地域名服务器</a:t>
            </a:r>
          </a:p>
          <a:p>
            <a:pPr algn="ctr" eaLnBrk="1" hangingPunct="1">
              <a:lnSpc>
                <a:spcPct val="80000"/>
              </a:lnSpc>
            </a:pPr>
            <a:r>
              <a:rPr kumimoji="1" lang="en-US" altLang="zh-CN" sz="1800">
                <a:solidFill>
                  <a:schemeClr val="hlink"/>
                </a:solidFill>
                <a:latin typeface="Arial" pitchFamily="34" charset="0"/>
                <a:ea typeface="黑体" pitchFamily="49" charset="-122"/>
              </a:rPr>
              <a:t>dns.xyz.com</a:t>
            </a:r>
          </a:p>
        </p:txBody>
      </p:sp>
      <p:pic>
        <p:nvPicPr>
          <p:cNvPr id="25607" name="Picture 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321050" y="5875338"/>
            <a:ext cx="4730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8" name="Text Box 10"/>
          <p:cNvSpPr txBox="1">
            <a:spLocks noChangeArrowheads="1"/>
          </p:cNvSpPr>
          <p:nvPr/>
        </p:nvSpPr>
        <p:spPr bwMode="auto">
          <a:xfrm flipH="1">
            <a:off x="3040063" y="6357938"/>
            <a:ext cx="133985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80000"/>
              </a:lnSpc>
            </a:pPr>
            <a:r>
              <a:rPr kumimoji="1" lang="en-US" altLang="zh-CN" sz="1800">
                <a:solidFill>
                  <a:schemeClr val="folHlink"/>
                </a:solidFill>
                <a:latin typeface="Arial" pitchFamily="34" charset="0"/>
                <a:ea typeface="黑体" pitchFamily="49" charset="-122"/>
              </a:rPr>
              <a:t>m.xyz.com </a:t>
            </a:r>
          </a:p>
        </p:txBody>
      </p:sp>
      <p:sp>
        <p:nvSpPr>
          <p:cNvPr id="25609" name="Text Box 11"/>
          <p:cNvSpPr txBox="1">
            <a:spLocks noChangeArrowheads="1"/>
          </p:cNvSpPr>
          <p:nvPr/>
        </p:nvSpPr>
        <p:spPr bwMode="auto">
          <a:xfrm flipH="1">
            <a:off x="1647825" y="2205038"/>
            <a:ext cx="15557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根域名服务器</a:t>
            </a:r>
          </a:p>
        </p:txBody>
      </p:sp>
      <p:pic>
        <p:nvPicPr>
          <p:cNvPr id="25610"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195638" y="3798888"/>
            <a:ext cx="6715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1"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195638" y="1985963"/>
            <a:ext cx="6715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2" name="Picture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334000" y="1985963"/>
            <a:ext cx="6731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4453" name="Group 37"/>
          <p:cNvGrpSpPr>
            <a:grpSpLocks/>
          </p:cNvGrpSpPr>
          <p:nvPr/>
        </p:nvGrpSpPr>
        <p:grpSpPr bwMode="auto">
          <a:xfrm>
            <a:off x="3108325" y="3086100"/>
            <a:ext cx="455613" cy="919163"/>
            <a:chOff x="1958" y="1944"/>
            <a:chExt cx="287" cy="579"/>
          </a:xfrm>
        </p:grpSpPr>
        <p:sp>
          <p:nvSpPr>
            <p:cNvPr id="25641" name="Text Box 17"/>
            <p:cNvSpPr txBox="1">
              <a:spLocks noChangeArrowheads="1"/>
            </p:cNvSpPr>
            <p:nvPr/>
          </p:nvSpPr>
          <p:spPr bwMode="auto">
            <a:xfrm flipH="1">
              <a:off x="1958" y="2236"/>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42" name="Line 19"/>
            <p:cNvSpPr>
              <a:spLocks noChangeShapeType="1"/>
            </p:cNvSpPr>
            <p:nvPr/>
          </p:nvSpPr>
          <p:spPr bwMode="auto">
            <a:xfrm rot="10800000" flipH="1">
              <a:off x="2209" y="1944"/>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4458" name="Group 42"/>
          <p:cNvGrpSpPr>
            <a:grpSpLocks/>
          </p:cNvGrpSpPr>
          <p:nvPr/>
        </p:nvGrpSpPr>
        <p:grpSpPr bwMode="auto">
          <a:xfrm>
            <a:off x="3568700" y="2971800"/>
            <a:ext cx="455613" cy="969963"/>
            <a:chOff x="2248" y="1872"/>
            <a:chExt cx="287" cy="611"/>
          </a:xfrm>
        </p:grpSpPr>
        <p:sp>
          <p:nvSpPr>
            <p:cNvPr id="25639" name="Text Box 18"/>
            <p:cNvSpPr txBox="1">
              <a:spLocks noChangeArrowheads="1"/>
            </p:cNvSpPr>
            <p:nvPr/>
          </p:nvSpPr>
          <p:spPr bwMode="auto">
            <a:xfrm flipH="1">
              <a:off x="2248" y="187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40" name="Line 20"/>
            <p:cNvSpPr>
              <a:spLocks noChangeShapeType="1"/>
            </p:cNvSpPr>
            <p:nvPr/>
          </p:nvSpPr>
          <p:spPr bwMode="auto">
            <a:xfrm rot="10800000" flipH="1" flipV="1">
              <a:off x="2301" y="1944"/>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4454" name="Group 38"/>
          <p:cNvGrpSpPr>
            <a:grpSpLocks/>
          </p:cNvGrpSpPr>
          <p:nvPr/>
        </p:nvGrpSpPr>
        <p:grpSpPr bwMode="auto">
          <a:xfrm>
            <a:off x="3736975" y="2325688"/>
            <a:ext cx="1681163" cy="455612"/>
            <a:chOff x="2354" y="1465"/>
            <a:chExt cx="1059" cy="287"/>
          </a:xfrm>
        </p:grpSpPr>
        <p:sp>
          <p:nvSpPr>
            <p:cNvPr id="25637" name="Text Box 13"/>
            <p:cNvSpPr txBox="1">
              <a:spLocks noChangeArrowheads="1"/>
            </p:cNvSpPr>
            <p:nvPr/>
          </p:nvSpPr>
          <p:spPr bwMode="auto">
            <a:xfrm flipH="1">
              <a:off x="2354" y="1465"/>
              <a:ext cx="28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38" name="Line 21"/>
            <p:cNvSpPr>
              <a:spLocks noChangeShapeType="1"/>
            </p:cNvSpPr>
            <p:nvPr/>
          </p:nvSpPr>
          <p:spPr bwMode="auto">
            <a:xfrm rot="10800000" flipH="1">
              <a:off x="2444" y="1728"/>
              <a:ext cx="969" cy="0"/>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25616" name="Picture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418138" y="3798888"/>
            <a:ext cx="6731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4439" name="Text Box 23"/>
          <p:cNvSpPr txBox="1">
            <a:spLocks noChangeArrowheads="1"/>
          </p:cNvSpPr>
          <p:nvPr/>
        </p:nvSpPr>
        <p:spPr bwMode="auto">
          <a:xfrm flipH="1">
            <a:off x="4121150" y="2054225"/>
            <a:ext cx="10985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递归查询</a:t>
            </a:r>
          </a:p>
        </p:txBody>
      </p:sp>
      <p:sp>
        <p:nvSpPr>
          <p:cNvPr id="1084440" name="Text Box 24"/>
          <p:cNvSpPr txBox="1">
            <a:spLocks noChangeArrowheads="1"/>
          </p:cNvSpPr>
          <p:nvPr/>
        </p:nvSpPr>
        <p:spPr bwMode="auto">
          <a:xfrm flipH="1">
            <a:off x="2851150" y="4941888"/>
            <a:ext cx="641350"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递归</a:t>
            </a:r>
          </a:p>
          <a:p>
            <a:pPr algn="ctr" eaLnBrk="1" hangingPunct="1">
              <a:lnSpc>
                <a:spcPct val="90000"/>
              </a:lnSpc>
            </a:pPr>
            <a:r>
              <a:rPr kumimoji="1" lang="zh-CN" altLang="en-US" sz="1800">
                <a:solidFill>
                  <a:schemeClr val="folHlink"/>
                </a:solidFill>
                <a:latin typeface="Arial" pitchFamily="34" charset="0"/>
                <a:ea typeface="黑体" pitchFamily="49" charset="-122"/>
              </a:rPr>
              <a:t>查询</a:t>
            </a:r>
          </a:p>
        </p:txBody>
      </p:sp>
      <p:grpSp>
        <p:nvGrpSpPr>
          <p:cNvPr id="1084452" name="Group 36"/>
          <p:cNvGrpSpPr>
            <a:grpSpLocks/>
          </p:cNvGrpSpPr>
          <p:nvPr/>
        </p:nvGrpSpPr>
        <p:grpSpPr bwMode="auto">
          <a:xfrm>
            <a:off x="3108325" y="4933950"/>
            <a:ext cx="455613" cy="952500"/>
            <a:chOff x="1958" y="3108"/>
            <a:chExt cx="287" cy="600"/>
          </a:xfrm>
        </p:grpSpPr>
        <p:sp>
          <p:nvSpPr>
            <p:cNvPr id="25635" name="Text Box 25"/>
            <p:cNvSpPr txBox="1">
              <a:spLocks noChangeArrowheads="1"/>
            </p:cNvSpPr>
            <p:nvPr/>
          </p:nvSpPr>
          <p:spPr bwMode="auto">
            <a:xfrm flipH="1">
              <a:off x="1958" y="342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36" name="Line 27"/>
            <p:cNvSpPr>
              <a:spLocks noChangeShapeType="1"/>
            </p:cNvSpPr>
            <p:nvPr/>
          </p:nvSpPr>
          <p:spPr bwMode="auto">
            <a:xfrm rot="10800000" flipH="1">
              <a:off x="2209" y="3108"/>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4459" name="Group 43"/>
          <p:cNvGrpSpPr>
            <a:grpSpLocks/>
          </p:cNvGrpSpPr>
          <p:nvPr/>
        </p:nvGrpSpPr>
        <p:grpSpPr bwMode="auto">
          <a:xfrm>
            <a:off x="3595688" y="4845050"/>
            <a:ext cx="2501900" cy="944563"/>
            <a:chOff x="2265" y="3052"/>
            <a:chExt cx="1576" cy="595"/>
          </a:xfrm>
        </p:grpSpPr>
        <p:sp>
          <p:nvSpPr>
            <p:cNvPr id="25631" name="Text Box 5"/>
            <p:cNvSpPr txBox="1">
              <a:spLocks noChangeArrowheads="1"/>
            </p:cNvSpPr>
            <p:nvPr/>
          </p:nvSpPr>
          <p:spPr bwMode="auto">
            <a:xfrm flipH="1">
              <a:off x="2339" y="3327"/>
              <a:ext cx="1502"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80000"/>
                </a:lnSpc>
              </a:pPr>
              <a:r>
                <a:rPr kumimoji="1" lang="en-US" altLang="zh-CN" sz="1800">
                  <a:solidFill>
                    <a:schemeClr val="folHlink"/>
                  </a:solidFill>
                  <a:latin typeface="Arial" pitchFamily="34" charset="0"/>
                  <a:ea typeface="黑体" pitchFamily="49" charset="-122"/>
                </a:rPr>
                <a:t> y.abc.com</a:t>
              </a:r>
              <a:r>
                <a:rPr kumimoji="1" lang="en-US" altLang="zh-CN" sz="900">
                  <a:solidFill>
                    <a:schemeClr val="folHlink"/>
                  </a:solidFill>
                  <a:latin typeface="Arial" pitchFamily="34" charset="0"/>
                  <a:ea typeface="黑体" pitchFamily="49" charset="-122"/>
                </a:rPr>
                <a:t> </a:t>
              </a:r>
              <a:r>
                <a:rPr kumimoji="1" lang="zh-CN" altLang="en-US" sz="1800">
                  <a:solidFill>
                    <a:schemeClr val="folHlink"/>
                  </a:solidFill>
                  <a:latin typeface="Arial" pitchFamily="34" charset="0"/>
                  <a:ea typeface="黑体" pitchFamily="49" charset="-122"/>
                </a:rPr>
                <a:t>的</a:t>
              </a:r>
              <a:r>
                <a:rPr kumimoji="1" lang="zh-CN" altLang="en-US" sz="1400">
                  <a:solidFill>
                    <a:schemeClr val="folHlink"/>
                  </a:solidFill>
                  <a:latin typeface="Arial" pitchFamily="34" charset="0"/>
                  <a:ea typeface="黑体" pitchFamily="49" charset="-122"/>
                </a:rPr>
                <a:t> </a:t>
              </a:r>
              <a:r>
                <a:rPr kumimoji="1" lang="en-US" altLang="zh-CN" sz="1800">
                  <a:solidFill>
                    <a:schemeClr val="folHlink"/>
                  </a:solidFill>
                  <a:latin typeface="Arial" pitchFamily="34" charset="0"/>
                  <a:ea typeface="黑体" pitchFamily="49" charset="-122"/>
                </a:rPr>
                <a:t>IP</a:t>
              </a:r>
              <a:r>
                <a:rPr kumimoji="1" lang="en-US" altLang="zh-CN" sz="1400">
                  <a:solidFill>
                    <a:schemeClr val="folHlink"/>
                  </a:solidFill>
                  <a:latin typeface="Arial" pitchFamily="34" charset="0"/>
                  <a:ea typeface="黑体" pitchFamily="49" charset="-122"/>
                </a:rPr>
                <a:t> </a:t>
              </a:r>
              <a:r>
                <a:rPr kumimoji="1" lang="zh-CN" altLang="en-US" sz="1800">
                  <a:solidFill>
                    <a:schemeClr val="folHlink"/>
                  </a:solidFill>
                  <a:latin typeface="Arial" pitchFamily="34" charset="0"/>
                  <a:ea typeface="黑体" pitchFamily="49" charset="-122"/>
                </a:rPr>
                <a:t>地址 </a:t>
              </a:r>
            </a:p>
          </p:txBody>
        </p:sp>
        <p:sp>
          <p:nvSpPr>
            <p:cNvPr id="25632" name="Text Box 26"/>
            <p:cNvSpPr txBox="1">
              <a:spLocks noChangeArrowheads="1"/>
            </p:cNvSpPr>
            <p:nvPr/>
          </p:nvSpPr>
          <p:spPr bwMode="auto">
            <a:xfrm flipH="1">
              <a:off x="2265" y="3052"/>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33" name="Line 28"/>
            <p:cNvSpPr>
              <a:spLocks noChangeShapeType="1"/>
            </p:cNvSpPr>
            <p:nvPr/>
          </p:nvSpPr>
          <p:spPr bwMode="auto">
            <a:xfrm rot="10800000" flipH="1" flipV="1">
              <a:off x="2301" y="3108"/>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4" name="Rectangle 29"/>
            <p:cNvSpPr>
              <a:spLocks noChangeArrowheads="1"/>
            </p:cNvSpPr>
            <p:nvPr/>
          </p:nvSpPr>
          <p:spPr bwMode="auto">
            <a:xfrm>
              <a:off x="2393" y="3321"/>
              <a:ext cx="1398" cy="24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4457" name="Group 41"/>
          <p:cNvGrpSpPr>
            <a:grpSpLocks/>
          </p:cNvGrpSpPr>
          <p:nvPr/>
        </p:nvGrpSpPr>
        <p:grpSpPr bwMode="auto">
          <a:xfrm>
            <a:off x="3879850" y="2827338"/>
            <a:ext cx="1681163" cy="457200"/>
            <a:chOff x="2444" y="1781"/>
            <a:chExt cx="1059" cy="288"/>
          </a:xfrm>
        </p:grpSpPr>
        <p:sp>
          <p:nvSpPr>
            <p:cNvPr id="25629" name="Text Box 12"/>
            <p:cNvSpPr txBox="1">
              <a:spLocks noChangeArrowheads="1"/>
            </p:cNvSpPr>
            <p:nvPr/>
          </p:nvSpPr>
          <p:spPr bwMode="auto">
            <a:xfrm flipH="1">
              <a:off x="3216" y="1781"/>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30" name="Line 30"/>
            <p:cNvSpPr>
              <a:spLocks noChangeShapeType="1"/>
            </p:cNvSpPr>
            <p:nvPr/>
          </p:nvSpPr>
          <p:spPr bwMode="auto">
            <a:xfrm rot="10800000">
              <a:off x="2444" y="1836"/>
              <a:ext cx="969" cy="0"/>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4456" name="Group 40"/>
          <p:cNvGrpSpPr>
            <a:grpSpLocks/>
          </p:cNvGrpSpPr>
          <p:nvPr/>
        </p:nvGrpSpPr>
        <p:grpSpPr bwMode="auto">
          <a:xfrm>
            <a:off x="5268913" y="3008313"/>
            <a:ext cx="455612" cy="947737"/>
            <a:chOff x="3319" y="1895"/>
            <a:chExt cx="287" cy="597"/>
          </a:xfrm>
        </p:grpSpPr>
        <p:sp>
          <p:nvSpPr>
            <p:cNvPr id="25627" name="Text Box 31"/>
            <p:cNvSpPr txBox="1">
              <a:spLocks noChangeArrowheads="1"/>
            </p:cNvSpPr>
            <p:nvPr/>
          </p:nvSpPr>
          <p:spPr bwMode="auto">
            <a:xfrm flipH="1">
              <a:off x="3319" y="2205"/>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28" name="Line 33"/>
            <p:cNvSpPr>
              <a:spLocks noChangeShapeType="1"/>
            </p:cNvSpPr>
            <p:nvPr/>
          </p:nvSpPr>
          <p:spPr bwMode="auto">
            <a:xfrm rot="10800000" flipH="1">
              <a:off x="3586" y="1895"/>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4455" name="Group 39"/>
          <p:cNvGrpSpPr>
            <a:grpSpLocks/>
          </p:cNvGrpSpPr>
          <p:nvPr/>
        </p:nvGrpSpPr>
        <p:grpSpPr bwMode="auto">
          <a:xfrm>
            <a:off x="5764213" y="2941638"/>
            <a:ext cx="455612" cy="922337"/>
            <a:chOff x="3631" y="1853"/>
            <a:chExt cx="287" cy="581"/>
          </a:xfrm>
        </p:grpSpPr>
        <p:sp>
          <p:nvSpPr>
            <p:cNvPr id="25625" name="Text Box 32"/>
            <p:cNvSpPr txBox="1">
              <a:spLocks noChangeArrowheads="1"/>
            </p:cNvSpPr>
            <p:nvPr/>
          </p:nvSpPr>
          <p:spPr bwMode="auto">
            <a:xfrm flipH="1">
              <a:off x="3631" y="1853"/>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Wingdings" pitchFamily="2" charset="2"/>
                </a:rPr>
                <a:t></a:t>
              </a:r>
            </a:p>
          </p:txBody>
        </p:sp>
        <p:sp>
          <p:nvSpPr>
            <p:cNvPr id="25626" name="Line 34"/>
            <p:cNvSpPr>
              <a:spLocks noChangeShapeType="1"/>
            </p:cNvSpPr>
            <p:nvPr/>
          </p:nvSpPr>
          <p:spPr bwMode="auto">
            <a:xfrm rot="10800000" flipH="1" flipV="1">
              <a:off x="3677" y="1895"/>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24" name="Text Box 44"/>
          <p:cNvSpPr txBox="1">
            <a:spLocks noChangeArrowheads="1"/>
          </p:cNvSpPr>
          <p:nvPr/>
        </p:nvSpPr>
        <p:spPr bwMode="auto">
          <a:xfrm flipH="1">
            <a:off x="3636963" y="5949950"/>
            <a:ext cx="3527425"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80000"/>
              </a:lnSpc>
            </a:pPr>
            <a:r>
              <a:rPr kumimoji="1" lang="zh-CN" altLang="en-US" sz="1800">
                <a:solidFill>
                  <a:schemeClr val="folHlink"/>
                </a:solidFill>
                <a:latin typeface="Arial" pitchFamily="34" charset="0"/>
                <a:ea typeface="黑体" pitchFamily="49" charset="-122"/>
              </a:rPr>
              <a:t>需要查找 </a:t>
            </a:r>
            <a:r>
              <a:rPr kumimoji="1" lang="en-US" altLang="zh-CN" sz="1800">
                <a:solidFill>
                  <a:schemeClr val="folHlink"/>
                </a:solidFill>
                <a:latin typeface="Arial" pitchFamily="34" charset="0"/>
                <a:ea typeface="黑体" pitchFamily="49" charset="-122"/>
              </a:rPr>
              <a:t>y.abc.com </a:t>
            </a:r>
            <a:r>
              <a:rPr kumimoji="1" lang="zh-CN" altLang="en-US" sz="1800">
                <a:solidFill>
                  <a:schemeClr val="folHlink"/>
                </a:solidFill>
                <a:latin typeface="Arial" pitchFamily="34" charset="0"/>
                <a:ea typeface="黑体" pitchFamily="49" charset="-122"/>
              </a:rPr>
              <a:t>的 </a:t>
            </a:r>
            <a:r>
              <a:rPr kumimoji="1" lang="en-US" altLang="zh-CN" sz="1800">
                <a:solidFill>
                  <a:schemeClr val="folHlink"/>
                </a:solidFill>
                <a:latin typeface="Arial" pitchFamily="34" charset="0"/>
                <a:ea typeface="黑体" pitchFamily="49" charset="-122"/>
              </a:rPr>
              <a:t>IP </a:t>
            </a:r>
            <a:r>
              <a:rPr kumimoji="1" lang="zh-CN" altLang="en-US" sz="1800">
                <a:solidFill>
                  <a:schemeClr val="folHlink"/>
                </a:solidFill>
                <a:latin typeface="Arial" pitchFamily="34" charset="0"/>
                <a:ea typeface="黑体" pitchFamily="49" charset="-122"/>
              </a:rPr>
              <a:t>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nodeType="afterGroup">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nodeType="afterGroup">
                            <p:stCondLst>
                              <p:cond delay="3000"/>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nodeType="afterGroup">
                            <p:stCondLst>
                              <p:cond delay="3500"/>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nodeType="afterGroup">
                            <p:stCondLst>
                              <p:cond delay="5000"/>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nodeType="afterGroup">
                            <p:stCondLst>
                              <p:cond delay="6500"/>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nodeType="afterGroup">
                            <p:stCondLst>
                              <p:cond delay="8000"/>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nodeType="afterGroup">
                            <p:stCondLst>
                              <p:cond delay="9500"/>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childTnLst>
                          </p:cTn>
                        </p:par>
                        <p:par>
                          <p:cTn id="38" fill="hold" nodeType="afterGroup">
                            <p:stCondLst>
                              <p:cond delay="10500"/>
                            </p:stCondLst>
                            <p:childTnLst>
                              <p:par>
                                <p:cTn id="39" presetID="22" presetClass="entr" presetSubtype="1" fill="hold" nodeType="afterEffect">
                                  <p:stCondLst>
                                    <p:cond delay="500"/>
                                  </p:stCondLst>
                                  <p:childTnLst>
                                    <p:set>
                                      <p:cBhvr>
                                        <p:cTn id="40" dur="1" fill="hold">
                                          <p:stCondLst>
                                            <p:cond delay="0"/>
                                          </p:stCondLst>
                                        </p:cTn>
                                        <p:tgtEl>
                                          <p:spTgt spid="1084459"/>
                                        </p:tgtEl>
                                        <p:attrNameLst>
                                          <p:attrName>style.visibility</p:attrName>
                                        </p:attrNameLst>
                                      </p:cBhvr>
                                      <p:to>
                                        <p:strVal val="visible"/>
                                      </p:to>
                                    </p:set>
                                    <p:animEffect transition="in" filter="wipe(up)">
                                      <p:cBhvr>
                                        <p:cTn id="41" dur="1000"/>
                                        <p:tgtEl>
                                          <p:spTgt spid="108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50938" y="214313"/>
            <a:ext cx="6805612" cy="1462087"/>
          </a:xfrm>
        </p:spPr>
        <p:txBody>
          <a:bodyPr/>
          <a:lstStyle/>
          <a:p>
            <a:pPr algn="ctr" eaLnBrk="1" hangingPunct="1"/>
            <a:r>
              <a:rPr lang="zh-CN" altLang="en-US" smtClean="0"/>
              <a:t>域名的高速缓存 </a:t>
            </a:r>
          </a:p>
        </p:txBody>
      </p:sp>
      <p:sp>
        <p:nvSpPr>
          <p:cNvPr id="26627" name="Rectangle 3"/>
          <p:cNvSpPr>
            <a:spLocks noGrp="1" noChangeArrowheads="1"/>
          </p:cNvSpPr>
          <p:nvPr>
            <p:ph type="body" idx="1"/>
          </p:nvPr>
        </p:nvSpPr>
        <p:spPr>
          <a:xfrm>
            <a:off x="971550" y="1835150"/>
            <a:ext cx="7843838" cy="4618038"/>
          </a:xfrm>
        </p:spPr>
        <p:txBody>
          <a:bodyPr/>
          <a:lstStyle/>
          <a:p>
            <a:pPr eaLnBrk="1" hangingPunct="1"/>
            <a:r>
              <a:rPr lang="zh-CN" altLang="en-US" sz="2400" smtClean="0"/>
              <a:t>每个域名服务器都维护一个高速缓存，存放最近用过的名字以及从何处获得名字映射信息的记录。</a:t>
            </a:r>
          </a:p>
          <a:p>
            <a:pPr eaLnBrk="1" hangingPunct="1"/>
            <a:r>
              <a:rPr lang="zh-CN" altLang="en-US" sz="2400" smtClean="0"/>
              <a:t>可大大减轻根域名服务器的负荷，使因特网上的 </a:t>
            </a:r>
            <a:r>
              <a:rPr lang="en-US" altLang="zh-CN" sz="2400" smtClean="0"/>
              <a:t>DNS </a:t>
            </a:r>
            <a:r>
              <a:rPr lang="zh-CN" altLang="en-US" sz="2400" smtClean="0"/>
              <a:t>查询请求和回答报文的数量大为减少。 </a:t>
            </a:r>
          </a:p>
          <a:p>
            <a:pPr eaLnBrk="1" hangingPunct="1"/>
            <a:r>
              <a:rPr lang="zh-CN" altLang="en-US" sz="2400" smtClean="0"/>
              <a:t>为保持高速缓存中的内容正确，域名服务器应为每项内容设置计时器，并处理超过合理时间的项（例如，每个项目只存放两天）。</a:t>
            </a:r>
          </a:p>
          <a:p>
            <a:pPr eaLnBrk="1" hangingPunct="1"/>
            <a:r>
              <a:rPr lang="zh-CN" altLang="en-US" sz="2400" smtClean="0"/>
              <a:t>当权限域名服务器回答一个查询请求时，在响应中都指明绑定有效存在的时间值。增加此时间值可减少网络开销，而减少此时间值可提高域名转换的准确性。 </a:t>
            </a:r>
            <a:endParaRPr lang="en-US" altLang="zh-CN" sz="2400" smtClean="0"/>
          </a:p>
          <a:p>
            <a:pPr eaLnBrk="1" hangingPunct="1"/>
            <a:r>
              <a:rPr lang="en-US" altLang="zh-CN" sz="2400" smtClean="0"/>
              <a:t>config /displaydns</a:t>
            </a:r>
            <a:endParaRPr lang="zh-CN" altLang="en-US" sz="24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eaLnBrk="1" hangingPunct="1"/>
            <a:r>
              <a:rPr lang="en-US" altLang="zh-CN" sz="4000" smtClean="0"/>
              <a:t>6.2  </a:t>
            </a:r>
            <a:r>
              <a:rPr lang="zh-CN" altLang="en-US" sz="4000" smtClean="0"/>
              <a:t>文件传送协议 </a:t>
            </a:r>
            <a:br>
              <a:rPr lang="zh-CN" altLang="en-US" sz="4000" smtClean="0"/>
            </a:br>
            <a:r>
              <a:rPr lang="en-US" altLang="zh-CN" sz="4000" smtClean="0"/>
              <a:t>6.2.1  FTP</a:t>
            </a:r>
            <a:r>
              <a:rPr lang="zh-CN" altLang="en-US" sz="4000" smtClean="0"/>
              <a:t>概述</a:t>
            </a:r>
          </a:p>
        </p:txBody>
      </p:sp>
      <p:sp>
        <p:nvSpPr>
          <p:cNvPr id="27651" name="Rectangle 3"/>
          <p:cNvSpPr>
            <a:spLocks noGrp="1" noChangeArrowheads="1"/>
          </p:cNvSpPr>
          <p:nvPr>
            <p:ph type="body" idx="1"/>
          </p:nvPr>
        </p:nvSpPr>
        <p:spPr>
          <a:xfrm>
            <a:off x="1042988" y="1906588"/>
            <a:ext cx="7772400" cy="4114800"/>
          </a:xfrm>
        </p:spPr>
        <p:txBody>
          <a:bodyPr/>
          <a:lstStyle/>
          <a:p>
            <a:pPr eaLnBrk="1" hangingPunct="1">
              <a:lnSpc>
                <a:spcPct val="90000"/>
              </a:lnSpc>
              <a:spcBef>
                <a:spcPct val="50000"/>
              </a:spcBef>
              <a:buClrTx/>
              <a:buSzTx/>
              <a:buFontTx/>
              <a:buNone/>
            </a:pPr>
            <a:r>
              <a:rPr lang="en-US" altLang="zh-CN" smtClean="0">
                <a:latin typeface="宋体" pitchFamily="2" charset="-122"/>
              </a:rPr>
              <a:t>  </a:t>
            </a:r>
            <a:r>
              <a:rPr lang="zh-CN" altLang="en-US" smtClean="0">
                <a:latin typeface="宋体" pitchFamily="2" charset="-122"/>
              </a:rPr>
              <a:t>文件传输服务是指把远程计算机上某个目录下的文件下载到本地终端，或者把本地终端上的某个文件上传到远程计算机的某个目录下，它所提供的是在本地终端和远程计算机之间传输完整文件的服务</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en-US" altLang="zh-CN" smtClean="0"/>
              <a:t>FTP </a:t>
            </a:r>
            <a:r>
              <a:rPr lang="zh-CN" altLang="en-US" smtClean="0"/>
              <a:t>特点</a:t>
            </a:r>
          </a:p>
        </p:txBody>
      </p:sp>
      <p:sp>
        <p:nvSpPr>
          <p:cNvPr id="28675" name="Rectangle 3"/>
          <p:cNvSpPr>
            <a:spLocks noGrp="1" noChangeArrowheads="1"/>
          </p:cNvSpPr>
          <p:nvPr>
            <p:ph type="body" idx="1"/>
          </p:nvPr>
        </p:nvSpPr>
        <p:spPr>
          <a:xfrm>
            <a:off x="1042988" y="1906588"/>
            <a:ext cx="7772400" cy="4114800"/>
          </a:xfrm>
        </p:spPr>
        <p:txBody>
          <a:bodyPr/>
          <a:lstStyle/>
          <a:p>
            <a:pPr eaLnBrk="1" hangingPunct="1"/>
            <a:r>
              <a:rPr lang="zh-CN" altLang="en-US" smtClean="0"/>
              <a:t>文件传送协议 </a:t>
            </a:r>
            <a:r>
              <a:rPr lang="en-US" altLang="zh-CN" smtClean="0"/>
              <a:t>FTP </a:t>
            </a:r>
            <a:r>
              <a:rPr lang="zh-CN" altLang="en-US" smtClean="0"/>
              <a:t>只提供文件传送的一些基本的服务，它使用 </a:t>
            </a:r>
            <a:r>
              <a:rPr lang="en-US" altLang="zh-CN" smtClean="0"/>
              <a:t>TCP </a:t>
            </a:r>
            <a:r>
              <a:rPr lang="zh-CN" altLang="en-US" smtClean="0"/>
              <a:t>可靠的运输服务。</a:t>
            </a:r>
          </a:p>
          <a:p>
            <a:pPr eaLnBrk="1" hangingPunct="1"/>
            <a:r>
              <a:rPr lang="en-US" altLang="zh-CN" smtClean="0"/>
              <a:t>FTP </a:t>
            </a:r>
            <a:r>
              <a:rPr lang="zh-CN" altLang="en-US" smtClean="0"/>
              <a:t>使用</a:t>
            </a:r>
            <a:r>
              <a:rPr lang="zh-CN" altLang="en-US" smtClean="0">
                <a:solidFill>
                  <a:schemeClr val="hlink"/>
                </a:solidFill>
              </a:rPr>
              <a:t>客户服务器方式</a:t>
            </a:r>
            <a:r>
              <a:rPr lang="zh-CN" altLang="en-US" smtClean="0"/>
              <a:t>。一个 </a:t>
            </a:r>
            <a:r>
              <a:rPr lang="en-US" altLang="zh-CN" smtClean="0"/>
              <a:t>FTP </a:t>
            </a:r>
            <a:r>
              <a:rPr lang="zh-CN" altLang="en-US" smtClean="0"/>
              <a:t>服务器进程可同时为多个客户进程提供服务。</a:t>
            </a:r>
            <a:r>
              <a:rPr lang="en-US" altLang="zh-CN" smtClean="0"/>
              <a:t>FTP </a:t>
            </a:r>
            <a:r>
              <a:rPr lang="zh-CN" altLang="en-US" smtClean="0"/>
              <a:t>的服务器进程由两大部分组成：一个</a:t>
            </a:r>
            <a:r>
              <a:rPr lang="zh-CN" altLang="en-US" smtClean="0">
                <a:solidFill>
                  <a:schemeClr val="hlink"/>
                </a:solidFill>
              </a:rPr>
              <a:t>主进程</a:t>
            </a:r>
            <a:r>
              <a:rPr lang="zh-CN" altLang="en-US" smtClean="0"/>
              <a:t>，负责接受新的请求；另外有若干个</a:t>
            </a:r>
            <a:r>
              <a:rPr lang="zh-CN" altLang="en-US" smtClean="0">
                <a:solidFill>
                  <a:schemeClr val="hlink"/>
                </a:solidFill>
              </a:rPr>
              <a:t>从属进程</a:t>
            </a:r>
            <a:r>
              <a:rPr lang="zh-CN" altLang="en-US" smtClean="0"/>
              <a:t>，负责处理单个请求。</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387475" y="931863"/>
            <a:ext cx="6856413" cy="768350"/>
          </a:xfrm>
        </p:spPr>
        <p:txBody>
          <a:bodyPr/>
          <a:lstStyle/>
          <a:p>
            <a:pPr algn="ctr" eaLnBrk="1" hangingPunct="1"/>
            <a:r>
              <a:rPr lang="zh-CN" altLang="en-US" smtClean="0"/>
              <a:t>主进程的工作步骤如下</a:t>
            </a:r>
          </a:p>
        </p:txBody>
      </p:sp>
      <p:sp>
        <p:nvSpPr>
          <p:cNvPr id="1095683" name="Rectangle 3"/>
          <p:cNvSpPr>
            <a:spLocks noGrp="1" noChangeArrowheads="1"/>
          </p:cNvSpPr>
          <p:nvPr>
            <p:ph type="body" idx="1"/>
          </p:nvPr>
        </p:nvSpPr>
        <p:spPr>
          <a:xfrm>
            <a:off x="1042988" y="1916113"/>
            <a:ext cx="7772400" cy="4465637"/>
          </a:xfrm>
        </p:spPr>
        <p:txBody>
          <a:bodyPr/>
          <a:lstStyle/>
          <a:p>
            <a:pPr eaLnBrk="1" hangingPunct="1"/>
            <a:r>
              <a:rPr lang="zh-CN" altLang="en-US" smtClean="0"/>
              <a:t>打开熟知端口（端口号为 </a:t>
            </a:r>
            <a:r>
              <a:rPr lang="en-US" altLang="zh-CN" smtClean="0"/>
              <a:t>21</a:t>
            </a:r>
            <a:r>
              <a:rPr lang="zh-CN" altLang="en-US" smtClean="0"/>
              <a:t>），使客户进程能够连接上。</a:t>
            </a:r>
          </a:p>
          <a:p>
            <a:pPr eaLnBrk="1" hangingPunct="1"/>
            <a:r>
              <a:rPr lang="zh-CN" altLang="en-US" smtClean="0"/>
              <a:t>等待客户进程发出连接请求。</a:t>
            </a:r>
          </a:p>
          <a:p>
            <a:pPr eaLnBrk="1" hangingPunct="1"/>
            <a:r>
              <a:rPr lang="zh-CN" altLang="en-US" smtClean="0"/>
              <a:t>启动从属进程来处理客户进程发来的请求。从属进程对客户进程的请求处理完毕后即终止，但从属进程在运行期间根据需要还可能创建其他一些子进程。</a:t>
            </a:r>
          </a:p>
          <a:p>
            <a:pPr eaLnBrk="1" hangingPunct="1"/>
            <a:r>
              <a:rPr lang="zh-CN" altLang="en-US" smtClean="0"/>
              <a:t>主进程与从属进程的处理是并发地进行。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5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5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387475" y="931863"/>
            <a:ext cx="6856413" cy="768350"/>
          </a:xfrm>
        </p:spPr>
        <p:txBody>
          <a:bodyPr/>
          <a:lstStyle/>
          <a:p>
            <a:pPr algn="ctr" eaLnBrk="1" hangingPunct="1"/>
            <a:r>
              <a:rPr lang="zh-CN" altLang="en-US" smtClean="0"/>
              <a:t>两个连接</a:t>
            </a:r>
          </a:p>
        </p:txBody>
      </p:sp>
      <p:sp>
        <p:nvSpPr>
          <p:cNvPr id="1097731" name="Rectangle 3"/>
          <p:cNvSpPr>
            <a:spLocks noGrp="1" noChangeArrowheads="1"/>
          </p:cNvSpPr>
          <p:nvPr>
            <p:ph type="body" idx="1"/>
          </p:nvPr>
        </p:nvSpPr>
        <p:spPr>
          <a:xfrm>
            <a:off x="755650" y="1916113"/>
            <a:ext cx="8059738" cy="4465637"/>
          </a:xfrm>
        </p:spPr>
        <p:txBody>
          <a:bodyPr/>
          <a:lstStyle/>
          <a:p>
            <a:pPr algn="just" eaLnBrk="1" hangingPunct="1"/>
            <a:r>
              <a:rPr lang="zh-CN" altLang="en-US" sz="2800" smtClean="0">
                <a:solidFill>
                  <a:schemeClr val="hlink"/>
                </a:solidFill>
              </a:rPr>
              <a:t>控制连接</a:t>
            </a:r>
            <a:r>
              <a:rPr lang="zh-CN" altLang="en-US" sz="2800" smtClean="0"/>
              <a:t>在整个会话期间一直保持打开，</a:t>
            </a:r>
            <a:r>
              <a:rPr lang="en-US" altLang="zh-CN" sz="2800" smtClean="0"/>
              <a:t>FTP </a:t>
            </a:r>
            <a:r>
              <a:rPr lang="zh-CN" altLang="en-US" sz="2800" smtClean="0"/>
              <a:t>客户发出的传送请求通过控制连接发送给服务器端的控制进程，但控制连接不用来传送文件。</a:t>
            </a:r>
          </a:p>
          <a:p>
            <a:pPr algn="just" eaLnBrk="1" hangingPunct="1"/>
            <a:r>
              <a:rPr lang="zh-CN" altLang="en-US" sz="2800" smtClean="0"/>
              <a:t>实际用于传输文件的是“</a:t>
            </a:r>
            <a:r>
              <a:rPr lang="zh-CN" altLang="en-US" sz="2800" smtClean="0">
                <a:solidFill>
                  <a:schemeClr val="hlink"/>
                </a:solidFill>
              </a:rPr>
              <a:t>数据连接</a:t>
            </a:r>
            <a:r>
              <a:rPr lang="zh-CN" altLang="en-US" sz="2800" smtClean="0"/>
              <a:t>”。服务器端的控制进程在接收到 </a:t>
            </a:r>
            <a:r>
              <a:rPr lang="en-US" altLang="zh-CN" sz="2800" smtClean="0"/>
              <a:t>FTP </a:t>
            </a:r>
            <a:r>
              <a:rPr lang="zh-CN" altLang="en-US" sz="2800" smtClean="0"/>
              <a:t>客户发送来的文件传输请求后就创建“数据传送进程”和“数据连接”，用来连接客户端和服务器端的数据传送进程。</a:t>
            </a:r>
          </a:p>
          <a:p>
            <a:pPr algn="just" eaLnBrk="1" hangingPunct="1"/>
            <a:r>
              <a:rPr lang="zh-CN" altLang="en-US" sz="2800" smtClean="0"/>
              <a:t>数据传送进程实际完成文件的传送，在传送完毕后关闭“数据传送连接”并结束运行。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7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7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eaLnBrk="1" hangingPunct="1"/>
            <a:r>
              <a:rPr lang="en-US" altLang="zh-CN" smtClean="0"/>
              <a:t>FTP </a:t>
            </a:r>
            <a:r>
              <a:rPr lang="zh-CN" altLang="en-US" smtClean="0"/>
              <a:t>使用的两个 </a:t>
            </a:r>
            <a:r>
              <a:rPr lang="en-US" altLang="zh-CN" smtClean="0"/>
              <a:t>TCP </a:t>
            </a:r>
            <a:r>
              <a:rPr lang="zh-CN" altLang="en-US" smtClean="0"/>
              <a:t>连接 </a:t>
            </a:r>
          </a:p>
        </p:txBody>
      </p:sp>
      <p:sp>
        <p:nvSpPr>
          <p:cNvPr id="31747" name="Text Box 57"/>
          <p:cNvSpPr txBox="1">
            <a:spLocks noChangeArrowheads="1"/>
          </p:cNvSpPr>
          <p:nvPr/>
        </p:nvSpPr>
        <p:spPr bwMode="auto">
          <a:xfrm>
            <a:off x="3130550" y="6183313"/>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endParaRPr kumimoji="1" lang="zh-CN" altLang="zh-CN" sz="3200">
              <a:latin typeface="Times New Roman" pitchFamily="18" charset="0"/>
              <a:ea typeface="黑体" pitchFamily="49" charset="-122"/>
            </a:endParaRPr>
          </a:p>
        </p:txBody>
      </p:sp>
      <p:sp>
        <p:nvSpPr>
          <p:cNvPr id="31748" name="Rectangle 82"/>
          <p:cNvSpPr>
            <a:spLocks noChangeArrowheads="1"/>
          </p:cNvSpPr>
          <p:nvPr/>
        </p:nvSpPr>
        <p:spPr bwMode="auto">
          <a:xfrm>
            <a:off x="6392863" y="3032125"/>
            <a:ext cx="1514475" cy="1760538"/>
          </a:xfrm>
          <a:prstGeom prst="rect">
            <a:avLst/>
          </a:prstGeom>
          <a:solidFill>
            <a:srgbClr val="FFFF99"/>
          </a:solidFill>
          <a:ln w="9525" algn="ctr">
            <a:solidFill>
              <a:schemeClr val="fo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9" name="Oval 83"/>
          <p:cNvSpPr>
            <a:spLocks noChangeArrowheads="1"/>
          </p:cNvSpPr>
          <p:nvPr/>
        </p:nvSpPr>
        <p:spPr bwMode="auto">
          <a:xfrm>
            <a:off x="6477000" y="3216275"/>
            <a:ext cx="1262063" cy="557213"/>
          </a:xfrm>
          <a:prstGeom prst="ellipse">
            <a:avLst/>
          </a:prstGeom>
          <a:solidFill>
            <a:srgbClr val="FFCCCC"/>
          </a:solidFill>
          <a:ln w="9525" algn="ctr">
            <a:solidFill>
              <a:schemeClr val="folHlink"/>
            </a:solidFill>
            <a:round/>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控制进程</a:t>
            </a:r>
          </a:p>
        </p:txBody>
      </p:sp>
      <p:grpSp>
        <p:nvGrpSpPr>
          <p:cNvPr id="31750" name="Group 84"/>
          <p:cNvGrpSpPr>
            <a:grpSpLocks/>
          </p:cNvGrpSpPr>
          <p:nvPr/>
        </p:nvGrpSpPr>
        <p:grpSpPr bwMode="auto">
          <a:xfrm>
            <a:off x="250825" y="2474913"/>
            <a:ext cx="757238" cy="1204912"/>
            <a:chOff x="480" y="1395"/>
            <a:chExt cx="511" cy="728"/>
          </a:xfrm>
        </p:grpSpPr>
        <p:grpSp>
          <p:nvGrpSpPr>
            <p:cNvPr id="31775" name="Group 85"/>
            <p:cNvGrpSpPr>
              <a:grpSpLocks/>
            </p:cNvGrpSpPr>
            <p:nvPr/>
          </p:nvGrpSpPr>
          <p:grpSpPr bwMode="auto">
            <a:xfrm>
              <a:off x="717" y="1446"/>
              <a:ext cx="274" cy="237"/>
              <a:chOff x="717" y="1446"/>
              <a:chExt cx="274" cy="237"/>
            </a:xfrm>
          </p:grpSpPr>
          <p:sp>
            <p:nvSpPr>
              <p:cNvPr id="31800" name="Arc 86"/>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801" name="Arc 87"/>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802" name="Freeform 88"/>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03" name="Freeform 89"/>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31804" name="Rectangle 90"/>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805" name="Rectangle 91"/>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p>
                <a:endParaRPr lang="zh-CN" altLang="en-US"/>
              </a:p>
            </p:txBody>
          </p:sp>
          <p:sp>
            <p:nvSpPr>
              <p:cNvPr id="31806" name="Freeform 92"/>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07" name="Freeform 93"/>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31808" name="Freeform 94"/>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09" name="Freeform 95"/>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1810" name="Freeform 96"/>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11" name="Freeform 97"/>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31812" name="Rectangle 98"/>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p>
                <a:endParaRPr lang="zh-CN" altLang="en-US"/>
              </a:p>
            </p:txBody>
          </p:sp>
          <p:sp>
            <p:nvSpPr>
              <p:cNvPr id="31813" name="Rectangle 99"/>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p>
                <a:endParaRPr lang="zh-CN" altLang="en-US"/>
              </a:p>
            </p:txBody>
          </p:sp>
          <p:sp>
            <p:nvSpPr>
              <p:cNvPr id="31814" name="Freeform 100"/>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15" name="Freeform 101"/>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31816" name="Freeform 102"/>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17" name="Freeform 103"/>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31818" name="Freeform 104"/>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19" name="Freeform 105"/>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31820" name="Rectangle 106"/>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821" name="Rectangle 107"/>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p>
                <a:endParaRPr lang="zh-CN" altLang="en-US"/>
              </a:p>
            </p:txBody>
          </p:sp>
          <p:sp>
            <p:nvSpPr>
              <p:cNvPr id="31822" name="Freeform 108"/>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23" name="Freeform 109"/>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31824" name="Freeform 110"/>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25" name="Freeform 111"/>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31826" name="Rectangle 112"/>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827" name="Rectangle 113"/>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p>
                <a:endParaRPr lang="zh-CN" altLang="en-US"/>
              </a:p>
            </p:txBody>
          </p:sp>
        </p:grpSp>
        <p:sp>
          <p:nvSpPr>
            <p:cNvPr id="31776" name="Freeform 114"/>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77" name="Freeform 115"/>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31778" name="Freeform 116"/>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79" name="Freeform 117"/>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31780" name="Freeform 118"/>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1" name="Freeform 119"/>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31782" name="Freeform 120"/>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3" name="Freeform 121"/>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31784" name="Freeform 122"/>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5" name="Freeform 123"/>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endParaRPr lang="zh-CN" altLang="en-US"/>
            </a:p>
          </p:txBody>
        </p:sp>
        <p:sp>
          <p:nvSpPr>
            <p:cNvPr id="31786" name="Freeform 124"/>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7" name="Freeform 125"/>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31788" name="Freeform 126"/>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9" name="Freeform 127"/>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endParaRPr lang="zh-CN" altLang="en-US"/>
            </a:p>
          </p:txBody>
        </p:sp>
        <p:sp>
          <p:nvSpPr>
            <p:cNvPr id="31790" name="Freeform 128"/>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1" name="Freeform 129"/>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31792" name="Freeform 130"/>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3" name="Freeform 131"/>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31794" name="Freeform 132"/>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5" name="Freeform 133"/>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endParaRPr lang="zh-CN" altLang="en-US"/>
            </a:p>
          </p:txBody>
        </p:sp>
        <p:sp>
          <p:nvSpPr>
            <p:cNvPr id="31796" name="Freeform 134"/>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7" name="Freeform 135"/>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31798" name="Freeform 136"/>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9" name="Freeform 137"/>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endParaRPr lang="zh-CN" altLang="en-US"/>
            </a:p>
          </p:txBody>
        </p:sp>
      </p:grpSp>
      <p:sp>
        <p:nvSpPr>
          <p:cNvPr id="31751" name="Rectangle 138"/>
          <p:cNvSpPr>
            <a:spLocks noChangeArrowheads="1"/>
          </p:cNvSpPr>
          <p:nvPr/>
        </p:nvSpPr>
        <p:spPr bwMode="auto">
          <a:xfrm>
            <a:off x="1428750" y="2382838"/>
            <a:ext cx="1514475" cy="2409825"/>
          </a:xfrm>
          <a:prstGeom prst="rect">
            <a:avLst/>
          </a:prstGeom>
          <a:solidFill>
            <a:srgbClr val="FFFF99"/>
          </a:solidFill>
          <a:ln w="9525">
            <a:solidFill>
              <a:schemeClr val="fo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2" name="Line 139"/>
          <p:cNvSpPr>
            <a:spLocks noChangeShapeType="1"/>
          </p:cNvSpPr>
          <p:nvPr/>
        </p:nvSpPr>
        <p:spPr bwMode="auto">
          <a:xfrm>
            <a:off x="923925" y="2754313"/>
            <a:ext cx="588963"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Text Box 140"/>
          <p:cNvSpPr txBox="1">
            <a:spLocks noChangeArrowheads="1"/>
          </p:cNvSpPr>
          <p:nvPr/>
        </p:nvSpPr>
        <p:spPr bwMode="auto">
          <a:xfrm>
            <a:off x="1403350" y="4803775"/>
            <a:ext cx="175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FTP </a:t>
            </a:r>
            <a:r>
              <a:rPr kumimoji="1" lang="zh-CN" altLang="en-US" sz="2400">
                <a:solidFill>
                  <a:schemeClr val="folHlink"/>
                </a:solidFill>
                <a:latin typeface="Arial" pitchFamily="34" charset="0"/>
                <a:ea typeface="黑体" pitchFamily="49" charset="-122"/>
              </a:rPr>
              <a:t>客户端</a:t>
            </a:r>
          </a:p>
        </p:txBody>
      </p:sp>
      <p:sp>
        <p:nvSpPr>
          <p:cNvPr id="31754" name="Text Box 141"/>
          <p:cNvSpPr txBox="1">
            <a:spLocks noChangeArrowheads="1"/>
          </p:cNvSpPr>
          <p:nvPr/>
        </p:nvSpPr>
        <p:spPr bwMode="auto">
          <a:xfrm>
            <a:off x="6156325" y="4803775"/>
            <a:ext cx="206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FTP </a:t>
            </a:r>
            <a:r>
              <a:rPr kumimoji="1" lang="zh-CN" altLang="en-US" sz="2400">
                <a:solidFill>
                  <a:schemeClr val="folHlink"/>
                </a:solidFill>
                <a:latin typeface="Arial" pitchFamily="34" charset="0"/>
                <a:ea typeface="黑体" pitchFamily="49" charset="-122"/>
              </a:rPr>
              <a:t>服务器端</a:t>
            </a:r>
          </a:p>
        </p:txBody>
      </p:sp>
      <p:sp>
        <p:nvSpPr>
          <p:cNvPr id="31755" name="AutoShape 142"/>
          <p:cNvSpPr>
            <a:spLocks noChangeArrowheads="1"/>
          </p:cNvSpPr>
          <p:nvPr/>
        </p:nvSpPr>
        <p:spPr bwMode="auto">
          <a:xfrm>
            <a:off x="334963" y="3865563"/>
            <a:ext cx="588962" cy="835025"/>
          </a:xfrm>
          <a:prstGeom prst="can">
            <a:avLst>
              <a:gd name="adj" fmla="val 35445"/>
            </a:avLst>
          </a:prstGeom>
          <a:gradFill rotWithShape="1">
            <a:gsLst>
              <a:gs pos="0">
                <a:srgbClr val="5E5E76"/>
              </a:gs>
              <a:gs pos="50000">
                <a:srgbClr val="CCCCFF"/>
              </a:gs>
              <a:gs pos="100000">
                <a:srgbClr val="5E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6" name="Line 143"/>
          <p:cNvSpPr>
            <a:spLocks noChangeShapeType="1"/>
          </p:cNvSpPr>
          <p:nvPr/>
        </p:nvSpPr>
        <p:spPr bwMode="auto">
          <a:xfrm>
            <a:off x="923925" y="4283075"/>
            <a:ext cx="588963"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Line 144"/>
          <p:cNvSpPr>
            <a:spLocks noChangeShapeType="1"/>
          </p:cNvSpPr>
          <p:nvPr/>
        </p:nvSpPr>
        <p:spPr bwMode="auto">
          <a:xfrm>
            <a:off x="7739063" y="4283075"/>
            <a:ext cx="588962"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8" name="AutoShape 145"/>
          <p:cNvSpPr>
            <a:spLocks noChangeArrowheads="1"/>
          </p:cNvSpPr>
          <p:nvPr/>
        </p:nvSpPr>
        <p:spPr bwMode="auto">
          <a:xfrm>
            <a:off x="8328025" y="3865563"/>
            <a:ext cx="588963" cy="835025"/>
          </a:xfrm>
          <a:prstGeom prst="can">
            <a:avLst>
              <a:gd name="adj" fmla="val 35445"/>
            </a:avLst>
          </a:prstGeom>
          <a:gradFill rotWithShape="1">
            <a:gsLst>
              <a:gs pos="0">
                <a:srgbClr val="5E5E76"/>
              </a:gs>
              <a:gs pos="50000">
                <a:srgbClr val="CCCCFF"/>
              </a:gs>
              <a:gs pos="100000">
                <a:srgbClr val="5E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9" name="Line 146"/>
          <p:cNvSpPr>
            <a:spLocks noChangeShapeType="1"/>
          </p:cNvSpPr>
          <p:nvPr/>
        </p:nvSpPr>
        <p:spPr bwMode="auto">
          <a:xfrm>
            <a:off x="2774950" y="4329113"/>
            <a:ext cx="3702050" cy="0"/>
          </a:xfrm>
          <a:prstGeom prst="line">
            <a:avLst/>
          </a:prstGeom>
          <a:noFill/>
          <a:ln w="5715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0" name="Line 147"/>
          <p:cNvSpPr>
            <a:spLocks noChangeShapeType="1"/>
          </p:cNvSpPr>
          <p:nvPr/>
        </p:nvSpPr>
        <p:spPr bwMode="auto">
          <a:xfrm>
            <a:off x="2774950" y="3495675"/>
            <a:ext cx="3702050" cy="0"/>
          </a:xfrm>
          <a:prstGeom prst="line">
            <a:avLst/>
          </a:prstGeom>
          <a:noFill/>
          <a:ln w="57150">
            <a:solidFill>
              <a:schemeClr va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1761" name="Object 148"/>
          <p:cNvGraphicFramePr>
            <a:graphicFrameLocks noChangeAspect="1"/>
          </p:cNvGraphicFramePr>
          <p:nvPr/>
        </p:nvGraphicFramePr>
        <p:xfrm>
          <a:off x="3532188" y="3124200"/>
          <a:ext cx="2187575" cy="1746250"/>
        </p:xfrm>
        <a:graphic>
          <a:graphicData uri="http://schemas.openxmlformats.org/presentationml/2006/ole">
            <mc:AlternateContent xmlns:mc="http://schemas.openxmlformats.org/markup-compatibility/2006">
              <mc:Choice xmlns:v="urn:schemas-microsoft-com:vml" Requires="v">
                <p:oleObj spid="_x0000_s31828" name="VISIO" r:id="rId4" imgW="1687068" imgH="964692" progId="Visio.Drawing.6">
                  <p:embed/>
                </p:oleObj>
              </mc:Choice>
              <mc:Fallback>
                <p:oleObj name="VISIO" r:id="rId4" imgW="1687068" imgH="964692" progId="Visio.Drawing.6">
                  <p:embed/>
                  <p:pic>
                    <p:nvPicPr>
                      <p:cNvPr id="0" name="Object 1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2188" y="3124200"/>
                        <a:ext cx="2187575" cy="1746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1762" name="Text Box 149"/>
          <p:cNvSpPr txBox="1">
            <a:spLocks noChangeArrowheads="1"/>
          </p:cNvSpPr>
          <p:nvPr/>
        </p:nvSpPr>
        <p:spPr bwMode="auto">
          <a:xfrm>
            <a:off x="4170363" y="3524250"/>
            <a:ext cx="125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800">
                <a:solidFill>
                  <a:schemeClr val="folHlink"/>
                </a:solidFill>
                <a:latin typeface="Arial" pitchFamily="34" charset="0"/>
                <a:ea typeface="黑体" pitchFamily="49" charset="-122"/>
              </a:rPr>
              <a:t>因特网</a:t>
            </a:r>
          </a:p>
        </p:txBody>
      </p:sp>
      <p:sp>
        <p:nvSpPr>
          <p:cNvPr id="31763" name="Text Box 150"/>
          <p:cNvSpPr txBox="1">
            <a:spLocks noChangeArrowheads="1"/>
          </p:cNvSpPr>
          <p:nvPr/>
        </p:nvSpPr>
        <p:spPr bwMode="auto">
          <a:xfrm>
            <a:off x="3635375" y="2486025"/>
            <a:ext cx="209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TCP </a:t>
            </a:r>
            <a:r>
              <a:rPr kumimoji="1" lang="zh-CN" altLang="en-US" sz="2400">
                <a:solidFill>
                  <a:schemeClr val="folHlink"/>
                </a:solidFill>
                <a:latin typeface="Arial" pitchFamily="34" charset="0"/>
                <a:ea typeface="黑体" pitchFamily="49" charset="-122"/>
              </a:rPr>
              <a:t>控制连接</a:t>
            </a:r>
          </a:p>
        </p:txBody>
      </p:sp>
      <p:sp>
        <p:nvSpPr>
          <p:cNvPr id="31764" name="Text Box 151"/>
          <p:cNvSpPr txBox="1">
            <a:spLocks noChangeArrowheads="1"/>
          </p:cNvSpPr>
          <p:nvPr/>
        </p:nvSpPr>
        <p:spPr bwMode="auto">
          <a:xfrm>
            <a:off x="3708400" y="5059363"/>
            <a:ext cx="209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TCP </a:t>
            </a:r>
            <a:r>
              <a:rPr kumimoji="1" lang="zh-CN" altLang="en-US" sz="2400">
                <a:solidFill>
                  <a:schemeClr val="folHlink"/>
                </a:solidFill>
                <a:latin typeface="Arial" pitchFamily="34" charset="0"/>
                <a:ea typeface="黑体" pitchFamily="49" charset="-122"/>
              </a:rPr>
              <a:t>数据连接</a:t>
            </a:r>
          </a:p>
        </p:txBody>
      </p:sp>
      <p:sp>
        <p:nvSpPr>
          <p:cNvPr id="31765" name="Line 152"/>
          <p:cNvSpPr>
            <a:spLocks noChangeShapeType="1"/>
          </p:cNvSpPr>
          <p:nvPr/>
        </p:nvSpPr>
        <p:spPr bwMode="auto">
          <a:xfrm flipH="1" flipV="1">
            <a:off x="3363913" y="4329113"/>
            <a:ext cx="925512" cy="649287"/>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6" name="Line 153"/>
          <p:cNvSpPr>
            <a:spLocks noChangeShapeType="1"/>
          </p:cNvSpPr>
          <p:nvPr/>
        </p:nvSpPr>
        <p:spPr bwMode="auto">
          <a:xfrm flipV="1">
            <a:off x="4878388" y="4329113"/>
            <a:ext cx="1009650" cy="649287"/>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7" name="Line 154"/>
          <p:cNvSpPr>
            <a:spLocks noChangeShapeType="1"/>
          </p:cNvSpPr>
          <p:nvPr/>
        </p:nvSpPr>
        <p:spPr bwMode="auto">
          <a:xfrm>
            <a:off x="4794250" y="2938463"/>
            <a:ext cx="1093788" cy="557212"/>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8" name="Line 155"/>
          <p:cNvSpPr>
            <a:spLocks noChangeShapeType="1"/>
          </p:cNvSpPr>
          <p:nvPr/>
        </p:nvSpPr>
        <p:spPr bwMode="auto">
          <a:xfrm flipH="1">
            <a:off x="3279775" y="2938463"/>
            <a:ext cx="1009650" cy="557212"/>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9" name="Oval 156"/>
          <p:cNvSpPr>
            <a:spLocks noChangeArrowheads="1"/>
          </p:cNvSpPr>
          <p:nvPr/>
        </p:nvSpPr>
        <p:spPr bwMode="auto">
          <a:xfrm>
            <a:off x="1512888" y="2474913"/>
            <a:ext cx="1262062" cy="557212"/>
          </a:xfrm>
          <a:prstGeom prst="ellipse">
            <a:avLst/>
          </a:prstGeom>
          <a:solidFill>
            <a:srgbClr val="99FF33"/>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用户界面</a:t>
            </a:r>
          </a:p>
        </p:txBody>
      </p:sp>
      <p:sp>
        <p:nvSpPr>
          <p:cNvPr id="31770" name="Line 157"/>
          <p:cNvSpPr>
            <a:spLocks noChangeShapeType="1"/>
          </p:cNvSpPr>
          <p:nvPr/>
        </p:nvSpPr>
        <p:spPr bwMode="auto">
          <a:xfrm>
            <a:off x="2185988" y="3773488"/>
            <a:ext cx="0" cy="2778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1" name="Oval 158"/>
          <p:cNvSpPr>
            <a:spLocks noChangeArrowheads="1"/>
          </p:cNvSpPr>
          <p:nvPr/>
        </p:nvSpPr>
        <p:spPr bwMode="auto">
          <a:xfrm>
            <a:off x="1512888" y="3216275"/>
            <a:ext cx="1262062" cy="557213"/>
          </a:xfrm>
          <a:prstGeom prst="ellipse">
            <a:avLst/>
          </a:prstGeom>
          <a:solidFill>
            <a:srgbClr val="FFCCCC"/>
          </a:solidFill>
          <a:ln w="9525">
            <a:solidFill>
              <a:schemeClr val="folHlink"/>
            </a:solidFill>
            <a:round/>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控制进程</a:t>
            </a:r>
          </a:p>
        </p:txBody>
      </p:sp>
      <p:sp>
        <p:nvSpPr>
          <p:cNvPr id="31772" name="Oval 159"/>
          <p:cNvSpPr>
            <a:spLocks noChangeArrowheads="1"/>
          </p:cNvSpPr>
          <p:nvPr/>
        </p:nvSpPr>
        <p:spPr bwMode="auto">
          <a:xfrm>
            <a:off x="1512888" y="3959225"/>
            <a:ext cx="1262062" cy="741363"/>
          </a:xfrm>
          <a:prstGeom prst="ellipse">
            <a:avLst/>
          </a:prstGeom>
          <a:solidFill>
            <a:srgbClr val="CCECFF"/>
          </a:solidFill>
          <a:ln w="9525">
            <a:solidFill>
              <a:schemeClr val="folHlink"/>
            </a:solidFill>
            <a:round/>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数据传送</a:t>
            </a:r>
          </a:p>
          <a:p>
            <a:pPr algn="ctr"/>
            <a:r>
              <a:rPr kumimoji="1" lang="zh-CN" altLang="en-US" sz="2000">
                <a:solidFill>
                  <a:schemeClr val="folHlink"/>
                </a:solidFill>
                <a:latin typeface="Arial" pitchFamily="34" charset="0"/>
                <a:ea typeface="黑体" pitchFamily="49" charset="-122"/>
              </a:rPr>
              <a:t>进程</a:t>
            </a:r>
          </a:p>
        </p:txBody>
      </p:sp>
      <p:sp>
        <p:nvSpPr>
          <p:cNvPr id="31773" name="Line 160"/>
          <p:cNvSpPr>
            <a:spLocks noChangeShapeType="1"/>
          </p:cNvSpPr>
          <p:nvPr/>
        </p:nvSpPr>
        <p:spPr bwMode="auto">
          <a:xfrm>
            <a:off x="7150100" y="3773488"/>
            <a:ext cx="0" cy="2778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4" name="Oval 161"/>
          <p:cNvSpPr>
            <a:spLocks noChangeArrowheads="1"/>
          </p:cNvSpPr>
          <p:nvPr/>
        </p:nvSpPr>
        <p:spPr bwMode="auto">
          <a:xfrm>
            <a:off x="6477000" y="3959225"/>
            <a:ext cx="1262063" cy="741363"/>
          </a:xfrm>
          <a:prstGeom prst="ellipse">
            <a:avLst/>
          </a:prstGeom>
          <a:solidFill>
            <a:srgbClr val="CCECFF"/>
          </a:solidFill>
          <a:ln w="9525" algn="ctr">
            <a:solidFill>
              <a:schemeClr val="folHlink"/>
            </a:solidFill>
            <a:round/>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数据传送</a:t>
            </a:r>
          </a:p>
          <a:p>
            <a:pPr algn="ctr"/>
            <a:r>
              <a:rPr kumimoji="1" lang="zh-CN" altLang="en-US" sz="2000">
                <a:solidFill>
                  <a:schemeClr val="folHlink"/>
                </a:solidFill>
                <a:latin typeface="Arial" pitchFamily="34" charset="0"/>
                <a:ea typeface="黑体" pitchFamily="49" charset="-122"/>
              </a:rPr>
              <a:t>进程</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p:cNvSpPr>
            <a:spLocks noGrp="1" noChangeArrowheads="1"/>
          </p:cNvSpPr>
          <p:nvPr>
            <p:ph type="body" idx="1"/>
          </p:nvPr>
        </p:nvSpPr>
        <p:spPr>
          <a:xfrm>
            <a:off x="468313" y="2132013"/>
            <a:ext cx="8424862" cy="4321175"/>
          </a:xfrm>
        </p:spPr>
        <p:txBody>
          <a:bodyPr/>
          <a:lstStyle/>
          <a:p>
            <a:pPr algn="just" eaLnBrk="1" hangingPunct="1">
              <a:lnSpc>
                <a:spcPct val="90000"/>
              </a:lnSpc>
              <a:spcBef>
                <a:spcPct val="0"/>
              </a:spcBef>
              <a:spcAft>
                <a:spcPct val="20000"/>
              </a:spcAft>
            </a:pPr>
            <a:r>
              <a:rPr lang="en-US" altLang="zh-CN" sz="2800" smtClean="0"/>
              <a:t> </a:t>
            </a:r>
            <a:r>
              <a:rPr lang="zh-CN" altLang="en-US" sz="2800" smtClean="0"/>
              <a:t>当客户进程向服务器进程发出建立连接请求时，要寻找连接服务器进程的</a:t>
            </a:r>
            <a:r>
              <a:rPr lang="zh-CN" altLang="en-US" sz="2800" smtClean="0">
                <a:solidFill>
                  <a:schemeClr val="hlink"/>
                </a:solidFill>
              </a:rPr>
              <a:t>熟知端口</a:t>
            </a:r>
            <a:r>
              <a:rPr lang="en-US" altLang="zh-CN" sz="2800" smtClean="0"/>
              <a:t>(21)</a:t>
            </a:r>
            <a:r>
              <a:rPr lang="zh-CN" altLang="en-US" sz="2800" smtClean="0"/>
              <a:t>，同时还要告诉服务器进程自己的另一个端口号码，用于建立数据传送连接。</a:t>
            </a:r>
          </a:p>
          <a:p>
            <a:pPr algn="just" eaLnBrk="1" hangingPunct="1">
              <a:lnSpc>
                <a:spcPct val="90000"/>
              </a:lnSpc>
              <a:spcBef>
                <a:spcPct val="0"/>
              </a:spcBef>
              <a:spcAft>
                <a:spcPct val="20000"/>
              </a:spcAft>
            </a:pPr>
            <a:r>
              <a:rPr lang="zh-CN" altLang="en-US" sz="2800" smtClean="0"/>
              <a:t>接着，服务器进程用自己传送数据的</a:t>
            </a:r>
            <a:r>
              <a:rPr lang="zh-CN" altLang="en-US" sz="2800" smtClean="0">
                <a:solidFill>
                  <a:schemeClr val="hlink"/>
                </a:solidFill>
              </a:rPr>
              <a:t>熟知端口</a:t>
            </a:r>
            <a:r>
              <a:rPr lang="en-US" altLang="zh-CN" sz="2800" smtClean="0"/>
              <a:t>(20)</a:t>
            </a:r>
            <a:r>
              <a:rPr lang="zh-CN" altLang="en-US" sz="2800" smtClean="0"/>
              <a:t>与客户进程所提供的端口号码建立数据传送连接。</a:t>
            </a:r>
          </a:p>
          <a:p>
            <a:pPr algn="just" eaLnBrk="1" hangingPunct="1">
              <a:lnSpc>
                <a:spcPct val="90000"/>
              </a:lnSpc>
              <a:spcBef>
                <a:spcPct val="0"/>
              </a:spcBef>
              <a:spcAft>
                <a:spcPct val="20000"/>
              </a:spcAft>
            </a:pPr>
            <a:r>
              <a:rPr lang="zh-CN" altLang="en-US" sz="2800" smtClean="0"/>
              <a:t>由于</a:t>
            </a:r>
            <a:r>
              <a:rPr lang="zh-CN" altLang="en-US" sz="1600" smtClean="0"/>
              <a:t> </a:t>
            </a:r>
            <a:r>
              <a:rPr lang="en-US" altLang="zh-CN" sz="2800" smtClean="0"/>
              <a:t>FTP</a:t>
            </a:r>
            <a:r>
              <a:rPr lang="en-US" altLang="zh-CN" sz="1600" smtClean="0"/>
              <a:t> </a:t>
            </a:r>
            <a:r>
              <a:rPr lang="zh-CN" altLang="en-US" sz="2800" smtClean="0"/>
              <a:t>使用了两个不同的端口号，所以数据连接与控制连接不会发生混乱。</a:t>
            </a:r>
          </a:p>
          <a:p>
            <a:pPr algn="just" eaLnBrk="1" hangingPunct="1">
              <a:lnSpc>
                <a:spcPct val="90000"/>
              </a:lnSpc>
              <a:spcBef>
                <a:spcPct val="0"/>
              </a:spcBef>
              <a:spcAft>
                <a:spcPct val="20000"/>
              </a:spcAft>
            </a:pPr>
            <a:r>
              <a:rPr lang="zh-CN" altLang="en-US" sz="2800" smtClean="0"/>
              <a:t>使用两个不同端口号的好处在于传输文件时还可以利用控制连接（例如，客户发送请求终止传输）。 </a:t>
            </a:r>
          </a:p>
          <a:p>
            <a:pPr algn="just" eaLnBrk="1" hangingPunct="1">
              <a:lnSpc>
                <a:spcPct val="90000"/>
              </a:lnSpc>
              <a:spcBef>
                <a:spcPct val="0"/>
              </a:spcBef>
              <a:spcAft>
                <a:spcPct val="20000"/>
              </a:spcAft>
            </a:pPr>
            <a:endParaRPr lang="en-US" altLang="zh-CN" sz="2800" smtClean="0"/>
          </a:p>
        </p:txBody>
      </p:sp>
      <p:sp>
        <p:nvSpPr>
          <p:cNvPr id="32771" name="Rectangle 3"/>
          <p:cNvSpPr>
            <a:spLocks noGrp="1" noChangeArrowheads="1"/>
          </p:cNvSpPr>
          <p:nvPr>
            <p:ph type="title"/>
          </p:nvPr>
        </p:nvSpPr>
        <p:spPr>
          <a:xfrm>
            <a:off x="1150938" y="214313"/>
            <a:ext cx="7237412" cy="1462087"/>
          </a:xfrm>
        </p:spPr>
        <p:txBody>
          <a:bodyPr/>
          <a:lstStyle/>
          <a:p>
            <a:pPr algn="ctr" eaLnBrk="1" hangingPunct="1"/>
            <a:r>
              <a:rPr lang="en-US" altLang="zh-CN" smtClean="0"/>
              <a:t> </a:t>
            </a:r>
            <a:r>
              <a:rPr lang="zh-CN" altLang="en-US" smtClean="0"/>
              <a:t>两个不同的端口号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182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182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18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8686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1091" name="AutoShape 3"/>
          <p:cNvSpPr>
            <a:spLocks noChangeArrowheads="1"/>
          </p:cNvSpPr>
          <p:nvPr/>
        </p:nvSpPr>
        <p:spPr bwMode="auto">
          <a:xfrm>
            <a:off x="3581400" y="4038600"/>
            <a:ext cx="1905000" cy="1046163"/>
          </a:xfrm>
          <a:prstGeom prst="wedgeRoundRectCallout">
            <a:avLst>
              <a:gd name="adj1" fmla="val -2083"/>
              <a:gd name="adj2" fmla="val -84444"/>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控制连接用于传输</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命令。</a:t>
            </a:r>
          </a:p>
        </p:txBody>
      </p:sp>
      <p:sp>
        <p:nvSpPr>
          <p:cNvPr id="1241092" name="AutoShape 4"/>
          <p:cNvSpPr>
            <a:spLocks noChangeArrowheads="1"/>
          </p:cNvSpPr>
          <p:nvPr/>
        </p:nvSpPr>
        <p:spPr bwMode="auto">
          <a:xfrm>
            <a:off x="3657600" y="2420938"/>
            <a:ext cx="2057400" cy="931862"/>
          </a:xfrm>
          <a:prstGeom prst="wedgeRoundRectCallout">
            <a:avLst>
              <a:gd name="adj1" fmla="val -8718"/>
              <a:gd name="adj2" fmla="val -81347"/>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Arial" pitchFamily="34" charset="0"/>
                <a:ea typeface="黑体" pitchFamily="49" charset="-122"/>
              </a:rPr>
              <a:t>数据连接用于传输文件内容。</a:t>
            </a:r>
          </a:p>
        </p:txBody>
      </p:sp>
      <p:sp>
        <p:nvSpPr>
          <p:cNvPr id="1241093" name="AutoShape 5"/>
          <p:cNvSpPr>
            <a:spLocks noChangeArrowheads="1"/>
          </p:cNvSpPr>
          <p:nvPr/>
        </p:nvSpPr>
        <p:spPr bwMode="auto">
          <a:xfrm>
            <a:off x="7010400" y="3810000"/>
            <a:ext cx="1981200" cy="762000"/>
          </a:xfrm>
          <a:prstGeom prst="wedgeRoundRectCallout">
            <a:avLst>
              <a:gd name="adj1" fmla="val -62903"/>
              <a:gd name="adj2" fmla="val -80625"/>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按照</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命令执行响应操作。</a:t>
            </a:r>
          </a:p>
        </p:txBody>
      </p:sp>
      <p:sp>
        <p:nvSpPr>
          <p:cNvPr id="1241094" name="AutoShape 6"/>
          <p:cNvSpPr>
            <a:spLocks noChangeArrowheads="1"/>
          </p:cNvSpPr>
          <p:nvPr/>
        </p:nvSpPr>
        <p:spPr bwMode="auto">
          <a:xfrm>
            <a:off x="0" y="2895600"/>
            <a:ext cx="1905000" cy="1219200"/>
          </a:xfrm>
          <a:prstGeom prst="wedgeRoundRectCallout">
            <a:avLst>
              <a:gd name="adj1" fmla="val 71917"/>
              <a:gd name="adj2" fmla="val 6903"/>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根据用户输入命令产生响应的</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命令和操作。</a:t>
            </a:r>
          </a:p>
        </p:txBody>
      </p:sp>
      <p:sp>
        <p:nvSpPr>
          <p:cNvPr id="1241095" name="Rectangle 7"/>
          <p:cNvSpPr>
            <a:spLocks noChangeArrowheads="1"/>
          </p:cNvSpPr>
          <p:nvPr/>
        </p:nvSpPr>
        <p:spPr bwMode="auto">
          <a:xfrm>
            <a:off x="2209800" y="3352800"/>
            <a:ext cx="4641850" cy="925513"/>
          </a:xfrm>
          <a:prstGeom prst="rect">
            <a:avLst/>
          </a:prstGeom>
          <a:solidFill>
            <a:schemeClr val="tx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90000"/>
              </a:lnSpc>
              <a:spcBef>
                <a:spcPct val="50000"/>
              </a:spcBef>
            </a:pPr>
            <a:r>
              <a:rPr lang="zh-CN" altLang="en-US" sz="2000" b="1">
                <a:solidFill>
                  <a:srgbClr val="FF3300"/>
                </a:solidFill>
                <a:latin typeface="黑体" pitchFamily="49" charset="-122"/>
                <a:ea typeface="黑体" pitchFamily="49" charset="-122"/>
              </a:rPr>
              <a:t>注意：</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只是用于传输文件内容，文件格式的解释和内容的显示是对应文件应用软件的功能，不是</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的功能。</a:t>
            </a:r>
          </a:p>
        </p:txBody>
      </p:sp>
      <p:sp>
        <p:nvSpPr>
          <p:cNvPr id="33800" name="Rectangle 8"/>
          <p:cNvSpPr>
            <a:spLocks noGrp="1" noChangeArrowheads="1"/>
          </p:cNvSpPr>
          <p:nvPr>
            <p:ph type="title"/>
          </p:nvPr>
        </p:nvSpPr>
        <p:spPr>
          <a:xfrm>
            <a:off x="1331913" y="244475"/>
            <a:ext cx="6624637" cy="1169988"/>
          </a:xfrm>
          <a:noFill/>
        </p:spPr>
        <p:txBody>
          <a:bodyPr tIns="0" bIns="0"/>
          <a:lstStyle/>
          <a:p>
            <a:pPr eaLnBrk="1" hangingPunct="1"/>
            <a:r>
              <a:rPr lang="en-US" altLang="zh-CN" smtClean="0">
                <a:latin typeface="黑体" pitchFamily="49" charset="-122"/>
              </a:rPr>
              <a:t>9.6 </a:t>
            </a:r>
            <a:r>
              <a:rPr lang="zh-CN" altLang="en-US" smtClean="0">
                <a:latin typeface="黑体" pitchFamily="49" charset="-122"/>
              </a:rPr>
              <a:t>文件传输协议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410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4109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4109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4109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410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1091" grpId="0" animBg="1" autoUpdateAnimBg="0"/>
      <p:bldP spid="1241092" grpId="0" animBg="1" autoUpdateAnimBg="0"/>
      <p:bldP spid="1241093" grpId="0" animBg="1" autoUpdateAnimBg="0"/>
      <p:bldP spid="1241094" grpId="0" animBg="1" autoUpdateAnimBg="0"/>
      <p:bldP spid="1241095"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2114" name="AutoShape 2"/>
          <p:cNvSpPr>
            <a:spLocks noChangeArrowheads="1"/>
          </p:cNvSpPr>
          <p:nvPr/>
        </p:nvSpPr>
        <p:spPr bwMode="auto">
          <a:xfrm>
            <a:off x="990600" y="1828800"/>
            <a:ext cx="2438400" cy="914400"/>
          </a:xfrm>
          <a:prstGeom prst="wedgeRoundRectCallout">
            <a:avLst>
              <a:gd name="adj1" fmla="val 80796"/>
              <a:gd name="adj2" fmla="val 24653"/>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建立控制</a:t>
            </a:r>
            <a:r>
              <a:rPr lang="en-US" altLang="zh-CN" sz="2000" b="1">
                <a:solidFill>
                  <a:srgbClr val="FF3300"/>
                </a:solidFill>
                <a:latin typeface="黑体" pitchFamily="49" charset="-122"/>
                <a:ea typeface="黑体" pitchFamily="49" charset="-122"/>
              </a:rPr>
              <a:t>TCP</a:t>
            </a:r>
            <a:r>
              <a:rPr lang="zh-CN" altLang="en-US" sz="2000" b="1">
                <a:solidFill>
                  <a:srgbClr val="FF3300"/>
                </a:solidFill>
                <a:latin typeface="黑体" pitchFamily="49" charset="-122"/>
                <a:ea typeface="黑体" pitchFamily="49" charset="-122"/>
              </a:rPr>
              <a:t>连接，用于传输</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命令。</a:t>
            </a:r>
          </a:p>
        </p:txBody>
      </p:sp>
      <p:sp>
        <p:nvSpPr>
          <p:cNvPr id="1242115" name="AutoShape 3"/>
          <p:cNvSpPr>
            <a:spLocks noChangeArrowheads="1"/>
          </p:cNvSpPr>
          <p:nvPr/>
        </p:nvSpPr>
        <p:spPr bwMode="auto">
          <a:xfrm>
            <a:off x="762000" y="2438400"/>
            <a:ext cx="2895600" cy="990600"/>
          </a:xfrm>
          <a:prstGeom prst="wedgeRoundRectCallout">
            <a:avLst>
              <a:gd name="adj1" fmla="val 69792"/>
              <a:gd name="adj2" fmla="val 52245"/>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Arial" pitchFamily="34" charset="0"/>
                <a:ea typeface="黑体" pitchFamily="49" charset="-122"/>
              </a:rPr>
              <a:t>通过用户名和口令，对客户身份进行认证。</a:t>
            </a:r>
          </a:p>
        </p:txBody>
      </p:sp>
      <p:sp>
        <p:nvSpPr>
          <p:cNvPr id="1242116" name="AutoShape 4"/>
          <p:cNvSpPr>
            <a:spLocks noChangeArrowheads="1"/>
          </p:cNvSpPr>
          <p:nvPr/>
        </p:nvSpPr>
        <p:spPr bwMode="auto">
          <a:xfrm>
            <a:off x="990600" y="3276600"/>
            <a:ext cx="2590800" cy="838200"/>
          </a:xfrm>
          <a:prstGeom prst="wedgeRoundRectCallout">
            <a:avLst>
              <a:gd name="adj1" fmla="val 75060"/>
              <a:gd name="adj2" fmla="val 110227"/>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通过</a:t>
            </a:r>
            <a:r>
              <a:rPr lang="en-US" altLang="zh-CN" sz="2000" b="1">
                <a:solidFill>
                  <a:srgbClr val="FF3300"/>
                </a:solidFill>
                <a:latin typeface="黑体" pitchFamily="49" charset="-122"/>
                <a:ea typeface="黑体" pitchFamily="49" charset="-122"/>
              </a:rPr>
              <a:t>FTP</a:t>
            </a:r>
            <a:r>
              <a:rPr lang="zh-CN" altLang="en-US" sz="2000" b="1">
                <a:solidFill>
                  <a:srgbClr val="FF3300"/>
                </a:solidFill>
                <a:latin typeface="黑体" pitchFamily="49" charset="-122"/>
                <a:ea typeface="黑体" pitchFamily="49" charset="-122"/>
              </a:rPr>
              <a:t>命令，找到需要访问的文件。</a:t>
            </a:r>
          </a:p>
        </p:txBody>
      </p:sp>
      <p:sp>
        <p:nvSpPr>
          <p:cNvPr id="1242117" name="AutoShape 5"/>
          <p:cNvSpPr>
            <a:spLocks noChangeArrowheads="1"/>
          </p:cNvSpPr>
          <p:nvPr/>
        </p:nvSpPr>
        <p:spPr bwMode="auto">
          <a:xfrm>
            <a:off x="838200" y="3810000"/>
            <a:ext cx="2743200" cy="838200"/>
          </a:xfrm>
          <a:prstGeom prst="wedgeRoundRectCallout">
            <a:avLst>
              <a:gd name="adj1" fmla="val 73671"/>
              <a:gd name="adj2" fmla="val 110227"/>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在传输文件内容前，先建立数据</a:t>
            </a:r>
            <a:r>
              <a:rPr lang="en-US" altLang="zh-CN" sz="2000" b="1">
                <a:solidFill>
                  <a:srgbClr val="FF3300"/>
                </a:solidFill>
                <a:latin typeface="黑体" pitchFamily="49" charset="-122"/>
                <a:ea typeface="黑体" pitchFamily="49" charset="-122"/>
              </a:rPr>
              <a:t>TCP</a:t>
            </a:r>
            <a:r>
              <a:rPr lang="zh-CN" altLang="en-US" sz="2000" b="1">
                <a:solidFill>
                  <a:srgbClr val="FF3300"/>
                </a:solidFill>
                <a:latin typeface="黑体" pitchFamily="49" charset="-122"/>
                <a:ea typeface="黑体" pitchFamily="49" charset="-122"/>
              </a:rPr>
              <a:t>连接。</a:t>
            </a:r>
          </a:p>
        </p:txBody>
      </p:sp>
      <p:sp>
        <p:nvSpPr>
          <p:cNvPr id="1242118" name="AutoShape 6"/>
          <p:cNvSpPr>
            <a:spLocks noChangeArrowheads="1"/>
          </p:cNvSpPr>
          <p:nvPr/>
        </p:nvSpPr>
        <p:spPr bwMode="auto">
          <a:xfrm>
            <a:off x="609600" y="4343400"/>
            <a:ext cx="3048000" cy="838200"/>
          </a:xfrm>
          <a:prstGeom prst="wedgeRoundRectCallout">
            <a:avLst>
              <a:gd name="adj1" fmla="val 67968"/>
              <a:gd name="adj2" fmla="val 116287"/>
              <a:gd name="adj3" fmla="val 16667"/>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90000"/>
              </a:lnSpc>
              <a:spcBef>
                <a:spcPct val="50000"/>
              </a:spcBef>
            </a:pPr>
            <a:r>
              <a:rPr lang="zh-CN" altLang="en-US" sz="2000" b="1">
                <a:solidFill>
                  <a:srgbClr val="FF3300"/>
                </a:solidFill>
                <a:latin typeface="黑体" pitchFamily="49" charset="-122"/>
                <a:ea typeface="黑体" pitchFamily="49" charset="-122"/>
              </a:rPr>
              <a:t>完成数据传输后，关闭数据和控制</a:t>
            </a:r>
            <a:r>
              <a:rPr lang="en-US" altLang="zh-CN" sz="2000" b="1">
                <a:solidFill>
                  <a:srgbClr val="FF3300"/>
                </a:solidFill>
                <a:latin typeface="黑体" pitchFamily="49" charset="-122"/>
                <a:ea typeface="黑体" pitchFamily="49" charset="-122"/>
              </a:rPr>
              <a:t>TCP</a:t>
            </a:r>
            <a:r>
              <a:rPr lang="zh-CN" altLang="en-US" sz="2000" b="1">
                <a:solidFill>
                  <a:srgbClr val="FF3300"/>
                </a:solidFill>
                <a:latin typeface="黑体" pitchFamily="49" charset="-122"/>
                <a:ea typeface="黑体" pitchFamily="49" charset="-122"/>
              </a:rPr>
              <a:t>连接。</a:t>
            </a:r>
          </a:p>
        </p:txBody>
      </p:sp>
      <p:pic>
        <p:nvPicPr>
          <p:cNvPr id="3482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371600"/>
            <a:ext cx="32004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4" name="Rectangle 8"/>
          <p:cNvSpPr>
            <a:spLocks noGrp="1" noChangeArrowheads="1"/>
          </p:cNvSpPr>
          <p:nvPr>
            <p:ph type="title"/>
          </p:nvPr>
        </p:nvSpPr>
        <p:spPr>
          <a:xfrm>
            <a:off x="1403350" y="382588"/>
            <a:ext cx="6624638" cy="1104900"/>
          </a:xfrm>
          <a:noFill/>
        </p:spPr>
        <p:txBody>
          <a:bodyPr tIns="0" bIns="0"/>
          <a:lstStyle/>
          <a:p>
            <a:pPr eaLnBrk="1" hangingPunct="1"/>
            <a:r>
              <a:rPr lang="en-US" altLang="zh-CN" smtClean="0">
                <a:latin typeface="黑体" pitchFamily="49" charset="-122"/>
              </a:rPr>
              <a:t>9.6 </a:t>
            </a:r>
            <a:r>
              <a:rPr lang="zh-CN" altLang="en-US" smtClean="0">
                <a:latin typeface="黑体" pitchFamily="49" charset="-122"/>
              </a:rPr>
              <a:t>文件传输协议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42114"/>
                                        </p:tgtEl>
                                        <p:attrNameLst>
                                          <p:attrName>style.visibility</p:attrName>
                                        </p:attrNameLst>
                                      </p:cBhvr>
                                      <p:to>
                                        <p:strVal val="visible"/>
                                      </p:to>
                                    </p:set>
                                  </p:childTnLst>
                                  <p:subTnLst>
                                    <p:set>
                                      <p:cBhvr override="childStyle">
                                        <p:cTn dur="1" fill="hold" display="0" masterRel="nextClick" afterEffect="1"/>
                                        <p:tgtEl>
                                          <p:spTgt spid="1242114"/>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42115"/>
                                        </p:tgtEl>
                                        <p:attrNameLst>
                                          <p:attrName>style.visibility</p:attrName>
                                        </p:attrNameLst>
                                      </p:cBhvr>
                                      <p:to>
                                        <p:strVal val="visible"/>
                                      </p:to>
                                    </p:set>
                                  </p:childTnLst>
                                  <p:subTnLst>
                                    <p:set>
                                      <p:cBhvr override="childStyle">
                                        <p:cTn dur="1" fill="hold" display="0" masterRel="nextClick" afterEffect="1"/>
                                        <p:tgtEl>
                                          <p:spTgt spid="1242115"/>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42116"/>
                                        </p:tgtEl>
                                        <p:attrNameLst>
                                          <p:attrName>style.visibility</p:attrName>
                                        </p:attrNameLst>
                                      </p:cBhvr>
                                      <p:to>
                                        <p:strVal val="visible"/>
                                      </p:to>
                                    </p:set>
                                  </p:childTnLst>
                                  <p:subTnLst>
                                    <p:set>
                                      <p:cBhvr override="childStyle">
                                        <p:cTn dur="1" fill="hold" display="0" masterRel="nextClick" afterEffect="1"/>
                                        <p:tgtEl>
                                          <p:spTgt spid="1242116"/>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42117"/>
                                        </p:tgtEl>
                                        <p:attrNameLst>
                                          <p:attrName>style.visibility</p:attrName>
                                        </p:attrNameLst>
                                      </p:cBhvr>
                                      <p:to>
                                        <p:strVal val="visible"/>
                                      </p:to>
                                    </p:set>
                                  </p:childTnLst>
                                  <p:subTnLst>
                                    <p:set>
                                      <p:cBhvr override="childStyle">
                                        <p:cTn dur="1" fill="hold" display="0" masterRel="nextClick" afterEffect="1"/>
                                        <p:tgtEl>
                                          <p:spTgt spid="1242117"/>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42118"/>
                                        </p:tgtEl>
                                        <p:attrNameLst>
                                          <p:attrName>style.visibility</p:attrName>
                                        </p:attrNameLst>
                                      </p:cBhvr>
                                      <p:to>
                                        <p:strVal val="visible"/>
                                      </p:to>
                                    </p:set>
                                  </p:childTnLst>
                                  <p:subTnLst>
                                    <p:set>
                                      <p:cBhvr override="childStyle">
                                        <p:cTn dur="1" fill="hold" display="0" masterRel="nextClick" afterEffect="1"/>
                                        <p:tgtEl>
                                          <p:spTgt spid="124211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2114" grpId="0" animBg="1" autoUpdateAnimBg="0"/>
      <p:bldP spid="1242115" grpId="0" animBg="1" autoUpdateAnimBg="0"/>
      <p:bldP spid="1242116" grpId="0" animBg="1" autoUpdateAnimBg="0"/>
      <p:bldP spid="1242117" grpId="0" animBg="1" autoUpdateAnimBg="0"/>
      <p:bldP spid="1242118"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endParaRPr lang="zh-CN" altLang="zh-CN" smtClean="0"/>
          </a:p>
        </p:txBody>
      </p:sp>
      <p:sp>
        <p:nvSpPr>
          <p:cNvPr id="35843" name="Rectangle 3"/>
          <p:cNvSpPr>
            <a:spLocks noGrp="1" noChangeArrowheads="1"/>
          </p:cNvSpPr>
          <p:nvPr>
            <p:ph type="body" idx="1"/>
          </p:nvPr>
        </p:nvSpPr>
        <p:spPr>
          <a:xfrm>
            <a:off x="684213" y="4292600"/>
            <a:ext cx="7559675" cy="2160588"/>
          </a:xfrm>
        </p:spPr>
        <p:txBody>
          <a:bodyPr/>
          <a:lstStyle/>
          <a:p>
            <a:pPr eaLnBrk="1" hangingPunct="1"/>
            <a:r>
              <a:rPr lang="en-US" altLang="zh-CN" smtClean="0">
                <a:hlinkClick r:id="rId2"/>
              </a:rPr>
              <a:t>ftp://ftp.qztc.edu.cn/</a:t>
            </a:r>
            <a:endParaRPr lang="en-US" altLang="zh-CN" smtClean="0"/>
          </a:p>
          <a:p>
            <a:pPr eaLnBrk="1" hangingPunct="1"/>
            <a:r>
              <a:rPr lang="en-US" altLang="zh-CN" smtClean="0">
                <a:hlinkClick r:id="rId3"/>
              </a:rPr>
              <a:t>ftp://ftp2.qztc.edu.cn/</a:t>
            </a:r>
            <a:r>
              <a:rPr lang="en-US" altLang="zh-CN" smtClean="0"/>
              <a:t>   </a:t>
            </a:r>
          </a:p>
          <a:p>
            <a:pPr eaLnBrk="1" hangingPunct="1"/>
            <a:r>
              <a:rPr lang="en-US" altLang="zh-CN" smtClean="0"/>
              <a:t>Cuteftp….</a:t>
            </a:r>
          </a:p>
        </p:txBody>
      </p:sp>
      <p:pic>
        <p:nvPicPr>
          <p:cNvPr id="35844" name="Picture 4" descr="QQ截图201212100931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15888"/>
            <a:ext cx="7970838"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68313" y="214313"/>
            <a:ext cx="8135937" cy="1462087"/>
          </a:xfrm>
        </p:spPr>
        <p:txBody>
          <a:bodyPr/>
          <a:lstStyle/>
          <a:p>
            <a:pPr algn="ctr" eaLnBrk="1" hangingPunct="1"/>
            <a:r>
              <a:rPr lang="en-US" altLang="zh-CN" sz="4000" smtClean="0"/>
              <a:t>6.2.3  </a:t>
            </a:r>
            <a:r>
              <a:rPr lang="zh-CN" altLang="en-US" sz="4000" smtClean="0"/>
              <a:t>简单文件传送协议 </a:t>
            </a:r>
            <a:r>
              <a:rPr lang="en-US" altLang="zh-CN" sz="4000" smtClean="0"/>
              <a:t>TFTP</a:t>
            </a:r>
            <a:br>
              <a:rPr lang="en-US" altLang="zh-CN" sz="4000" smtClean="0"/>
            </a:br>
            <a:r>
              <a:rPr lang="en-US" altLang="zh-CN" sz="3600" smtClean="0"/>
              <a:t>(Trivial File Transfer Protocol)</a:t>
            </a:r>
            <a:r>
              <a:rPr lang="en-US" altLang="zh-CN" sz="4000" smtClean="0"/>
              <a:t>  </a:t>
            </a:r>
          </a:p>
        </p:txBody>
      </p:sp>
      <p:sp>
        <p:nvSpPr>
          <p:cNvPr id="1107971" name="Rectangle 3"/>
          <p:cNvSpPr>
            <a:spLocks noGrp="1" noChangeArrowheads="1"/>
          </p:cNvSpPr>
          <p:nvPr>
            <p:ph type="body" idx="1"/>
          </p:nvPr>
        </p:nvSpPr>
        <p:spPr>
          <a:xfrm>
            <a:off x="904875" y="1844675"/>
            <a:ext cx="7988300" cy="4752975"/>
          </a:xfrm>
        </p:spPr>
        <p:txBody>
          <a:bodyPr/>
          <a:lstStyle/>
          <a:p>
            <a:pPr eaLnBrk="1" hangingPunct="1"/>
            <a:r>
              <a:rPr lang="en-US" altLang="zh-CN" sz="2800" smtClean="0"/>
              <a:t>TFTP </a:t>
            </a:r>
            <a:r>
              <a:rPr lang="zh-CN" altLang="en-US" sz="2800" smtClean="0"/>
              <a:t>是一个很小且易于实现的文件传送协议。</a:t>
            </a:r>
          </a:p>
          <a:p>
            <a:pPr eaLnBrk="1" hangingPunct="1"/>
            <a:r>
              <a:rPr lang="en-US" altLang="zh-CN" sz="2800" smtClean="0"/>
              <a:t>TFTP </a:t>
            </a:r>
            <a:r>
              <a:rPr lang="zh-CN" altLang="en-US" sz="2800" smtClean="0"/>
              <a:t>使用客户服务器方式和使用 </a:t>
            </a:r>
            <a:r>
              <a:rPr lang="en-US" altLang="zh-CN" sz="2800" smtClean="0"/>
              <a:t>UDP </a:t>
            </a:r>
            <a:r>
              <a:rPr lang="zh-CN" altLang="en-US" sz="2800" smtClean="0"/>
              <a:t>数据报，因此 </a:t>
            </a:r>
            <a:r>
              <a:rPr lang="en-US" altLang="zh-CN" sz="2800" smtClean="0"/>
              <a:t>TFTP </a:t>
            </a:r>
            <a:r>
              <a:rPr lang="zh-CN" altLang="en-US" sz="2800" smtClean="0"/>
              <a:t>需要有自己的差错改正措施。</a:t>
            </a:r>
          </a:p>
          <a:p>
            <a:pPr eaLnBrk="1" hangingPunct="1"/>
            <a:r>
              <a:rPr lang="en-US" altLang="zh-CN" sz="2800" smtClean="0"/>
              <a:t>TFTP </a:t>
            </a:r>
            <a:r>
              <a:rPr lang="zh-CN" altLang="en-US" sz="2800" smtClean="0"/>
              <a:t>只支持文件传输而不支持交互。</a:t>
            </a:r>
          </a:p>
          <a:p>
            <a:pPr algn="just" eaLnBrk="1" hangingPunct="1"/>
            <a:r>
              <a:rPr lang="en-US" altLang="zh-CN" sz="2800" smtClean="0"/>
              <a:t>TFTP </a:t>
            </a:r>
            <a:r>
              <a:rPr lang="zh-CN" altLang="en-US" sz="2800" smtClean="0"/>
              <a:t>没有一个庞大的命令集，没有列目录的功能，也不能对用户进行身份鉴别。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79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79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79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97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68313" y="-171450"/>
            <a:ext cx="8675687" cy="1462088"/>
          </a:xfrm>
        </p:spPr>
        <p:txBody>
          <a:bodyPr/>
          <a:lstStyle/>
          <a:p>
            <a:pPr algn="ctr" eaLnBrk="1" hangingPunct="1"/>
            <a:r>
              <a:rPr lang="en-US" altLang="zh-CN" smtClean="0"/>
              <a:t>TFTP </a:t>
            </a:r>
            <a:r>
              <a:rPr lang="zh-CN" altLang="en-US" smtClean="0"/>
              <a:t>的工作很像停止等待协议</a:t>
            </a:r>
          </a:p>
        </p:txBody>
      </p:sp>
      <p:sp>
        <p:nvSpPr>
          <p:cNvPr id="1112067" name="Rectangle 3"/>
          <p:cNvSpPr>
            <a:spLocks noGrp="1" noChangeArrowheads="1"/>
          </p:cNvSpPr>
          <p:nvPr>
            <p:ph type="body" idx="1"/>
          </p:nvPr>
        </p:nvSpPr>
        <p:spPr>
          <a:xfrm>
            <a:off x="539750" y="1844675"/>
            <a:ext cx="8275638" cy="4752975"/>
          </a:xfrm>
        </p:spPr>
        <p:txBody>
          <a:bodyPr/>
          <a:lstStyle/>
          <a:p>
            <a:pPr eaLnBrk="1" hangingPunct="1"/>
            <a:r>
              <a:rPr lang="zh-CN" altLang="en-US" smtClean="0"/>
              <a:t>发送完一个文件块后就等待对方的确认，确认时应指明所确认的块编号。（用户层的工作）</a:t>
            </a:r>
          </a:p>
          <a:p>
            <a:pPr eaLnBrk="1" hangingPunct="1"/>
            <a:r>
              <a:rPr lang="zh-CN" altLang="en-US" smtClean="0"/>
              <a:t>发完数据后在规定时间内收不到确认就要重发数据 </a:t>
            </a:r>
            <a:r>
              <a:rPr lang="en-US" altLang="zh-CN" smtClean="0"/>
              <a:t>PDU</a:t>
            </a:r>
            <a:r>
              <a:rPr lang="zh-CN" altLang="en-US" smtClean="0"/>
              <a:t>。</a:t>
            </a:r>
          </a:p>
          <a:p>
            <a:pPr eaLnBrk="1" hangingPunct="1"/>
            <a:r>
              <a:rPr lang="zh-CN" altLang="en-US" smtClean="0"/>
              <a:t>发送确认 </a:t>
            </a:r>
            <a:r>
              <a:rPr lang="en-US" altLang="zh-CN" smtClean="0"/>
              <a:t>PDU </a:t>
            </a:r>
            <a:r>
              <a:rPr lang="zh-CN" altLang="en-US" smtClean="0"/>
              <a:t>的一方若在规定时间内收不到下一个文件块，也要重发确认 </a:t>
            </a:r>
            <a:r>
              <a:rPr lang="en-US" altLang="zh-CN" smtClean="0"/>
              <a:t>PDU</a:t>
            </a:r>
            <a:r>
              <a:rPr lang="zh-CN" altLang="en-US" smtClean="0"/>
              <a:t>。这样就可保证文件的传送不致因某一个数据报的丢失而告失败。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20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2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206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68313" y="-171450"/>
            <a:ext cx="8675687" cy="1462088"/>
          </a:xfrm>
        </p:spPr>
        <p:txBody>
          <a:bodyPr/>
          <a:lstStyle/>
          <a:p>
            <a:pPr algn="ctr" eaLnBrk="1" hangingPunct="1"/>
            <a:r>
              <a:rPr lang="en-US" altLang="zh-CN" smtClean="0"/>
              <a:t>TFTP </a:t>
            </a:r>
            <a:r>
              <a:rPr lang="zh-CN" altLang="en-US" smtClean="0"/>
              <a:t>的工作很像停止等待协议</a:t>
            </a:r>
          </a:p>
        </p:txBody>
      </p:sp>
      <p:sp>
        <p:nvSpPr>
          <p:cNvPr id="1114115" name="Rectangle 3"/>
          <p:cNvSpPr>
            <a:spLocks noGrp="1" noChangeArrowheads="1"/>
          </p:cNvSpPr>
          <p:nvPr>
            <p:ph type="body" idx="1"/>
          </p:nvPr>
        </p:nvSpPr>
        <p:spPr>
          <a:xfrm>
            <a:off x="539750" y="1844675"/>
            <a:ext cx="8275638" cy="4752975"/>
          </a:xfrm>
        </p:spPr>
        <p:txBody>
          <a:bodyPr/>
          <a:lstStyle/>
          <a:p>
            <a:pPr algn="just" eaLnBrk="1" hangingPunct="1">
              <a:spcBef>
                <a:spcPct val="10000"/>
              </a:spcBef>
            </a:pPr>
            <a:r>
              <a:rPr lang="zh-CN" altLang="en-US" sz="2800" smtClean="0"/>
              <a:t>在一开始工作时。</a:t>
            </a:r>
            <a:r>
              <a:rPr lang="en-US" altLang="zh-CN" sz="2800" smtClean="0"/>
              <a:t>TFTP </a:t>
            </a:r>
            <a:r>
              <a:rPr lang="zh-CN" altLang="en-US" sz="2800" smtClean="0"/>
              <a:t>客户进程发送一个读请求 </a:t>
            </a:r>
            <a:r>
              <a:rPr lang="en-US" altLang="zh-CN" sz="2800" smtClean="0"/>
              <a:t>PDU </a:t>
            </a:r>
            <a:r>
              <a:rPr lang="zh-CN" altLang="en-US" sz="2800" smtClean="0"/>
              <a:t>或写请求 </a:t>
            </a:r>
            <a:r>
              <a:rPr lang="en-US" altLang="zh-CN" sz="2800" smtClean="0"/>
              <a:t>PDU </a:t>
            </a:r>
            <a:r>
              <a:rPr lang="zh-CN" altLang="en-US" sz="2800" smtClean="0"/>
              <a:t>给 </a:t>
            </a:r>
            <a:r>
              <a:rPr lang="en-US" altLang="zh-CN" sz="2800" smtClean="0"/>
              <a:t>TFTP </a:t>
            </a:r>
            <a:r>
              <a:rPr lang="zh-CN" altLang="en-US" sz="2800" smtClean="0"/>
              <a:t>服务器进程，其熟知端口号码为 </a:t>
            </a:r>
            <a:r>
              <a:rPr lang="en-US" altLang="zh-CN" sz="2800" smtClean="0"/>
              <a:t>69</a:t>
            </a:r>
            <a:r>
              <a:rPr lang="zh-CN" altLang="en-US" sz="2800" smtClean="0"/>
              <a:t>。</a:t>
            </a:r>
          </a:p>
          <a:p>
            <a:pPr algn="just" eaLnBrk="1" hangingPunct="1">
              <a:spcBef>
                <a:spcPct val="10000"/>
              </a:spcBef>
            </a:pPr>
            <a:r>
              <a:rPr lang="en-US" altLang="zh-CN" sz="2800" smtClean="0"/>
              <a:t>TFTP</a:t>
            </a:r>
            <a:r>
              <a:rPr lang="en-US" altLang="zh-CN" sz="1600" smtClean="0"/>
              <a:t> </a:t>
            </a:r>
            <a:r>
              <a:rPr lang="zh-CN" altLang="en-US" sz="2800" smtClean="0"/>
              <a:t>服务器进程要选择一个新的端口和</a:t>
            </a:r>
            <a:r>
              <a:rPr lang="zh-CN" altLang="en-US" sz="1800" smtClean="0"/>
              <a:t> </a:t>
            </a:r>
            <a:r>
              <a:rPr lang="en-US" altLang="zh-CN" sz="2800" smtClean="0"/>
              <a:t>TFTP</a:t>
            </a:r>
            <a:r>
              <a:rPr lang="en-US" altLang="zh-CN" sz="1600" smtClean="0"/>
              <a:t> </a:t>
            </a:r>
            <a:r>
              <a:rPr lang="zh-CN" altLang="en-US" sz="2800" smtClean="0"/>
              <a:t>客户进程进行通信。</a:t>
            </a:r>
          </a:p>
          <a:p>
            <a:pPr algn="just" eaLnBrk="1" hangingPunct="1">
              <a:spcBef>
                <a:spcPct val="10000"/>
              </a:spcBef>
            </a:pPr>
            <a:r>
              <a:rPr lang="zh-CN" altLang="en-US" sz="2800" smtClean="0"/>
              <a:t>若文件长度恰好为 </a:t>
            </a:r>
            <a:r>
              <a:rPr lang="en-US" altLang="zh-CN" sz="2800" smtClean="0"/>
              <a:t>512 </a:t>
            </a:r>
            <a:r>
              <a:rPr lang="zh-CN" altLang="en-US" sz="2800" smtClean="0"/>
              <a:t>字节的整数倍，则在文件传送完毕后，还必须在最后发送一个只含首部而无数据的数据 </a:t>
            </a:r>
            <a:r>
              <a:rPr lang="en-US" altLang="zh-CN" sz="2800" smtClean="0"/>
              <a:t>PDU</a:t>
            </a:r>
            <a:r>
              <a:rPr lang="zh-CN" altLang="en-US" sz="2800" smtClean="0"/>
              <a:t>。</a:t>
            </a:r>
          </a:p>
          <a:p>
            <a:pPr algn="just" eaLnBrk="1" hangingPunct="1">
              <a:spcBef>
                <a:spcPct val="10000"/>
              </a:spcBef>
            </a:pPr>
            <a:r>
              <a:rPr lang="zh-CN" altLang="en-US" sz="2800" smtClean="0"/>
              <a:t>若文件长度不是 </a:t>
            </a:r>
            <a:r>
              <a:rPr lang="en-US" altLang="zh-CN" sz="2800" smtClean="0"/>
              <a:t>512 </a:t>
            </a:r>
            <a:r>
              <a:rPr lang="zh-CN" altLang="en-US" sz="2800" smtClean="0"/>
              <a:t>字节的整数倍，则最后传送数据 </a:t>
            </a:r>
            <a:r>
              <a:rPr lang="en-US" altLang="zh-CN" sz="2800" smtClean="0"/>
              <a:t>PDU </a:t>
            </a:r>
            <a:r>
              <a:rPr lang="zh-CN" altLang="en-US" sz="2800" smtClean="0"/>
              <a:t>的数据字段一定不满</a:t>
            </a:r>
            <a:r>
              <a:rPr lang="en-US" altLang="zh-CN" sz="2800" smtClean="0"/>
              <a:t>512</a:t>
            </a:r>
            <a:r>
              <a:rPr lang="zh-CN" altLang="en-US" sz="2800" smtClean="0"/>
              <a:t>字节，这正好可作为</a:t>
            </a:r>
            <a:r>
              <a:rPr lang="zh-CN" altLang="en-US" sz="2800" smtClean="0">
                <a:solidFill>
                  <a:schemeClr val="hlink"/>
                </a:solidFill>
              </a:rPr>
              <a:t>文件结束的标志</a:t>
            </a:r>
            <a:r>
              <a:rPr lang="zh-CN" altLang="en-US" sz="2800"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41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41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4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1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68313" y="214313"/>
            <a:ext cx="8135937" cy="1462087"/>
          </a:xfrm>
        </p:spPr>
        <p:txBody>
          <a:bodyPr/>
          <a:lstStyle/>
          <a:p>
            <a:pPr algn="ctr" eaLnBrk="1" hangingPunct="1"/>
            <a:r>
              <a:rPr lang="en-US" altLang="zh-CN" smtClean="0"/>
              <a:t>6.3 </a:t>
            </a:r>
            <a:r>
              <a:rPr lang="zh-CN" altLang="en-US" smtClean="0"/>
              <a:t>远程终端协议 </a:t>
            </a:r>
            <a:r>
              <a:rPr lang="en-US" altLang="zh-CN" smtClean="0"/>
              <a:t>TELNET</a:t>
            </a:r>
          </a:p>
        </p:txBody>
      </p:sp>
      <p:sp>
        <p:nvSpPr>
          <p:cNvPr id="609283" name="Rectangle 3"/>
          <p:cNvSpPr>
            <a:spLocks noGrp="1" noChangeArrowheads="1"/>
          </p:cNvSpPr>
          <p:nvPr>
            <p:ph type="body" idx="1"/>
          </p:nvPr>
        </p:nvSpPr>
        <p:spPr>
          <a:xfrm>
            <a:off x="539750" y="1844675"/>
            <a:ext cx="8275638" cy="4752975"/>
          </a:xfrm>
        </p:spPr>
        <p:txBody>
          <a:bodyPr/>
          <a:lstStyle/>
          <a:p>
            <a:pPr eaLnBrk="1" hangingPunct="1"/>
            <a:r>
              <a:rPr lang="en-US" altLang="zh-CN" sz="2800" smtClean="0"/>
              <a:t>TELNET </a:t>
            </a:r>
            <a:r>
              <a:rPr lang="zh-CN" altLang="en-US" sz="2800" smtClean="0"/>
              <a:t>是一个简单的远程终端协议，也是因特网的正式标准。</a:t>
            </a:r>
          </a:p>
          <a:p>
            <a:pPr eaLnBrk="1" hangingPunct="1"/>
            <a:r>
              <a:rPr lang="zh-CN" altLang="en-US" sz="2800" smtClean="0"/>
              <a:t>用户用 </a:t>
            </a:r>
            <a:r>
              <a:rPr lang="en-US" altLang="zh-CN" sz="2800" smtClean="0"/>
              <a:t>TELNET </a:t>
            </a:r>
            <a:r>
              <a:rPr lang="zh-CN" altLang="en-US" sz="2800" smtClean="0"/>
              <a:t>就可在其所在地通过 </a:t>
            </a:r>
            <a:r>
              <a:rPr lang="en-US" altLang="zh-CN" sz="2800" smtClean="0"/>
              <a:t>TCP </a:t>
            </a:r>
            <a:r>
              <a:rPr lang="zh-CN" altLang="en-US" sz="2800" smtClean="0"/>
              <a:t>连接注册（即登录）到远地的另一个主机上（使用主机名或 </a:t>
            </a:r>
            <a:r>
              <a:rPr lang="en-US" altLang="zh-CN" sz="2800" smtClean="0"/>
              <a:t>IP </a:t>
            </a:r>
            <a:r>
              <a:rPr lang="zh-CN" altLang="en-US" sz="2800" smtClean="0"/>
              <a:t>地址）。</a:t>
            </a:r>
          </a:p>
          <a:p>
            <a:pPr algn="just" eaLnBrk="1" hangingPunct="1"/>
            <a:r>
              <a:rPr lang="en-US" altLang="zh-CN" sz="2800" smtClean="0"/>
              <a:t>TELNET </a:t>
            </a:r>
            <a:r>
              <a:rPr lang="zh-CN" altLang="en-US" sz="2800" smtClean="0"/>
              <a:t>能将用户的击键传到远地主机，同时也能将远地主机的输出通过 </a:t>
            </a:r>
            <a:r>
              <a:rPr lang="en-US" altLang="zh-CN" sz="2800" smtClean="0"/>
              <a:t>TCP </a:t>
            </a:r>
            <a:r>
              <a:rPr lang="zh-CN" altLang="en-US" sz="2800" smtClean="0"/>
              <a:t>连接返回到用户屏幕。这种服务是透明的，因为用户感觉到好像键盘和显示器是直接连在远地主机上。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9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68313" y="214313"/>
            <a:ext cx="8135937" cy="1462087"/>
          </a:xfrm>
        </p:spPr>
        <p:txBody>
          <a:bodyPr/>
          <a:lstStyle/>
          <a:p>
            <a:pPr algn="ctr" eaLnBrk="1" hangingPunct="1"/>
            <a:r>
              <a:rPr lang="zh-CN" altLang="en-US" sz="4800" smtClean="0"/>
              <a:t>客户服务器方式</a:t>
            </a:r>
          </a:p>
        </p:txBody>
      </p:sp>
      <p:sp>
        <p:nvSpPr>
          <p:cNvPr id="611331" name="Rectangle 3"/>
          <p:cNvSpPr>
            <a:spLocks noGrp="1" noChangeArrowheads="1"/>
          </p:cNvSpPr>
          <p:nvPr>
            <p:ph type="body" idx="1"/>
          </p:nvPr>
        </p:nvSpPr>
        <p:spPr>
          <a:xfrm>
            <a:off x="539750" y="1844675"/>
            <a:ext cx="8275638" cy="4752975"/>
          </a:xfrm>
        </p:spPr>
        <p:txBody>
          <a:bodyPr/>
          <a:lstStyle/>
          <a:p>
            <a:pPr eaLnBrk="1" hangingPunct="1"/>
            <a:r>
              <a:rPr lang="zh-CN" altLang="en-US" smtClean="0"/>
              <a:t>现在由于 </a:t>
            </a:r>
            <a:r>
              <a:rPr lang="en-US" altLang="zh-CN" smtClean="0"/>
              <a:t>PC </a:t>
            </a:r>
            <a:r>
              <a:rPr lang="zh-CN" altLang="en-US" smtClean="0"/>
              <a:t>机的功能越来越强，用户已较少使用 </a:t>
            </a:r>
            <a:r>
              <a:rPr lang="en-US" altLang="zh-CN" smtClean="0"/>
              <a:t>TELNET </a:t>
            </a:r>
            <a:r>
              <a:rPr lang="zh-CN" altLang="en-US" smtClean="0"/>
              <a:t>了。</a:t>
            </a:r>
          </a:p>
          <a:p>
            <a:pPr eaLnBrk="1" hangingPunct="1"/>
            <a:r>
              <a:rPr lang="en-US" altLang="zh-CN" smtClean="0"/>
              <a:t>TELNET </a:t>
            </a:r>
            <a:r>
              <a:rPr lang="zh-CN" altLang="en-US" smtClean="0"/>
              <a:t>也使用客户服务器方式。在本地系统运行 </a:t>
            </a:r>
            <a:r>
              <a:rPr lang="en-US" altLang="zh-CN" smtClean="0"/>
              <a:t>TELNET </a:t>
            </a:r>
            <a:r>
              <a:rPr lang="zh-CN" altLang="en-US" smtClean="0"/>
              <a:t>客户进程，而在远地主机则运行 </a:t>
            </a:r>
            <a:r>
              <a:rPr lang="en-US" altLang="zh-CN" smtClean="0"/>
              <a:t>TELNET </a:t>
            </a:r>
            <a:r>
              <a:rPr lang="zh-CN" altLang="en-US" smtClean="0"/>
              <a:t>服务器进程。</a:t>
            </a:r>
          </a:p>
          <a:p>
            <a:pPr eaLnBrk="1" hangingPunct="1"/>
            <a:r>
              <a:rPr lang="zh-CN" altLang="en-US" smtClean="0"/>
              <a:t>和 </a:t>
            </a:r>
            <a:r>
              <a:rPr lang="en-US" altLang="zh-CN" smtClean="0"/>
              <a:t>FTP </a:t>
            </a:r>
            <a:r>
              <a:rPr lang="zh-CN" altLang="en-US" smtClean="0"/>
              <a:t>的情况相似，服务器中的主进程等待新的请求，并产生从属进程来处理每一个连接。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1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1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68313" y="214313"/>
            <a:ext cx="8135937" cy="1462087"/>
          </a:xfrm>
        </p:spPr>
        <p:txBody>
          <a:bodyPr/>
          <a:lstStyle/>
          <a:p>
            <a:pPr algn="ctr" eaLnBrk="1" hangingPunct="1"/>
            <a:r>
              <a:rPr lang="en-US" altLang="zh-CN" smtClean="0"/>
              <a:t>TELNET </a:t>
            </a:r>
            <a:r>
              <a:rPr lang="zh-CN" altLang="en-US" smtClean="0"/>
              <a:t>使用</a:t>
            </a:r>
            <a:br>
              <a:rPr lang="zh-CN" altLang="en-US" smtClean="0"/>
            </a:br>
            <a:r>
              <a:rPr lang="zh-CN" altLang="en-US" smtClean="0"/>
              <a:t>网络虚拟终端 </a:t>
            </a:r>
            <a:r>
              <a:rPr lang="en-US" altLang="zh-CN" smtClean="0"/>
              <a:t>NVT </a:t>
            </a:r>
            <a:r>
              <a:rPr lang="zh-CN" altLang="en-US" smtClean="0"/>
              <a:t>格式 </a:t>
            </a:r>
          </a:p>
        </p:txBody>
      </p:sp>
      <p:graphicFrame>
        <p:nvGraphicFramePr>
          <p:cNvPr id="41987" name="Object 5"/>
          <p:cNvGraphicFramePr>
            <a:graphicFrameLocks noChangeAspect="1"/>
          </p:cNvGraphicFramePr>
          <p:nvPr/>
        </p:nvGraphicFramePr>
        <p:xfrm>
          <a:off x="2852738" y="2701925"/>
          <a:ext cx="3346450" cy="2297113"/>
        </p:xfrm>
        <a:graphic>
          <a:graphicData uri="http://schemas.openxmlformats.org/presentationml/2006/ole">
            <mc:AlternateContent xmlns:mc="http://schemas.openxmlformats.org/markup-compatibility/2006">
              <mc:Choice xmlns:v="urn:schemas-microsoft-com:vml" Requires="v">
                <p:oleObj spid="_x0000_s42003" name="VISIO" r:id="rId4" imgW="1687068" imgH="964692" progId="Visio.Drawing.6">
                  <p:embed/>
                </p:oleObj>
              </mc:Choice>
              <mc:Fallback>
                <p:oleObj name="VISIO" r:id="rId4" imgW="1687068" imgH="964692" progId="Visio.Drawing.6">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2738" y="2701925"/>
                        <a:ext cx="3346450" cy="229711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1988" name="Text Box 6"/>
          <p:cNvSpPr txBox="1">
            <a:spLocks noChangeArrowheads="1"/>
          </p:cNvSpPr>
          <p:nvPr/>
        </p:nvSpPr>
        <p:spPr bwMode="auto">
          <a:xfrm>
            <a:off x="3924300" y="2244725"/>
            <a:ext cx="125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800">
                <a:solidFill>
                  <a:srgbClr val="333399"/>
                </a:solidFill>
                <a:latin typeface="Arial" pitchFamily="34" charset="0"/>
                <a:ea typeface="黑体" pitchFamily="49" charset="-122"/>
              </a:rPr>
              <a:t>因特网</a:t>
            </a:r>
          </a:p>
        </p:txBody>
      </p:sp>
      <p:pic>
        <p:nvPicPr>
          <p:cNvPr id="41989" name="Picture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0838" y="2806700"/>
            <a:ext cx="1974850" cy="219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990" name="Picture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288" y="2901950"/>
            <a:ext cx="1858962"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91" name="Text Box 9"/>
          <p:cNvSpPr txBox="1">
            <a:spLocks noChangeArrowheads="1"/>
          </p:cNvSpPr>
          <p:nvPr/>
        </p:nvSpPr>
        <p:spPr bwMode="auto">
          <a:xfrm>
            <a:off x="3878263" y="3130550"/>
            <a:ext cx="1487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rgbClr val="333399"/>
                </a:solidFill>
                <a:latin typeface="Arial" pitchFamily="34" charset="0"/>
                <a:ea typeface="黑体" pitchFamily="49" charset="-122"/>
              </a:rPr>
              <a:t>TCP </a:t>
            </a:r>
            <a:r>
              <a:rPr kumimoji="1" lang="zh-CN" altLang="en-US" sz="2400">
                <a:solidFill>
                  <a:srgbClr val="333399"/>
                </a:solidFill>
                <a:latin typeface="Arial" pitchFamily="34" charset="0"/>
                <a:ea typeface="黑体" pitchFamily="49" charset="-122"/>
              </a:rPr>
              <a:t>连接</a:t>
            </a:r>
          </a:p>
        </p:txBody>
      </p:sp>
      <p:sp>
        <p:nvSpPr>
          <p:cNvPr id="41992" name="Text Box 10"/>
          <p:cNvSpPr txBox="1">
            <a:spLocks noChangeArrowheads="1"/>
          </p:cNvSpPr>
          <p:nvPr/>
        </p:nvSpPr>
        <p:spPr bwMode="auto">
          <a:xfrm>
            <a:off x="1116013" y="2408238"/>
            <a:ext cx="118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rgbClr val="333399"/>
                </a:solidFill>
                <a:latin typeface="Arial" pitchFamily="34" charset="0"/>
                <a:ea typeface="黑体" pitchFamily="49" charset="-122"/>
              </a:rPr>
              <a:t> </a:t>
            </a:r>
            <a:r>
              <a:rPr kumimoji="1" lang="zh-CN" altLang="en-US" sz="2400">
                <a:solidFill>
                  <a:srgbClr val="333399"/>
                </a:solidFill>
                <a:latin typeface="Arial" pitchFamily="34" charset="0"/>
                <a:ea typeface="黑体" pitchFamily="49" charset="-122"/>
              </a:rPr>
              <a:t>客户端</a:t>
            </a:r>
          </a:p>
        </p:txBody>
      </p:sp>
      <p:sp>
        <p:nvSpPr>
          <p:cNvPr id="41993" name="Text Box 11"/>
          <p:cNvSpPr txBox="1">
            <a:spLocks noChangeArrowheads="1"/>
          </p:cNvSpPr>
          <p:nvPr/>
        </p:nvSpPr>
        <p:spPr bwMode="auto">
          <a:xfrm>
            <a:off x="6961188" y="2349500"/>
            <a:ext cx="1487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rgbClr val="333399"/>
                </a:solidFill>
                <a:latin typeface="Arial" pitchFamily="34" charset="0"/>
                <a:ea typeface="黑体" pitchFamily="49" charset="-122"/>
              </a:rPr>
              <a:t> </a:t>
            </a:r>
            <a:r>
              <a:rPr kumimoji="1" lang="zh-CN" altLang="en-US" sz="2400">
                <a:solidFill>
                  <a:srgbClr val="333399"/>
                </a:solidFill>
                <a:latin typeface="Arial" pitchFamily="34" charset="0"/>
                <a:ea typeface="黑体" pitchFamily="49" charset="-122"/>
              </a:rPr>
              <a:t>服务器端</a:t>
            </a:r>
          </a:p>
        </p:txBody>
      </p:sp>
      <p:sp>
        <p:nvSpPr>
          <p:cNvPr id="41994" name="Text Box 12"/>
          <p:cNvSpPr txBox="1">
            <a:spLocks noChangeArrowheads="1"/>
          </p:cNvSpPr>
          <p:nvPr/>
        </p:nvSpPr>
        <p:spPr bwMode="auto">
          <a:xfrm>
            <a:off x="0" y="5072063"/>
            <a:ext cx="2706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rgbClr val="333399"/>
                </a:solidFill>
                <a:latin typeface="Arial" pitchFamily="34" charset="0"/>
                <a:ea typeface="黑体" pitchFamily="49" charset="-122"/>
              </a:rPr>
              <a:t> </a:t>
            </a:r>
            <a:r>
              <a:rPr kumimoji="1" lang="zh-CN" altLang="en-US" sz="2400">
                <a:solidFill>
                  <a:srgbClr val="333399"/>
                </a:solidFill>
                <a:latin typeface="Arial" pitchFamily="34" charset="0"/>
                <a:ea typeface="黑体" pitchFamily="49" charset="-122"/>
              </a:rPr>
              <a:t>使用客户端的格式</a:t>
            </a:r>
          </a:p>
        </p:txBody>
      </p:sp>
      <p:sp>
        <p:nvSpPr>
          <p:cNvPr id="41995" name="Text Box 13"/>
          <p:cNvSpPr txBox="1">
            <a:spLocks noChangeArrowheads="1"/>
          </p:cNvSpPr>
          <p:nvPr/>
        </p:nvSpPr>
        <p:spPr bwMode="auto">
          <a:xfrm>
            <a:off x="6084888" y="5072063"/>
            <a:ext cx="3011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rgbClr val="333399"/>
                </a:solidFill>
                <a:latin typeface="Arial" pitchFamily="34" charset="0"/>
                <a:ea typeface="黑体" pitchFamily="49" charset="-122"/>
              </a:rPr>
              <a:t> </a:t>
            </a:r>
            <a:r>
              <a:rPr kumimoji="1" lang="zh-CN" altLang="en-US" sz="2400">
                <a:solidFill>
                  <a:srgbClr val="333399"/>
                </a:solidFill>
                <a:latin typeface="Arial" pitchFamily="34" charset="0"/>
                <a:ea typeface="黑体" pitchFamily="49" charset="-122"/>
              </a:rPr>
              <a:t>使用服务器端的格式</a:t>
            </a:r>
          </a:p>
        </p:txBody>
      </p:sp>
      <p:sp>
        <p:nvSpPr>
          <p:cNvPr id="41996" name="Text Box 14"/>
          <p:cNvSpPr txBox="1">
            <a:spLocks noChangeArrowheads="1"/>
          </p:cNvSpPr>
          <p:nvPr/>
        </p:nvSpPr>
        <p:spPr bwMode="auto">
          <a:xfrm>
            <a:off x="3332163" y="5072063"/>
            <a:ext cx="2265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400">
                <a:solidFill>
                  <a:srgbClr val="333399"/>
                </a:solidFill>
                <a:latin typeface="Arial" pitchFamily="34" charset="0"/>
                <a:ea typeface="黑体" pitchFamily="49" charset="-122"/>
              </a:rPr>
              <a:t> </a:t>
            </a:r>
            <a:r>
              <a:rPr kumimoji="1" lang="zh-CN" altLang="en-US" sz="2400">
                <a:solidFill>
                  <a:srgbClr val="333399"/>
                </a:solidFill>
                <a:latin typeface="Arial" pitchFamily="34" charset="0"/>
                <a:ea typeface="黑体" pitchFamily="49" charset="-122"/>
              </a:rPr>
              <a:t>使用 </a:t>
            </a:r>
            <a:r>
              <a:rPr kumimoji="1" lang="en-US" altLang="zh-CN" sz="2400">
                <a:solidFill>
                  <a:srgbClr val="333399"/>
                </a:solidFill>
                <a:latin typeface="Arial" pitchFamily="34" charset="0"/>
                <a:ea typeface="黑体" pitchFamily="49" charset="-122"/>
              </a:rPr>
              <a:t>NVT </a:t>
            </a:r>
            <a:r>
              <a:rPr kumimoji="1" lang="zh-CN" altLang="en-US" sz="2400">
                <a:solidFill>
                  <a:srgbClr val="333399"/>
                </a:solidFill>
                <a:latin typeface="Arial" pitchFamily="34" charset="0"/>
                <a:ea typeface="黑体" pitchFamily="49" charset="-122"/>
              </a:rPr>
              <a:t>格式</a:t>
            </a:r>
          </a:p>
        </p:txBody>
      </p:sp>
      <p:sp>
        <p:nvSpPr>
          <p:cNvPr id="41997" name="Line 15"/>
          <p:cNvSpPr>
            <a:spLocks noChangeShapeType="1"/>
          </p:cNvSpPr>
          <p:nvPr/>
        </p:nvSpPr>
        <p:spPr bwMode="auto">
          <a:xfrm flipV="1">
            <a:off x="1316038" y="4051300"/>
            <a:ext cx="330200" cy="108108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8" name="Line 16"/>
          <p:cNvSpPr>
            <a:spLocks noChangeShapeType="1"/>
          </p:cNvSpPr>
          <p:nvPr/>
        </p:nvSpPr>
        <p:spPr bwMode="auto">
          <a:xfrm flipH="1" flipV="1">
            <a:off x="4494213" y="3806825"/>
            <a:ext cx="6350" cy="127793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9" name="Line 17"/>
          <p:cNvSpPr>
            <a:spLocks noChangeShapeType="1"/>
          </p:cNvSpPr>
          <p:nvPr/>
        </p:nvSpPr>
        <p:spPr bwMode="auto">
          <a:xfrm flipV="1">
            <a:off x="7451725" y="3997325"/>
            <a:ext cx="103188" cy="130333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0" name="Oval 18"/>
          <p:cNvSpPr>
            <a:spLocks noChangeArrowheads="1"/>
          </p:cNvSpPr>
          <p:nvPr/>
        </p:nvSpPr>
        <p:spPr bwMode="auto">
          <a:xfrm>
            <a:off x="1208088" y="3235325"/>
            <a:ext cx="928687" cy="833438"/>
          </a:xfrm>
          <a:prstGeom prst="ellipse">
            <a:avLst/>
          </a:prstGeom>
          <a:solidFill>
            <a:srgbClr val="FFFF99"/>
          </a:solidFill>
          <a:ln w="19050">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42001" name="Oval 19"/>
          <p:cNvSpPr>
            <a:spLocks noChangeArrowheads="1"/>
          </p:cNvSpPr>
          <p:nvPr/>
        </p:nvSpPr>
        <p:spPr bwMode="auto">
          <a:xfrm>
            <a:off x="7050088" y="3235325"/>
            <a:ext cx="1044575" cy="833438"/>
          </a:xfrm>
          <a:prstGeom prst="ellipse">
            <a:avLst/>
          </a:prstGeom>
          <a:solidFill>
            <a:srgbClr val="FFCCCC"/>
          </a:solidFill>
          <a:ln w="19050">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42002" name="AutoShape 20"/>
          <p:cNvSpPr>
            <a:spLocks noChangeArrowheads="1"/>
          </p:cNvSpPr>
          <p:nvPr/>
        </p:nvSpPr>
        <p:spPr bwMode="auto">
          <a:xfrm>
            <a:off x="2195513" y="3513138"/>
            <a:ext cx="4873625" cy="388937"/>
          </a:xfrm>
          <a:prstGeom prst="leftRightArrow">
            <a:avLst>
              <a:gd name="adj1" fmla="val 61111"/>
              <a:gd name="adj2" fmla="val 202172"/>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50825" y="214313"/>
            <a:ext cx="8642350" cy="1462087"/>
          </a:xfrm>
        </p:spPr>
        <p:txBody>
          <a:bodyPr/>
          <a:lstStyle/>
          <a:p>
            <a:pPr algn="ctr" eaLnBrk="1" hangingPunct="1"/>
            <a:r>
              <a:rPr lang="zh-CN" altLang="en-US" smtClean="0"/>
              <a:t>网络虚拟终端 </a:t>
            </a:r>
            <a:r>
              <a:rPr lang="en-US" altLang="zh-CN" smtClean="0"/>
              <a:t>NVT </a:t>
            </a:r>
            <a:r>
              <a:rPr lang="zh-CN" altLang="en-US" smtClean="0"/>
              <a:t>格式 </a:t>
            </a:r>
            <a:r>
              <a:rPr lang="en-US" altLang="zh-CN" sz="2400" smtClean="0"/>
              <a:t>235</a:t>
            </a:r>
          </a:p>
        </p:txBody>
      </p:sp>
      <p:sp>
        <p:nvSpPr>
          <p:cNvPr id="141315" name="Rectangle 3"/>
          <p:cNvSpPr>
            <a:spLocks noGrp="1" noChangeArrowheads="1"/>
          </p:cNvSpPr>
          <p:nvPr>
            <p:ph type="body" idx="1"/>
          </p:nvPr>
        </p:nvSpPr>
        <p:spPr>
          <a:xfrm>
            <a:off x="755650" y="1906588"/>
            <a:ext cx="8064500" cy="4114800"/>
          </a:xfrm>
        </p:spPr>
        <p:txBody>
          <a:bodyPr/>
          <a:lstStyle/>
          <a:p>
            <a:pPr algn="just" eaLnBrk="1" hangingPunct="1"/>
            <a:r>
              <a:rPr lang="zh-CN" altLang="en-US" smtClean="0"/>
              <a:t>客户软件把用户的击键和命令转换成 </a:t>
            </a:r>
            <a:r>
              <a:rPr lang="en-US" altLang="zh-CN" smtClean="0"/>
              <a:t>NVT </a:t>
            </a:r>
            <a:r>
              <a:rPr lang="zh-CN" altLang="en-US" smtClean="0"/>
              <a:t>格式，并送交服务器。</a:t>
            </a:r>
          </a:p>
          <a:p>
            <a:pPr algn="just" eaLnBrk="1" hangingPunct="1"/>
            <a:r>
              <a:rPr lang="zh-CN" altLang="en-US" smtClean="0"/>
              <a:t>服务器软件把收到的数据和命令，从 </a:t>
            </a:r>
            <a:r>
              <a:rPr lang="en-US" altLang="zh-CN" smtClean="0"/>
              <a:t>NVT </a:t>
            </a:r>
            <a:r>
              <a:rPr lang="zh-CN" altLang="en-US" smtClean="0"/>
              <a:t>格式转换成远地系统所需的格式。</a:t>
            </a:r>
          </a:p>
          <a:p>
            <a:pPr algn="just" eaLnBrk="1" hangingPunct="1"/>
            <a:r>
              <a:rPr lang="zh-CN" altLang="en-US" smtClean="0"/>
              <a:t>向用户返回数据时，服务器把远地系统的格式转换为 </a:t>
            </a:r>
            <a:r>
              <a:rPr lang="en-US" altLang="zh-CN" smtClean="0"/>
              <a:t>NVT </a:t>
            </a:r>
            <a:r>
              <a:rPr lang="zh-CN" altLang="en-US" smtClean="0"/>
              <a:t>格式，本地客户再从 </a:t>
            </a:r>
            <a:r>
              <a:rPr lang="en-US" altLang="zh-CN" smtClean="0"/>
              <a:t>NVT </a:t>
            </a:r>
            <a:r>
              <a:rPr lang="zh-CN" altLang="en-US" smtClean="0"/>
              <a:t>格式转换到本地系统所需的格式。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150938" y="214313"/>
            <a:ext cx="6445250" cy="1462087"/>
          </a:xfrm>
        </p:spPr>
        <p:txBody>
          <a:bodyPr/>
          <a:lstStyle/>
          <a:p>
            <a:pPr algn="ctr" eaLnBrk="1" hangingPunct="1"/>
            <a:r>
              <a:rPr lang="en-US" altLang="zh-CN" smtClean="0"/>
              <a:t>6.4  </a:t>
            </a:r>
            <a:r>
              <a:rPr lang="zh-CN" altLang="en-US" smtClean="0"/>
              <a:t>万维网 </a:t>
            </a:r>
            <a:r>
              <a:rPr lang="en-US" altLang="zh-CN" smtClean="0"/>
              <a:t>WWW</a:t>
            </a:r>
            <a:br>
              <a:rPr lang="en-US" altLang="zh-CN" smtClean="0"/>
            </a:br>
            <a:r>
              <a:rPr lang="en-US" altLang="zh-CN" sz="4000" smtClean="0"/>
              <a:t>6.4.1  </a:t>
            </a:r>
            <a:r>
              <a:rPr lang="zh-CN" altLang="en-US" sz="4000" smtClean="0"/>
              <a:t>万维网概述</a:t>
            </a:r>
          </a:p>
        </p:txBody>
      </p:sp>
      <p:sp>
        <p:nvSpPr>
          <p:cNvPr id="543747" name="Rectangle 3"/>
          <p:cNvSpPr>
            <a:spLocks noGrp="1" noChangeArrowheads="1"/>
          </p:cNvSpPr>
          <p:nvPr>
            <p:ph type="body" idx="1"/>
          </p:nvPr>
        </p:nvSpPr>
        <p:spPr>
          <a:xfrm>
            <a:off x="1042988" y="1906588"/>
            <a:ext cx="7772400" cy="4475162"/>
          </a:xfrm>
        </p:spPr>
        <p:txBody>
          <a:bodyPr/>
          <a:lstStyle/>
          <a:p>
            <a:pPr algn="just" eaLnBrk="1" hangingPunct="1"/>
            <a:r>
              <a:rPr lang="zh-CN" altLang="en-US" sz="2800" smtClean="0">
                <a:solidFill>
                  <a:schemeClr val="hlink"/>
                </a:solidFill>
              </a:rPr>
              <a:t>万维网</a:t>
            </a:r>
            <a:r>
              <a:rPr lang="zh-CN" altLang="en-US" sz="2800" smtClean="0"/>
              <a:t> </a:t>
            </a:r>
            <a:r>
              <a:rPr lang="en-US" altLang="zh-CN" sz="2800" smtClean="0"/>
              <a:t>WWW (World Wide Web)</a:t>
            </a:r>
            <a:r>
              <a:rPr lang="zh-CN" altLang="en-US" sz="2800" smtClean="0"/>
              <a:t>并非某种特殊的计算机网络。</a:t>
            </a:r>
          </a:p>
          <a:p>
            <a:pPr algn="just" eaLnBrk="1" hangingPunct="1"/>
            <a:r>
              <a:rPr lang="zh-CN" altLang="en-US" sz="2800" smtClean="0"/>
              <a:t>万维网是一个大规模的、联机式的信息储藏所。</a:t>
            </a:r>
          </a:p>
          <a:p>
            <a:pPr algn="just" eaLnBrk="1" hangingPunct="1"/>
            <a:r>
              <a:rPr lang="zh-CN" altLang="en-US" sz="2800" smtClean="0"/>
              <a:t>万维网用链接的方法能非常方便地从因特网上的一个站点访问另一个站点，从而主动地按需获取丰富的信息。</a:t>
            </a:r>
          </a:p>
          <a:p>
            <a:pPr algn="just" eaLnBrk="1" hangingPunct="1"/>
            <a:r>
              <a:rPr lang="zh-CN" altLang="en-US" sz="2800" smtClean="0"/>
              <a:t>这种访问方式称为“</a:t>
            </a:r>
            <a:r>
              <a:rPr lang="zh-CN" altLang="en-US" sz="2800" smtClean="0">
                <a:solidFill>
                  <a:schemeClr val="hlink"/>
                </a:solidFill>
              </a:rPr>
              <a:t>链接</a:t>
            </a:r>
            <a:r>
              <a:rPr lang="zh-CN" altLang="en-US" sz="2800"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ctr" eaLnBrk="1" hangingPunct="1"/>
            <a:r>
              <a:rPr lang="zh-CN" altLang="en-US" smtClean="0"/>
              <a:t>万维网提供分布式服务</a:t>
            </a:r>
            <a:r>
              <a:rPr lang="en-US" altLang="zh-CN" sz="2800" smtClean="0"/>
              <a:t>236</a:t>
            </a:r>
            <a:r>
              <a:rPr lang="en-US" altLang="zh-CN" smtClean="0"/>
              <a:t> </a:t>
            </a:r>
          </a:p>
        </p:txBody>
      </p:sp>
      <p:sp>
        <p:nvSpPr>
          <p:cNvPr id="45059" name="Text Box 5"/>
          <p:cNvSpPr txBox="1">
            <a:spLocks noChangeArrowheads="1"/>
          </p:cNvSpPr>
          <p:nvPr/>
        </p:nvSpPr>
        <p:spPr bwMode="auto">
          <a:xfrm>
            <a:off x="2662238" y="3897313"/>
            <a:ext cx="1125537"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sp>
        <p:nvSpPr>
          <p:cNvPr id="45060" name="Text Box 6"/>
          <p:cNvSpPr txBox="1">
            <a:spLocks noChangeArrowheads="1"/>
          </p:cNvSpPr>
          <p:nvPr/>
        </p:nvSpPr>
        <p:spPr bwMode="auto">
          <a:xfrm>
            <a:off x="708025" y="1870075"/>
            <a:ext cx="1036638"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9600">
                <a:solidFill>
                  <a:srgbClr val="333399"/>
                </a:solidFill>
                <a:latin typeface="Arial" pitchFamily="34" charset="0"/>
                <a:ea typeface="黑体" pitchFamily="49" charset="-122"/>
                <a:sym typeface="Wingdings" pitchFamily="2" charset="2"/>
              </a:rPr>
              <a:t></a:t>
            </a:r>
            <a:endParaRPr kumimoji="1" lang="en-US" altLang="zh-CN" sz="9600">
              <a:solidFill>
                <a:srgbClr val="333399"/>
              </a:solidFill>
              <a:latin typeface="Arial" pitchFamily="34" charset="0"/>
              <a:ea typeface="黑体" pitchFamily="49" charset="-122"/>
            </a:endParaRPr>
          </a:p>
        </p:txBody>
      </p:sp>
      <p:sp>
        <p:nvSpPr>
          <p:cNvPr id="45061" name="Text Box 7"/>
          <p:cNvSpPr txBox="1">
            <a:spLocks noChangeArrowheads="1"/>
          </p:cNvSpPr>
          <p:nvPr/>
        </p:nvSpPr>
        <p:spPr bwMode="auto">
          <a:xfrm>
            <a:off x="3919538" y="1751013"/>
            <a:ext cx="1125537"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sp>
        <p:nvSpPr>
          <p:cNvPr id="45062" name="Text Box 8"/>
          <p:cNvSpPr txBox="1">
            <a:spLocks noChangeArrowheads="1"/>
          </p:cNvSpPr>
          <p:nvPr/>
        </p:nvSpPr>
        <p:spPr bwMode="auto">
          <a:xfrm>
            <a:off x="5734050" y="3824288"/>
            <a:ext cx="1125538"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sp>
        <p:nvSpPr>
          <p:cNvPr id="45063" name="Text Box 9"/>
          <p:cNvSpPr txBox="1">
            <a:spLocks noChangeArrowheads="1"/>
          </p:cNvSpPr>
          <p:nvPr/>
        </p:nvSpPr>
        <p:spPr bwMode="auto">
          <a:xfrm>
            <a:off x="7361238" y="1912938"/>
            <a:ext cx="1036637"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9600">
                <a:solidFill>
                  <a:srgbClr val="333399"/>
                </a:solidFill>
                <a:latin typeface="Arial" pitchFamily="34" charset="0"/>
                <a:ea typeface="黑体" pitchFamily="49" charset="-122"/>
                <a:sym typeface="Wingdings" pitchFamily="2" charset="2"/>
              </a:rPr>
              <a:t></a:t>
            </a:r>
            <a:endParaRPr kumimoji="1" lang="en-US" altLang="zh-CN" sz="9600">
              <a:solidFill>
                <a:srgbClr val="333399"/>
              </a:solidFill>
              <a:latin typeface="Arial" pitchFamily="34" charset="0"/>
              <a:ea typeface="黑体" pitchFamily="49" charset="-122"/>
            </a:endParaRPr>
          </a:p>
        </p:txBody>
      </p:sp>
      <p:pic>
        <p:nvPicPr>
          <p:cNvPr id="45064" name="Picture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3146425"/>
            <a:ext cx="657225"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5" name="Text Box 11"/>
          <p:cNvSpPr txBox="1">
            <a:spLocks noChangeArrowheads="1"/>
          </p:cNvSpPr>
          <p:nvPr/>
        </p:nvSpPr>
        <p:spPr bwMode="auto">
          <a:xfrm>
            <a:off x="817563" y="3705225"/>
            <a:ext cx="94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万维网</a:t>
            </a:r>
          </a:p>
          <a:p>
            <a:pPr eaLnBrk="1" hangingPunct="1"/>
            <a:r>
              <a:rPr kumimoji="1" lang="zh-CN" altLang="en-US" sz="2000">
                <a:solidFill>
                  <a:srgbClr val="333399"/>
                </a:solidFill>
                <a:latin typeface="Arial" pitchFamily="34" charset="0"/>
                <a:ea typeface="黑体" pitchFamily="49" charset="-122"/>
              </a:rPr>
              <a:t>站点 </a:t>
            </a:r>
            <a:r>
              <a:rPr kumimoji="1" lang="en-US" altLang="zh-CN" sz="2000">
                <a:solidFill>
                  <a:srgbClr val="333399"/>
                </a:solidFill>
                <a:latin typeface="Arial" pitchFamily="34" charset="0"/>
                <a:ea typeface="黑体" pitchFamily="49" charset="-122"/>
              </a:rPr>
              <a:t>A</a:t>
            </a:r>
          </a:p>
        </p:txBody>
      </p:sp>
      <p:pic>
        <p:nvPicPr>
          <p:cNvPr id="45066" name="Pictur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1150" y="3159125"/>
            <a:ext cx="658813"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67" name="Picture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9513" y="3146425"/>
            <a:ext cx="658812"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68"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9475" y="5202238"/>
            <a:ext cx="657225"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69"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8300" y="5202238"/>
            <a:ext cx="658813"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70" name="Text Box 16"/>
          <p:cNvSpPr txBox="1">
            <a:spLocks noChangeArrowheads="1"/>
          </p:cNvSpPr>
          <p:nvPr/>
        </p:nvSpPr>
        <p:spPr bwMode="auto">
          <a:xfrm>
            <a:off x="7370763" y="3735388"/>
            <a:ext cx="94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万维网</a:t>
            </a:r>
          </a:p>
          <a:p>
            <a:pPr eaLnBrk="1" hangingPunct="1"/>
            <a:r>
              <a:rPr kumimoji="1" lang="zh-CN" altLang="en-US" sz="2000">
                <a:solidFill>
                  <a:srgbClr val="333399"/>
                </a:solidFill>
                <a:latin typeface="Arial" pitchFamily="34" charset="0"/>
                <a:ea typeface="黑体" pitchFamily="49" charset="-122"/>
              </a:rPr>
              <a:t>站点 </a:t>
            </a:r>
            <a:r>
              <a:rPr kumimoji="1" lang="en-US" altLang="zh-CN" sz="2000">
                <a:solidFill>
                  <a:srgbClr val="333399"/>
                </a:solidFill>
                <a:latin typeface="Arial" pitchFamily="34" charset="0"/>
                <a:ea typeface="黑体" pitchFamily="49" charset="-122"/>
              </a:rPr>
              <a:t>C</a:t>
            </a:r>
          </a:p>
        </p:txBody>
      </p:sp>
      <p:sp>
        <p:nvSpPr>
          <p:cNvPr id="45071" name="Text Box 17"/>
          <p:cNvSpPr txBox="1">
            <a:spLocks noChangeArrowheads="1"/>
          </p:cNvSpPr>
          <p:nvPr/>
        </p:nvSpPr>
        <p:spPr bwMode="auto">
          <a:xfrm>
            <a:off x="5435600" y="5803900"/>
            <a:ext cx="1693863"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万维网站点 </a:t>
            </a:r>
            <a:r>
              <a:rPr kumimoji="1" lang="en-US" altLang="zh-CN" sz="2000">
                <a:solidFill>
                  <a:srgbClr val="333399"/>
                </a:solidFill>
                <a:latin typeface="Arial" pitchFamily="34" charset="0"/>
                <a:ea typeface="黑体" pitchFamily="49" charset="-122"/>
              </a:rPr>
              <a:t>E</a:t>
            </a:r>
          </a:p>
        </p:txBody>
      </p:sp>
      <p:sp>
        <p:nvSpPr>
          <p:cNvPr id="45072" name="Text Box 18"/>
          <p:cNvSpPr txBox="1">
            <a:spLocks noChangeArrowheads="1"/>
          </p:cNvSpPr>
          <p:nvPr/>
        </p:nvSpPr>
        <p:spPr bwMode="auto">
          <a:xfrm>
            <a:off x="2411413" y="5807075"/>
            <a:ext cx="1708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万维网站点 </a:t>
            </a:r>
            <a:r>
              <a:rPr kumimoji="1" lang="en-US" altLang="zh-CN" sz="2000">
                <a:solidFill>
                  <a:srgbClr val="333399"/>
                </a:solidFill>
                <a:latin typeface="Arial" pitchFamily="34" charset="0"/>
                <a:ea typeface="黑体" pitchFamily="49" charset="-122"/>
              </a:rPr>
              <a:t>D</a:t>
            </a:r>
          </a:p>
        </p:txBody>
      </p:sp>
      <p:sp>
        <p:nvSpPr>
          <p:cNvPr id="45073" name="Text Box 19"/>
          <p:cNvSpPr txBox="1">
            <a:spLocks noChangeArrowheads="1"/>
          </p:cNvSpPr>
          <p:nvPr/>
        </p:nvSpPr>
        <p:spPr bwMode="auto">
          <a:xfrm>
            <a:off x="3635375" y="3752850"/>
            <a:ext cx="1693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万维网站点 </a:t>
            </a:r>
            <a:r>
              <a:rPr kumimoji="1" lang="en-US" altLang="zh-CN" sz="2000">
                <a:solidFill>
                  <a:srgbClr val="333399"/>
                </a:solidFill>
                <a:latin typeface="Arial" pitchFamily="34" charset="0"/>
                <a:ea typeface="黑体" pitchFamily="49" charset="-122"/>
              </a:rPr>
              <a:t>B</a:t>
            </a:r>
          </a:p>
        </p:txBody>
      </p:sp>
      <p:grpSp>
        <p:nvGrpSpPr>
          <p:cNvPr id="544821" name="Group 53"/>
          <p:cNvGrpSpPr>
            <a:grpSpLocks/>
          </p:cNvGrpSpPr>
          <p:nvPr/>
        </p:nvGrpSpPr>
        <p:grpSpPr bwMode="auto">
          <a:xfrm>
            <a:off x="1322388" y="2170113"/>
            <a:ext cx="3021012" cy="579437"/>
            <a:chOff x="833" y="1367"/>
            <a:chExt cx="1903" cy="365"/>
          </a:xfrm>
        </p:grpSpPr>
        <p:sp>
          <p:nvSpPr>
            <p:cNvPr id="45108" name="Line 25"/>
            <p:cNvSpPr>
              <a:spLocks noChangeShapeType="1"/>
            </p:cNvSpPr>
            <p:nvPr/>
          </p:nvSpPr>
          <p:spPr bwMode="auto">
            <a:xfrm flipV="1">
              <a:off x="833" y="1564"/>
              <a:ext cx="1903" cy="168"/>
            </a:xfrm>
            <a:prstGeom prst="line">
              <a:avLst/>
            </a:prstGeom>
            <a:noFill/>
            <a:ln w="76200">
              <a:solidFill>
                <a:schemeClr val="hlink"/>
              </a:solidFill>
              <a:prstDash val="sysDot"/>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09" name="Text Box 26"/>
            <p:cNvSpPr txBox="1">
              <a:spLocks noChangeArrowheads="1"/>
            </p:cNvSpPr>
            <p:nvPr/>
          </p:nvSpPr>
          <p:spPr bwMode="auto">
            <a:xfrm rot="-222578">
              <a:off x="1499" y="1367"/>
              <a:ext cx="59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链接到</a:t>
              </a:r>
            </a:p>
          </p:txBody>
        </p:sp>
      </p:grpSp>
      <p:grpSp>
        <p:nvGrpSpPr>
          <p:cNvPr id="544823" name="Group 55"/>
          <p:cNvGrpSpPr>
            <a:grpSpLocks/>
          </p:cNvGrpSpPr>
          <p:nvPr/>
        </p:nvGrpSpPr>
        <p:grpSpPr bwMode="auto">
          <a:xfrm>
            <a:off x="3136900" y="2778125"/>
            <a:ext cx="1089025" cy="1858963"/>
            <a:chOff x="1976" y="1750"/>
            <a:chExt cx="686" cy="1171"/>
          </a:xfrm>
        </p:grpSpPr>
        <p:sp>
          <p:nvSpPr>
            <p:cNvPr id="45106" name="Line 22"/>
            <p:cNvSpPr>
              <a:spLocks noChangeShapeType="1"/>
            </p:cNvSpPr>
            <p:nvPr/>
          </p:nvSpPr>
          <p:spPr bwMode="auto">
            <a:xfrm flipH="1">
              <a:off x="1976" y="1778"/>
              <a:ext cx="686" cy="1143"/>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07" name="Text Box 27"/>
            <p:cNvSpPr txBox="1">
              <a:spLocks noChangeArrowheads="1"/>
            </p:cNvSpPr>
            <p:nvPr/>
          </p:nvSpPr>
          <p:spPr bwMode="auto">
            <a:xfrm rot="-3456035">
              <a:off x="2027" y="1923"/>
              <a:ext cx="5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链接到</a:t>
              </a:r>
            </a:p>
          </p:txBody>
        </p:sp>
      </p:grpSp>
      <p:grpSp>
        <p:nvGrpSpPr>
          <p:cNvPr id="544822" name="Group 54"/>
          <p:cNvGrpSpPr>
            <a:grpSpLocks/>
          </p:cNvGrpSpPr>
          <p:nvPr/>
        </p:nvGrpSpPr>
        <p:grpSpPr bwMode="auto">
          <a:xfrm>
            <a:off x="1377950" y="2994025"/>
            <a:ext cx="4816475" cy="2035175"/>
            <a:chOff x="868" y="1886"/>
            <a:chExt cx="3034" cy="1282"/>
          </a:xfrm>
        </p:grpSpPr>
        <p:sp>
          <p:nvSpPr>
            <p:cNvPr id="45104" name="Line 20"/>
            <p:cNvSpPr>
              <a:spLocks noChangeShapeType="1"/>
            </p:cNvSpPr>
            <p:nvPr/>
          </p:nvSpPr>
          <p:spPr bwMode="auto">
            <a:xfrm>
              <a:off x="868" y="1886"/>
              <a:ext cx="3034" cy="1282"/>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05" name="Text Box 28"/>
            <p:cNvSpPr txBox="1">
              <a:spLocks noChangeArrowheads="1"/>
            </p:cNvSpPr>
            <p:nvPr/>
          </p:nvSpPr>
          <p:spPr bwMode="auto">
            <a:xfrm rot="1357240">
              <a:off x="1458" y="1973"/>
              <a:ext cx="5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链接到</a:t>
              </a:r>
            </a:p>
          </p:txBody>
        </p:sp>
      </p:grpSp>
      <p:grpSp>
        <p:nvGrpSpPr>
          <p:cNvPr id="544826" name="Group 58"/>
          <p:cNvGrpSpPr>
            <a:grpSpLocks/>
          </p:cNvGrpSpPr>
          <p:nvPr/>
        </p:nvGrpSpPr>
        <p:grpSpPr bwMode="auto">
          <a:xfrm>
            <a:off x="3389313" y="2994025"/>
            <a:ext cx="4354512" cy="2074863"/>
            <a:chOff x="2135" y="1886"/>
            <a:chExt cx="2743" cy="1307"/>
          </a:xfrm>
        </p:grpSpPr>
        <p:sp>
          <p:nvSpPr>
            <p:cNvPr id="45102" name="Line 21"/>
            <p:cNvSpPr>
              <a:spLocks noChangeShapeType="1"/>
            </p:cNvSpPr>
            <p:nvPr/>
          </p:nvSpPr>
          <p:spPr bwMode="auto">
            <a:xfrm flipV="1">
              <a:off x="2135" y="1886"/>
              <a:ext cx="2743" cy="1307"/>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03" name="Text Box 29"/>
            <p:cNvSpPr txBox="1">
              <a:spLocks noChangeArrowheads="1"/>
            </p:cNvSpPr>
            <p:nvPr/>
          </p:nvSpPr>
          <p:spPr bwMode="auto">
            <a:xfrm rot="-1481172">
              <a:off x="3703" y="2009"/>
              <a:ext cx="596"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链接到</a:t>
              </a:r>
            </a:p>
          </p:txBody>
        </p:sp>
      </p:grpSp>
      <p:grpSp>
        <p:nvGrpSpPr>
          <p:cNvPr id="544825" name="Group 57"/>
          <p:cNvGrpSpPr>
            <a:grpSpLocks/>
          </p:cNvGrpSpPr>
          <p:nvPr/>
        </p:nvGrpSpPr>
        <p:grpSpPr bwMode="auto">
          <a:xfrm>
            <a:off x="1127125" y="3081338"/>
            <a:ext cx="1927225" cy="1814512"/>
            <a:chOff x="710" y="1941"/>
            <a:chExt cx="1214" cy="1143"/>
          </a:xfrm>
        </p:grpSpPr>
        <p:sp>
          <p:nvSpPr>
            <p:cNvPr id="45100" name="Line 24"/>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01" name="Text Box 30"/>
            <p:cNvSpPr txBox="1">
              <a:spLocks noChangeArrowheads="1"/>
            </p:cNvSpPr>
            <p:nvPr/>
          </p:nvSpPr>
          <p:spPr bwMode="auto">
            <a:xfrm rot="2570439">
              <a:off x="1201" y="2357"/>
              <a:ext cx="59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链接到</a:t>
              </a:r>
            </a:p>
          </p:txBody>
        </p:sp>
      </p:grpSp>
      <p:grpSp>
        <p:nvGrpSpPr>
          <p:cNvPr id="544824" name="Group 56"/>
          <p:cNvGrpSpPr>
            <a:grpSpLocks/>
          </p:cNvGrpSpPr>
          <p:nvPr/>
        </p:nvGrpSpPr>
        <p:grpSpPr bwMode="auto">
          <a:xfrm>
            <a:off x="4560888" y="3081338"/>
            <a:ext cx="1508125" cy="1555750"/>
            <a:chOff x="2873" y="1941"/>
            <a:chExt cx="950" cy="980"/>
          </a:xfrm>
        </p:grpSpPr>
        <p:sp>
          <p:nvSpPr>
            <p:cNvPr id="45098" name="Line 23"/>
            <p:cNvSpPr>
              <a:spLocks noChangeShapeType="1"/>
            </p:cNvSpPr>
            <p:nvPr/>
          </p:nvSpPr>
          <p:spPr bwMode="auto">
            <a:xfrm>
              <a:off x="2873" y="1941"/>
              <a:ext cx="950" cy="980"/>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9" name="Text Box 31"/>
            <p:cNvSpPr txBox="1">
              <a:spLocks noChangeArrowheads="1"/>
            </p:cNvSpPr>
            <p:nvPr/>
          </p:nvSpPr>
          <p:spPr bwMode="auto">
            <a:xfrm rot="2686426">
              <a:off x="3088" y="2113"/>
              <a:ext cx="5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链接到</a:t>
              </a:r>
            </a:p>
          </p:txBody>
        </p:sp>
      </p:grpSp>
      <p:grpSp>
        <p:nvGrpSpPr>
          <p:cNvPr id="45080" name="Group 34"/>
          <p:cNvGrpSpPr>
            <a:grpSpLocks/>
          </p:cNvGrpSpPr>
          <p:nvPr/>
        </p:nvGrpSpPr>
        <p:grpSpPr bwMode="auto">
          <a:xfrm>
            <a:off x="4083050" y="2409825"/>
            <a:ext cx="501650" cy="519113"/>
            <a:chOff x="806" y="3124"/>
            <a:chExt cx="286" cy="287"/>
          </a:xfrm>
        </p:grpSpPr>
        <p:sp>
          <p:nvSpPr>
            <p:cNvPr id="45096" name="Oval 35"/>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7" name="Text Box 36"/>
            <p:cNvSpPr txBox="1">
              <a:spLocks noChangeArrowheads="1"/>
            </p:cNvSpPr>
            <p:nvPr/>
          </p:nvSpPr>
          <p:spPr bwMode="auto">
            <a:xfrm>
              <a:off x="806" y="3124"/>
              <a:ext cx="28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grpSp>
        <p:nvGrpSpPr>
          <p:cNvPr id="45081" name="Group 37"/>
          <p:cNvGrpSpPr>
            <a:grpSpLocks/>
          </p:cNvGrpSpPr>
          <p:nvPr/>
        </p:nvGrpSpPr>
        <p:grpSpPr bwMode="auto">
          <a:xfrm>
            <a:off x="3122613" y="4800600"/>
            <a:ext cx="500062" cy="519113"/>
            <a:chOff x="805" y="3123"/>
            <a:chExt cx="287" cy="287"/>
          </a:xfrm>
        </p:grpSpPr>
        <p:sp>
          <p:nvSpPr>
            <p:cNvPr id="45094" name="Oval 38"/>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5" name="Text Box 39"/>
            <p:cNvSpPr txBox="1">
              <a:spLocks noChangeArrowheads="1"/>
            </p:cNvSpPr>
            <p:nvPr/>
          </p:nvSpPr>
          <p:spPr bwMode="auto">
            <a:xfrm>
              <a:off x="805" y="3123"/>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grpSp>
        <p:nvGrpSpPr>
          <p:cNvPr id="45082" name="Group 40"/>
          <p:cNvGrpSpPr>
            <a:grpSpLocks/>
          </p:cNvGrpSpPr>
          <p:nvPr/>
        </p:nvGrpSpPr>
        <p:grpSpPr bwMode="auto">
          <a:xfrm>
            <a:off x="1085850" y="2425700"/>
            <a:ext cx="500063" cy="519113"/>
            <a:chOff x="806" y="3124"/>
            <a:chExt cx="287" cy="287"/>
          </a:xfrm>
        </p:grpSpPr>
        <p:sp>
          <p:nvSpPr>
            <p:cNvPr id="45092" name="Oval 41"/>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3" name="Text Box 42"/>
            <p:cNvSpPr txBox="1">
              <a:spLocks noChangeArrowheads="1"/>
            </p:cNvSpPr>
            <p:nvPr/>
          </p:nvSpPr>
          <p:spPr bwMode="auto">
            <a:xfrm>
              <a:off x="806" y="3124"/>
              <a:ext cx="28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grpSp>
        <p:nvGrpSpPr>
          <p:cNvPr id="45083" name="Group 43"/>
          <p:cNvGrpSpPr>
            <a:grpSpLocks/>
          </p:cNvGrpSpPr>
          <p:nvPr/>
        </p:nvGrpSpPr>
        <p:grpSpPr bwMode="auto">
          <a:xfrm>
            <a:off x="1127125" y="2671763"/>
            <a:ext cx="501650" cy="519112"/>
            <a:chOff x="806" y="3124"/>
            <a:chExt cx="286" cy="288"/>
          </a:xfrm>
        </p:grpSpPr>
        <p:sp>
          <p:nvSpPr>
            <p:cNvPr id="45090" name="Oval 44"/>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1" name="Text Box 45"/>
            <p:cNvSpPr txBox="1">
              <a:spLocks noChangeArrowheads="1"/>
            </p:cNvSpPr>
            <p:nvPr/>
          </p:nvSpPr>
          <p:spPr bwMode="auto">
            <a:xfrm>
              <a:off x="806" y="3124"/>
              <a:ext cx="2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grpSp>
        <p:nvGrpSpPr>
          <p:cNvPr id="45084" name="Group 46"/>
          <p:cNvGrpSpPr>
            <a:grpSpLocks/>
          </p:cNvGrpSpPr>
          <p:nvPr/>
        </p:nvGrpSpPr>
        <p:grpSpPr bwMode="auto">
          <a:xfrm>
            <a:off x="4267200" y="2671763"/>
            <a:ext cx="500063" cy="519112"/>
            <a:chOff x="805" y="3124"/>
            <a:chExt cx="287" cy="288"/>
          </a:xfrm>
        </p:grpSpPr>
        <p:sp>
          <p:nvSpPr>
            <p:cNvPr id="45088" name="Oval 47"/>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9" name="Text Box 48"/>
            <p:cNvSpPr txBox="1">
              <a:spLocks noChangeArrowheads="1"/>
            </p:cNvSpPr>
            <p:nvPr/>
          </p:nvSpPr>
          <p:spPr bwMode="auto">
            <a:xfrm>
              <a:off x="805" y="312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grpSp>
        <p:nvGrpSpPr>
          <p:cNvPr id="45085" name="Group 49"/>
          <p:cNvGrpSpPr>
            <a:grpSpLocks/>
          </p:cNvGrpSpPr>
          <p:nvPr/>
        </p:nvGrpSpPr>
        <p:grpSpPr bwMode="auto">
          <a:xfrm>
            <a:off x="2900363" y="4629150"/>
            <a:ext cx="501650" cy="519113"/>
            <a:chOff x="806" y="3124"/>
            <a:chExt cx="286" cy="287"/>
          </a:xfrm>
        </p:grpSpPr>
        <p:sp>
          <p:nvSpPr>
            <p:cNvPr id="45086" name="Oval 50"/>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7" name="Text Box 51"/>
            <p:cNvSpPr txBox="1">
              <a:spLocks noChangeArrowheads="1"/>
            </p:cNvSpPr>
            <p:nvPr/>
          </p:nvSpPr>
          <p:spPr bwMode="auto">
            <a:xfrm>
              <a:off x="806" y="3124"/>
              <a:ext cx="28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nodeType="afterGroup">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nodeType="afterGroup">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150938" y="549275"/>
            <a:ext cx="7793037" cy="984250"/>
          </a:xfrm>
        </p:spPr>
        <p:txBody>
          <a:bodyPr/>
          <a:lstStyle/>
          <a:p>
            <a:pPr algn="ctr" eaLnBrk="1" hangingPunct="1"/>
            <a:r>
              <a:rPr lang="zh-CN" altLang="en-US" smtClean="0"/>
              <a:t>超媒体与超文本</a:t>
            </a:r>
          </a:p>
        </p:txBody>
      </p:sp>
      <p:sp>
        <p:nvSpPr>
          <p:cNvPr id="545795" name="Rectangle 3"/>
          <p:cNvSpPr>
            <a:spLocks noGrp="1" noChangeArrowheads="1"/>
          </p:cNvSpPr>
          <p:nvPr>
            <p:ph type="body" idx="1"/>
          </p:nvPr>
        </p:nvSpPr>
        <p:spPr>
          <a:xfrm>
            <a:off x="1042988" y="1844675"/>
            <a:ext cx="7772400" cy="936625"/>
          </a:xfrm>
        </p:spPr>
        <p:txBody>
          <a:bodyPr/>
          <a:lstStyle/>
          <a:p>
            <a:pPr eaLnBrk="1" hangingPunct="1"/>
            <a:r>
              <a:rPr lang="zh-CN" altLang="en-US" sz="2800" smtClean="0"/>
              <a:t>万维网是</a:t>
            </a:r>
            <a:r>
              <a:rPr lang="zh-CN" altLang="en-US" sz="2800" smtClean="0">
                <a:solidFill>
                  <a:schemeClr val="hlink"/>
                </a:solidFill>
              </a:rPr>
              <a:t>分布式超媒体</a:t>
            </a:r>
            <a:r>
              <a:rPr lang="en-US" altLang="zh-CN" sz="2800" smtClean="0"/>
              <a:t>(hypermedia)</a:t>
            </a:r>
            <a:r>
              <a:rPr lang="zh-CN" altLang="en-US" sz="2800" smtClean="0"/>
              <a:t>系统，它是</a:t>
            </a:r>
            <a:r>
              <a:rPr lang="zh-CN" altLang="en-US" sz="2800" smtClean="0">
                <a:solidFill>
                  <a:schemeClr val="hlink"/>
                </a:solidFill>
              </a:rPr>
              <a:t>超文本</a:t>
            </a:r>
            <a:r>
              <a:rPr lang="en-US" altLang="zh-CN" sz="2800" smtClean="0"/>
              <a:t>(hypertext)</a:t>
            </a:r>
            <a:r>
              <a:rPr lang="zh-CN" altLang="en-US" sz="2800" smtClean="0"/>
              <a:t>系统的扩充。</a:t>
            </a:r>
          </a:p>
          <a:p>
            <a:pPr eaLnBrk="1" hangingPunct="1"/>
            <a:r>
              <a:rPr lang="zh-CN" altLang="en-US" sz="2800" smtClean="0"/>
              <a:t>一个超文本由多个信息源链接成。利用一个链接可使用户找到另一个文档。这些文档可以位于世界上任何一个接在因特网上的超文本系统中。超文本是万维网的基础。</a:t>
            </a:r>
          </a:p>
          <a:p>
            <a:pPr eaLnBrk="1" hangingPunct="1"/>
            <a:r>
              <a:rPr lang="zh-CN" altLang="en-US" sz="2800" smtClean="0"/>
              <a:t>超媒体与超文本的区别是文档内容不同。超文本文档仅包含文本信息，而超媒体文档还包含其他表示方式的信息，如图形、图像、声音、动画，甚至活动视频图像。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042988" y="908050"/>
            <a:ext cx="6950075" cy="615950"/>
          </a:xfrm>
        </p:spPr>
        <p:txBody>
          <a:bodyPr/>
          <a:lstStyle/>
          <a:p>
            <a:pPr algn="ctr" eaLnBrk="1" hangingPunct="1"/>
            <a:r>
              <a:rPr lang="en-US" altLang="zh-CN" sz="3600" smtClean="0"/>
              <a:t/>
            </a:r>
            <a:br>
              <a:rPr lang="en-US" altLang="zh-CN" sz="3600" smtClean="0"/>
            </a:br>
            <a:r>
              <a:rPr lang="en-US" altLang="zh-CN" sz="3600" smtClean="0"/>
              <a:t>    </a:t>
            </a:r>
            <a:r>
              <a:rPr lang="zh-CN" altLang="en-US" sz="3600" smtClean="0"/>
              <a:t>万维网的工作方式 </a:t>
            </a:r>
          </a:p>
        </p:txBody>
      </p:sp>
      <p:sp>
        <p:nvSpPr>
          <p:cNvPr id="546819" name="Rectangle 3"/>
          <p:cNvSpPr>
            <a:spLocks noGrp="1" noChangeArrowheads="1"/>
          </p:cNvSpPr>
          <p:nvPr>
            <p:ph type="body" idx="1"/>
          </p:nvPr>
        </p:nvSpPr>
        <p:spPr>
          <a:xfrm>
            <a:off x="755650" y="1916113"/>
            <a:ext cx="8131175" cy="4105275"/>
          </a:xfrm>
        </p:spPr>
        <p:txBody>
          <a:bodyPr/>
          <a:lstStyle/>
          <a:p>
            <a:pPr eaLnBrk="1" hangingPunct="1"/>
            <a:r>
              <a:rPr lang="zh-CN" altLang="en-US" sz="2800" smtClean="0"/>
              <a:t>万维网以客户服务器方式工作。</a:t>
            </a:r>
          </a:p>
          <a:p>
            <a:pPr eaLnBrk="1" hangingPunct="1"/>
            <a:r>
              <a:rPr lang="zh-CN" altLang="en-US" sz="2800" smtClean="0">
                <a:solidFill>
                  <a:schemeClr val="hlink"/>
                </a:solidFill>
              </a:rPr>
              <a:t>浏览器</a:t>
            </a:r>
            <a:r>
              <a:rPr lang="zh-CN" altLang="en-US" sz="2800" smtClean="0"/>
              <a:t>就是在用户计算机上的万维网</a:t>
            </a:r>
            <a:r>
              <a:rPr lang="zh-CN" altLang="en-US" sz="2800" smtClean="0">
                <a:solidFill>
                  <a:schemeClr val="hlink"/>
                </a:solidFill>
              </a:rPr>
              <a:t>客户程序</a:t>
            </a:r>
            <a:r>
              <a:rPr lang="zh-CN" altLang="en-US" sz="2800" smtClean="0"/>
              <a:t>。万维网文档所驻留的计算机则运行</a:t>
            </a:r>
            <a:r>
              <a:rPr lang="zh-CN" altLang="en-US" sz="2800" smtClean="0">
                <a:solidFill>
                  <a:schemeClr val="hlink"/>
                </a:solidFill>
              </a:rPr>
              <a:t>服务器程序</a:t>
            </a:r>
            <a:r>
              <a:rPr lang="zh-CN" altLang="en-US" sz="2800" smtClean="0"/>
              <a:t>，因此这个计算机也称为</a:t>
            </a:r>
            <a:r>
              <a:rPr lang="zh-CN" altLang="en-US" sz="2800" smtClean="0">
                <a:solidFill>
                  <a:schemeClr val="hlink"/>
                </a:solidFill>
              </a:rPr>
              <a:t>万维网服务器</a:t>
            </a:r>
            <a:r>
              <a:rPr lang="zh-CN" altLang="en-US" sz="2800" smtClean="0"/>
              <a:t>。</a:t>
            </a:r>
          </a:p>
          <a:p>
            <a:pPr eaLnBrk="1" hangingPunct="1"/>
            <a:r>
              <a:rPr lang="zh-CN" altLang="en-US" sz="2800" smtClean="0"/>
              <a:t>客户程序向服务器程序发出请求，服务器程序向客户程序送回客户所要的万维网文档。</a:t>
            </a:r>
          </a:p>
          <a:p>
            <a:pPr eaLnBrk="1" hangingPunct="1"/>
            <a:r>
              <a:rPr lang="zh-CN" altLang="en-US" sz="2800" smtClean="0"/>
              <a:t>在一个客户程序主窗口上显示出的万维网文档称为</a:t>
            </a:r>
            <a:r>
              <a:rPr lang="zh-CN" altLang="en-US" sz="2800" smtClean="0">
                <a:solidFill>
                  <a:schemeClr val="hlink"/>
                </a:solidFill>
              </a:rPr>
              <a:t>页面</a:t>
            </a:r>
            <a:r>
              <a:rPr lang="en-US" altLang="zh-CN" sz="2800" smtClean="0"/>
              <a:t>(page)</a:t>
            </a:r>
            <a:r>
              <a:rPr lang="zh-CN" altLang="en-US" sz="2800"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295400" y="549275"/>
            <a:ext cx="7021513" cy="911225"/>
          </a:xfrm>
        </p:spPr>
        <p:txBody>
          <a:bodyPr/>
          <a:lstStyle/>
          <a:p>
            <a:pPr algn="ctr" eaLnBrk="1" hangingPunct="1"/>
            <a:r>
              <a:rPr lang="zh-CN" altLang="en-US" smtClean="0"/>
              <a:t>万维网必须解决的问题 </a:t>
            </a:r>
          </a:p>
        </p:txBody>
      </p:sp>
      <p:sp>
        <p:nvSpPr>
          <p:cNvPr id="48131" name="Rectangle 3"/>
          <p:cNvSpPr>
            <a:spLocks noGrp="1" noChangeArrowheads="1"/>
          </p:cNvSpPr>
          <p:nvPr>
            <p:ph type="body" idx="1"/>
          </p:nvPr>
        </p:nvSpPr>
        <p:spPr>
          <a:xfrm>
            <a:off x="900113" y="1906588"/>
            <a:ext cx="7848600" cy="4114800"/>
          </a:xfrm>
        </p:spPr>
        <p:txBody>
          <a:bodyPr/>
          <a:lstStyle/>
          <a:p>
            <a:pPr eaLnBrk="1" hangingPunct="1">
              <a:buFont typeface="Wingdings" pitchFamily="2" charset="2"/>
              <a:buNone/>
            </a:pPr>
            <a:r>
              <a:rPr lang="en-US" altLang="zh-CN" sz="2800" smtClean="0"/>
              <a:t>(1) </a:t>
            </a:r>
            <a:r>
              <a:rPr lang="zh-CN" altLang="en-US" sz="2800" smtClean="0"/>
              <a:t>怎样标志分布在整个因特网上的万维网文档？</a:t>
            </a:r>
            <a:r>
              <a:rPr lang="zh-CN" altLang="en-US" smtClean="0"/>
              <a:t> </a:t>
            </a:r>
            <a:endParaRPr lang="zh-CN" altLang="en-US" sz="2800" smtClean="0"/>
          </a:p>
          <a:p>
            <a:pPr eaLnBrk="1" hangingPunct="1"/>
            <a:r>
              <a:rPr lang="zh-CN" altLang="en-US" sz="2800" smtClean="0"/>
              <a:t>使用</a:t>
            </a:r>
            <a:r>
              <a:rPr lang="zh-CN" altLang="en-US" sz="2800" smtClean="0">
                <a:solidFill>
                  <a:schemeClr val="hlink"/>
                </a:solidFill>
              </a:rPr>
              <a:t>统一资源定位符</a:t>
            </a:r>
            <a:r>
              <a:rPr lang="zh-CN" altLang="en-US" sz="2800" smtClean="0"/>
              <a:t> </a:t>
            </a:r>
            <a:r>
              <a:rPr lang="en-US" altLang="zh-CN" sz="2800" smtClean="0"/>
              <a:t>URL (Uniform Resource Locator)</a:t>
            </a:r>
            <a:r>
              <a:rPr lang="zh-CN" altLang="en-US" sz="2800" smtClean="0"/>
              <a:t>来标志万维网上的各种文档。</a:t>
            </a:r>
          </a:p>
          <a:p>
            <a:pPr eaLnBrk="1" hangingPunct="1"/>
            <a:r>
              <a:rPr lang="zh-CN" altLang="en-US" sz="2800" smtClean="0"/>
              <a:t>使每一个文档在整个因特网的范围内具有唯一的标识符 </a:t>
            </a:r>
            <a:r>
              <a:rPr lang="en-US" altLang="zh-CN" sz="2800" smtClean="0"/>
              <a:t>URL</a:t>
            </a:r>
            <a:r>
              <a:rPr lang="zh-CN" altLang="en-US" sz="2800" smtClean="0"/>
              <a:t>。</a:t>
            </a:r>
            <a:r>
              <a:rPr lang="zh-CN" altLang="en-US" smtClean="0"/>
              <a:t> </a:t>
            </a:r>
          </a:p>
          <a:p>
            <a:pPr eaLnBrk="1" hangingPunct="1"/>
            <a:r>
              <a:rPr lang="en-US" altLang="en-US" smtClean="0"/>
              <a:t>http://www.ftchinese.com/channel/china.html</a:t>
            </a:r>
            <a:endParaRPr lang="en-US" altLang="zh-CN"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295400" y="549275"/>
            <a:ext cx="7021513" cy="911225"/>
          </a:xfrm>
        </p:spPr>
        <p:txBody>
          <a:bodyPr/>
          <a:lstStyle/>
          <a:p>
            <a:pPr algn="ctr" eaLnBrk="1" hangingPunct="1"/>
            <a:r>
              <a:rPr lang="zh-CN" altLang="en-US" smtClean="0"/>
              <a:t>万维网必须解决的问题 </a:t>
            </a:r>
          </a:p>
        </p:txBody>
      </p:sp>
      <p:sp>
        <p:nvSpPr>
          <p:cNvPr id="49155" name="Rectangle 3"/>
          <p:cNvSpPr>
            <a:spLocks noGrp="1" noChangeArrowheads="1"/>
          </p:cNvSpPr>
          <p:nvPr>
            <p:ph type="body" idx="1"/>
          </p:nvPr>
        </p:nvSpPr>
        <p:spPr>
          <a:xfrm>
            <a:off x="1258888" y="1906588"/>
            <a:ext cx="7489825" cy="4114800"/>
          </a:xfrm>
        </p:spPr>
        <p:txBody>
          <a:bodyPr/>
          <a:lstStyle/>
          <a:p>
            <a:pPr algn="just" eaLnBrk="1" hangingPunct="1">
              <a:buFont typeface="Wingdings" pitchFamily="2" charset="2"/>
              <a:buNone/>
            </a:pPr>
            <a:r>
              <a:rPr lang="en-US" altLang="zh-CN" sz="2800" smtClean="0"/>
              <a:t>(2) </a:t>
            </a:r>
            <a:r>
              <a:rPr lang="zh-CN" altLang="en-US" sz="2800" smtClean="0"/>
              <a:t>用何协议实现万维网上各种超链的链接？</a:t>
            </a:r>
            <a:r>
              <a:rPr lang="zh-CN" altLang="en-US" smtClean="0"/>
              <a:t> </a:t>
            </a:r>
            <a:endParaRPr lang="zh-CN" altLang="en-US" sz="2800" smtClean="0"/>
          </a:p>
          <a:p>
            <a:pPr algn="just" eaLnBrk="1" hangingPunct="1"/>
            <a:r>
              <a:rPr lang="zh-CN" altLang="en-US" sz="2800" smtClean="0"/>
              <a:t>在万维网客户程序与万维网服务器程序之间进行交互所使用的协议，是</a:t>
            </a:r>
            <a:r>
              <a:rPr lang="zh-CN" altLang="en-US" sz="2800" smtClean="0">
                <a:solidFill>
                  <a:schemeClr val="hlink"/>
                </a:solidFill>
              </a:rPr>
              <a:t>超文本传送协议</a:t>
            </a:r>
            <a:r>
              <a:rPr lang="zh-CN" altLang="en-US" sz="2800" smtClean="0"/>
              <a:t> </a:t>
            </a:r>
            <a:r>
              <a:rPr lang="en-US" altLang="zh-CN" sz="2800" smtClean="0"/>
              <a:t>HTTP (HyperText Transfer Protocol)</a:t>
            </a:r>
            <a:r>
              <a:rPr lang="zh-CN" altLang="en-US" sz="2800" smtClean="0"/>
              <a:t>。</a:t>
            </a:r>
          </a:p>
          <a:p>
            <a:pPr algn="just" eaLnBrk="1" hangingPunct="1"/>
            <a:r>
              <a:rPr lang="en-US" altLang="zh-CN" sz="2800" smtClean="0"/>
              <a:t>HTTP </a:t>
            </a:r>
            <a:r>
              <a:rPr lang="zh-CN" altLang="en-US" sz="2800" smtClean="0"/>
              <a:t>是一个应用层协议，它使用 </a:t>
            </a:r>
            <a:r>
              <a:rPr lang="en-US" altLang="zh-CN" sz="2800" smtClean="0"/>
              <a:t>TCP </a:t>
            </a:r>
            <a:r>
              <a:rPr lang="zh-CN" altLang="en-US" sz="2800" smtClean="0"/>
              <a:t>连接进行可靠的传送。</a:t>
            </a:r>
            <a:r>
              <a:rPr lang="zh-CN" altLang="en-US" smtClean="0"/>
              <a:t> </a:t>
            </a:r>
            <a:endParaRPr lang="zh-CN" altLang="en-US" sz="280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295400" y="549275"/>
            <a:ext cx="7021513" cy="911225"/>
          </a:xfrm>
        </p:spPr>
        <p:txBody>
          <a:bodyPr/>
          <a:lstStyle/>
          <a:p>
            <a:pPr algn="ctr" eaLnBrk="1" hangingPunct="1"/>
            <a:r>
              <a:rPr lang="zh-CN" altLang="en-US" smtClean="0"/>
              <a:t>万维网必须解决的问题 </a:t>
            </a:r>
          </a:p>
        </p:txBody>
      </p:sp>
      <p:sp>
        <p:nvSpPr>
          <p:cNvPr id="50179" name="Rectangle 3"/>
          <p:cNvSpPr>
            <a:spLocks noGrp="1" noChangeArrowheads="1"/>
          </p:cNvSpPr>
          <p:nvPr>
            <p:ph type="body" idx="1"/>
          </p:nvPr>
        </p:nvSpPr>
        <p:spPr>
          <a:xfrm>
            <a:off x="1258888" y="1906588"/>
            <a:ext cx="7489825" cy="4114800"/>
          </a:xfrm>
        </p:spPr>
        <p:txBody>
          <a:bodyPr/>
          <a:lstStyle/>
          <a:p>
            <a:pPr algn="just" eaLnBrk="1" hangingPunct="1">
              <a:buFont typeface="Wingdings" pitchFamily="2" charset="2"/>
              <a:buNone/>
            </a:pPr>
            <a:r>
              <a:rPr lang="en-US" altLang="zh-CN" sz="2800" smtClean="0"/>
              <a:t>(3) </a:t>
            </a:r>
            <a:r>
              <a:rPr lang="zh-CN" altLang="en-US" sz="2800" smtClean="0"/>
              <a:t>怎样使各种万维网文档都能在因特网上的各种计算机上显示出来，同时使用户清楚地知道在什么地方存在着超链？</a:t>
            </a:r>
            <a:r>
              <a:rPr lang="zh-CN" altLang="en-US" smtClean="0"/>
              <a:t> </a:t>
            </a:r>
            <a:endParaRPr lang="zh-CN" altLang="en-US" sz="2800" smtClean="0"/>
          </a:p>
          <a:p>
            <a:pPr algn="just" eaLnBrk="1" hangingPunct="1"/>
            <a:r>
              <a:rPr lang="zh-CN" altLang="en-US" sz="2800" smtClean="0">
                <a:solidFill>
                  <a:schemeClr val="hlink"/>
                </a:solidFill>
              </a:rPr>
              <a:t>超文本标记语言</a:t>
            </a:r>
            <a:r>
              <a:rPr lang="zh-CN" altLang="en-US" sz="2800" smtClean="0"/>
              <a:t> </a:t>
            </a:r>
            <a:r>
              <a:rPr lang="en-US" altLang="zh-CN" sz="2800" smtClean="0"/>
              <a:t>HTML (HyperText Markup Language)</a:t>
            </a:r>
            <a:r>
              <a:rPr lang="zh-CN" altLang="en-US" sz="2800" smtClean="0"/>
              <a:t>使得万维网页面的设计者可以很方便地用一个超链从本页面的某处链接到因特网上的任何一个万维网页面，并且能够在自己的计算机屏幕上将这些页面显示出来。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eaLnBrk="1" hangingPunct="1"/>
            <a:r>
              <a:rPr lang="en-US" altLang="zh-CN" smtClean="0"/>
              <a:t>6.4.2  </a:t>
            </a:r>
            <a:r>
              <a:rPr lang="zh-CN" altLang="en-US" smtClean="0"/>
              <a:t>统一资源定位符 </a:t>
            </a:r>
            <a:r>
              <a:rPr lang="en-US" altLang="zh-CN" smtClean="0"/>
              <a:t>URL</a:t>
            </a:r>
            <a:br>
              <a:rPr lang="en-US" altLang="zh-CN" smtClean="0"/>
            </a:br>
            <a:r>
              <a:rPr lang="en-US" altLang="zh-CN" sz="4000" smtClean="0"/>
              <a:t>1. URL</a:t>
            </a:r>
            <a:r>
              <a:rPr lang="zh-CN" altLang="en-US" sz="4000" smtClean="0"/>
              <a:t>的格式</a:t>
            </a:r>
          </a:p>
        </p:txBody>
      </p:sp>
      <p:sp>
        <p:nvSpPr>
          <p:cNvPr id="548867" name="Rectangle 3"/>
          <p:cNvSpPr>
            <a:spLocks noGrp="1" noChangeArrowheads="1"/>
          </p:cNvSpPr>
          <p:nvPr>
            <p:ph type="body" idx="1"/>
          </p:nvPr>
        </p:nvSpPr>
        <p:spPr>
          <a:xfrm>
            <a:off x="684213" y="1917700"/>
            <a:ext cx="8131175" cy="4535488"/>
          </a:xfrm>
        </p:spPr>
        <p:txBody>
          <a:bodyPr/>
          <a:lstStyle/>
          <a:p>
            <a:pPr eaLnBrk="1" hangingPunct="1"/>
            <a:r>
              <a:rPr lang="zh-CN" altLang="en-US" sz="2800" smtClean="0"/>
              <a:t>统一资源定位符 </a:t>
            </a:r>
            <a:r>
              <a:rPr lang="en-US" altLang="zh-CN" sz="2800" smtClean="0"/>
              <a:t>URL </a:t>
            </a:r>
            <a:r>
              <a:rPr lang="zh-CN" altLang="en-US" sz="2800" smtClean="0"/>
              <a:t>是对可以从因特网上得到的资源的位置和访问方法的一种简洁的表示。</a:t>
            </a:r>
          </a:p>
          <a:p>
            <a:pPr eaLnBrk="1" hangingPunct="1"/>
            <a:r>
              <a:rPr lang="en-US" altLang="zh-CN" sz="2800" smtClean="0"/>
              <a:t>URL </a:t>
            </a:r>
            <a:r>
              <a:rPr lang="zh-CN" altLang="en-US" sz="2800" smtClean="0"/>
              <a:t>给资源的位置提供一种抽象的识别方法，并用这种方法给资源定位。</a:t>
            </a:r>
          </a:p>
          <a:p>
            <a:pPr eaLnBrk="1" hangingPunct="1"/>
            <a:r>
              <a:rPr lang="zh-CN" altLang="en-US" sz="2800" smtClean="0"/>
              <a:t>只要能够对资源定位，系统就可以对资源进行各种操作，如存取、更新、替换和查找其属性。</a:t>
            </a:r>
          </a:p>
          <a:p>
            <a:pPr eaLnBrk="1" hangingPunct="1"/>
            <a:r>
              <a:rPr lang="en-US" altLang="zh-CN" sz="2800" smtClean="0"/>
              <a:t>URL </a:t>
            </a:r>
            <a:r>
              <a:rPr lang="zh-CN" altLang="en-US" sz="2800" smtClean="0"/>
              <a:t>相当于一个文件名在网络范围的扩展。因此 </a:t>
            </a:r>
            <a:r>
              <a:rPr lang="en-US" altLang="zh-CN" sz="2800" smtClean="0"/>
              <a:t>URL </a:t>
            </a:r>
            <a:r>
              <a:rPr lang="zh-CN" altLang="en-US" sz="2800" smtClean="0"/>
              <a:t>是与因特网相连的机器上的任何可访问对象的一个指针。</a:t>
            </a:r>
            <a:r>
              <a:rPr lang="zh-CN" altLang="en-US" smtClean="0"/>
              <a:t> </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150938" y="692150"/>
            <a:ext cx="7237412" cy="839788"/>
          </a:xfrm>
        </p:spPr>
        <p:txBody>
          <a:bodyPr/>
          <a:lstStyle/>
          <a:p>
            <a:pPr algn="ctr" eaLnBrk="1" hangingPunct="1"/>
            <a:r>
              <a:rPr lang="en-US" altLang="zh-CN" smtClean="0"/>
              <a:t>URL </a:t>
            </a:r>
            <a:r>
              <a:rPr lang="zh-CN" altLang="en-US" smtClean="0"/>
              <a:t>的一般形式 </a:t>
            </a:r>
          </a:p>
        </p:txBody>
      </p:sp>
      <p:sp>
        <p:nvSpPr>
          <p:cNvPr id="52227" name="Rectangle 3"/>
          <p:cNvSpPr>
            <a:spLocks noGrp="1" noChangeArrowheads="1"/>
          </p:cNvSpPr>
          <p:nvPr>
            <p:ph type="body" idx="1"/>
          </p:nvPr>
        </p:nvSpPr>
        <p:spPr>
          <a:xfrm>
            <a:off x="1042988" y="1990725"/>
            <a:ext cx="7772400" cy="1943100"/>
          </a:xfrm>
        </p:spPr>
        <p:txBody>
          <a:bodyPr/>
          <a:lstStyle/>
          <a:p>
            <a:pPr eaLnBrk="1" hangingPunct="1"/>
            <a:r>
              <a:rPr lang="zh-CN" altLang="en-US" sz="2800" smtClean="0"/>
              <a:t>由以冒号隔开的两大部分组成，并且在 </a:t>
            </a:r>
            <a:r>
              <a:rPr lang="en-US" altLang="zh-CN" sz="2800" smtClean="0"/>
              <a:t>URL </a:t>
            </a:r>
            <a:r>
              <a:rPr lang="zh-CN" altLang="en-US" sz="2800" smtClean="0"/>
              <a:t>中的字符对大写或小写没有要求。</a:t>
            </a:r>
          </a:p>
          <a:p>
            <a:pPr eaLnBrk="1" hangingPunct="1"/>
            <a:r>
              <a:rPr lang="en-US" altLang="zh-CN" sz="2800" smtClean="0"/>
              <a:t>URL </a:t>
            </a:r>
            <a:r>
              <a:rPr lang="zh-CN" altLang="en-US" sz="2800" smtClean="0"/>
              <a:t>的一般形式是：</a:t>
            </a:r>
          </a:p>
        </p:txBody>
      </p:sp>
      <p:sp>
        <p:nvSpPr>
          <p:cNvPr id="52228" name="Text Box 25"/>
          <p:cNvSpPr txBox="1">
            <a:spLocks noChangeArrowheads="1"/>
          </p:cNvSpPr>
          <p:nvPr/>
        </p:nvSpPr>
        <p:spPr bwMode="auto">
          <a:xfrm>
            <a:off x="2122488" y="3548063"/>
            <a:ext cx="5257800" cy="528637"/>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800">
                <a:solidFill>
                  <a:srgbClr val="333399"/>
                </a:solidFill>
                <a:latin typeface="Arial" pitchFamily="34" charset="0"/>
                <a:ea typeface="黑体" pitchFamily="49" charset="-122"/>
              </a:rPr>
              <a:t>&lt;</a:t>
            </a:r>
            <a:r>
              <a:rPr lang="zh-CN" altLang="en-US" sz="2800">
                <a:solidFill>
                  <a:srgbClr val="333399"/>
                </a:solidFill>
                <a:latin typeface="Arial" pitchFamily="34" charset="0"/>
                <a:ea typeface="黑体" pitchFamily="49" charset="-122"/>
              </a:rPr>
              <a:t>协议</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主机</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端口</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路径</a:t>
            </a:r>
            <a:r>
              <a:rPr lang="en-US" altLang="zh-CN" sz="2800">
                <a:solidFill>
                  <a:srgbClr val="333399"/>
                </a:solidFill>
                <a:latin typeface="Arial" pitchFamily="34" charset="0"/>
                <a:ea typeface="黑体" pitchFamily="49" charset="-122"/>
              </a:rPr>
              <a:t>&gt; </a:t>
            </a:r>
          </a:p>
        </p:txBody>
      </p:sp>
      <p:grpSp>
        <p:nvGrpSpPr>
          <p:cNvPr id="549919" name="Group 31"/>
          <p:cNvGrpSpPr>
            <a:grpSpLocks/>
          </p:cNvGrpSpPr>
          <p:nvPr/>
        </p:nvGrpSpPr>
        <p:grpSpPr bwMode="auto">
          <a:xfrm>
            <a:off x="2411413" y="4076700"/>
            <a:ext cx="6486525" cy="2106613"/>
            <a:chOff x="1519" y="2568"/>
            <a:chExt cx="4086" cy="1327"/>
          </a:xfrm>
        </p:grpSpPr>
        <p:sp>
          <p:nvSpPr>
            <p:cNvPr id="52230" name="Line 26"/>
            <p:cNvSpPr>
              <a:spLocks noChangeShapeType="1"/>
            </p:cNvSpPr>
            <p:nvPr/>
          </p:nvSpPr>
          <p:spPr bwMode="auto">
            <a:xfrm>
              <a:off x="1519" y="2568"/>
              <a:ext cx="499"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1" name="Freeform 27"/>
            <p:cNvSpPr>
              <a:spLocks/>
            </p:cNvSpPr>
            <p:nvPr/>
          </p:nvSpPr>
          <p:spPr bwMode="auto">
            <a:xfrm>
              <a:off x="1791" y="2568"/>
              <a:ext cx="385" cy="726"/>
            </a:xfrm>
            <a:custGeom>
              <a:avLst/>
              <a:gdLst>
                <a:gd name="T0" fmla="*/ 0 w 771"/>
                <a:gd name="T1" fmla="*/ 0 h 726"/>
                <a:gd name="T2" fmla="*/ 0 w 771"/>
                <a:gd name="T3" fmla="*/ 726 h 726"/>
                <a:gd name="T4" fmla="*/ 19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2" name="AutoShape 28"/>
            <p:cNvSpPr>
              <a:spLocks/>
            </p:cNvSpPr>
            <p:nvPr/>
          </p:nvSpPr>
          <p:spPr bwMode="auto">
            <a:xfrm>
              <a:off x="2176" y="2841"/>
              <a:ext cx="82" cy="907"/>
            </a:xfrm>
            <a:prstGeom prst="leftBrace">
              <a:avLst>
                <a:gd name="adj1" fmla="val 92175"/>
                <a:gd name="adj2" fmla="val 50000"/>
              </a:avLst>
            </a:pr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3" name="Text Box 29"/>
            <p:cNvSpPr txBox="1">
              <a:spLocks noChangeArrowheads="1"/>
            </p:cNvSpPr>
            <p:nvPr/>
          </p:nvSpPr>
          <p:spPr bwMode="auto">
            <a:xfrm>
              <a:off x="2328" y="2625"/>
              <a:ext cx="3277" cy="1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50000"/>
                </a:lnSpc>
              </a:pPr>
              <a:r>
                <a:rPr lang="en-US" altLang="zh-CN" sz="2800">
                  <a:solidFill>
                    <a:srgbClr val="333399"/>
                  </a:solidFill>
                  <a:latin typeface="Arial" pitchFamily="34" charset="0"/>
                  <a:ea typeface="黑体" pitchFamily="49" charset="-122"/>
                </a:rPr>
                <a:t>ftp —— </a:t>
              </a:r>
              <a:r>
                <a:rPr lang="zh-CN" altLang="en-US" sz="2800">
                  <a:solidFill>
                    <a:srgbClr val="333399"/>
                  </a:solidFill>
                  <a:latin typeface="Arial" pitchFamily="34" charset="0"/>
                  <a:ea typeface="黑体" pitchFamily="49" charset="-122"/>
                </a:rPr>
                <a:t>文件传送协议 </a:t>
              </a:r>
              <a:r>
                <a:rPr lang="en-US" altLang="zh-CN" sz="2800">
                  <a:solidFill>
                    <a:srgbClr val="333399"/>
                  </a:solidFill>
                  <a:latin typeface="Arial" pitchFamily="34" charset="0"/>
                  <a:ea typeface="黑体" pitchFamily="49" charset="-122"/>
                </a:rPr>
                <a:t>FTP</a:t>
              </a:r>
            </a:p>
            <a:p>
              <a:pPr eaLnBrk="1" hangingPunct="1">
                <a:lnSpc>
                  <a:spcPct val="150000"/>
                </a:lnSpc>
              </a:pPr>
              <a:r>
                <a:rPr lang="en-US" altLang="zh-CN" sz="2800">
                  <a:solidFill>
                    <a:srgbClr val="333399"/>
                  </a:solidFill>
                  <a:latin typeface="Arial" pitchFamily="34" charset="0"/>
                  <a:ea typeface="黑体" pitchFamily="49" charset="-122"/>
                </a:rPr>
                <a:t>http —— </a:t>
              </a:r>
              <a:r>
                <a:rPr lang="zh-CN" altLang="en-US" sz="2800">
                  <a:solidFill>
                    <a:srgbClr val="333399"/>
                  </a:solidFill>
                  <a:latin typeface="Arial" pitchFamily="34" charset="0"/>
                  <a:ea typeface="黑体" pitchFamily="49" charset="-122"/>
                </a:rPr>
                <a:t>超文本传送协议 </a:t>
              </a:r>
              <a:r>
                <a:rPr lang="en-US" altLang="zh-CN" sz="2800">
                  <a:solidFill>
                    <a:srgbClr val="333399"/>
                  </a:solidFill>
                  <a:latin typeface="Arial" pitchFamily="34" charset="0"/>
                  <a:ea typeface="黑体" pitchFamily="49" charset="-122"/>
                </a:rPr>
                <a:t>HTTP</a:t>
              </a:r>
            </a:p>
            <a:p>
              <a:pPr eaLnBrk="1" hangingPunct="1">
                <a:lnSpc>
                  <a:spcPct val="150000"/>
                </a:lnSpc>
              </a:pPr>
              <a:r>
                <a:rPr lang="en-US" altLang="zh-CN" sz="2800">
                  <a:solidFill>
                    <a:srgbClr val="333399"/>
                  </a:solidFill>
                  <a:latin typeface="Arial" pitchFamily="34" charset="0"/>
                  <a:ea typeface="黑体" pitchFamily="49" charset="-122"/>
                </a:rPr>
                <a:t>News —— USENET </a:t>
              </a:r>
              <a:r>
                <a:rPr lang="zh-CN" altLang="en-US" sz="2800">
                  <a:solidFill>
                    <a:srgbClr val="333399"/>
                  </a:solidFill>
                  <a:latin typeface="Arial" pitchFamily="34" charset="0"/>
                  <a:ea typeface="黑体" pitchFamily="49" charset="-122"/>
                </a:rPr>
                <a:t>新闻</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150938" y="692150"/>
            <a:ext cx="7237412" cy="839788"/>
          </a:xfrm>
        </p:spPr>
        <p:txBody>
          <a:bodyPr/>
          <a:lstStyle/>
          <a:p>
            <a:pPr algn="ctr" eaLnBrk="1" hangingPunct="1"/>
            <a:r>
              <a:rPr lang="en-US" altLang="zh-CN" smtClean="0"/>
              <a:t>URL </a:t>
            </a:r>
            <a:r>
              <a:rPr lang="zh-CN" altLang="en-US" smtClean="0"/>
              <a:t>的一般形式（续） </a:t>
            </a:r>
          </a:p>
        </p:txBody>
      </p:sp>
      <p:sp>
        <p:nvSpPr>
          <p:cNvPr id="53251" name="Rectangle 3"/>
          <p:cNvSpPr>
            <a:spLocks noGrp="1" noChangeArrowheads="1"/>
          </p:cNvSpPr>
          <p:nvPr>
            <p:ph type="body" idx="1"/>
          </p:nvPr>
        </p:nvSpPr>
        <p:spPr>
          <a:xfrm>
            <a:off x="1042988" y="1990725"/>
            <a:ext cx="7772400" cy="1943100"/>
          </a:xfrm>
        </p:spPr>
        <p:txBody>
          <a:bodyPr/>
          <a:lstStyle/>
          <a:p>
            <a:pPr eaLnBrk="1" hangingPunct="1"/>
            <a:r>
              <a:rPr lang="zh-CN" altLang="en-US" sz="2800" smtClean="0"/>
              <a:t>由以冒号隔开的两大部分组成，并且在 </a:t>
            </a:r>
            <a:r>
              <a:rPr lang="en-US" altLang="zh-CN" sz="2800" smtClean="0"/>
              <a:t>URL </a:t>
            </a:r>
            <a:r>
              <a:rPr lang="zh-CN" altLang="en-US" sz="2800" smtClean="0"/>
              <a:t>中的字符对大写或小写没有要求。</a:t>
            </a:r>
          </a:p>
          <a:p>
            <a:pPr eaLnBrk="1" hangingPunct="1"/>
            <a:r>
              <a:rPr lang="en-US" altLang="zh-CN" sz="2800" smtClean="0"/>
              <a:t>URL </a:t>
            </a:r>
            <a:r>
              <a:rPr lang="zh-CN" altLang="en-US" sz="2800" smtClean="0"/>
              <a:t>的一般形式是：</a:t>
            </a:r>
          </a:p>
        </p:txBody>
      </p:sp>
      <p:sp>
        <p:nvSpPr>
          <p:cNvPr id="53252" name="Text Box 4"/>
          <p:cNvSpPr txBox="1">
            <a:spLocks noChangeArrowheads="1"/>
          </p:cNvSpPr>
          <p:nvPr/>
        </p:nvSpPr>
        <p:spPr bwMode="auto">
          <a:xfrm>
            <a:off x="1979613" y="3548063"/>
            <a:ext cx="5256212" cy="528637"/>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800">
                <a:solidFill>
                  <a:srgbClr val="333399"/>
                </a:solidFill>
                <a:latin typeface="Arial" pitchFamily="34" charset="0"/>
                <a:ea typeface="黑体" pitchFamily="49" charset="-122"/>
              </a:rPr>
              <a:t>&lt;</a:t>
            </a:r>
            <a:r>
              <a:rPr lang="zh-CN" altLang="en-US" sz="2800">
                <a:solidFill>
                  <a:srgbClr val="333399"/>
                </a:solidFill>
                <a:latin typeface="Arial" pitchFamily="34" charset="0"/>
                <a:ea typeface="黑体" pitchFamily="49" charset="-122"/>
              </a:rPr>
              <a:t>协议</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主机</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端口</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路径</a:t>
            </a:r>
            <a:r>
              <a:rPr lang="en-US" altLang="zh-CN" sz="2800">
                <a:solidFill>
                  <a:srgbClr val="333399"/>
                </a:solidFill>
                <a:latin typeface="Arial" pitchFamily="34" charset="0"/>
                <a:ea typeface="黑体" pitchFamily="49" charset="-122"/>
              </a:rPr>
              <a:t>&gt; </a:t>
            </a:r>
          </a:p>
        </p:txBody>
      </p:sp>
      <p:grpSp>
        <p:nvGrpSpPr>
          <p:cNvPr id="53253" name="Group 9"/>
          <p:cNvGrpSpPr>
            <a:grpSpLocks/>
          </p:cNvGrpSpPr>
          <p:nvPr/>
        </p:nvGrpSpPr>
        <p:grpSpPr bwMode="auto">
          <a:xfrm>
            <a:off x="3635375" y="4076700"/>
            <a:ext cx="5262563" cy="1368425"/>
            <a:chOff x="2381" y="2568"/>
            <a:chExt cx="3315" cy="862"/>
          </a:xfrm>
        </p:grpSpPr>
        <p:sp>
          <p:nvSpPr>
            <p:cNvPr id="53254" name="Line 5"/>
            <p:cNvSpPr>
              <a:spLocks noChangeShapeType="1"/>
            </p:cNvSpPr>
            <p:nvPr/>
          </p:nvSpPr>
          <p:spPr bwMode="auto">
            <a:xfrm>
              <a:off x="2381" y="2568"/>
              <a:ext cx="635"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5" name="Freeform 6"/>
            <p:cNvSpPr>
              <a:spLocks/>
            </p:cNvSpPr>
            <p:nvPr/>
          </p:nvSpPr>
          <p:spPr bwMode="auto">
            <a:xfrm>
              <a:off x="2653" y="2568"/>
              <a:ext cx="408" cy="408"/>
            </a:xfrm>
            <a:custGeom>
              <a:avLst/>
              <a:gdLst>
                <a:gd name="T0" fmla="*/ 0 w 771"/>
                <a:gd name="T1" fmla="*/ 0 h 726"/>
                <a:gd name="T2" fmla="*/ 0 w 771"/>
                <a:gd name="T3" fmla="*/ 229 h 726"/>
                <a:gd name="T4" fmla="*/ 216 w 771"/>
                <a:gd name="T5" fmla="*/ 229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6" name="Text Box 8"/>
            <p:cNvSpPr txBox="1">
              <a:spLocks noChangeArrowheads="1"/>
            </p:cNvSpPr>
            <p:nvPr/>
          </p:nvSpPr>
          <p:spPr bwMode="auto">
            <a:xfrm>
              <a:off x="3016" y="2834"/>
              <a:ext cx="268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&lt;</a:t>
              </a:r>
              <a:r>
                <a:rPr lang="zh-CN" altLang="en-US" sz="2800">
                  <a:solidFill>
                    <a:srgbClr val="333399"/>
                  </a:solidFill>
                  <a:latin typeface="Arial" pitchFamily="34" charset="0"/>
                  <a:ea typeface="黑体" pitchFamily="49" charset="-122"/>
                </a:rPr>
                <a:t>主机</a:t>
              </a:r>
              <a:r>
                <a:rPr lang="en-US" altLang="zh-CN" sz="2800">
                  <a:solidFill>
                    <a:srgbClr val="333399"/>
                  </a:solidFill>
                  <a:latin typeface="Arial" pitchFamily="34" charset="0"/>
                  <a:ea typeface="黑体" pitchFamily="49" charset="-122"/>
                </a:rPr>
                <a:t>&gt; </a:t>
              </a:r>
              <a:r>
                <a:rPr lang="zh-CN" altLang="en-US" sz="2800">
                  <a:solidFill>
                    <a:srgbClr val="333399"/>
                  </a:solidFill>
                  <a:latin typeface="Arial" pitchFamily="34" charset="0"/>
                  <a:ea typeface="黑体" pitchFamily="49" charset="-122"/>
                </a:rPr>
                <a:t>是存放资源的主机</a:t>
              </a:r>
            </a:p>
            <a:p>
              <a:pPr eaLnBrk="1" hangingPunct="1"/>
              <a:r>
                <a:rPr lang="zh-CN" altLang="en-US" sz="2800">
                  <a:solidFill>
                    <a:srgbClr val="333399"/>
                  </a:solidFill>
                  <a:latin typeface="Arial" pitchFamily="34" charset="0"/>
                  <a:ea typeface="黑体" pitchFamily="49" charset="-122"/>
                </a:rPr>
                <a:t>在因特网中的域名</a:t>
              </a: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150938" y="692150"/>
            <a:ext cx="7237412" cy="839788"/>
          </a:xfrm>
        </p:spPr>
        <p:txBody>
          <a:bodyPr/>
          <a:lstStyle/>
          <a:p>
            <a:pPr algn="ctr" eaLnBrk="1" hangingPunct="1"/>
            <a:r>
              <a:rPr lang="en-US" altLang="zh-CN" smtClean="0"/>
              <a:t>URL </a:t>
            </a:r>
            <a:r>
              <a:rPr lang="zh-CN" altLang="en-US" smtClean="0"/>
              <a:t>的一般形式（续） </a:t>
            </a:r>
          </a:p>
        </p:txBody>
      </p:sp>
      <p:sp>
        <p:nvSpPr>
          <p:cNvPr id="54275" name="Rectangle 3"/>
          <p:cNvSpPr>
            <a:spLocks noGrp="1" noChangeArrowheads="1"/>
          </p:cNvSpPr>
          <p:nvPr>
            <p:ph type="body" idx="1"/>
          </p:nvPr>
        </p:nvSpPr>
        <p:spPr>
          <a:xfrm>
            <a:off x="1042988" y="1990725"/>
            <a:ext cx="7772400" cy="1943100"/>
          </a:xfrm>
        </p:spPr>
        <p:txBody>
          <a:bodyPr/>
          <a:lstStyle/>
          <a:p>
            <a:pPr eaLnBrk="1" hangingPunct="1"/>
            <a:r>
              <a:rPr lang="zh-CN" altLang="en-US" sz="2800" smtClean="0"/>
              <a:t>由以冒号隔开的两大部分组成，并且在 </a:t>
            </a:r>
            <a:r>
              <a:rPr lang="en-US" altLang="zh-CN" sz="2800" smtClean="0"/>
              <a:t>URL </a:t>
            </a:r>
            <a:r>
              <a:rPr lang="zh-CN" altLang="en-US" sz="2800" smtClean="0"/>
              <a:t>中的字符对大写或小写没有要求。</a:t>
            </a:r>
          </a:p>
          <a:p>
            <a:pPr eaLnBrk="1" hangingPunct="1"/>
            <a:r>
              <a:rPr lang="en-US" altLang="zh-CN" sz="2800" smtClean="0"/>
              <a:t>URL </a:t>
            </a:r>
            <a:r>
              <a:rPr lang="zh-CN" altLang="en-US" sz="2800" smtClean="0"/>
              <a:t>的一般形式是：</a:t>
            </a:r>
          </a:p>
        </p:txBody>
      </p:sp>
      <p:sp>
        <p:nvSpPr>
          <p:cNvPr id="54276" name="Text Box 4"/>
          <p:cNvSpPr txBox="1">
            <a:spLocks noChangeArrowheads="1"/>
          </p:cNvSpPr>
          <p:nvPr/>
        </p:nvSpPr>
        <p:spPr bwMode="auto">
          <a:xfrm>
            <a:off x="2124075" y="3548063"/>
            <a:ext cx="5257800" cy="528637"/>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800">
                <a:solidFill>
                  <a:srgbClr val="333399"/>
                </a:solidFill>
                <a:latin typeface="Arial" pitchFamily="34" charset="0"/>
                <a:ea typeface="黑体" pitchFamily="49" charset="-122"/>
              </a:rPr>
              <a:t>&lt;</a:t>
            </a:r>
            <a:r>
              <a:rPr lang="zh-CN" altLang="en-US" sz="2800">
                <a:solidFill>
                  <a:srgbClr val="333399"/>
                </a:solidFill>
                <a:latin typeface="Arial" pitchFamily="34" charset="0"/>
                <a:ea typeface="黑体" pitchFamily="49" charset="-122"/>
              </a:rPr>
              <a:t>协议</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主机</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端口</a:t>
            </a:r>
            <a:r>
              <a:rPr lang="en-US" altLang="zh-CN" sz="2800">
                <a:solidFill>
                  <a:srgbClr val="333399"/>
                </a:solidFill>
                <a:latin typeface="Arial" pitchFamily="34" charset="0"/>
                <a:ea typeface="黑体" pitchFamily="49" charset="-122"/>
              </a:rPr>
              <a:t>&gt;/&lt;</a:t>
            </a:r>
            <a:r>
              <a:rPr lang="zh-CN" altLang="en-US" sz="2800">
                <a:solidFill>
                  <a:srgbClr val="333399"/>
                </a:solidFill>
                <a:latin typeface="Arial" pitchFamily="34" charset="0"/>
                <a:ea typeface="黑体" pitchFamily="49" charset="-122"/>
              </a:rPr>
              <a:t>路径</a:t>
            </a:r>
            <a:r>
              <a:rPr lang="en-US" altLang="zh-CN" sz="2800">
                <a:solidFill>
                  <a:srgbClr val="333399"/>
                </a:solidFill>
                <a:latin typeface="Arial" pitchFamily="34" charset="0"/>
                <a:ea typeface="黑体" pitchFamily="49" charset="-122"/>
              </a:rPr>
              <a:t>&gt;</a:t>
            </a:r>
          </a:p>
        </p:txBody>
      </p:sp>
      <p:grpSp>
        <p:nvGrpSpPr>
          <p:cNvPr id="54277" name="Group 8"/>
          <p:cNvGrpSpPr>
            <a:grpSpLocks/>
          </p:cNvGrpSpPr>
          <p:nvPr/>
        </p:nvGrpSpPr>
        <p:grpSpPr bwMode="auto">
          <a:xfrm>
            <a:off x="4932363" y="4076700"/>
            <a:ext cx="3816350" cy="920750"/>
            <a:chOff x="3107" y="2568"/>
            <a:chExt cx="2404" cy="580"/>
          </a:xfrm>
        </p:grpSpPr>
        <p:sp>
          <p:nvSpPr>
            <p:cNvPr id="54278" name="Line 5"/>
            <p:cNvSpPr>
              <a:spLocks noChangeShapeType="1"/>
            </p:cNvSpPr>
            <p:nvPr/>
          </p:nvSpPr>
          <p:spPr bwMode="auto">
            <a:xfrm>
              <a:off x="3107" y="2568"/>
              <a:ext cx="1406"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79" name="Freeform 6"/>
            <p:cNvSpPr>
              <a:spLocks/>
            </p:cNvSpPr>
            <p:nvPr/>
          </p:nvSpPr>
          <p:spPr bwMode="auto">
            <a:xfrm>
              <a:off x="3833" y="2568"/>
              <a:ext cx="408" cy="408"/>
            </a:xfrm>
            <a:custGeom>
              <a:avLst/>
              <a:gdLst>
                <a:gd name="T0" fmla="*/ 0 w 771"/>
                <a:gd name="T1" fmla="*/ 0 h 726"/>
                <a:gd name="T2" fmla="*/ 0 w 771"/>
                <a:gd name="T3" fmla="*/ 229 h 726"/>
                <a:gd name="T4" fmla="*/ 216 w 771"/>
                <a:gd name="T5" fmla="*/ 229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0" name="Text Box 7"/>
            <p:cNvSpPr txBox="1">
              <a:spLocks noChangeArrowheads="1"/>
            </p:cNvSpPr>
            <p:nvPr/>
          </p:nvSpPr>
          <p:spPr bwMode="auto">
            <a:xfrm>
              <a:off x="4275" y="2821"/>
              <a:ext cx="1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Arial" pitchFamily="34" charset="0"/>
                  <a:ea typeface="黑体" pitchFamily="49" charset="-122"/>
                </a:rPr>
                <a:t>有时可省略</a:t>
              </a:r>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1403350" y="2551113"/>
            <a:ext cx="5832475" cy="792162"/>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299" name="Rectangle 3"/>
          <p:cNvSpPr>
            <a:spLocks noGrp="1" noChangeArrowheads="1"/>
          </p:cNvSpPr>
          <p:nvPr>
            <p:ph type="title"/>
          </p:nvPr>
        </p:nvSpPr>
        <p:spPr/>
        <p:txBody>
          <a:bodyPr/>
          <a:lstStyle/>
          <a:p>
            <a:pPr algn="ctr" eaLnBrk="1" hangingPunct="1"/>
            <a:r>
              <a:rPr lang="zh-CN" altLang="en-US" smtClean="0"/>
              <a:t>使用 </a:t>
            </a:r>
            <a:r>
              <a:rPr lang="en-US" altLang="zh-CN" smtClean="0"/>
              <a:t>HTTP </a:t>
            </a:r>
            <a:r>
              <a:rPr lang="zh-CN" altLang="en-US" smtClean="0"/>
              <a:t>的 </a:t>
            </a:r>
            <a:r>
              <a:rPr lang="en-US" altLang="zh-CN" smtClean="0"/>
              <a:t>URL</a:t>
            </a:r>
          </a:p>
        </p:txBody>
      </p:sp>
      <p:sp>
        <p:nvSpPr>
          <p:cNvPr id="55300" name="Rectangle 4"/>
          <p:cNvSpPr>
            <a:spLocks noGrp="1" noChangeArrowheads="1"/>
          </p:cNvSpPr>
          <p:nvPr>
            <p:ph type="body" idx="1"/>
          </p:nvPr>
        </p:nvSpPr>
        <p:spPr>
          <a:xfrm>
            <a:off x="1042988" y="1974850"/>
            <a:ext cx="7772400" cy="1368425"/>
          </a:xfrm>
        </p:spPr>
        <p:txBody>
          <a:bodyPr/>
          <a:lstStyle/>
          <a:p>
            <a:pPr eaLnBrk="1" hangingPunct="1"/>
            <a:r>
              <a:rPr lang="zh-CN" altLang="en-US" sz="2800" smtClean="0"/>
              <a:t>使用 </a:t>
            </a:r>
            <a:r>
              <a:rPr lang="en-US" altLang="zh-CN" sz="2800" smtClean="0"/>
              <a:t>HTTP </a:t>
            </a:r>
            <a:r>
              <a:rPr lang="zh-CN" altLang="en-US" sz="2800" smtClean="0"/>
              <a:t>的 </a:t>
            </a:r>
            <a:r>
              <a:rPr lang="en-US" altLang="zh-CN" sz="2800" smtClean="0"/>
              <a:t>URL </a:t>
            </a:r>
            <a:r>
              <a:rPr lang="zh-CN" altLang="en-US" sz="2800" smtClean="0"/>
              <a:t>的一般形式</a:t>
            </a:r>
          </a:p>
          <a:p>
            <a:pPr eaLnBrk="1" hangingPunct="1">
              <a:spcBef>
                <a:spcPct val="50000"/>
              </a:spcBef>
              <a:buFont typeface="Wingdings" pitchFamily="2" charset="2"/>
              <a:buNone/>
            </a:pPr>
            <a:r>
              <a:rPr lang="zh-CN" altLang="en-US" smtClean="0"/>
              <a:t>       </a:t>
            </a:r>
            <a:r>
              <a:rPr lang="en-US" altLang="zh-CN" sz="2800" smtClean="0"/>
              <a:t>http://&lt;</a:t>
            </a:r>
            <a:r>
              <a:rPr lang="zh-CN" altLang="en-US" sz="2800" smtClean="0"/>
              <a:t>主机</a:t>
            </a:r>
            <a:r>
              <a:rPr lang="en-US" altLang="zh-CN" sz="2800" smtClean="0"/>
              <a:t>&gt;:&lt;</a:t>
            </a:r>
            <a:r>
              <a:rPr lang="zh-CN" altLang="en-US" sz="2800" smtClean="0"/>
              <a:t>端口</a:t>
            </a:r>
            <a:r>
              <a:rPr lang="en-US" altLang="zh-CN" sz="2800" smtClean="0"/>
              <a:t>&gt;/&lt;</a:t>
            </a:r>
            <a:r>
              <a:rPr lang="zh-CN" altLang="en-US" sz="2800" smtClean="0"/>
              <a:t>路径</a:t>
            </a:r>
            <a:r>
              <a:rPr lang="en-US" altLang="zh-CN" sz="2800" smtClean="0"/>
              <a:t>&gt;</a:t>
            </a:r>
            <a:r>
              <a:rPr lang="en-US" altLang="zh-CN" smtClean="0"/>
              <a:t> </a:t>
            </a:r>
            <a:endParaRPr lang="en-US" altLang="zh-CN" sz="2800" smtClean="0"/>
          </a:p>
        </p:txBody>
      </p:sp>
      <p:grpSp>
        <p:nvGrpSpPr>
          <p:cNvPr id="641033" name="Group 9"/>
          <p:cNvGrpSpPr>
            <a:grpSpLocks/>
          </p:cNvGrpSpPr>
          <p:nvPr/>
        </p:nvGrpSpPr>
        <p:grpSpPr bwMode="auto">
          <a:xfrm>
            <a:off x="539750" y="2641600"/>
            <a:ext cx="3798888" cy="1522413"/>
            <a:chOff x="340" y="1664"/>
            <a:chExt cx="2393" cy="959"/>
          </a:xfrm>
        </p:grpSpPr>
        <p:grpSp>
          <p:nvGrpSpPr>
            <p:cNvPr id="55302" name="Group 5"/>
            <p:cNvGrpSpPr>
              <a:grpSpLocks/>
            </p:cNvGrpSpPr>
            <p:nvPr/>
          </p:nvGrpSpPr>
          <p:grpSpPr bwMode="auto">
            <a:xfrm>
              <a:off x="1156" y="1664"/>
              <a:ext cx="457" cy="681"/>
              <a:chOff x="1156" y="1570"/>
              <a:chExt cx="335" cy="681"/>
            </a:xfrm>
          </p:grpSpPr>
          <p:sp>
            <p:nvSpPr>
              <p:cNvPr id="55304" name="Rectangle 6"/>
              <p:cNvSpPr>
                <a:spLocks noChangeArrowheads="1"/>
              </p:cNvSpPr>
              <p:nvPr/>
            </p:nvSpPr>
            <p:spPr bwMode="auto">
              <a:xfrm>
                <a:off x="1156" y="1570"/>
                <a:ext cx="335" cy="361"/>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303" name="Text Box 8"/>
            <p:cNvSpPr txBox="1">
              <a:spLocks noChangeArrowheads="1"/>
            </p:cNvSpPr>
            <p:nvPr/>
          </p:nvSpPr>
          <p:spPr bwMode="auto">
            <a:xfrm>
              <a:off x="340" y="2296"/>
              <a:ext cx="239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Arial" pitchFamily="34" charset="0"/>
                  <a:ea typeface="黑体" pitchFamily="49" charset="-122"/>
                </a:rPr>
                <a:t>这表示使用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Arial" pitchFamily="34" charset="0"/>
                  <a:ea typeface="黑体" pitchFamily="49" charset="-122"/>
                </a:rPr>
                <a:t>协议</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1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1403350" y="2551113"/>
            <a:ext cx="5832475" cy="792162"/>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 name="Rectangle 3"/>
          <p:cNvSpPr>
            <a:spLocks noGrp="1" noChangeArrowheads="1"/>
          </p:cNvSpPr>
          <p:nvPr>
            <p:ph type="title"/>
          </p:nvPr>
        </p:nvSpPr>
        <p:spPr/>
        <p:txBody>
          <a:bodyPr/>
          <a:lstStyle/>
          <a:p>
            <a:pPr algn="ctr" eaLnBrk="1" hangingPunct="1"/>
            <a:r>
              <a:rPr lang="zh-CN" altLang="en-US" smtClean="0"/>
              <a:t>使用 </a:t>
            </a:r>
            <a:r>
              <a:rPr lang="en-US" altLang="zh-CN" smtClean="0"/>
              <a:t>HTTP </a:t>
            </a:r>
            <a:r>
              <a:rPr lang="zh-CN" altLang="en-US" smtClean="0"/>
              <a:t>的 </a:t>
            </a:r>
            <a:r>
              <a:rPr lang="en-US" altLang="zh-CN" smtClean="0"/>
              <a:t>URL</a:t>
            </a:r>
          </a:p>
        </p:txBody>
      </p:sp>
      <p:sp>
        <p:nvSpPr>
          <p:cNvPr id="56324" name="Rectangle 4"/>
          <p:cNvSpPr>
            <a:spLocks noGrp="1" noChangeArrowheads="1"/>
          </p:cNvSpPr>
          <p:nvPr>
            <p:ph type="body" idx="1"/>
          </p:nvPr>
        </p:nvSpPr>
        <p:spPr>
          <a:xfrm>
            <a:off x="1042988" y="1974850"/>
            <a:ext cx="7772400" cy="1368425"/>
          </a:xfrm>
        </p:spPr>
        <p:txBody>
          <a:bodyPr/>
          <a:lstStyle/>
          <a:p>
            <a:pPr eaLnBrk="1" hangingPunct="1"/>
            <a:r>
              <a:rPr lang="zh-CN" altLang="en-US" sz="2800" smtClean="0"/>
              <a:t>使用 </a:t>
            </a:r>
            <a:r>
              <a:rPr lang="en-US" altLang="zh-CN" sz="2800" smtClean="0"/>
              <a:t>HTTP </a:t>
            </a:r>
            <a:r>
              <a:rPr lang="zh-CN" altLang="en-US" sz="2800" smtClean="0"/>
              <a:t>的 </a:t>
            </a:r>
            <a:r>
              <a:rPr lang="en-US" altLang="zh-CN" sz="2800" smtClean="0"/>
              <a:t>URL </a:t>
            </a:r>
            <a:r>
              <a:rPr lang="zh-CN" altLang="en-US" sz="2800" smtClean="0"/>
              <a:t>的一般形式</a:t>
            </a:r>
          </a:p>
          <a:p>
            <a:pPr eaLnBrk="1" hangingPunct="1">
              <a:spcBef>
                <a:spcPct val="50000"/>
              </a:spcBef>
              <a:buFont typeface="Wingdings" pitchFamily="2" charset="2"/>
              <a:buNone/>
            </a:pPr>
            <a:r>
              <a:rPr lang="zh-CN" altLang="en-US" smtClean="0"/>
              <a:t>       </a:t>
            </a:r>
            <a:r>
              <a:rPr lang="en-US" altLang="zh-CN" sz="2800" smtClean="0"/>
              <a:t>http://&lt;</a:t>
            </a:r>
            <a:r>
              <a:rPr lang="zh-CN" altLang="en-US" sz="2800" smtClean="0"/>
              <a:t>主机</a:t>
            </a:r>
            <a:r>
              <a:rPr lang="en-US" altLang="zh-CN" sz="2800" smtClean="0"/>
              <a:t>&gt;:&lt;</a:t>
            </a:r>
            <a:r>
              <a:rPr lang="zh-CN" altLang="en-US" sz="2800" smtClean="0"/>
              <a:t>端口</a:t>
            </a:r>
            <a:r>
              <a:rPr lang="en-US" altLang="zh-CN" sz="2800" smtClean="0"/>
              <a:t>&gt;/&lt;</a:t>
            </a:r>
            <a:r>
              <a:rPr lang="zh-CN" altLang="en-US" sz="2800" smtClean="0"/>
              <a:t>路径</a:t>
            </a:r>
            <a:r>
              <a:rPr lang="en-US" altLang="zh-CN" sz="2800" smtClean="0"/>
              <a:t>&gt;</a:t>
            </a:r>
            <a:r>
              <a:rPr lang="en-US" altLang="zh-CN" smtClean="0"/>
              <a:t> </a:t>
            </a:r>
            <a:endParaRPr lang="en-US" altLang="zh-CN" sz="2800" smtClean="0"/>
          </a:p>
        </p:txBody>
      </p:sp>
      <p:grpSp>
        <p:nvGrpSpPr>
          <p:cNvPr id="56325" name="Group 6"/>
          <p:cNvGrpSpPr>
            <a:grpSpLocks/>
          </p:cNvGrpSpPr>
          <p:nvPr/>
        </p:nvGrpSpPr>
        <p:grpSpPr bwMode="auto">
          <a:xfrm>
            <a:off x="2478088" y="2641600"/>
            <a:ext cx="373062" cy="1081088"/>
            <a:chOff x="1156" y="1570"/>
            <a:chExt cx="335" cy="681"/>
          </a:xfrm>
        </p:grpSpPr>
        <p:sp>
          <p:nvSpPr>
            <p:cNvPr id="56327" name="Rectangle 7"/>
            <p:cNvSpPr>
              <a:spLocks noChangeArrowheads="1"/>
            </p:cNvSpPr>
            <p:nvPr/>
          </p:nvSpPr>
          <p:spPr bwMode="auto">
            <a:xfrm>
              <a:off x="1156" y="1570"/>
              <a:ext cx="335" cy="361"/>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8" name="Line 8"/>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326" name="Text Box 9"/>
          <p:cNvSpPr txBox="1">
            <a:spLocks noChangeArrowheads="1"/>
          </p:cNvSpPr>
          <p:nvPr/>
        </p:nvSpPr>
        <p:spPr bwMode="auto">
          <a:xfrm>
            <a:off x="395288" y="3624263"/>
            <a:ext cx="4806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冒号和两个斜线是规定的格式</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1403350" y="2551113"/>
            <a:ext cx="5832475" cy="792162"/>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47" name="Rectangle 3"/>
          <p:cNvSpPr>
            <a:spLocks noGrp="1" noChangeArrowheads="1"/>
          </p:cNvSpPr>
          <p:nvPr>
            <p:ph type="title"/>
          </p:nvPr>
        </p:nvSpPr>
        <p:spPr/>
        <p:txBody>
          <a:bodyPr/>
          <a:lstStyle/>
          <a:p>
            <a:pPr algn="ctr" eaLnBrk="1" hangingPunct="1"/>
            <a:r>
              <a:rPr lang="zh-CN" altLang="en-US" smtClean="0"/>
              <a:t>使用 </a:t>
            </a:r>
            <a:r>
              <a:rPr lang="en-US" altLang="zh-CN" smtClean="0"/>
              <a:t>HTTP </a:t>
            </a:r>
            <a:r>
              <a:rPr lang="zh-CN" altLang="en-US" smtClean="0"/>
              <a:t>的 </a:t>
            </a:r>
            <a:r>
              <a:rPr lang="en-US" altLang="zh-CN" smtClean="0"/>
              <a:t>URL</a:t>
            </a:r>
          </a:p>
        </p:txBody>
      </p:sp>
      <p:sp>
        <p:nvSpPr>
          <p:cNvPr id="57348" name="Rectangle 4"/>
          <p:cNvSpPr>
            <a:spLocks noGrp="1" noChangeArrowheads="1"/>
          </p:cNvSpPr>
          <p:nvPr>
            <p:ph type="body" idx="1"/>
          </p:nvPr>
        </p:nvSpPr>
        <p:spPr>
          <a:xfrm>
            <a:off x="1042988" y="1974850"/>
            <a:ext cx="7772400" cy="1368425"/>
          </a:xfrm>
        </p:spPr>
        <p:txBody>
          <a:bodyPr/>
          <a:lstStyle/>
          <a:p>
            <a:pPr eaLnBrk="1" hangingPunct="1"/>
            <a:r>
              <a:rPr lang="zh-CN" altLang="en-US" sz="2800" smtClean="0"/>
              <a:t>使用 </a:t>
            </a:r>
            <a:r>
              <a:rPr lang="en-US" altLang="zh-CN" sz="2800" smtClean="0"/>
              <a:t>HTTP </a:t>
            </a:r>
            <a:r>
              <a:rPr lang="zh-CN" altLang="en-US" sz="2800" smtClean="0"/>
              <a:t>的 </a:t>
            </a:r>
            <a:r>
              <a:rPr lang="en-US" altLang="zh-CN" sz="2800" smtClean="0"/>
              <a:t>URL </a:t>
            </a:r>
            <a:r>
              <a:rPr lang="zh-CN" altLang="en-US" sz="2800" smtClean="0"/>
              <a:t>的一般形式</a:t>
            </a:r>
          </a:p>
          <a:p>
            <a:pPr eaLnBrk="1" hangingPunct="1">
              <a:spcBef>
                <a:spcPct val="50000"/>
              </a:spcBef>
              <a:buFont typeface="Wingdings" pitchFamily="2" charset="2"/>
              <a:buNone/>
            </a:pPr>
            <a:r>
              <a:rPr lang="zh-CN" altLang="en-US" smtClean="0"/>
              <a:t>       </a:t>
            </a:r>
            <a:r>
              <a:rPr lang="en-US" altLang="zh-CN" sz="2800" smtClean="0"/>
              <a:t>http://&lt;</a:t>
            </a:r>
            <a:r>
              <a:rPr lang="zh-CN" altLang="en-US" sz="2800" smtClean="0"/>
              <a:t>主机</a:t>
            </a:r>
            <a:r>
              <a:rPr lang="en-US" altLang="zh-CN" sz="2800" smtClean="0"/>
              <a:t>&gt;:&lt;</a:t>
            </a:r>
            <a:r>
              <a:rPr lang="zh-CN" altLang="en-US" sz="2800" smtClean="0"/>
              <a:t>端口</a:t>
            </a:r>
            <a:r>
              <a:rPr lang="en-US" altLang="zh-CN" sz="2800" smtClean="0"/>
              <a:t>&gt;/&lt;</a:t>
            </a:r>
            <a:r>
              <a:rPr lang="zh-CN" altLang="en-US" sz="2800" smtClean="0"/>
              <a:t>路径</a:t>
            </a:r>
            <a:r>
              <a:rPr lang="en-US" altLang="zh-CN" sz="2800" smtClean="0"/>
              <a:t>&gt;</a:t>
            </a:r>
            <a:r>
              <a:rPr lang="en-US" altLang="zh-CN" smtClean="0"/>
              <a:t> </a:t>
            </a:r>
            <a:endParaRPr lang="en-US" altLang="zh-CN" sz="2800" smtClean="0"/>
          </a:p>
        </p:txBody>
      </p:sp>
      <p:grpSp>
        <p:nvGrpSpPr>
          <p:cNvPr id="57349" name="Group 5"/>
          <p:cNvGrpSpPr>
            <a:grpSpLocks/>
          </p:cNvGrpSpPr>
          <p:nvPr/>
        </p:nvGrpSpPr>
        <p:grpSpPr bwMode="auto">
          <a:xfrm>
            <a:off x="2830513" y="2641600"/>
            <a:ext cx="1165225" cy="1081088"/>
            <a:chOff x="1156" y="1570"/>
            <a:chExt cx="335" cy="681"/>
          </a:xfrm>
        </p:grpSpPr>
        <p:sp>
          <p:nvSpPr>
            <p:cNvPr id="57351" name="Rectangle 6"/>
            <p:cNvSpPr>
              <a:spLocks noChangeArrowheads="1"/>
            </p:cNvSpPr>
            <p:nvPr/>
          </p:nvSpPr>
          <p:spPr bwMode="auto">
            <a:xfrm>
              <a:off x="1156" y="1570"/>
              <a:ext cx="335" cy="361"/>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2"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50" name="Text Box 8"/>
          <p:cNvSpPr txBox="1">
            <a:spLocks noChangeArrowheads="1"/>
          </p:cNvSpPr>
          <p:nvPr/>
        </p:nvSpPr>
        <p:spPr bwMode="auto">
          <a:xfrm>
            <a:off x="1974850" y="3624263"/>
            <a:ext cx="3028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这里写主机的域名</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403350" y="2551113"/>
            <a:ext cx="5832475" cy="792162"/>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1" name="Rectangle 3"/>
          <p:cNvSpPr>
            <a:spLocks noGrp="1" noChangeArrowheads="1"/>
          </p:cNvSpPr>
          <p:nvPr>
            <p:ph type="title"/>
          </p:nvPr>
        </p:nvSpPr>
        <p:spPr/>
        <p:txBody>
          <a:bodyPr/>
          <a:lstStyle/>
          <a:p>
            <a:pPr algn="ctr" eaLnBrk="1" hangingPunct="1"/>
            <a:r>
              <a:rPr lang="zh-CN" altLang="en-US" smtClean="0"/>
              <a:t>使用 </a:t>
            </a:r>
            <a:r>
              <a:rPr lang="en-US" altLang="zh-CN" smtClean="0"/>
              <a:t>HTTP </a:t>
            </a:r>
            <a:r>
              <a:rPr lang="zh-CN" altLang="en-US" smtClean="0"/>
              <a:t>的 </a:t>
            </a:r>
            <a:r>
              <a:rPr lang="en-US" altLang="zh-CN" smtClean="0"/>
              <a:t>URL</a:t>
            </a:r>
          </a:p>
        </p:txBody>
      </p:sp>
      <p:sp>
        <p:nvSpPr>
          <p:cNvPr id="58372" name="Rectangle 4"/>
          <p:cNvSpPr>
            <a:spLocks noGrp="1" noChangeArrowheads="1"/>
          </p:cNvSpPr>
          <p:nvPr>
            <p:ph type="body" idx="1"/>
          </p:nvPr>
        </p:nvSpPr>
        <p:spPr>
          <a:xfrm>
            <a:off x="1042988" y="1974850"/>
            <a:ext cx="7772400" cy="1368425"/>
          </a:xfrm>
        </p:spPr>
        <p:txBody>
          <a:bodyPr/>
          <a:lstStyle/>
          <a:p>
            <a:pPr eaLnBrk="1" hangingPunct="1"/>
            <a:r>
              <a:rPr lang="zh-CN" altLang="en-US" sz="2800" smtClean="0"/>
              <a:t>使用 </a:t>
            </a:r>
            <a:r>
              <a:rPr lang="en-US" altLang="zh-CN" sz="2800" smtClean="0"/>
              <a:t>HTTP </a:t>
            </a:r>
            <a:r>
              <a:rPr lang="zh-CN" altLang="en-US" sz="2800" smtClean="0"/>
              <a:t>的 </a:t>
            </a:r>
            <a:r>
              <a:rPr lang="en-US" altLang="zh-CN" sz="2800" smtClean="0"/>
              <a:t>URL </a:t>
            </a:r>
            <a:r>
              <a:rPr lang="zh-CN" altLang="en-US" sz="2800" smtClean="0"/>
              <a:t>的一般形式</a:t>
            </a:r>
          </a:p>
          <a:p>
            <a:pPr eaLnBrk="1" hangingPunct="1">
              <a:spcBef>
                <a:spcPct val="50000"/>
              </a:spcBef>
              <a:buFont typeface="Wingdings" pitchFamily="2" charset="2"/>
              <a:buNone/>
            </a:pPr>
            <a:r>
              <a:rPr lang="zh-CN" altLang="en-US" smtClean="0"/>
              <a:t>       </a:t>
            </a:r>
            <a:r>
              <a:rPr lang="en-US" altLang="zh-CN" sz="2800" smtClean="0"/>
              <a:t>http://&lt;</a:t>
            </a:r>
            <a:r>
              <a:rPr lang="zh-CN" altLang="en-US" sz="2800" smtClean="0"/>
              <a:t>主机</a:t>
            </a:r>
            <a:r>
              <a:rPr lang="en-US" altLang="zh-CN" sz="2800" smtClean="0"/>
              <a:t>&gt;:&lt;</a:t>
            </a:r>
            <a:r>
              <a:rPr lang="zh-CN" altLang="en-US" sz="2800" smtClean="0"/>
              <a:t>端口</a:t>
            </a:r>
            <a:r>
              <a:rPr lang="en-US" altLang="zh-CN" sz="2800" smtClean="0"/>
              <a:t>&gt;/&lt;</a:t>
            </a:r>
            <a:r>
              <a:rPr lang="zh-CN" altLang="en-US" sz="2800" smtClean="0"/>
              <a:t>路径</a:t>
            </a:r>
            <a:r>
              <a:rPr lang="en-US" altLang="zh-CN" sz="2800" smtClean="0"/>
              <a:t>&gt;</a:t>
            </a:r>
            <a:r>
              <a:rPr lang="en-US" altLang="zh-CN" smtClean="0"/>
              <a:t> </a:t>
            </a:r>
            <a:endParaRPr lang="en-US" altLang="zh-CN" sz="2800" smtClean="0"/>
          </a:p>
        </p:txBody>
      </p:sp>
      <p:grpSp>
        <p:nvGrpSpPr>
          <p:cNvPr id="58373" name="Group 5"/>
          <p:cNvGrpSpPr>
            <a:grpSpLocks/>
          </p:cNvGrpSpPr>
          <p:nvPr/>
        </p:nvGrpSpPr>
        <p:grpSpPr bwMode="auto">
          <a:xfrm>
            <a:off x="3911600" y="2641600"/>
            <a:ext cx="1287463" cy="1081088"/>
            <a:chOff x="1156" y="1570"/>
            <a:chExt cx="335" cy="681"/>
          </a:xfrm>
        </p:grpSpPr>
        <p:sp>
          <p:nvSpPr>
            <p:cNvPr id="58375" name="Rectangle 6"/>
            <p:cNvSpPr>
              <a:spLocks noChangeArrowheads="1"/>
            </p:cNvSpPr>
            <p:nvPr/>
          </p:nvSpPr>
          <p:spPr bwMode="auto">
            <a:xfrm>
              <a:off x="1156" y="1570"/>
              <a:ext cx="335" cy="361"/>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6"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374" name="Text Box 8"/>
          <p:cNvSpPr txBox="1">
            <a:spLocks noChangeArrowheads="1"/>
          </p:cNvSpPr>
          <p:nvPr/>
        </p:nvSpPr>
        <p:spPr bwMode="auto">
          <a:xfrm>
            <a:off x="1763713" y="3636963"/>
            <a:ext cx="6267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ea typeface="黑体" pitchFamily="49" charset="-122"/>
              </a:rPr>
              <a:t>HTTP </a:t>
            </a:r>
            <a:r>
              <a:rPr lang="zh-CN" altLang="en-US" sz="2800">
                <a:solidFill>
                  <a:srgbClr val="333399"/>
                </a:solidFill>
                <a:ea typeface="黑体" pitchFamily="49" charset="-122"/>
              </a:rPr>
              <a:t>的默认端口号是 </a:t>
            </a:r>
            <a:r>
              <a:rPr lang="en-US" altLang="zh-CN" sz="2800">
                <a:solidFill>
                  <a:srgbClr val="333399"/>
                </a:solidFill>
                <a:ea typeface="黑体" pitchFamily="49" charset="-122"/>
              </a:rPr>
              <a:t>80</a:t>
            </a:r>
            <a:r>
              <a:rPr lang="zh-CN" altLang="en-US" sz="2800">
                <a:solidFill>
                  <a:srgbClr val="333399"/>
                </a:solidFill>
                <a:ea typeface="黑体" pitchFamily="49" charset="-122"/>
              </a:rPr>
              <a:t>，通常可省略</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1403350" y="2551113"/>
            <a:ext cx="5832475" cy="792162"/>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395" name="Rectangle 3"/>
          <p:cNvSpPr>
            <a:spLocks noGrp="1" noChangeArrowheads="1"/>
          </p:cNvSpPr>
          <p:nvPr>
            <p:ph type="title"/>
          </p:nvPr>
        </p:nvSpPr>
        <p:spPr/>
        <p:txBody>
          <a:bodyPr/>
          <a:lstStyle/>
          <a:p>
            <a:pPr algn="ctr" eaLnBrk="1" hangingPunct="1"/>
            <a:r>
              <a:rPr lang="zh-CN" altLang="en-US" smtClean="0"/>
              <a:t>使用 </a:t>
            </a:r>
            <a:r>
              <a:rPr lang="en-US" altLang="zh-CN" smtClean="0"/>
              <a:t>HTTP </a:t>
            </a:r>
            <a:r>
              <a:rPr lang="zh-CN" altLang="en-US" smtClean="0"/>
              <a:t>的 </a:t>
            </a:r>
            <a:r>
              <a:rPr lang="en-US" altLang="zh-CN" smtClean="0"/>
              <a:t>URL</a:t>
            </a:r>
          </a:p>
        </p:txBody>
      </p:sp>
      <p:sp>
        <p:nvSpPr>
          <p:cNvPr id="59396" name="Rectangle 4"/>
          <p:cNvSpPr>
            <a:spLocks noGrp="1" noChangeArrowheads="1"/>
          </p:cNvSpPr>
          <p:nvPr>
            <p:ph type="body" idx="1"/>
          </p:nvPr>
        </p:nvSpPr>
        <p:spPr>
          <a:xfrm>
            <a:off x="1042988" y="1974850"/>
            <a:ext cx="7772400" cy="1368425"/>
          </a:xfrm>
        </p:spPr>
        <p:txBody>
          <a:bodyPr/>
          <a:lstStyle/>
          <a:p>
            <a:pPr eaLnBrk="1" hangingPunct="1"/>
            <a:r>
              <a:rPr lang="zh-CN" altLang="en-US" sz="2800" smtClean="0"/>
              <a:t>使用 </a:t>
            </a:r>
            <a:r>
              <a:rPr lang="en-US" altLang="zh-CN" sz="2800" smtClean="0"/>
              <a:t>HTTP </a:t>
            </a:r>
            <a:r>
              <a:rPr lang="zh-CN" altLang="en-US" sz="2800" smtClean="0"/>
              <a:t>的 </a:t>
            </a:r>
            <a:r>
              <a:rPr lang="en-US" altLang="zh-CN" sz="2800" smtClean="0"/>
              <a:t>URL </a:t>
            </a:r>
            <a:r>
              <a:rPr lang="zh-CN" altLang="en-US" sz="2800" smtClean="0"/>
              <a:t>的一般形式</a:t>
            </a:r>
          </a:p>
          <a:p>
            <a:pPr eaLnBrk="1" hangingPunct="1">
              <a:spcBef>
                <a:spcPct val="50000"/>
              </a:spcBef>
              <a:buFont typeface="Wingdings" pitchFamily="2" charset="2"/>
              <a:buNone/>
            </a:pPr>
            <a:r>
              <a:rPr lang="zh-CN" altLang="en-US" smtClean="0"/>
              <a:t>       </a:t>
            </a:r>
            <a:r>
              <a:rPr lang="en-US" altLang="zh-CN" sz="2800" smtClean="0"/>
              <a:t>http://&lt;</a:t>
            </a:r>
            <a:r>
              <a:rPr lang="zh-CN" altLang="en-US" sz="2800" smtClean="0"/>
              <a:t>主机</a:t>
            </a:r>
            <a:r>
              <a:rPr lang="en-US" altLang="zh-CN" sz="2800" smtClean="0"/>
              <a:t>&gt;:&lt;</a:t>
            </a:r>
            <a:r>
              <a:rPr lang="zh-CN" altLang="en-US" sz="2800" smtClean="0"/>
              <a:t>端口</a:t>
            </a:r>
            <a:r>
              <a:rPr lang="en-US" altLang="zh-CN" sz="2800" smtClean="0"/>
              <a:t>&gt;/&lt;</a:t>
            </a:r>
            <a:r>
              <a:rPr lang="zh-CN" altLang="en-US" sz="2800" smtClean="0"/>
              <a:t>路径</a:t>
            </a:r>
            <a:r>
              <a:rPr lang="en-US" altLang="zh-CN" sz="2800" smtClean="0"/>
              <a:t>&gt;</a:t>
            </a:r>
            <a:r>
              <a:rPr lang="en-US" altLang="zh-CN" smtClean="0"/>
              <a:t> </a:t>
            </a:r>
            <a:endParaRPr lang="en-US" altLang="zh-CN" sz="2800" smtClean="0"/>
          </a:p>
        </p:txBody>
      </p:sp>
      <p:grpSp>
        <p:nvGrpSpPr>
          <p:cNvPr id="59397" name="Group 5"/>
          <p:cNvGrpSpPr>
            <a:grpSpLocks/>
          </p:cNvGrpSpPr>
          <p:nvPr/>
        </p:nvGrpSpPr>
        <p:grpSpPr bwMode="auto">
          <a:xfrm>
            <a:off x="5300663" y="2641600"/>
            <a:ext cx="1143000" cy="1081088"/>
            <a:chOff x="1156" y="1570"/>
            <a:chExt cx="335" cy="681"/>
          </a:xfrm>
        </p:grpSpPr>
        <p:sp>
          <p:nvSpPr>
            <p:cNvPr id="59399" name="Rectangle 6"/>
            <p:cNvSpPr>
              <a:spLocks noChangeArrowheads="1"/>
            </p:cNvSpPr>
            <p:nvPr/>
          </p:nvSpPr>
          <p:spPr bwMode="auto">
            <a:xfrm>
              <a:off x="1156" y="1570"/>
              <a:ext cx="335" cy="361"/>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0"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398" name="Text Box 8"/>
          <p:cNvSpPr txBox="1">
            <a:spLocks noChangeArrowheads="1"/>
          </p:cNvSpPr>
          <p:nvPr/>
        </p:nvSpPr>
        <p:spPr bwMode="auto">
          <a:xfrm>
            <a:off x="1763713" y="3636963"/>
            <a:ext cx="68405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Arial" pitchFamily="34" charset="0"/>
                <a:ea typeface="黑体" pitchFamily="49" charset="-122"/>
              </a:rPr>
              <a:t>若再省略文件的</a:t>
            </a:r>
            <a:r>
              <a:rPr lang="en-US" altLang="zh-CN" sz="2800">
                <a:solidFill>
                  <a:srgbClr val="333399"/>
                </a:solidFill>
                <a:latin typeface="Arial" pitchFamily="34" charset="0"/>
                <a:ea typeface="黑体" pitchFamily="49" charset="-122"/>
              </a:rPr>
              <a:t>&lt;</a:t>
            </a:r>
            <a:r>
              <a:rPr lang="zh-CN" altLang="en-US" sz="2800">
                <a:solidFill>
                  <a:srgbClr val="333399"/>
                </a:solidFill>
                <a:latin typeface="Arial" pitchFamily="34" charset="0"/>
                <a:ea typeface="黑体" pitchFamily="49" charset="-122"/>
              </a:rPr>
              <a:t>路径</a:t>
            </a:r>
            <a:r>
              <a:rPr lang="en-US" altLang="zh-CN" sz="2800">
                <a:solidFill>
                  <a:srgbClr val="333399"/>
                </a:solidFill>
                <a:latin typeface="Arial" pitchFamily="34" charset="0"/>
                <a:ea typeface="黑体" pitchFamily="49" charset="-122"/>
              </a:rPr>
              <a:t>&gt;</a:t>
            </a:r>
            <a:r>
              <a:rPr lang="zh-CN" altLang="en-US" sz="2800">
                <a:solidFill>
                  <a:srgbClr val="333399"/>
                </a:solidFill>
                <a:latin typeface="Arial" pitchFamily="34" charset="0"/>
                <a:ea typeface="黑体" pitchFamily="49" charset="-122"/>
              </a:rPr>
              <a:t>项，则 </a:t>
            </a:r>
            <a:r>
              <a:rPr lang="en-US" altLang="zh-CN" sz="2800">
                <a:solidFill>
                  <a:srgbClr val="333399"/>
                </a:solidFill>
                <a:latin typeface="Arial" pitchFamily="34" charset="0"/>
                <a:ea typeface="黑体" pitchFamily="49" charset="-122"/>
              </a:rPr>
              <a:t>URL </a:t>
            </a:r>
            <a:r>
              <a:rPr lang="zh-CN" altLang="en-US" sz="2800">
                <a:solidFill>
                  <a:srgbClr val="333399"/>
                </a:solidFill>
                <a:latin typeface="Arial" pitchFamily="34" charset="0"/>
                <a:ea typeface="黑体" pitchFamily="49" charset="-122"/>
              </a:rPr>
              <a:t>就指到因特网上的某个</a:t>
            </a:r>
            <a:r>
              <a:rPr lang="zh-CN" altLang="en-US" sz="2800">
                <a:solidFill>
                  <a:schemeClr val="hlink"/>
                </a:solidFill>
                <a:latin typeface="Arial" pitchFamily="34" charset="0"/>
                <a:ea typeface="黑体" pitchFamily="49" charset="-122"/>
              </a:rPr>
              <a:t>主页</a:t>
            </a:r>
            <a:r>
              <a:rPr lang="en-US" altLang="zh-CN" sz="2800">
                <a:solidFill>
                  <a:srgbClr val="333399"/>
                </a:solidFill>
                <a:latin typeface="Arial" pitchFamily="34" charset="0"/>
                <a:ea typeface="黑体" pitchFamily="49" charset="-122"/>
              </a:rPr>
              <a:t>(home page)</a:t>
            </a:r>
            <a:r>
              <a:rPr lang="zh-CN" altLang="en-US" sz="2800">
                <a:solidFill>
                  <a:srgbClr val="333399"/>
                </a:solidFill>
                <a:latin typeface="Arial" pitchFamily="34" charset="0"/>
                <a:ea typeface="黑体" pitchFamily="49" charset="-122"/>
              </a:rPr>
              <a:t>。 </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lgn="ctr" eaLnBrk="1" hangingPunct="1"/>
            <a:r>
              <a:rPr lang="en-US" altLang="zh-CN" smtClean="0"/>
              <a:t>6.4.3  </a:t>
            </a:r>
            <a:r>
              <a:rPr lang="zh-CN" altLang="en-US" smtClean="0"/>
              <a:t>超文本传送协议 </a:t>
            </a:r>
            <a:r>
              <a:rPr lang="en-US" altLang="zh-CN" smtClean="0"/>
              <a:t>HTTP</a:t>
            </a:r>
            <a:br>
              <a:rPr lang="en-US" altLang="zh-CN" smtClean="0"/>
            </a:br>
            <a:r>
              <a:rPr lang="en-US" altLang="zh-CN" sz="4000" smtClean="0"/>
              <a:t>1.  HTTP </a:t>
            </a:r>
            <a:r>
              <a:rPr lang="zh-CN" altLang="en-US" sz="4000" smtClean="0"/>
              <a:t>的操作过程</a:t>
            </a:r>
            <a:r>
              <a:rPr lang="zh-CN" altLang="en-US" smtClean="0"/>
              <a:t> </a:t>
            </a:r>
          </a:p>
        </p:txBody>
      </p:sp>
      <p:sp>
        <p:nvSpPr>
          <p:cNvPr id="551939" name="Rectangle 3"/>
          <p:cNvSpPr>
            <a:spLocks noGrp="1" noChangeArrowheads="1"/>
          </p:cNvSpPr>
          <p:nvPr>
            <p:ph type="body" idx="1"/>
          </p:nvPr>
        </p:nvSpPr>
        <p:spPr>
          <a:xfrm>
            <a:off x="1042988" y="1844675"/>
            <a:ext cx="7196137" cy="4114800"/>
          </a:xfrm>
        </p:spPr>
        <p:txBody>
          <a:bodyPr/>
          <a:lstStyle/>
          <a:p>
            <a:pPr algn="just" eaLnBrk="1" hangingPunct="1">
              <a:lnSpc>
                <a:spcPct val="110000"/>
              </a:lnSpc>
            </a:pPr>
            <a:r>
              <a:rPr lang="zh-CN" altLang="en-US" sz="2800" smtClean="0"/>
              <a:t>为了使超文本的链接能够高效率地完成，需要用 </a:t>
            </a:r>
            <a:r>
              <a:rPr lang="en-US" altLang="zh-CN" sz="2800" smtClean="0"/>
              <a:t>HTTP </a:t>
            </a:r>
            <a:r>
              <a:rPr lang="zh-CN" altLang="en-US" sz="2800" smtClean="0"/>
              <a:t>协议来传送一切必须的信息。</a:t>
            </a:r>
          </a:p>
          <a:p>
            <a:pPr algn="just" eaLnBrk="1" hangingPunct="1">
              <a:lnSpc>
                <a:spcPct val="110000"/>
              </a:lnSpc>
            </a:pPr>
            <a:r>
              <a:rPr lang="zh-CN" altLang="en-US" sz="2800" smtClean="0"/>
              <a:t>从层次的角度看，</a:t>
            </a:r>
            <a:r>
              <a:rPr lang="en-US" altLang="zh-CN" sz="2800" smtClean="0"/>
              <a:t>HTTP </a:t>
            </a:r>
            <a:r>
              <a:rPr lang="zh-CN" altLang="en-US" sz="2800" smtClean="0"/>
              <a:t>是</a:t>
            </a:r>
            <a:r>
              <a:rPr lang="zh-CN" altLang="en-US" sz="2800" smtClean="0">
                <a:solidFill>
                  <a:schemeClr val="hlink"/>
                </a:solidFill>
              </a:rPr>
              <a:t>面向事务</a:t>
            </a:r>
            <a:r>
              <a:rPr lang="en-US" altLang="zh-CN" sz="2000" smtClean="0">
                <a:solidFill>
                  <a:schemeClr val="hlink"/>
                </a:solidFill>
              </a:rPr>
              <a:t>239</a:t>
            </a:r>
            <a:r>
              <a:rPr lang="zh-CN" altLang="en-US" sz="2800" smtClean="0">
                <a:solidFill>
                  <a:schemeClr val="hlink"/>
                </a:solidFill>
              </a:rPr>
              <a:t>的</a:t>
            </a:r>
            <a:r>
              <a:rPr lang="en-US" altLang="zh-CN" sz="2800" smtClean="0"/>
              <a:t>(transaction-oriented)</a:t>
            </a:r>
            <a:r>
              <a:rPr lang="zh-CN" altLang="en-US" sz="2800" smtClean="0"/>
              <a:t>应用层协议，它是万维网上能够可靠地交换文件（包括文本、声音、图像等各种多媒体文件）的重要基础。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50938" y="-3175"/>
            <a:ext cx="7793037" cy="695325"/>
          </a:xfrm>
        </p:spPr>
        <p:txBody>
          <a:bodyPr/>
          <a:lstStyle/>
          <a:p>
            <a:pPr algn="ctr" eaLnBrk="1" hangingPunct="1">
              <a:lnSpc>
                <a:spcPct val="80000"/>
              </a:lnSpc>
            </a:pPr>
            <a:r>
              <a:rPr lang="zh-CN" altLang="en-US" sz="4000" smtClean="0"/>
              <a:t>万维网的工作过程 </a:t>
            </a:r>
          </a:p>
        </p:txBody>
      </p:sp>
      <p:graphicFrame>
        <p:nvGraphicFramePr>
          <p:cNvPr id="61443" name="Object 66"/>
          <p:cNvGraphicFramePr>
            <a:graphicFrameLocks noChangeAspect="1"/>
          </p:cNvGraphicFramePr>
          <p:nvPr/>
        </p:nvGraphicFramePr>
        <p:xfrm>
          <a:off x="2524125" y="2608263"/>
          <a:ext cx="3844925" cy="1692275"/>
        </p:xfrm>
        <a:graphic>
          <a:graphicData uri="http://schemas.openxmlformats.org/presentationml/2006/ole">
            <mc:AlternateContent xmlns:mc="http://schemas.openxmlformats.org/markup-compatibility/2006">
              <mc:Choice xmlns:v="urn:schemas-microsoft-com:vml" Requires="v">
                <p:oleObj spid="_x0000_s61496" name="VISIO" r:id="rId4" imgW="1687068" imgH="964692" progId="Visio.Drawing.6">
                  <p:embed/>
                </p:oleObj>
              </mc:Choice>
              <mc:Fallback>
                <p:oleObj name="VISIO" r:id="rId4" imgW="1687068" imgH="964692" progId="Visio.Drawing.6">
                  <p:embed/>
                  <p:pic>
                    <p:nvPicPr>
                      <p:cNvPr id="0" name="Object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125" y="2608263"/>
                        <a:ext cx="3844925" cy="169227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61444" name="Picture 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7913" y="1122363"/>
            <a:ext cx="1665287" cy="241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5" name="Freeform 68"/>
          <p:cNvSpPr>
            <a:spLocks/>
          </p:cNvSpPr>
          <p:nvPr/>
        </p:nvSpPr>
        <p:spPr bwMode="auto">
          <a:xfrm>
            <a:off x="3614738" y="2935288"/>
            <a:ext cx="449262" cy="266700"/>
          </a:xfrm>
          <a:custGeom>
            <a:avLst/>
            <a:gdLst>
              <a:gd name="T0" fmla="*/ 73721206 w 117"/>
              <a:gd name="T1" fmla="*/ 337151743 h 118"/>
              <a:gd name="T2" fmla="*/ 0 w 117"/>
              <a:gd name="T3" fmla="*/ 260527477 h 118"/>
              <a:gd name="T4" fmla="*/ 0 w 117"/>
              <a:gd name="T5" fmla="*/ 183900951 h 118"/>
              <a:gd name="T6" fmla="*/ 235912468 w 117"/>
              <a:gd name="T7" fmla="*/ 127708617 h 118"/>
              <a:gd name="T8" fmla="*/ 471821096 w 117"/>
              <a:gd name="T9" fmla="*/ 76626526 h 118"/>
              <a:gd name="T10" fmla="*/ 692988555 w 117"/>
              <a:gd name="T11" fmla="*/ 0 h 118"/>
              <a:gd name="T12" fmla="*/ 928897183 w 117"/>
              <a:gd name="T13" fmla="*/ 0 h 118"/>
              <a:gd name="T14" fmla="*/ 1164809651 w 117"/>
              <a:gd name="T15" fmla="*/ 0 h 118"/>
              <a:gd name="T16" fmla="*/ 1238530857 w 117"/>
              <a:gd name="T17" fmla="*/ 76626526 h 118"/>
              <a:gd name="T18" fmla="*/ 1400718279 w 117"/>
              <a:gd name="T19" fmla="*/ 158358775 h 118"/>
              <a:gd name="T20" fmla="*/ 1548164532 w 117"/>
              <a:gd name="T21" fmla="*/ 234985302 h 118"/>
              <a:gd name="T22" fmla="*/ 1636630747 w 117"/>
              <a:gd name="T23" fmla="*/ 311609568 h 118"/>
              <a:gd name="T24" fmla="*/ 1710351954 w 117"/>
              <a:gd name="T25" fmla="*/ 388236094 h 118"/>
              <a:gd name="T26" fmla="*/ 1710351954 w 117"/>
              <a:gd name="T27" fmla="*/ 469970603 h 118"/>
              <a:gd name="T28" fmla="*/ 1710351954 w 117"/>
              <a:gd name="T29" fmla="*/ 546594869 h 118"/>
              <a:gd name="T30" fmla="*/ 1474443325 w 117"/>
              <a:gd name="T31" fmla="*/ 597679220 h 118"/>
              <a:gd name="T32" fmla="*/ 1238530857 w 117"/>
              <a:gd name="T33" fmla="*/ 597679220 h 118"/>
              <a:gd name="T34" fmla="*/ 1017363399 w 117"/>
              <a:gd name="T35" fmla="*/ 597679220 h 118"/>
              <a:gd name="T36" fmla="*/ 781454770 w 117"/>
              <a:gd name="T37" fmla="*/ 597679220 h 118"/>
              <a:gd name="T38" fmla="*/ 545542302 w 117"/>
              <a:gd name="T39" fmla="*/ 572137045 h 118"/>
              <a:gd name="T40" fmla="*/ 309633674 w 117"/>
              <a:gd name="T41" fmla="*/ 521052694 h 118"/>
              <a:gd name="T42" fmla="*/ 162187422 w 117"/>
              <a:gd name="T43" fmla="*/ 439320445 h 118"/>
              <a:gd name="T44" fmla="*/ 73721206 w 117"/>
              <a:gd name="T45" fmla="*/ 362693919 h 118"/>
              <a:gd name="T46" fmla="*/ 73721206 w 117"/>
              <a:gd name="T47" fmla="*/ 33715174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46" name="Freeform 69"/>
          <p:cNvSpPr>
            <a:spLocks/>
          </p:cNvSpPr>
          <p:nvPr/>
        </p:nvSpPr>
        <p:spPr bwMode="auto">
          <a:xfrm>
            <a:off x="4672013" y="2865438"/>
            <a:ext cx="315912" cy="196850"/>
          </a:xfrm>
          <a:custGeom>
            <a:avLst/>
            <a:gdLst>
              <a:gd name="T0" fmla="*/ 0 w 82"/>
              <a:gd name="T1" fmla="*/ 0 h 87"/>
              <a:gd name="T2" fmla="*/ 237477215 w 82"/>
              <a:gd name="T3" fmla="*/ 51194576 h 87"/>
              <a:gd name="T4" fmla="*/ 474958282 w 82"/>
              <a:gd name="T5" fmla="*/ 102391414 h 87"/>
              <a:gd name="T6" fmla="*/ 727279508 w 82"/>
              <a:gd name="T7" fmla="*/ 102391414 h 87"/>
              <a:gd name="T8" fmla="*/ 964756722 w 82"/>
              <a:gd name="T9" fmla="*/ 153585990 h 87"/>
              <a:gd name="T10" fmla="*/ 1128021585 w 82"/>
              <a:gd name="T11" fmla="*/ 235500479 h 87"/>
              <a:gd name="T12" fmla="*/ 1202233937 w 82"/>
              <a:gd name="T13" fmla="*/ 312292343 h 87"/>
              <a:gd name="T14" fmla="*/ 1202233937 w 82"/>
              <a:gd name="T15" fmla="*/ 389086470 h 87"/>
              <a:gd name="T16" fmla="*/ 964756722 w 82"/>
              <a:gd name="T17" fmla="*/ 440281045 h 87"/>
              <a:gd name="T18" fmla="*/ 727279508 w 82"/>
              <a:gd name="T19" fmla="*/ 440281045 h 87"/>
              <a:gd name="T20" fmla="*/ 400745930 w 82"/>
              <a:gd name="T21" fmla="*/ 414683757 h 87"/>
              <a:gd name="T22" fmla="*/ 163264863 w 82"/>
              <a:gd name="T23" fmla="*/ 363489182 h 87"/>
              <a:gd name="T24" fmla="*/ 74212352 w 82"/>
              <a:gd name="T25" fmla="*/ 286695055 h 87"/>
              <a:gd name="T26" fmla="*/ 0 w 82"/>
              <a:gd name="T27" fmla="*/ 204782829 h 87"/>
              <a:gd name="T28" fmla="*/ 0 w 82"/>
              <a:gd name="T29" fmla="*/ 127988702 h 87"/>
              <a:gd name="T30" fmla="*/ 163264863 w 82"/>
              <a:gd name="T31" fmla="*/ 5119457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47" name="Freeform 70"/>
          <p:cNvSpPr>
            <a:spLocks/>
          </p:cNvSpPr>
          <p:nvPr/>
        </p:nvSpPr>
        <p:spPr bwMode="auto">
          <a:xfrm>
            <a:off x="5916613" y="2965450"/>
            <a:ext cx="1016000" cy="744538"/>
          </a:xfrm>
          <a:custGeom>
            <a:avLst/>
            <a:gdLst>
              <a:gd name="T0" fmla="*/ 1820557319 w 567"/>
              <a:gd name="T1" fmla="*/ 0 h 371"/>
              <a:gd name="T2" fmla="*/ 1701755203 w 567"/>
              <a:gd name="T3" fmla="*/ 676604426 h 371"/>
              <a:gd name="T4" fmla="*/ 1374248409 w 567"/>
              <a:gd name="T5" fmla="*/ 1127674044 h 371"/>
              <a:gd name="T6" fmla="*/ 1008210667 w 567"/>
              <a:gd name="T7" fmla="*/ 1320991028 h 371"/>
              <a:gd name="T8" fmla="*/ 0 w 567"/>
              <a:gd name="T9" fmla="*/ 1494169362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8" name="Freeform 71"/>
          <p:cNvSpPr>
            <a:spLocks/>
          </p:cNvSpPr>
          <p:nvPr/>
        </p:nvSpPr>
        <p:spPr bwMode="auto">
          <a:xfrm>
            <a:off x="1908175" y="2614613"/>
            <a:ext cx="1047750" cy="1081087"/>
          </a:xfrm>
          <a:custGeom>
            <a:avLst/>
            <a:gdLst>
              <a:gd name="T0" fmla="*/ 13339141 w 759"/>
              <a:gd name="T1" fmla="*/ 0 h 664"/>
              <a:gd name="T2" fmla="*/ 28584663 w 759"/>
              <a:gd name="T3" fmla="*/ 1123960892 h 664"/>
              <a:gd name="T4" fmla="*/ 190559359 w 759"/>
              <a:gd name="T5" fmla="*/ 1444713217 h 664"/>
              <a:gd name="T6" fmla="*/ 293462489 w 759"/>
              <a:gd name="T7" fmla="*/ 1513635770 h 664"/>
              <a:gd name="T8" fmla="*/ 362064576 w 759"/>
              <a:gd name="T9" fmla="*/ 1566652993 h 664"/>
              <a:gd name="T10" fmla="*/ 668866207 w 759"/>
              <a:gd name="T11" fmla="*/ 1677988672 h 664"/>
              <a:gd name="T12" fmla="*/ 1110964250 w 759"/>
              <a:gd name="T13" fmla="*/ 1760164310 h 664"/>
              <a:gd name="T14" fmla="*/ 1446350543 w 759"/>
              <a:gd name="T15" fmla="*/ 1760164310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49" name="Rectangle 72"/>
          <p:cNvSpPr>
            <a:spLocks noChangeArrowheads="1"/>
          </p:cNvSpPr>
          <p:nvPr/>
        </p:nvSpPr>
        <p:spPr bwMode="auto">
          <a:xfrm>
            <a:off x="3998913" y="3548063"/>
            <a:ext cx="9429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000">
                <a:solidFill>
                  <a:srgbClr val="333399"/>
                </a:solidFill>
                <a:latin typeface="Arial" pitchFamily="34" charset="0"/>
                <a:ea typeface="黑体" pitchFamily="49" charset="-122"/>
              </a:rPr>
              <a:t>因特网</a:t>
            </a:r>
          </a:p>
        </p:txBody>
      </p:sp>
      <p:sp>
        <p:nvSpPr>
          <p:cNvPr id="61450" name="Rectangle 73"/>
          <p:cNvSpPr>
            <a:spLocks noChangeArrowheads="1"/>
          </p:cNvSpPr>
          <p:nvPr/>
        </p:nvSpPr>
        <p:spPr bwMode="auto">
          <a:xfrm>
            <a:off x="5738813" y="620713"/>
            <a:ext cx="3081337"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0000"/>
              </a:lnSpc>
            </a:pPr>
            <a:r>
              <a:rPr kumimoji="1" lang="zh-CN" altLang="en-US" sz="2400">
                <a:solidFill>
                  <a:srgbClr val="333399"/>
                </a:solidFill>
                <a:latin typeface="Arial" pitchFamily="34" charset="0"/>
                <a:ea typeface="黑体" pitchFamily="49" charset="-122"/>
              </a:rPr>
              <a:t>服务器</a:t>
            </a:r>
          </a:p>
          <a:p>
            <a:pPr algn="ctr" eaLnBrk="0" hangingPunct="0">
              <a:lnSpc>
                <a:spcPct val="80000"/>
              </a:lnSpc>
            </a:pPr>
            <a:r>
              <a:rPr kumimoji="1" lang="en-US" altLang="zh-CN" sz="2400">
                <a:solidFill>
                  <a:srgbClr val="333399"/>
                </a:solidFill>
                <a:latin typeface="Arial" pitchFamily="34" charset="0"/>
                <a:ea typeface="黑体" pitchFamily="49" charset="-122"/>
              </a:rPr>
              <a:t>www.tsinghua.edu.cn</a:t>
            </a:r>
          </a:p>
        </p:txBody>
      </p:sp>
      <p:sp>
        <p:nvSpPr>
          <p:cNvPr id="61451" name="Rectangle 74"/>
          <p:cNvSpPr>
            <a:spLocks noChangeArrowheads="1"/>
          </p:cNvSpPr>
          <p:nvPr/>
        </p:nvSpPr>
        <p:spPr bwMode="auto">
          <a:xfrm>
            <a:off x="3132138" y="836613"/>
            <a:ext cx="262096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zh-CN" sz="2400">
                <a:solidFill>
                  <a:srgbClr val="333399"/>
                </a:solidFill>
                <a:latin typeface="Arial" pitchFamily="34" charset="0"/>
                <a:ea typeface="黑体" pitchFamily="49" charset="-122"/>
              </a:rPr>
              <a:t>链接到</a:t>
            </a:r>
            <a:r>
              <a:rPr kumimoji="1" lang="en-US" altLang="zh-CN" sz="2400">
                <a:solidFill>
                  <a:srgbClr val="333399"/>
                </a:solidFill>
                <a:latin typeface="Arial" pitchFamily="34" charset="0"/>
                <a:ea typeface="黑体" pitchFamily="49" charset="-122"/>
              </a:rPr>
              <a:t>URL</a:t>
            </a:r>
            <a:r>
              <a:rPr kumimoji="1" lang="zh-CN" altLang="en-US" sz="2400">
                <a:solidFill>
                  <a:srgbClr val="333399"/>
                </a:solidFill>
                <a:latin typeface="Arial" pitchFamily="34" charset="0"/>
                <a:ea typeface="黑体" pitchFamily="49" charset="-122"/>
              </a:rPr>
              <a:t>的超链</a:t>
            </a:r>
          </a:p>
        </p:txBody>
      </p:sp>
      <p:sp>
        <p:nvSpPr>
          <p:cNvPr id="61452" name="Rectangle 75"/>
          <p:cNvSpPr>
            <a:spLocks noChangeArrowheads="1"/>
          </p:cNvSpPr>
          <p:nvPr/>
        </p:nvSpPr>
        <p:spPr bwMode="auto">
          <a:xfrm>
            <a:off x="3073400" y="3021013"/>
            <a:ext cx="2835275" cy="39370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使用此 </a:t>
            </a:r>
            <a:r>
              <a:rPr kumimoji="1" lang="en-US" altLang="zh-CN" sz="2000">
                <a:solidFill>
                  <a:srgbClr val="333399"/>
                </a:solidFill>
                <a:latin typeface="Arial" pitchFamily="34" charset="0"/>
                <a:ea typeface="黑体" pitchFamily="49" charset="-122"/>
              </a:rPr>
              <a:t>TCP </a:t>
            </a:r>
            <a:r>
              <a:rPr kumimoji="1" lang="zh-CN" altLang="en-US" sz="2000">
                <a:solidFill>
                  <a:srgbClr val="333399"/>
                </a:solidFill>
                <a:latin typeface="Arial" pitchFamily="34" charset="0"/>
                <a:ea typeface="黑体" pitchFamily="49" charset="-122"/>
              </a:rPr>
              <a:t>连接</a:t>
            </a:r>
          </a:p>
        </p:txBody>
      </p:sp>
      <p:sp>
        <p:nvSpPr>
          <p:cNvPr id="61453" name="Rectangle 76"/>
          <p:cNvSpPr>
            <a:spLocks noChangeArrowheads="1"/>
          </p:cNvSpPr>
          <p:nvPr/>
        </p:nvSpPr>
        <p:spPr bwMode="auto">
          <a:xfrm>
            <a:off x="2673350" y="1757363"/>
            <a:ext cx="944563"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90000"/>
              </a:lnSpc>
            </a:pPr>
            <a:r>
              <a:rPr kumimoji="1" lang="zh-CN" altLang="en-US" sz="2000">
                <a:solidFill>
                  <a:srgbClr val="333399"/>
                </a:solidFill>
                <a:latin typeface="Arial" pitchFamily="34" charset="0"/>
                <a:ea typeface="黑体" pitchFamily="49" charset="-122"/>
              </a:rPr>
              <a:t>浏览器</a:t>
            </a:r>
          </a:p>
          <a:p>
            <a:pPr eaLnBrk="0" hangingPunct="0">
              <a:lnSpc>
                <a:spcPct val="90000"/>
              </a:lnSpc>
            </a:pPr>
            <a:r>
              <a:rPr kumimoji="1" lang="zh-CN" altLang="en-US" sz="2000">
                <a:solidFill>
                  <a:srgbClr val="333399"/>
                </a:solidFill>
                <a:latin typeface="Arial" pitchFamily="34" charset="0"/>
                <a:ea typeface="黑体" pitchFamily="49" charset="-122"/>
              </a:rPr>
              <a:t> 程序</a:t>
            </a:r>
          </a:p>
        </p:txBody>
      </p:sp>
      <p:sp>
        <p:nvSpPr>
          <p:cNvPr id="61454" name="Rectangle 77"/>
          <p:cNvSpPr>
            <a:spLocks noChangeArrowheads="1"/>
          </p:cNvSpPr>
          <p:nvPr/>
        </p:nvSpPr>
        <p:spPr bwMode="auto">
          <a:xfrm>
            <a:off x="5051425" y="1757363"/>
            <a:ext cx="941388"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90000"/>
              </a:lnSpc>
            </a:pPr>
            <a:r>
              <a:rPr kumimoji="1" lang="zh-CN" altLang="en-US" sz="2000">
                <a:solidFill>
                  <a:srgbClr val="333399"/>
                </a:solidFill>
                <a:latin typeface="Arial" pitchFamily="34" charset="0"/>
                <a:ea typeface="黑体" pitchFamily="49" charset="-122"/>
              </a:rPr>
              <a:t>服务器</a:t>
            </a:r>
          </a:p>
          <a:p>
            <a:pPr eaLnBrk="0" hangingPunct="0">
              <a:lnSpc>
                <a:spcPct val="90000"/>
              </a:lnSpc>
            </a:pPr>
            <a:r>
              <a:rPr kumimoji="1" lang="zh-CN" altLang="en-US" sz="2000">
                <a:solidFill>
                  <a:srgbClr val="333399"/>
                </a:solidFill>
                <a:latin typeface="Arial" pitchFamily="34" charset="0"/>
                <a:ea typeface="黑体" pitchFamily="49" charset="-122"/>
              </a:rPr>
              <a:t> 程序</a:t>
            </a:r>
          </a:p>
        </p:txBody>
      </p:sp>
      <p:sp>
        <p:nvSpPr>
          <p:cNvPr id="61455" name="Rectangle 78"/>
          <p:cNvSpPr>
            <a:spLocks noChangeArrowheads="1"/>
          </p:cNvSpPr>
          <p:nvPr/>
        </p:nvSpPr>
        <p:spPr bwMode="auto">
          <a:xfrm>
            <a:off x="3946525" y="2130425"/>
            <a:ext cx="8445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en-US" altLang="zh-CN" sz="2000">
                <a:solidFill>
                  <a:srgbClr val="333399"/>
                </a:solidFill>
                <a:latin typeface="Arial" pitchFamily="34" charset="0"/>
                <a:ea typeface="黑体" pitchFamily="49" charset="-122"/>
              </a:rPr>
              <a:t>HTTP</a:t>
            </a:r>
          </a:p>
        </p:txBody>
      </p:sp>
      <p:sp>
        <p:nvSpPr>
          <p:cNvPr id="61456" name="Rectangle 79"/>
          <p:cNvSpPr>
            <a:spLocks noChangeArrowheads="1"/>
          </p:cNvSpPr>
          <p:nvPr/>
        </p:nvSpPr>
        <p:spPr bwMode="auto">
          <a:xfrm>
            <a:off x="1403350" y="1052513"/>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400">
                <a:solidFill>
                  <a:srgbClr val="333399"/>
                </a:solidFill>
                <a:latin typeface="Arial" pitchFamily="34" charset="0"/>
                <a:ea typeface="黑体" pitchFamily="49" charset="-122"/>
              </a:rPr>
              <a:t>客户</a:t>
            </a:r>
          </a:p>
        </p:txBody>
      </p:sp>
      <p:pic>
        <p:nvPicPr>
          <p:cNvPr id="61457" name="Picture 8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03363"/>
            <a:ext cx="1431925" cy="143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58" name="Freeform 81"/>
          <p:cNvSpPr>
            <a:spLocks/>
          </p:cNvSpPr>
          <p:nvPr/>
        </p:nvSpPr>
        <p:spPr bwMode="auto">
          <a:xfrm>
            <a:off x="1484313" y="1735138"/>
            <a:ext cx="741362" cy="555625"/>
          </a:xfrm>
          <a:custGeom>
            <a:avLst/>
            <a:gdLst>
              <a:gd name="T0" fmla="*/ 43586641 w 463"/>
              <a:gd name="T1" fmla="*/ 0 h 322"/>
              <a:gd name="T2" fmla="*/ 1184515539 w 463"/>
              <a:gd name="T3" fmla="*/ 0 h 322"/>
              <a:gd name="T4" fmla="*/ 1135801811 w 463"/>
              <a:gd name="T5" fmla="*/ 955776807 h 322"/>
              <a:gd name="T6" fmla="*/ 0 w 463"/>
              <a:gd name="T7" fmla="*/ 905159715 h 322"/>
              <a:gd name="T8" fmla="*/ 43586641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9" name="Rectangle 82"/>
          <p:cNvSpPr>
            <a:spLocks noChangeArrowheads="1"/>
          </p:cNvSpPr>
          <p:nvPr/>
        </p:nvSpPr>
        <p:spPr bwMode="auto">
          <a:xfrm>
            <a:off x="1412875" y="1628775"/>
            <a:ext cx="89217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1400">
                <a:solidFill>
                  <a:srgbClr val="333399"/>
                </a:solidFill>
                <a:latin typeface="Arial" pitchFamily="34" charset="0"/>
                <a:ea typeface="黑体" pitchFamily="49" charset="-122"/>
              </a:rPr>
              <a:t>清华大学</a:t>
            </a:r>
          </a:p>
          <a:p>
            <a:pPr eaLnBrk="0" hangingPunct="0"/>
            <a:r>
              <a:rPr kumimoji="1" lang="zh-CN" altLang="en-US" sz="1400">
                <a:solidFill>
                  <a:srgbClr val="333399"/>
                </a:solidFill>
                <a:latin typeface="Arial" pitchFamily="34" charset="0"/>
                <a:ea typeface="黑体" pitchFamily="49" charset="-122"/>
              </a:rPr>
              <a:t>院系设置</a:t>
            </a:r>
          </a:p>
        </p:txBody>
      </p:sp>
      <p:sp>
        <p:nvSpPr>
          <p:cNvPr id="61460" name="Line 83"/>
          <p:cNvSpPr>
            <a:spLocks noChangeShapeType="1"/>
          </p:cNvSpPr>
          <p:nvPr/>
        </p:nvSpPr>
        <p:spPr bwMode="auto">
          <a:xfrm>
            <a:off x="1549400" y="2093913"/>
            <a:ext cx="5857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1" name="Oval 84"/>
          <p:cNvSpPr>
            <a:spLocks noChangeArrowheads="1"/>
          </p:cNvSpPr>
          <p:nvPr/>
        </p:nvSpPr>
        <p:spPr bwMode="auto">
          <a:xfrm>
            <a:off x="1824038" y="2432050"/>
            <a:ext cx="593725" cy="25241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2" name="Line 85"/>
          <p:cNvSpPr>
            <a:spLocks noChangeShapeType="1"/>
          </p:cNvSpPr>
          <p:nvPr/>
        </p:nvSpPr>
        <p:spPr bwMode="auto">
          <a:xfrm>
            <a:off x="5815013" y="2262188"/>
            <a:ext cx="509587" cy="25400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3" name="Line 86"/>
          <p:cNvSpPr>
            <a:spLocks noChangeShapeType="1"/>
          </p:cNvSpPr>
          <p:nvPr/>
        </p:nvSpPr>
        <p:spPr bwMode="auto">
          <a:xfrm flipH="1">
            <a:off x="2333625" y="2178050"/>
            <a:ext cx="509588" cy="33813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4" name="Oval 87"/>
          <p:cNvSpPr>
            <a:spLocks noChangeArrowheads="1"/>
          </p:cNvSpPr>
          <p:nvPr/>
        </p:nvSpPr>
        <p:spPr bwMode="auto">
          <a:xfrm>
            <a:off x="6238875" y="2432050"/>
            <a:ext cx="595313" cy="25241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5" name="Freeform 88"/>
          <p:cNvSpPr>
            <a:spLocks/>
          </p:cNvSpPr>
          <p:nvPr/>
        </p:nvSpPr>
        <p:spPr bwMode="auto">
          <a:xfrm>
            <a:off x="2163763" y="2622550"/>
            <a:ext cx="4330700" cy="820738"/>
          </a:xfrm>
          <a:custGeom>
            <a:avLst/>
            <a:gdLst>
              <a:gd name="T0" fmla="*/ 0 w 2448"/>
              <a:gd name="T1" fmla="*/ 0 h 852"/>
              <a:gd name="T2" fmla="*/ 0 w 2448"/>
              <a:gd name="T3" fmla="*/ 564200540 h 852"/>
              <a:gd name="T4" fmla="*/ 18776981 w 2448"/>
              <a:gd name="T5" fmla="*/ 604102664 h 852"/>
              <a:gd name="T6" fmla="*/ 75111463 w 2448"/>
              <a:gd name="T7" fmla="*/ 648645040 h 852"/>
              <a:gd name="T8" fmla="*/ 206555638 w 2448"/>
              <a:gd name="T9" fmla="*/ 695971374 h 852"/>
              <a:gd name="T10" fmla="*/ 450667007 w 2448"/>
              <a:gd name="T11" fmla="*/ 735873498 h 852"/>
              <a:gd name="T12" fmla="*/ 882557033 w 2448"/>
              <a:gd name="T13" fmla="*/ 770207704 h 852"/>
              <a:gd name="T14" fmla="*/ 1352001021 w 2448"/>
              <a:gd name="T15" fmla="*/ 790623081 h 852"/>
              <a:gd name="T16" fmla="*/ 2147483647 w 2448"/>
              <a:gd name="T17" fmla="*/ 790623081 h 852"/>
              <a:gd name="T18" fmla="*/ 2147483647 w 2448"/>
              <a:gd name="T19" fmla="*/ 790623081 h 852"/>
              <a:gd name="T20" fmla="*/ 2147483647 w 2448"/>
              <a:gd name="T21" fmla="*/ 776703287 h 852"/>
              <a:gd name="T22" fmla="*/ 2147483647 w 2448"/>
              <a:gd name="T23" fmla="*/ 756288874 h 852"/>
              <a:gd name="T24" fmla="*/ 2147483647 w 2448"/>
              <a:gd name="T25" fmla="*/ 702466957 h 852"/>
              <a:gd name="T26" fmla="*/ 2147483647 w 2448"/>
              <a:gd name="T27" fmla="*/ 631013622 h 852"/>
              <a:gd name="T28" fmla="*/ 2147483647 w 2448"/>
              <a:gd name="T29" fmla="*/ 570696122 h 852"/>
              <a:gd name="T30" fmla="*/ 2147483647 w 2448"/>
              <a:gd name="T31" fmla="*/ 16703752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6" name="Line 89"/>
          <p:cNvSpPr>
            <a:spLocks noChangeShapeType="1"/>
          </p:cNvSpPr>
          <p:nvPr/>
        </p:nvSpPr>
        <p:spPr bwMode="auto">
          <a:xfrm flipV="1">
            <a:off x="2417763" y="2571750"/>
            <a:ext cx="3906837" cy="0"/>
          </a:xfrm>
          <a:prstGeom prst="line">
            <a:avLst/>
          </a:prstGeom>
          <a:noFill/>
          <a:ln w="76200">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7" name="Line 90"/>
          <p:cNvSpPr>
            <a:spLocks noChangeShapeType="1"/>
          </p:cNvSpPr>
          <p:nvPr/>
        </p:nvSpPr>
        <p:spPr bwMode="auto">
          <a:xfrm rot="16200000" flipH="1">
            <a:off x="6726238" y="2624138"/>
            <a:ext cx="288925" cy="193675"/>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8" name="Freeform 91"/>
          <p:cNvSpPr>
            <a:spLocks/>
          </p:cNvSpPr>
          <p:nvPr/>
        </p:nvSpPr>
        <p:spPr bwMode="auto">
          <a:xfrm>
            <a:off x="1871663" y="1250950"/>
            <a:ext cx="4962525" cy="666750"/>
          </a:xfrm>
          <a:custGeom>
            <a:avLst/>
            <a:gdLst>
              <a:gd name="T0" fmla="*/ 0 w 2454"/>
              <a:gd name="T1" fmla="*/ 1339022779 h 332"/>
              <a:gd name="T2" fmla="*/ 1374028937 w 2454"/>
              <a:gd name="T3" fmla="*/ 564648886 h 332"/>
              <a:gd name="T4" fmla="*/ 2147483647 w 2454"/>
              <a:gd name="T5" fmla="*/ 153262127 h 332"/>
              <a:gd name="T6" fmla="*/ 2147483647 w 2454"/>
              <a:gd name="T7" fmla="*/ 8067273 h 332"/>
              <a:gd name="T8" fmla="*/ 2147483647 w 2454"/>
              <a:gd name="T9" fmla="*/ 201659742 h 332"/>
              <a:gd name="T10" fmla="*/ 2147483647 w 2454"/>
              <a:gd name="T11" fmla="*/ 520283903 h 332"/>
              <a:gd name="T12" fmla="*/ 2147483647 w 2454"/>
              <a:gd name="T13" fmla="*/ 855038593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2" name="Line 92"/>
          <p:cNvSpPr>
            <a:spLocks noChangeShapeType="1"/>
          </p:cNvSpPr>
          <p:nvPr/>
        </p:nvSpPr>
        <p:spPr bwMode="auto">
          <a:xfrm>
            <a:off x="1824038" y="3829050"/>
            <a:ext cx="0" cy="2986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53" name="Line 93"/>
          <p:cNvSpPr>
            <a:spLocks noChangeShapeType="1"/>
          </p:cNvSpPr>
          <p:nvPr/>
        </p:nvSpPr>
        <p:spPr bwMode="auto">
          <a:xfrm>
            <a:off x="6967538" y="3829050"/>
            <a:ext cx="0" cy="2986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3076" name="Group 116"/>
          <p:cNvGrpSpPr>
            <a:grpSpLocks/>
          </p:cNvGrpSpPr>
          <p:nvPr/>
        </p:nvGrpSpPr>
        <p:grpSpPr bwMode="auto">
          <a:xfrm>
            <a:off x="1824038" y="4292600"/>
            <a:ext cx="5143500" cy="396875"/>
            <a:chOff x="1149" y="2704"/>
            <a:chExt cx="3240" cy="250"/>
          </a:xfrm>
        </p:grpSpPr>
        <p:sp>
          <p:nvSpPr>
            <p:cNvPr id="61494" name="Line 103"/>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5" name="Text Box 104"/>
            <p:cNvSpPr txBox="1">
              <a:spLocks noChangeArrowheads="1"/>
            </p:cNvSpPr>
            <p:nvPr/>
          </p:nvSpPr>
          <p:spPr bwMode="auto">
            <a:xfrm>
              <a:off x="2176" y="2704"/>
              <a:ext cx="1165"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建立 </a:t>
              </a:r>
              <a:r>
                <a:rPr kumimoji="1" lang="en-US" altLang="zh-CN" sz="2000">
                  <a:solidFill>
                    <a:srgbClr val="333399"/>
                  </a:solidFill>
                  <a:latin typeface="Arial" pitchFamily="34" charset="0"/>
                  <a:ea typeface="黑体" pitchFamily="49" charset="-122"/>
                </a:rPr>
                <a:t>TCP </a:t>
              </a:r>
              <a:r>
                <a:rPr kumimoji="1" lang="zh-CN" altLang="en-US" sz="2000">
                  <a:solidFill>
                    <a:srgbClr val="333399"/>
                  </a:solidFill>
                  <a:latin typeface="Arial" pitchFamily="34" charset="0"/>
                  <a:ea typeface="黑体" pitchFamily="49" charset="-122"/>
                </a:rPr>
                <a:t>连接</a:t>
              </a:r>
            </a:p>
          </p:txBody>
        </p:sp>
      </p:grpSp>
      <p:grpSp>
        <p:nvGrpSpPr>
          <p:cNvPr id="553080" name="Group 120"/>
          <p:cNvGrpSpPr>
            <a:grpSpLocks/>
          </p:cNvGrpSpPr>
          <p:nvPr/>
        </p:nvGrpSpPr>
        <p:grpSpPr bwMode="auto">
          <a:xfrm>
            <a:off x="1824038" y="6165850"/>
            <a:ext cx="5143500" cy="395288"/>
            <a:chOff x="1149" y="3884"/>
            <a:chExt cx="3240" cy="249"/>
          </a:xfrm>
        </p:grpSpPr>
        <p:sp>
          <p:nvSpPr>
            <p:cNvPr id="61492" name="Line 106"/>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93" name="Text Box 107"/>
            <p:cNvSpPr txBox="1">
              <a:spLocks noChangeArrowheads="1"/>
            </p:cNvSpPr>
            <p:nvPr/>
          </p:nvSpPr>
          <p:spPr bwMode="auto">
            <a:xfrm>
              <a:off x="2176" y="3884"/>
              <a:ext cx="1165" cy="2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释放 </a:t>
              </a:r>
              <a:r>
                <a:rPr kumimoji="1" lang="en-US" altLang="zh-CN" sz="2000">
                  <a:solidFill>
                    <a:srgbClr val="333399"/>
                  </a:solidFill>
                  <a:latin typeface="Arial" pitchFamily="34" charset="0"/>
                  <a:ea typeface="黑体" pitchFamily="49" charset="-122"/>
                </a:rPr>
                <a:t>TCP </a:t>
              </a:r>
              <a:r>
                <a:rPr kumimoji="1" lang="zh-CN" altLang="en-US" sz="2000">
                  <a:solidFill>
                    <a:srgbClr val="333399"/>
                  </a:solidFill>
                  <a:latin typeface="Arial" pitchFamily="34" charset="0"/>
                  <a:ea typeface="黑体" pitchFamily="49" charset="-122"/>
                </a:rPr>
                <a:t>连接</a:t>
              </a:r>
            </a:p>
          </p:txBody>
        </p:sp>
      </p:grpSp>
      <p:sp>
        <p:nvSpPr>
          <p:cNvPr id="61473" name="Line 108"/>
          <p:cNvSpPr>
            <a:spLocks noChangeShapeType="1"/>
          </p:cNvSpPr>
          <p:nvPr/>
        </p:nvSpPr>
        <p:spPr bwMode="auto">
          <a:xfrm>
            <a:off x="7210425" y="2995613"/>
            <a:ext cx="517525" cy="160337"/>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4" name="Text Box 110"/>
          <p:cNvSpPr txBox="1">
            <a:spLocks noChangeArrowheads="1"/>
          </p:cNvSpPr>
          <p:nvPr/>
        </p:nvSpPr>
        <p:spPr bwMode="auto">
          <a:xfrm>
            <a:off x="7496175" y="2225675"/>
            <a:ext cx="1125538"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sp>
        <p:nvSpPr>
          <p:cNvPr id="61475" name="AutoShape 111"/>
          <p:cNvSpPr>
            <a:spLocks noChangeArrowheads="1"/>
          </p:cNvSpPr>
          <p:nvPr/>
        </p:nvSpPr>
        <p:spPr bwMode="auto">
          <a:xfrm>
            <a:off x="6675438" y="2805113"/>
            <a:ext cx="595312" cy="252412"/>
          </a:xfrm>
          <a:prstGeom prst="can">
            <a:avLst>
              <a:gd name="adj" fmla="val 39583"/>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6" name="Rectangle 112"/>
          <p:cNvSpPr>
            <a:spLocks noChangeArrowheads="1"/>
          </p:cNvSpPr>
          <p:nvPr/>
        </p:nvSpPr>
        <p:spPr bwMode="auto">
          <a:xfrm>
            <a:off x="5705475" y="5851525"/>
            <a:ext cx="776288" cy="176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53082" name="Group 122"/>
          <p:cNvGrpSpPr>
            <a:grpSpLocks/>
          </p:cNvGrpSpPr>
          <p:nvPr/>
        </p:nvGrpSpPr>
        <p:grpSpPr bwMode="auto">
          <a:xfrm>
            <a:off x="1851025" y="4868863"/>
            <a:ext cx="6105525" cy="1708150"/>
            <a:chOff x="1166" y="3067"/>
            <a:chExt cx="3846" cy="1076"/>
          </a:xfrm>
        </p:grpSpPr>
        <p:grpSp>
          <p:nvGrpSpPr>
            <p:cNvPr id="61484" name="Group 121"/>
            <p:cNvGrpSpPr>
              <a:grpSpLocks/>
            </p:cNvGrpSpPr>
            <p:nvPr/>
          </p:nvGrpSpPr>
          <p:grpSpPr bwMode="auto">
            <a:xfrm>
              <a:off x="1166" y="3299"/>
              <a:ext cx="3846" cy="479"/>
              <a:chOff x="1166" y="3299"/>
              <a:chExt cx="3846" cy="479"/>
            </a:xfrm>
          </p:grpSpPr>
          <p:grpSp>
            <p:nvGrpSpPr>
              <p:cNvPr id="61486" name="Group 118"/>
              <p:cNvGrpSpPr>
                <a:grpSpLocks/>
              </p:cNvGrpSpPr>
              <p:nvPr/>
            </p:nvGrpSpPr>
            <p:grpSpPr bwMode="auto">
              <a:xfrm>
                <a:off x="1166" y="3475"/>
                <a:ext cx="3240" cy="303"/>
                <a:chOff x="1149" y="3475"/>
                <a:chExt cx="3240" cy="303"/>
              </a:xfrm>
            </p:grpSpPr>
            <p:sp>
              <p:nvSpPr>
                <p:cNvPr id="61488" name="Line 98"/>
                <p:cNvSpPr>
                  <a:spLocks noChangeShapeType="1"/>
                </p:cNvSpPr>
                <p:nvPr/>
              </p:nvSpPr>
              <p:spPr bwMode="auto">
                <a:xfrm flipH="1">
                  <a:off x="1149" y="3626"/>
                  <a:ext cx="3240" cy="0"/>
                </a:xfrm>
                <a:prstGeom prst="line">
                  <a:avLst/>
                </a:prstGeom>
                <a:noFill/>
                <a:ln w="38100">
                  <a:solidFill>
                    <a:schemeClr val="hlink"/>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489" name="Group 99"/>
                <p:cNvGrpSpPr>
                  <a:grpSpLocks/>
                </p:cNvGrpSpPr>
                <p:nvPr/>
              </p:nvGrpSpPr>
              <p:grpSpPr bwMode="auto">
                <a:xfrm flipH="1">
                  <a:off x="1944" y="3475"/>
                  <a:ext cx="1650" cy="303"/>
                  <a:chOff x="1152" y="1824"/>
                  <a:chExt cx="1296" cy="240"/>
                </a:xfrm>
              </p:grpSpPr>
              <p:sp>
                <p:nvSpPr>
                  <p:cNvPr id="61490" name="AutoShape 100"/>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1" name="Rectangle 101"/>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响应报文</a:t>
                    </a:r>
                  </a:p>
                </p:txBody>
              </p:sp>
            </p:grpSp>
          </p:grpSp>
          <p:sp>
            <p:nvSpPr>
              <p:cNvPr id="61487" name="Text Box 109"/>
              <p:cNvSpPr txBox="1">
                <a:spLocks noChangeArrowheads="1"/>
              </p:cNvSpPr>
              <p:nvPr/>
            </p:nvSpPr>
            <p:spPr bwMode="auto">
              <a:xfrm>
                <a:off x="4012" y="3299"/>
                <a:ext cx="10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响应文档</a:t>
                </a:r>
              </a:p>
            </p:txBody>
          </p:sp>
        </p:grpSp>
        <p:sp>
          <p:nvSpPr>
            <p:cNvPr id="61485" name="Text Box 113"/>
            <p:cNvSpPr txBox="1">
              <a:spLocks noChangeArrowheads="1"/>
            </p:cNvSpPr>
            <p:nvPr/>
          </p:nvSpPr>
          <p:spPr bwMode="auto">
            <a:xfrm>
              <a:off x="3469" y="3067"/>
              <a:ext cx="709" cy="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grpSp>
      <p:grpSp>
        <p:nvGrpSpPr>
          <p:cNvPr id="553077" name="Group 117"/>
          <p:cNvGrpSpPr>
            <a:grpSpLocks/>
          </p:cNvGrpSpPr>
          <p:nvPr/>
        </p:nvGrpSpPr>
        <p:grpSpPr bwMode="auto">
          <a:xfrm>
            <a:off x="1824038" y="4611688"/>
            <a:ext cx="5143500" cy="738187"/>
            <a:chOff x="1149" y="2905"/>
            <a:chExt cx="3240" cy="465"/>
          </a:xfrm>
        </p:grpSpPr>
        <p:sp>
          <p:nvSpPr>
            <p:cNvPr id="61479" name="Line 94"/>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480" name="Group 95"/>
            <p:cNvGrpSpPr>
              <a:grpSpLocks/>
            </p:cNvGrpSpPr>
            <p:nvPr/>
          </p:nvGrpSpPr>
          <p:grpSpPr bwMode="auto">
            <a:xfrm>
              <a:off x="2188" y="3067"/>
              <a:ext cx="1651" cy="303"/>
              <a:chOff x="1152" y="1824"/>
              <a:chExt cx="1296" cy="240"/>
            </a:xfrm>
          </p:grpSpPr>
          <p:sp>
            <p:nvSpPr>
              <p:cNvPr id="61482" name="AutoShape 96"/>
              <p:cNvSpPr>
                <a:spLocks noChangeArrowheads="1"/>
              </p:cNvSpPr>
              <p:nvPr/>
            </p:nvSpPr>
            <p:spPr bwMode="auto">
              <a:xfrm>
                <a:off x="2160" y="1872"/>
                <a:ext cx="288" cy="144"/>
              </a:xfrm>
              <a:prstGeom prst="rightArrow">
                <a:avLst>
                  <a:gd name="adj1" fmla="val 50000"/>
                  <a:gd name="adj2" fmla="val 50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3" name="Rectangle 97"/>
              <p:cNvSpPr>
                <a:spLocks noChangeArrowheads="1"/>
              </p:cNvSpPr>
              <p:nvPr/>
            </p:nvSpPr>
            <p:spPr bwMode="auto">
              <a:xfrm>
                <a:off x="1152" y="1824"/>
                <a:ext cx="1008" cy="24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请求报文</a:t>
                </a:r>
              </a:p>
            </p:txBody>
          </p:sp>
        </p:grpSp>
        <p:sp>
          <p:nvSpPr>
            <p:cNvPr id="61481" name="Text Box 114"/>
            <p:cNvSpPr txBox="1">
              <a:spLocks noChangeArrowheads="1"/>
            </p:cNvSpPr>
            <p:nvPr/>
          </p:nvSpPr>
          <p:spPr bwMode="auto">
            <a:xfrm>
              <a:off x="1149" y="2905"/>
              <a:ext cx="10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请求文档</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0"/>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nodeType="afterGroup">
                            <p:stCondLst>
                              <p:cond delay="5000"/>
                            </p:stCondLst>
                            <p:childTnLst>
                              <p:par>
                                <p:cTn id="19" presetID="22" presetClass="entr" presetSubtype="2" fill="hold" nodeType="afterEffect">
                                  <p:stCondLst>
                                    <p:cond delay="500"/>
                                  </p:stCondLst>
                                  <p:childTnLst>
                                    <p:set>
                                      <p:cBhvr>
                                        <p:cTn id="20" dur="1" fill="hold">
                                          <p:stCondLst>
                                            <p:cond delay="0"/>
                                          </p:stCondLst>
                                        </p:cTn>
                                        <p:tgtEl>
                                          <p:spTgt spid="553082"/>
                                        </p:tgtEl>
                                        <p:attrNameLst>
                                          <p:attrName>style.visibility</p:attrName>
                                        </p:attrNameLst>
                                      </p:cBhvr>
                                      <p:to>
                                        <p:strVal val="visible"/>
                                      </p:to>
                                    </p:set>
                                    <p:animEffect transition="in" filter="wipe(right)">
                                      <p:cBhvr>
                                        <p:cTn id="21" dur="1000"/>
                                        <p:tgtEl>
                                          <p:spTgt spid="553082"/>
                                        </p:tgtEl>
                                      </p:cBhvr>
                                    </p:animEffect>
                                  </p:childTnLst>
                                </p:cTn>
                              </p:par>
                            </p:childTnLst>
                          </p:cTn>
                        </p:par>
                        <p:par>
                          <p:cTn id="22" fill="hold" nodeType="afterGroup">
                            <p:stCondLst>
                              <p:cond delay="6500"/>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nodeType="afterGroup">
                            <p:stCondLst>
                              <p:cond delay="7000"/>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52" grpId="0" animBg="1"/>
      <p:bldP spid="553053"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0850" y="212725"/>
            <a:ext cx="8693150" cy="695325"/>
          </a:xfrm>
        </p:spPr>
        <p:txBody>
          <a:bodyPr/>
          <a:lstStyle/>
          <a:p>
            <a:pPr algn="ctr" eaLnBrk="1" hangingPunct="1"/>
            <a:r>
              <a:rPr lang="zh-CN" altLang="en-US" smtClean="0"/>
              <a:t>用户点击鼠标后所发生的事件 </a:t>
            </a:r>
          </a:p>
        </p:txBody>
      </p:sp>
      <p:sp>
        <p:nvSpPr>
          <p:cNvPr id="62467" name="Rectangle 20"/>
          <p:cNvSpPr>
            <a:spLocks noGrp="1" noChangeArrowheads="1"/>
          </p:cNvSpPr>
          <p:nvPr>
            <p:ph type="body" idx="4294967295"/>
          </p:nvPr>
        </p:nvSpPr>
        <p:spPr>
          <a:xfrm>
            <a:off x="323850" y="908050"/>
            <a:ext cx="8677275" cy="5689600"/>
          </a:xfrm>
          <a:solidFill>
            <a:srgbClr val="FFFF99"/>
          </a:solidFill>
          <a:ln>
            <a:solidFill>
              <a:srgbClr val="333399"/>
            </a:solidFill>
            <a:miter lim="800000"/>
            <a:headEnd/>
            <a:tailEnd/>
          </a:ln>
        </p:spPr>
        <p:txBody>
          <a:bodyPr/>
          <a:lstStyle/>
          <a:p>
            <a:pPr eaLnBrk="1" hangingPunct="1">
              <a:lnSpc>
                <a:spcPct val="90000"/>
              </a:lnSpc>
              <a:buFont typeface="Wingdings" pitchFamily="2" charset="2"/>
              <a:buNone/>
            </a:pPr>
            <a:r>
              <a:rPr lang="en-US" altLang="zh-CN" sz="2800" smtClean="0"/>
              <a:t>(1) </a:t>
            </a:r>
            <a:r>
              <a:rPr lang="zh-CN" altLang="en-US" sz="2800" smtClean="0"/>
              <a:t>浏览器分析超链指向页面的 </a:t>
            </a:r>
            <a:r>
              <a:rPr lang="en-US" altLang="zh-CN" sz="2800" smtClean="0"/>
              <a:t>URL</a:t>
            </a:r>
            <a:r>
              <a:rPr lang="zh-CN" altLang="en-US" sz="2800" smtClean="0"/>
              <a:t>。</a:t>
            </a:r>
            <a:r>
              <a:rPr lang="en-US" altLang="zh-CN" sz="2800" smtClean="0"/>
              <a:t>www.tsinghua.edu.cnchn/yxsz/index.htm</a:t>
            </a:r>
          </a:p>
          <a:p>
            <a:pPr eaLnBrk="1" hangingPunct="1">
              <a:lnSpc>
                <a:spcPct val="90000"/>
              </a:lnSpc>
              <a:buFont typeface="Wingdings" pitchFamily="2" charset="2"/>
              <a:buNone/>
            </a:pPr>
            <a:r>
              <a:rPr lang="en-US" altLang="zh-CN" sz="2800" smtClean="0"/>
              <a:t>(2) </a:t>
            </a:r>
            <a:r>
              <a:rPr lang="zh-CN" altLang="en-US" sz="2800" smtClean="0"/>
              <a:t>浏览器向 </a:t>
            </a:r>
            <a:r>
              <a:rPr lang="en-US" altLang="zh-CN" sz="2800" smtClean="0"/>
              <a:t>DNS </a:t>
            </a:r>
            <a:r>
              <a:rPr lang="zh-CN" altLang="en-US" sz="2800" smtClean="0"/>
              <a:t>请求解析 </a:t>
            </a:r>
            <a:r>
              <a:rPr lang="en-US" altLang="zh-CN" sz="2800" smtClean="0"/>
              <a:t>www.tsinghua.edu.cn </a:t>
            </a:r>
            <a:r>
              <a:rPr lang="zh-CN" altLang="en-US" sz="2800" smtClean="0"/>
              <a:t>的 </a:t>
            </a:r>
            <a:r>
              <a:rPr lang="en-US" altLang="zh-CN" sz="2800" smtClean="0"/>
              <a:t>IP </a:t>
            </a:r>
            <a:r>
              <a:rPr lang="zh-CN" altLang="en-US" sz="2800" smtClean="0"/>
              <a:t>地址。</a:t>
            </a:r>
          </a:p>
          <a:p>
            <a:pPr eaLnBrk="1" hangingPunct="1">
              <a:lnSpc>
                <a:spcPct val="90000"/>
              </a:lnSpc>
              <a:buFont typeface="Wingdings" pitchFamily="2" charset="2"/>
              <a:buNone/>
            </a:pPr>
            <a:r>
              <a:rPr lang="en-US" altLang="zh-CN" sz="2800" smtClean="0"/>
              <a:t>(3) </a:t>
            </a:r>
            <a:r>
              <a:rPr lang="zh-CN" altLang="en-US" sz="2800" smtClean="0"/>
              <a:t>域名系统 </a:t>
            </a:r>
            <a:r>
              <a:rPr lang="en-US" altLang="zh-CN" sz="2800" smtClean="0"/>
              <a:t>DNS </a:t>
            </a:r>
            <a:r>
              <a:rPr lang="zh-CN" altLang="en-US" sz="2800" smtClean="0"/>
              <a:t>解析出清华大学服务器的 </a:t>
            </a:r>
            <a:r>
              <a:rPr lang="en-US" altLang="zh-CN" sz="2800" smtClean="0"/>
              <a:t>IP </a:t>
            </a:r>
            <a:r>
              <a:rPr lang="zh-CN" altLang="en-US" sz="2800" smtClean="0"/>
              <a:t>地址。</a:t>
            </a:r>
          </a:p>
          <a:p>
            <a:pPr eaLnBrk="1" hangingPunct="1">
              <a:lnSpc>
                <a:spcPct val="90000"/>
              </a:lnSpc>
              <a:buFont typeface="Wingdings" pitchFamily="2" charset="2"/>
              <a:buNone/>
            </a:pPr>
            <a:r>
              <a:rPr lang="en-US" altLang="zh-CN" sz="2800" smtClean="0"/>
              <a:t>(4) </a:t>
            </a:r>
            <a:r>
              <a:rPr lang="zh-CN" altLang="en-US" sz="2800" smtClean="0"/>
              <a:t>浏览器与服务器建立 </a:t>
            </a:r>
            <a:r>
              <a:rPr lang="en-US" altLang="zh-CN" sz="2800" smtClean="0"/>
              <a:t>TCP </a:t>
            </a:r>
            <a:r>
              <a:rPr lang="zh-CN" altLang="en-US" sz="2800" smtClean="0"/>
              <a:t>连接</a:t>
            </a:r>
          </a:p>
          <a:p>
            <a:pPr eaLnBrk="1" hangingPunct="1">
              <a:lnSpc>
                <a:spcPct val="90000"/>
              </a:lnSpc>
              <a:buFont typeface="Wingdings" pitchFamily="2" charset="2"/>
              <a:buNone/>
            </a:pPr>
            <a:r>
              <a:rPr lang="en-US" altLang="zh-CN" sz="2800" smtClean="0"/>
              <a:t>(5) </a:t>
            </a:r>
            <a:r>
              <a:rPr lang="zh-CN" altLang="en-US" sz="2800" smtClean="0"/>
              <a:t>浏览器发出取文件命令：</a:t>
            </a:r>
          </a:p>
          <a:p>
            <a:pPr eaLnBrk="1" hangingPunct="1">
              <a:lnSpc>
                <a:spcPct val="90000"/>
              </a:lnSpc>
              <a:buFont typeface="Wingdings" pitchFamily="2" charset="2"/>
              <a:buNone/>
            </a:pPr>
            <a:r>
              <a:rPr lang="zh-CN" altLang="en-US" sz="2800" smtClean="0"/>
              <a:t>      </a:t>
            </a:r>
            <a:r>
              <a:rPr lang="en-US" altLang="zh-CN" sz="2800" smtClean="0"/>
              <a:t>GET /chn/yxsz/index.htm</a:t>
            </a:r>
            <a:r>
              <a:rPr lang="zh-CN" altLang="en-US" sz="2800" smtClean="0"/>
              <a:t>。</a:t>
            </a:r>
          </a:p>
          <a:p>
            <a:pPr eaLnBrk="1" hangingPunct="1">
              <a:lnSpc>
                <a:spcPct val="90000"/>
              </a:lnSpc>
              <a:buFont typeface="Wingdings" pitchFamily="2" charset="2"/>
              <a:buNone/>
            </a:pPr>
            <a:r>
              <a:rPr lang="en-US" altLang="zh-CN" sz="2800" smtClean="0"/>
              <a:t>(6) </a:t>
            </a:r>
            <a:r>
              <a:rPr lang="zh-CN" altLang="en-US" sz="2800" smtClean="0"/>
              <a:t>服务器给出响应，把文件 </a:t>
            </a:r>
            <a:r>
              <a:rPr lang="en-US" altLang="zh-CN" sz="2800" smtClean="0"/>
              <a:t>index.htm </a:t>
            </a:r>
            <a:r>
              <a:rPr lang="zh-CN" altLang="en-US" sz="2800" smtClean="0"/>
              <a:t>发给浏览器。</a:t>
            </a:r>
          </a:p>
          <a:p>
            <a:pPr eaLnBrk="1" hangingPunct="1">
              <a:lnSpc>
                <a:spcPct val="90000"/>
              </a:lnSpc>
              <a:buFont typeface="Wingdings" pitchFamily="2" charset="2"/>
              <a:buNone/>
            </a:pPr>
            <a:r>
              <a:rPr lang="en-US" altLang="zh-CN" sz="2800" smtClean="0"/>
              <a:t>(7) TCP </a:t>
            </a:r>
            <a:r>
              <a:rPr lang="zh-CN" altLang="en-US" sz="2800" smtClean="0"/>
              <a:t>连接释放。</a:t>
            </a:r>
          </a:p>
          <a:p>
            <a:pPr eaLnBrk="1" hangingPunct="1">
              <a:lnSpc>
                <a:spcPct val="90000"/>
              </a:lnSpc>
              <a:buFont typeface="Wingdings" pitchFamily="2" charset="2"/>
              <a:buNone/>
            </a:pPr>
            <a:r>
              <a:rPr lang="en-US" altLang="zh-CN" sz="2800" smtClean="0"/>
              <a:t>(8) </a:t>
            </a:r>
            <a:r>
              <a:rPr lang="zh-CN" altLang="en-US" sz="2800" smtClean="0"/>
              <a:t>浏览器显示“清华大学院系设置”文件 </a:t>
            </a:r>
            <a:r>
              <a:rPr lang="en-US" altLang="zh-CN" sz="2800" smtClean="0"/>
              <a:t>index.htm </a:t>
            </a:r>
            <a:r>
              <a:rPr lang="zh-CN" altLang="en-US" sz="2800" smtClean="0"/>
              <a:t>中的所有文本。</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lgn="ctr" eaLnBrk="1" hangingPunct="1"/>
            <a:r>
              <a:rPr lang="en-US" altLang="zh-CN" smtClean="0"/>
              <a:t>HTTP </a:t>
            </a:r>
            <a:r>
              <a:rPr lang="zh-CN" altLang="en-US" smtClean="0"/>
              <a:t>的主要特点 </a:t>
            </a:r>
          </a:p>
        </p:txBody>
      </p:sp>
      <p:sp>
        <p:nvSpPr>
          <p:cNvPr id="63491" name="Rectangle 3"/>
          <p:cNvSpPr>
            <a:spLocks noGrp="1" noChangeArrowheads="1"/>
          </p:cNvSpPr>
          <p:nvPr>
            <p:ph type="body" idx="1"/>
          </p:nvPr>
        </p:nvSpPr>
        <p:spPr>
          <a:xfrm>
            <a:off x="1042988" y="1917700"/>
            <a:ext cx="7772400" cy="4679950"/>
          </a:xfrm>
        </p:spPr>
        <p:txBody>
          <a:bodyPr/>
          <a:lstStyle/>
          <a:p>
            <a:pPr eaLnBrk="1" hangingPunct="1"/>
            <a:r>
              <a:rPr lang="en-US" altLang="zh-CN" smtClean="0"/>
              <a:t>HTTP </a:t>
            </a:r>
            <a:r>
              <a:rPr lang="zh-CN" altLang="en-US" smtClean="0"/>
              <a:t>是面向事务的客户服务器协议。</a:t>
            </a:r>
          </a:p>
          <a:p>
            <a:pPr eaLnBrk="1" hangingPunct="1"/>
            <a:r>
              <a:rPr lang="en-US" altLang="zh-CN" smtClean="0"/>
              <a:t>HTTP 1.0 </a:t>
            </a:r>
            <a:r>
              <a:rPr lang="zh-CN" altLang="en-US" smtClean="0"/>
              <a:t>协议是</a:t>
            </a:r>
            <a:r>
              <a:rPr lang="zh-CN" altLang="en-US" smtClean="0">
                <a:solidFill>
                  <a:schemeClr val="hlink"/>
                </a:solidFill>
              </a:rPr>
              <a:t>无状态的</a:t>
            </a:r>
            <a:r>
              <a:rPr lang="en-US" altLang="zh-CN" smtClean="0"/>
              <a:t>(stateless)</a:t>
            </a:r>
            <a:r>
              <a:rPr lang="zh-CN" altLang="en-US" smtClean="0"/>
              <a:t>。无记忆。</a:t>
            </a:r>
          </a:p>
          <a:p>
            <a:pPr eaLnBrk="1" hangingPunct="1"/>
            <a:r>
              <a:rPr lang="en-US" altLang="zh-CN" smtClean="0"/>
              <a:t>HTTP </a:t>
            </a:r>
            <a:r>
              <a:rPr lang="zh-CN" altLang="en-US" smtClean="0"/>
              <a:t>协议本身也是无连接的，虽然它使用了面向连接的 </a:t>
            </a:r>
            <a:r>
              <a:rPr lang="en-US" altLang="zh-CN" smtClean="0"/>
              <a:t>TCP </a:t>
            </a:r>
            <a:r>
              <a:rPr lang="zh-CN" altLang="en-US" smtClean="0"/>
              <a:t>向上提供的服务。通信的双方在交换报文之前不用预先建立连接</a:t>
            </a:r>
          </a:p>
          <a:p>
            <a:pPr eaLnBrk="1" hangingPunct="1"/>
            <a:endParaRPr lang="en-US" altLang="zh-CN"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Line 20"/>
          <p:cNvSpPr>
            <a:spLocks noChangeShapeType="1"/>
          </p:cNvSpPr>
          <p:nvPr/>
        </p:nvSpPr>
        <p:spPr bwMode="auto">
          <a:xfrm flipH="1">
            <a:off x="2687638" y="4459288"/>
            <a:ext cx="4762" cy="97155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15" name="Rectangle 25"/>
          <p:cNvSpPr>
            <a:spLocks noChangeArrowheads="1"/>
          </p:cNvSpPr>
          <p:nvPr/>
        </p:nvSpPr>
        <p:spPr bwMode="auto">
          <a:xfrm>
            <a:off x="2420938" y="4811713"/>
            <a:ext cx="517525" cy="273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6" name="Text Box 26"/>
          <p:cNvSpPr txBox="1">
            <a:spLocks noChangeArrowheads="1"/>
          </p:cNvSpPr>
          <p:nvPr/>
        </p:nvSpPr>
        <p:spPr bwMode="auto">
          <a:xfrm>
            <a:off x="2335213" y="4797425"/>
            <a:ext cx="6286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RTT</a:t>
            </a:r>
          </a:p>
        </p:txBody>
      </p:sp>
      <p:sp>
        <p:nvSpPr>
          <p:cNvPr id="64517" name="Line 19"/>
          <p:cNvSpPr>
            <a:spLocks noChangeShapeType="1"/>
          </p:cNvSpPr>
          <p:nvPr/>
        </p:nvSpPr>
        <p:spPr bwMode="auto">
          <a:xfrm flipH="1">
            <a:off x="2692400" y="3482975"/>
            <a:ext cx="6350" cy="969963"/>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18" name="Rectangle 22"/>
          <p:cNvSpPr>
            <a:spLocks noChangeArrowheads="1"/>
          </p:cNvSpPr>
          <p:nvPr/>
        </p:nvSpPr>
        <p:spPr bwMode="auto">
          <a:xfrm>
            <a:off x="2420938" y="3860800"/>
            <a:ext cx="517525"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9" name="Text Box 23"/>
          <p:cNvSpPr txBox="1">
            <a:spLocks noChangeArrowheads="1"/>
          </p:cNvSpPr>
          <p:nvPr/>
        </p:nvSpPr>
        <p:spPr bwMode="auto">
          <a:xfrm>
            <a:off x="2359025" y="3824288"/>
            <a:ext cx="6286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RTT</a:t>
            </a:r>
          </a:p>
        </p:txBody>
      </p:sp>
      <p:sp>
        <p:nvSpPr>
          <p:cNvPr id="64520" name="Rectangle 2"/>
          <p:cNvSpPr>
            <a:spLocks noGrp="1" noChangeArrowheads="1"/>
          </p:cNvSpPr>
          <p:nvPr>
            <p:ph type="title"/>
          </p:nvPr>
        </p:nvSpPr>
        <p:spPr/>
        <p:txBody>
          <a:bodyPr/>
          <a:lstStyle/>
          <a:p>
            <a:pPr algn="ctr" eaLnBrk="1" hangingPunct="1"/>
            <a:r>
              <a:rPr lang="zh-CN" altLang="en-US" sz="4000" smtClean="0"/>
              <a:t>请求一个万维网文档所需的时间</a:t>
            </a:r>
            <a:r>
              <a:rPr lang="en-US" altLang="zh-CN" sz="2400" smtClean="0"/>
              <a:t>240 /216</a:t>
            </a:r>
          </a:p>
        </p:txBody>
      </p:sp>
      <p:sp>
        <p:nvSpPr>
          <p:cNvPr id="64521" name="Freeform 4"/>
          <p:cNvSpPr>
            <a:spLocks/>
          </p:cNvSpPr>
          <p:nvPr/>
        </p:nvSpPr>
        <p:spPr bwMode="auto">
          <a:xfrm>
            <a:off x="2955925" y="4959350"/>
            <a:ext cx="3198813" cy="819150"/>
          </a:xfrm>
          <a:custGeom>
            <a:avLst/>
            <a:gdLst>
              <a:gd name="T0" fmla="*/ 0 w 1679"/>
              <a:gd name="T1" fmla="*/ 1644624320 h 408"/>
              <a:gd name="T2" fmla="*/ 0 w 1679"/>
              <a:gd name="T3" fmla="*/ 915024681 h 408"/>
              <a:gd name="T4" fmla="*/ 2147483647 w 1679"/>
              <a:gd name="T5" fmla="*/ 0 h 408"/>
              <a:gd name="T6" fmla="*/ 2147483647 w 1679"/>
              <a:gd name="T7" fmla="*/ 729599639 h 408"/>
              <a:gd name="T8" fmla="*/ 0 w 1679"/>
              <a:gd name="T9" fmla="*/ 1644624320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64522"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0088" y="2216150"/>
            <a:ext cx="895350" cy="135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523" name="Rectangle 6"/>
          <p:cNvSpPr>
            <a:spLocks noChangeArrowheads="1"/>
          </p:cNvSpPr>
          <p:nvPr/>
        </p:nvSpPr>
        <p:spPr bwMode="auto">
          <a:xfrm>
            <a:off x="5527675" y="1939925"/>
            <a:ext cx="1552575"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lnSpc>
                <a:spcPct val="80000"/>
              </a:lnSpc>
            </a:pPr>
            <a:r>
              <a:rPr kumimoji="1" lang="zh-CN" altLang="en-US" sz="1800">
                <a:solidFill>
                  <a:schemeClr val="folHlink"/>
                </a:solidFill>
                <a:latin typeface="Arial" pitchFamily="34" charset="0"/>
                <a:ea typeface="黑体" pitchFamily="49" charset="-122"/>
              </a:rPr>
              <a:t>万维网服务器</a:t>
            </a:r>
          </a:p>
        </p:txBody>
      </p:sp>
      <p:sp>
        <p:nvSpPr>
          <p:cNvPr id="64524" name="Rectangle 7"/>
          <p:cNvSpPr>
            <a:spLocks noChangeArrowheads="1"/>
          </p:cNvSpPr>
          <p:nvPr/>
        </p:nvSpPr>
        <p:spPr bwMode="auto">
          <a:xfrm>
            <a:off x="2300288" y="2016125"/>
            <a:ext cx="1323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1800">
                <a:solidFill>
                  <a:schemeClr val="folHlink"/>
                </a:solidFill>
                <a:latin typeface="Arial" pitchFamily="34" charset="0"/>
                <a:ea typeface="黑体" pitchFamily="49" charset="-122"/>
              </a:rPr>
              <a:t>万维网客户</a:t>
            </a:r>
          </a:p>
        </p:txBody>
      </p:sp>
      <p:pic>
        <p:nvPicPr>
          <p:cNvPr id="64525" name="Picture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0" y="2508250"/>
            <a:ext cx="606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526" name="Line 9"/>
          <p:cNvSpPr>
            <a:spLocks noChangeShapeType="1"/>
          </p:cNvSpPr>
          <p:nvPr/>
        </p:nvSpPr>
        <p:spPr bwMode="auto">
          <a:xfrm>
            <a:off x="2957513" y="3405188"/>
            <a:ext cx="0" cy="2987675"/>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7" name="Text Box 10"/>
          <p:cNvSpPr txBox="1">
            <a:spLocks noChangeArrowheads="1"/>
          </p:cNvSpPr>
          <p:nvPr/>
        </p:nvSpPr>
        <p:spPr bwMode="auto">
          <a:xfrm>
            <a:off x="801688" y="3279775"/>
            <a:ext cx="1682750" cy="36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发起 </a:t>
            </a:r>
            <a:r>
              <a:rPr kumimoji="1" lang="en-US" altLang="zh-CN" sz="1800">
                <a:solidFill>
                  <a:schemeClr val="folHlink"/>
                </a:solidFill>
                <a:latin typeface="Arial" pitchFamily="34" charset="0"/>
                <a:ea typeface="黑体" pitchFamily="49" charset="-122"/>
              </a:rPr>
              <a:t>TCP </a:t>
            </a:r>
            <a:r>
              <a:rPr kumimoji="1" lang="zh-CN" altLang="en-US" sz="1800">
                <a:solidFill>
                  <a:schemeClr val="folHlink"/>
                </a:solidFill>
                <a:latin typeface="Arial" pitchFamily="34" charset="0"/>
                <a:ea typeface="黑体" pitchFamily="49" charset="-122"/>
              </a:rPr>
              <a:t>连接</a:t>
            </a:r>
          </a:p>
        </p:txBody>
      </p:sp>
      <p:sp>
        <p:nvSpPr>
          <p:cNvPr id="64528" name="Text Box 11"/>
          <p:cNvSpPr txBox="1">
            <a:spLocks noChangeArrowheads="1"/>
          </p:cNvSpPr>
          <p:nvPr/>
        </p:nvSpPr>
        <p:spPr bwMode="auto">
          <a:xfrm>
            <a:off x="868363" y="4221163"/>
            <a:ext cx="1758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HTTP </a:t>
            </a:r>
            <a:r>
              <a:rPr kumimoji="1" lang="zh-CN" altLang="en-US" sz="1800">
                <a:solidFill>
                  <a:schemeClr val="folHlink"/>
                </a:solidFill>
                <a:latin typeface="Arial" pitchFamily="34" charset="0"/>
                <a:ea typeface="黑体" pitchFamily="49" charset="-122"/>
              </a:rPr>
              <a:t>请求报文</a:t>
            </a:r>
          </a:p>
        </p:txBody>
      </p:sp>
      <p:sp>
        <p:nvSpPr>
          <p:cNvPr id="64529" name="Line 12"/>
          <p:cNvSpPr>
            <a:spLocks noChangeShapeType="1"/>
          </p:cNvSpPr>
          <p:nvPr/>
        </p:nvSpPr>
        <p:spPr bwMode="auto">
          <a:xfrm>
            <a:off x="2957513" y="3482975"/>
            <a:ext cx="3198812" cy="45402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0" name="Line 13"/>
          <p:cNvSpPr>
            <a:spLocks noChangeShapeType="1"/>
          </p:cNvSpPr>
          <p:nvPr/>
        </p:nvSpPr>
        <p:spPr bwMode="auto">
          <a:xfrm flipH="1">
            <a:off x="2946400" y="3979863"/>
            <a:ext cx="3198813" cy="45561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1" name="Line 14"/>
          <p:cNvSpPr>
            <a:spLocks noChangeShapeType="1"/>
          </p:cNvSpPr>
          <p:nvPr/>
        </p:nvSpPr>
        <p:spPr bwMode="auto">
          <a:xfrm>
            <a:off x="2957513" y="4478338"/>
            <a:ext cx="3198812" cy="45402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2" name="Line 15"/>
          <p:cNvSpPr>
            <a:spLocks noChangeShapeType="1"/>
          </p:cNvSpPr>
          <p:nvPr/>
        </p:nvSpPr>
        <p:spPr bwMode="auto">
          <a:xfrm>
            <a:off x="2527300" y="3482975"/>
            <a:ext cx="430213" cy="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3" name="Line 16"/>
          <p:cNvSpPr>
            <a:spLocks noChangeShapeType="1"/>
          </p:cNvSpPr>
          <p:nvPr/>
        </p:nvSpPr>
        <p:spPr bwMode="auto">
          <a:xfrm>
            <a:off x="2533650" y="4452938"/>
            <a:ext cx="430213" cy="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4" name="Line 17"/>
          <p:cNvSpPr>
            <a:spLocks noChangeShapeType="1"/>
          </p:cNvSpPr>
          <p:nvPr/>
        </p:nvSpPr>
        <p:spPr bwMode="auto">
          <a:xfrm>
            <a:off x="2516188" y="5781675"/>
            <a:ext cx="430212" cy="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5" name="Line 18"/>
          <p:cNvSpPr>
            <a:spLocks noChangeShapeType="1"/>
          </p:cNvSpPr>
          <p:nvPr/>
        </p:nvSpPr>
        <p:spPr bwMode="auto">
          <a:xfrm>
            <a:off x="2516188" y="5418138"/>
            <a:ext cx="430212" cy="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6" name="Text Box 27"/>
          <p:cNvSpPr txBox="1">
            <a:spLocks noChangeArrowheads="1"/>
          </p:cNvSpPr>
          <p:nvPr/>
        </p:nvSpPr>
        <p:spPr bwMode="auto">
          <a:xfrm>
            <a:off x="6280150" y="4845050"/>
            <a:ext cx="1785938"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传输文档的时间</a:t>
            </a:r>
          </a:p>
        </p:txBody>
      </p:sp>
      <p:sp>
        <p:nvSpPr>
          <p:cNvPr id="64537" name="Text Box 28"/>
          <p:cNvSpPr txBox="1">
            <a:spLocks noChangeArrowheads="1"/>
          </p:cNvSpPr>
          <p:nvPr/>
        </p:nvSpPr>
        <p:spPr bwMode="auto">
          <a:xfrm>
            <a:off x="1000125" y="5583238"/>
            <a:ext cx="1555750"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整个文档收到</a:t>
            </a:r>
          </a:p>
        </p:txBody>
      </p:sp>
      <p:sp>
        <p:nvSpPr>
          <p:cNvPr id="64538" name="AutoShape 29"/>
          <p:cNvSpPr>
            <a:spLocks noChangeArrowheads="1"/>
          </p:cNvSpPr>
          <p:nvPr/>
        </p:nvSpPr>
        <p:spPr bwMode="auto">
          <a:xfrm rot="-445727">
            <a:off x="4143375" y="5227638"/>
            <a:ext cx="950913" cy="273050"/>
          </a:xfrm>
          <a:prstGeom prst="leftArrow">
            <a:avLst>
              <a:gd name="adj1" fmla="val 50000"/>
              <a:gd name="adj2" fmla="val 87064"/>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9" name="Line 30"/>
          <p:cNvSpPr>
            <a:spLocks noChangeShapeType="1"/>
          </p:cNvSpPr>
          <p:nvPr/>
        </p:nvSpPr>
        <p:spPr bwMode="auto">
          <a:xfrm>
            <a:off x="6146800" y="3400425"/>
            <a:ext cx="0" cy="2986088"/>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0" name="Text Box 31"/>
          <p:cNvSpPr txBox="1">
            <a:spLocks noChangeArrowheads="1"/>
          </p:cNvSpPr>
          <p:nvPr/>
        </p:nvSpPr>
        <p:spPr bwMode="auto">
          <a:xfrm>
            <a:off x="2649538" y="6272213"/>
            <a:ext cx="6413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时间</a:t>
            </a:r>
          </a:p>
        </p:txBody>
      </p:sp>
      <p:sp>
        <p:nvSpPr>
          <p:cNvPr id="64541" name="Text Box 32"/>
          <p:cNvSpPr txBox="1">
            <a:spLocks noChangeArrowheads="1"/>
          </p:cNvSpPr>
          <p:nvPr/>
        </p:nvSpPr>
        <p:spPr bwMode="auto">
          <a:xfrm>
            <a:off x="5830888" y="6272213"/>
            <a:ext cx="63976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时间</a:t>
            </a:r>
          </a:p>
        </p:txBody>
      </p:sp>
      <p:sp>
        <p:nvSpPr>
          <p:cNvPr id="64542" name="Text Box 33"/>
          <p:cNvSpPr txBox="1">
            <a:spLocks noChangeArrowheads="1"/>
          </p:cNvSpPr>
          <p:nvPr/>
        </p:nvSpPr>
        <p:spPr bwMode="auto">
          <a:xfrm rot="-440849">
            <a:off x="3452813" y="4813300"/>
            <a:ext cx="17605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HTTP </a:t>
            </a:r>
            <a:r>
              <a:rPr kumimoji="1" lang="zh-CN" altLang="en-US" sz="1800">
                <a:solidFill>
                  <a:schemeClr val="folHlink"/>
                </a:solidFill>
                <a:latin typeface="Arial" pitchFamily="34" charset="0"/>
                <a:ea typeface="黑体" pitchFamily="49" charset="-122"/>
              </a:rPr>
              <a:t>响应报文</a:t>
            </a:r>
          </a:p>
        </p:txBody>
      </p:sp>
      <p:sp>
        <p:nvSpPr>
          <p:cNvPr id="64543" name="AutoShape 34"/>
          <p:cNvSpPr>
            <a:spLocks/>
          </p:cNvSpPr>
          <p:nvPr/>
        </p:nvSpPr>
        <p:spPr bwMode="auto">
          <a:xfrm>
            <a:off x="6192838" y="4938713"/>
            <a:ext cx="87312" cy="365125"/>
          </a:xfrm>
          <a:prstGeom prst="rightBracket">
            <a:avLst>
              <a:gd name="adj" fmla="val 34849"/>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4" name="Line 35"/>
          <p:cNvSpPr>
            <a:spLocks noChangeShapeType="1"/>
          </p:cNvSpPr>
          <p:nvPr/>
        </p:nvSpPr>
        <p:spPr bwMode="auto">
          <a:xfrm>
            <a:off x="6280150" y="5121275"/>
            <a:ext cx="857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algn="ctr" eaLnBrk="1" hangingPunct="1"/>
            <a:r>
              <a:rPr lang="zh-CN" altLang="en-US" smtClean="0"/>
              <a:t>持续连接</a:t>
            </a:r>
            <a:br>
              <a:rPr lang="zh-CN" altLang="en-US" smtClean="0"/>
            </a:br>
            <a:r>
              <a:rPr lang="en-US" altLang="zh-CN" sz="4000" smtClean="0"/>
              <a:t>(persistent connection)</a:t>
            </a:r>
          </a:p>
        </p:txBody>
      </p:sp>
      <p:sp>
        <p:nvSpPr>
          <p:cNvPr id="65539" name="Rectangle 3"/>
          <p:cNvSpPr>
            <a:spLocks noGrp="1" noChangeArrowheads="1"/>
          </p:cNvSpPr>
          <p:nvPr>
            <p:ph type="body" idx="1"/>
          </p:nvPr>
        </p:nvSpPr>
        <p:spPr>
          <a:xfrm>
            <a:off x="1042988" y="1835150"/>
            <a:ext cx="7772400" cy="4114800"/>
          </a:xfrm>
        </p:spPr>
        <p:txBody>
          <a:bodyPr/>
          <a:lstStyle/>
          <a:p>
            <a:pPr eaLnBrk="1" hangingPunct="1">
              <a:lnSpc>
                <a:spcPct val="90000"/>
              </a:lnSpc>
            </a:pPr>
            <a:r>
              <a:rPr lang="en-US" altLang="zh-CN" sz="2800" smtClean="0"/>
              <a:t>HTTP/1.1 </a:t>
            </a:r>
            <a:r>
              <a:rPr lang="zh-CN" altLang="en-US" sz="2800" smtClean="0"/>
              <a:t>协议使用持续连接。</a:t>
            </a:r>
          </a:p>
          <a:p>
            <a:pPr eaLnBrk="1" hangingPunct="1">
              <a:lnSpc>
                <a:spcPct val="90000"/>
              </a:lnSpc>
            </a:pPr>
            <a:r>
              <a:rPr lang="zh-CN" altLang="en-US" sz="2800" smtClean="0"/>
              <a:t>万维网服务器在发送响应后仍然在一段时间内保持这条连接，使同一个客户（浏览器）和该服务器可以继续在这条连接上传送后续的 </a:t>
            </a:r>
            <a:r>
              <a:rPr lang="en-US" altLang="zh-CN" sz="2800" smtClean="0"/>
              <a:t>HTTP </a:t>
            </a:r>
            <a:r>
              <a:rPr lang="zh-CN" altLang="en-US" sz="2800" smtClean="0"/>
              <a:t>请求报文和响应报文。</a:t>
            </a:r>
          </a:p>
          <a:p>
            <a:pPr eaLnBrk="1" hangingPunct="1">
              <a:lnSpc>
                <a:spcPct val="90000"/>
              </a:lnSpc>
            </a:pPr>
            <a:r>
              <a:rPr lang="zh-CN" altLang="en-US" sz="2800" smtClean="0"/>
              <a:t>这并不局限于传送同一个页面上链接的文档，而是只要这些文档都在同一个服务器上就行。</a:t>
            </a:r>
          </a:p>
          <a:p>
            <a:pPr eaLnBrk="1" hangingPunct="1">
              <a:lnSpc>
                <a:spcPct val="90000"/>
              </a:lnSpc>
            </a:pPr>
            <a:r>
              <a:rPr lang="zh-CN" altLang="en-US" sz="2800" smtClean="0"/>
              <a:t>目前一些流行的浏览器（例如，</a:t>
            </a:r>
            <a:r>
              <a:rPr lang="en-US" altLang="zh-CN" sz="2800" smtClean="0"/>
              <a:t>IE 6.0</a:t>
            </a:r>
            <a:r>
              <a:rPr lang="zh-CN" altLang="en-US" sz="2800" smtClean="0"/>
              <a:t>）的默认设置就是使用 </a:t>
            </a:r>
            <a:r>
              <a:rPr lang="en-US" altLang="zh-CN" sz="2800" smtClean="0"/>
              <a:t>HTTP/1.1</a:t>
            </a:r>
            <a:r>
              <a:rPr lang="zh-CN" altLang="en-US" sz="2800" smtClean="0"/>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lgn="ctr" eaLnBrk="1" hangingPunct="1"/>
            <a:r>
              <a:rPr lang="zh-CN" altLang="en-US" smtClean="0"/>
              <a:t>持续连接的两种工作方式</a:t>
            </a:r>
          </a:p>
        </p:txBody>
      </p:sp>
      <p:sp>
        <p:nvSpPr>
          <p:cNvPr id="66563" name="Rectangle 3"/>
          <p:cNvSpPr>
            <a:spLocks noGrp="1" noChangeArrowheads="1"/>
          </p:cNvSpPr>
          <p:nvPr>
            <p:ph type="body" idx="1"/>
          </p:nvPr>
        </p:nvSpPr>
        <p:spPr>
          <a:xfrm>
            <a:off x="1042988" y="1846263"/>
            <a:ext cx="7772400" cy="4895850"/>
          </a:xfrm>
        </p:spPr>
        <p:txBody>
          <a:bodyPr/>
          <a:lstStyle/>
          <a:p>
            <a:pPr eaLnBrk="1" hangingPunct="1"/>
            <a:r>
              <a:rPr lang="zh-CN" altLang="en-US" sz="2800" smtClean="0"/>
              <a:t>非流水线方式：客户在收到前一个响应后才能发出下一个请求。这比非持续连接的两倍 </a:t>
            </a:r>
            <a:r>
              <a:rPr lang="en-US" altLang="zh-CN" sz="2800" smtClean="0"/>
              <a:t>RTT </a:t>
            </a:r>
            <a:r>
              <a:rPr lang="zh-CN" altLang="en-US" sz="2800" smtClean="0"/>
              <a:t>的开销节省了建立 </a:t>
            </a:r>
            <a:r>
              <a:rPr lang="en-US" altLang="zh-CN" sz="2800" smtClean="0"/>
              <a:t>TCP </a:t>
            </a:r>
            <a:r>
              <a:rPr lang="zh-CN" altLang="en-US" sz="2800" smtClean="0"/>
              <a:t>连接所需的一个 </a:t>
            </a:r>
            <a:r>
              <a:rPr lang="en-US" altLang="zh-CN" sz="2800" smtClean="0"/>
              <a:t>RTT </a:t>
            </a:r>
            <a:r>
              <a:rPr lang="zh-CN" altLang="en-US" sz="2800" smtClean="0"/>
              <a:t>时间。但服务器在发送完一个对象后，其 </a:t>
            </a:r>
            <a:r>
              <a:rPr lang="en-US" altLang="zh-CN" sz="2800" smtClean="0"/>
              <a:t>TCP </a:t>
            </a:r>
            <a:r>
              <a:rPr lang="zh-CN" altLang="en-US" sz="2800" smtClean="0"/>
              <a:t>连接就处于空闲状态，浪费了服务器资源。</a:t>
            </a:r>
          </a:p>
          <a:p>
            <a:pPr eaLnBrk="1" hangingPunct="1"/>
            <a:r>
              <a:rPr lang="zh-CN" altLang="en-US" sz="2800" smtClean="0"/>
              <a:t>流水线方式：客户在收到 </a:t>
            </a:r>
            <a:r>
              <a:rPr lang="en-US" altLang="zh-CN" sz="2800" smtClean="0"/>
              <a:t>HTTP </a:t>
            </a:r>
            <a:r>
              <a:rPr lang="zh-CN" altLang="en-US" sz="2800" smtClean="0"/>
              <a:t>的响应报文之前就能够接着发送新的请求报文。一个接一个的请求报文到达服务器后，服务器就可连续发回响应报文。使用流水线方式时，客户访问所有的对象只需花费一个 </a:t>
            </a:r>
            <a:r>
              <a:rPr lang="en-US" altLang="zh-CN" sz="2800" smtClean="0"/>
              <a:t>RTT</a:t>
            </a:r>
            <a:r>
              <a:rPr lang="zh-CN" altLang="en-US" sz="2800" smtClean="0"/>
              <a:t>时间，使 </a:t>
            </a:r>
            <a:r>
              <a:rPr lang="en-US" altLang="zh-CN" sz="2800" smtClean="0"/>
              <a:t>TCP </a:t>
            </a:r>
            <a:r>
              <a:rPr lang="zh-CN" altLang="en-US" sz="2800" smtClean="0"/>
              <a:t>连接中的空闲时间减少，提高了下载文档效率。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150938" y="214313"/>
            <a:ext cx="6734175" cy="1462087"/>
          </a:xfrm>
        </p:spPr>
        <p:txBody>
          <a:bodyPr/>
          <a:lstStyle/>
          <a:p>
            <a:pPr algn="ctr" eaLnBrk="1" hangingPunct="1"/>
            <a:r>
              <a:rPr lang="zh-CN" altLang="en-US" smtClean="0"/>
              <a:t>代理服务器</a:t>
            </a:r>
            <a:br>
              <a:rPr lang="zh-CN" altLang="en-US" smtClean="0"/>
            </a:br>
            <a:r>
              <a:rPr lang="en-US" altLang="zh-CN" sz="4000" smtClean="0"/>
              <a:t>(proxy server)</a:t>
            </a:r>
            <a:r>
              <a:rPr lang="en-US" altLang="zh-CN" smtClean="0"/>
              <a:t> </a:t>
            </a:r>
          </a:p>
        </p:txBody>
      </p:sp>
      <p:sp>
        <p:nvSpPr>
          <p:cNvPr id="67587" name="Rectangle 3"/>
          <p:cNvSpPr>
            <a:spLocks noGrp="1" noChangeArrowheads="1"/>
          </p:cNvSpPr>
          <p:nvPr>
            <p:ph type="body" idx="1"/>
          </p:nvPr>
        </p:nvSpPr>
        <p:spPr>
          <a:xfrm>
            <a:off x="1042988" y="1906588"/>
            <a:ext cx="7772400" cy="4114800"/>
          </a:xfrm>
        </p:spPr>
        <p:txBody>
          <a:bodyPr/>
          <a:lstStyle/>
          <a:p>
            <a:pPr eaLnBrk="1" hangingPunct="1">
              <a:spcAft>
                <a:spcPct val="20000"/>
              </a:spcAft>
            </a:pPr>
            <a:r>
              <a:rPr lang="zh-CN" altLang="en-US" sz="2800" smtClean="0">
                <a:solidFill>
                  <a:schemeClr val="hlink"/>
                </a:solidFill>
              </a:rPr>
              <a:t>代理服务器</a:t>
            </a:r>
            <a:r>
              <a:rPr lang="en-US" altLang="zh-CN" sz="2800" smtClean="0"/>
              <a:t>(proxy server)</a:t>
            </a:r>
            <a:r>
              <a:rPr lang="zh-CN" altLang="en-US" sz="2800" smtClean="0"/>
              <a:t>又称为万维网高速缓存</a:t>
            </a:r>
            <a:r>
              <a:rPr lang="en-US" altLang="zh-CN" sz="2800" smtClean="0"/>
              <a:t>(Web cache)</a:t>
            </a:r>
            <a:r>
              <a:rPr lang="zh-CN" altLang="en-US" sz="2800" smtClean="0"/>
              <a:t>，它代表浏览器发出 </a:t>
            </a:r>
            <a:r>
              <a:rPr lang="en-US" altLang="zh-CN" sz="2800" smtClean="0"/>
              <a:t>HTTP </a:t>
            </a:r>
            <a:r>
              <a:rPr lang="zh-CN" altLang="en-US" sz="2800" smtClean="0"/>
              <a:t>请求。</a:t>
            </a:r>
          </a:p>
          <a:p>
            <a:pPr eaLnBrk="1" hangingPunct="1">
              <a:spcAft>
                <a:spcPct val="20000"/>
              </a:spcAft>
            </a:pPr>
            <a:r>
              <a:rPr lang="zh-CN" altLang="en-US" sz="2800" smtClean="0"/>
              <a:t>万维网高速缓存把最近的一些请求和响应暂存在本地磁盘中。</a:t>
            </a:r>
          </a:p>
          <a:p>
            <a:pPr eaLnBrk="1" hangingPunct="1">
              <a:spcAft>
                <a:spcPct val="20000"/>
              </a:spcAft>
            </a:pPr>
            <a:r>
              <a:rPr lang="zh-CN" altLang="en-US" sz="2800" smtClean="0"/>
              <a:t>当与暂时存放的请求相同的新请求到达时，万维网高速缓存就把暂存的响应发送出去，而不需要按 </a:t>
            </a:r>
            <a:r>
              <a:rPr lang="en-US" altLang="zh-CN" sz="2800" smtClean="0"/>
              <a:t>URL </a:t>
            </a:r>
            <a:r>
              <a:rPr lang="zh-CN" altLang="en-US" sz="2800" smtClean="0"/>
              <a:t>的地址再去因特网访问该资源。 </a:t>
            </a:r>
            <a:r>
              <a:rPr lang="zh-CN" altLang="en-US" sz="2400" smtClean="0"/>
              <a:t> </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title"/>
          </p:nvPr>
        </p:nvSpPr>
        <p:spPr>
          <a:xfrm>
            <a:off x="1150938" y="788988"/>
            <a:ext cx="7165975" cy="768350"/>
          </a:xfrm>
        </p:spPr>
        <p:txBody>
          <a:bodyPr/>
          <a:lstStyle/>
          <a:p>
            <a:pPr algn="ctr" eaLnBrk="1" hangingPunct="1"/>
            <a:r>
              <a:rPr lang="zh-CN" altLang="en-US" smtClean="0"/>
              <a:t>使用高速缓存可减少</a:t>
            </a:r>
            <a:br>
              <a:rPr lang="zh-CN" altLang="en-US" smtClean="0"/>
            </a:br>
            <a:r>
              <a:rPr lang="zh-CN" altLang="en-US" smtClean="0"/>
              <a:t>访问因特网服务器的时延 </a:t>
            </a:r>
          </a:p>
        </p:txBody>
      </p:sp>
      <p:grpSp>
        <p:nvGrpSpPr>
          <p:cNvPr id="68611" name="Group 24"/>
          <p:cNvGrpSpPr>
            <a:grpSpLocks/>
          </p:cNvGrpSpPr>
          <p:nvPr/>
        </p:nvGrpSpPr>
        <p:grpSpPr bwMode="auto">
          <a:xfrm>
            <a:off x="107950" y="3000375"/>
            <a:ext cx="3597275" cy="2803525"/>
            <a:chOff x="912" y="768"/>
            <a:chExt cx="2400" cy="1584"/>
          </a:xfrm>
        </p:grpSpPr>
        <p:sp>
          <p:nvSpPr>
            <p:cNvPr id="68893" name="Oval 25"/>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94" name="Oval 26"/>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95" name="Oval 27"/>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96" name="Oval 28"/>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97" name="Oval 29"/>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98" name="Oval 30"/>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99" name="Oval 31"/>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0" name="Oval 32"/>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1" name="Oval 33"/>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8902" name="Group 34"/>
            <p:cNvGrpSpPr>
              <a:grpSpLocks/>
            </p:cNvGrpSpPr>
            <p:nvPr/>
          </p:nvGrpSpPr>
          <p:grpSpPr bwMode="auto">
            <a:xfrm>
              <a:off x="912" y="768"/>
              <a:ext cx="2386" cy="1553"/>
              <a:chOff x="912" y="768"/>
              <a:chExt cx="2386" cy="1553"/>
            </a:xfrm>
          </p:grpSpPr>
          <p:sp>
            <p:nvSpPr>
              <p:cNvPr id="68903" name="Oval 3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4" name="Oval 3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5" name="Oval 3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6" name="Oval 3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7" name="Oval 3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8" name="Oval 4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09" name="Oval 4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10" name="Oval 4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911" name="Oval 4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aphicFrame>
        <p:nvGraphicFramePr>
          <p:cNvPr id="68612" name="Object 44"/>
          <p:cNvGraphicFramePr>
            <a:graphicFrameLocks noChangeAspect="1"/>
          </p:cNvGraphicFramePr>
          <p:nvPr/>
        </p:nvGraphicFramePr>
        <p:xfrm>
          <a:off x="6657975" y="3805238"/>
          <a:ext cx="1841500" cy="1257300"/>
        </p:xfrm>
        <a:graphic>
          <a:graphicData uri="http://schemas.openxmlformats.org/presentationml/2006/ole">
            <mc:AlternateContent xmlns:mc="http://schemas.openxmlformats.org/markup-compatibility/2006">
              <mc:Choice xmlns:v="urn:schemas-microsoft-com:vml" Requires="v">
                <p:oleObj spid="_x0000_s68912" name="VISIO" r:id="rId4" imgW="1687068" imgH="964692" progId="Visio.Drawing.6">
                  <p:embed/>
                </p:oleObj>
              </mc:Choice>
              <mc:Fallback>
                <p:oleObj name="VISIO" r:id="rId4" imgW="1687068" imgH="964692" progId="Visio.Drawing.6">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7975" y="3805238"/>
                        <a:ext cx="1841500" cy="125730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8613" name="Line 45"/>
          <p:cNvSpPr>
            <a:spLocks noChangeShapeType="1"/>
          </p:cNvSpPr>
          <p:nvPr/>
        </p:nvSpPr>
        <p:spPr bwMode="auto">
          <a:xfrm>
            <a:off x="3735388" y="4419600"/>
            <a:ext cx="26289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14" name="Line 46"/>
          <p:cNvSpPr>
            <a:spLocks noChangeShapeType="1"/>
          </p:cNvSpPr>
          <p:nvPr/>
        </p:nvSpPr>
        <p:spPr bwMode="auto">
          <a:xfrm>
            <a:off x="7797800" y="4976813"/>
            <a:ext cx="676275" cy="5937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5" name="Line 47"/>
          <p:cNvSpPr>
            <a:spLocks noChangeShapeType="1"/>
          </p:cNvSpPr>
          <p:nvPr/>
        </p:nvSpPr>
        <p:spPr bwMode="auto">
          <a:xfrm>
            <a:off x="8188325" y="4672013"/>
            <a:ext cx="542925" cy="1254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6" name="Line 48"/>
          <p:cNvSpPr>
            <a:spLocks noChangeShapeType="1"/>
          </p:cNvSpPr>
          <p:nvPr/>
        </p:nvSpPr>
        <p:spPr bwMode="auto">
          <a:xfrm flipV="1">
            <a:off x="8218488" y="3927475"/>
            <a:ext cx="512762" cy="168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7" name="Line 49"/>
          <p:cNvSpPr>
            <a:spLocks noChangeShapeType="1"/>
          </p:cNvSpPr>
          <p:nvPr/>
        </p:nvSpPr>
        <p:spPr bwMode="auto">
          <a:xfrm flipV="1">
            <a:off x="7766050" y="3251200"/>
            <a:ext cx="708025" cy="6508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618" name="Group 51"/>
          <p:cNvGrpSpPr>
            <a:grpSpLocks/>
          </p:cNvGrpSpPr>
          <p:nvPr/>
        </p:nvGrpSpPr>
        <p:grpSpPr bwMode="auto">
          <a:xfrm>
            <a:off x="8591550" y="3552825"/>
            <a:ext cx="409575" cy="722313"/>
            <a:chOff x="4486" y="2730"/>
            <a:chExt cx="217" cy="339"/>
          </a:xfrm>
        </p:grpSpPr>
        <p:grpSp>
          <p:nvGrpSpPr>
            <p:cNvPr id="68873" name="Group 52"/>
            <p:cNvGrpSpPr>
              <a:grpSpLocks/>
            </p:cNvGrpSpPr>
            <p:nvPr/>
          </p:nvGrpSpPr>
          <p:grpSpPr bwMode="auto">
            <a:xfrm>
              <a:off x="4491" y="2736"/>
              <a:ext cx="212" cy="333"/>
              <a:chOff x="4491" y="2736"/>
              <a:chExt cx="212" cy="333"/>
            </a:xfrm>
          </p:grpSpPr>
          <p:sp>
            <p:nvSpPr>
              <p:cNvPr id="68884" name="Freeform 53"/>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85" name="Freeform 54"/>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86" name="Freeform 55"/>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87" name="Freeform 56"/>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88" name="Rectangle 57"/>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89" name="Rectangle 58"/>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90" name="Line 59"/>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91" name="Line 60"/>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92" name="Line 61"/>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8874" name="Group 62"/>
            <p:cNvGrpSpPr>
              <a:grpSpLocks/>
            </p:cNvGrpSpPr>
            <p:nvPr/>
          </p:nvGrpSpPr>
          <p:grpSpPr bwMode="auto">
            <a:xfrm>
              <a:off x="4486" y="2730"/>
              <a:ext cx="212" cy="333"/>
              <a:chOff x="4486" y="2730"/>
              <a:chExt cx="212" cy="333"/>
            </a:xfrm>
          </p:grpSpPr>
          <p:sp>
            <p:nvSpPr>
              <p:cNvPr id="68875" name="Freeform 63"/>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76" name="Freeform 64"/>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77" name="Freeform 65"/>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78" name="Freeform 66"/>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79" name="Rectangle 67"/>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80" name="Rectangle 68"/>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81" name="Line 69"/>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82" name="Line 70"/>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83" name="Line 71"/>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8619" name="Group 72"/>
          <p:cNvGrpSpPr>
            <a:grpSpLocks/>
          </p:cNvGrpSpPr>
          <p:nvPr/>
        </p:nvGrpSpPr>
        <p:grpSpPr bwMode="auto">
          <a:xfrm>
            <a:off x="8591550" y="4491038"/>
            <a:ext cx="409575" cy="722312"/>
            <a:chOff x="4486" y="3170"/>
            <a:chExt cx="217" cy="339"/>
          </a:xfrm>
        </p:grpSpPr>
        <p:grpSp>
          <p:nvGrpSpPr>
            <p:cNvPr id="68853" name="Group 73"/>
            <p:cNvGrpSpPr>
              <a:grpSpLocks/>
            </p:cNvGrpSpPr>
            <p:nvPr/>
          </p:nvGrpSpPr>
          <p:grpSpPr bwMode="auto">
            <a:xfrm>
              <a:off x="4491" y="3176"/>
              <a:ext cx="212" cy="333"/>
              <a:chOff x="4491" y="3176"/>
              <a:chExt cx="212" cy="333"/>
            </a:xfrm>
          </p:grpSpPr>
          <p:sp>
            <p:nvSpPr>
              <p:cNvPr id="68864" name="Freeform 74"/>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65" name="Freeform 75"/>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66" name="Freeform 76"/>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67" name="Freeform 77"/>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68" name="Rectangle 78"/>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69" name="Rectangle 79"/>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70" name="Line 80"/>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71" name="Line 81"/>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72" name="Line 82"/>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8854" name="Group 83"/>
            <p:cNvGrpSpPr>
              <a:grpSpLocks/>
            </p:cNvGrpSpPr>
            <p:nvPr/>
          </p:nvGrpSpPr>
          <p:grpSpPr bwMode="auto">
            <a:xfrm>
              <a:off x="4486" y="3170"/>
              <a:ext cx="212" cy="332"/>
              <a:chOff x="4486" y="3170"/>
              <a:chExt cx="212" cy="332"/>
            </a:xfrm>
          </p:grpSpPr>
          <p:sp>
            <p:nvSpPr>
              <p:cNvPr id="68855" name="Freeform 84"/>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56" name="Freeform 85"/>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57" name="Freeform 86"/>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58" name="Freeform 87"/>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59" name="Rectangle 88"/>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60" name="Rectangle 89"/>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61" name="Line 90"/>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62" name="Line 91"/>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63" name="Line 92"/>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8620" name="Group 93"/>
          <p:cNvGrpSpPr>
            <a:grpSpLocks/>
          </p:cNvGrpSpPr>
          <p:nvPr/>
        </p:nvGrpSpPr>
        <p:grpSpPr bwMode="auto">
          <a:xfrm>
            <a:off x="8162925" y="5226050"/>
            <a:ext cx="409575" cy="723900"/>
            <a:chOff x="4260" y="3515"/>
            <a:chExt cx="216" cy="339"/>
          </a:xfrm>
        </p:grpSpPr>
        <p:grpSp>
          <p:nvGrpSpPr>
            <p:cNvPr id="68833" name="Group 94"/>
            <p:cNvGrpSpPr>
              <a:grpSpLocks/>
            </p:cNvGrpSpPr>
            <p:nvPr/>
          </p:nvGrpSpPr>
          <p:grpSpPr bwMode="auto">
            <a:xfrm>
              <a:off x="4265" y="3521"/>
              <a:ext cx="211" cy="333"/>
              <a:chOff x="4265" y="3521"/>
              <a:chExt cx="211" cy="333"/>
            </a:xfrm>
          </p:grpSpPr>
          <p:sp>
            <p:nvSpPr>
              <p:cNvPr id="68844" name="Freeform 95"/>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45" name="Freeform 96"/>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46" name="Freeform 97"/>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47" name="Freeform 98"/>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48" name="Rectangle 99"/>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49" name="Rectangle 100"/>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50" name="Line 101"/>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51" name="Line 102"/>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52" name="Line 103"/>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8834" name="Group 104"/>
            <p:cNvGrpSpPr>
              <a:grpSpLocks/>
            </p:cNvGrpSpPr>
            <p:nvPr/>
          </p:nvGrpSpPr>
          <p:grpSpPr bwMode="auto">
            <a:xfrm>
              <a:off x="4260" y="3515"/>
              <a:ext cx="211" cy="332"/>
              <a:chOff x="4260" y="3515"/>
              <a:chExt cx="211" cy="332"/>
            </a:xfrm>
          </p:grpSpPr>
          <p:sp>
            <p:nvSpPr>
              <p:cNvPr id="68835" name="Freeform 105"/>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6" name="Freeform 106"/>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7" name="Freeform 107"/>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8" name="Freeform 108"/>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9" name="Rectangle 109"/>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40" name="Rectangle 110"/>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41" name="Line 111"/>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42" name="Line 112"/>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43" name="Line 113"/>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8621" name="Rectangle 114"/>
          <p:cNvSpPr>
            <a:spLocks noChangeArrowheads="1"/>
          </p:cNvSpPr>
          <p:nvPr/>
        </p:nvSpPr>
        <p:spPr bwMode="auto">
          <a:xfrm>
            <a:off x="2043113" y="2963863"/>
            <a:ext cx="33337" cy="2836862"/>
          </a:xfrm>
          <a:prstGeom prst="rect">
            <a:avLst/>
          </a:prstGeom>
          <a:solidFill>
            <a:srgbClr val="000000"/>
          </a:solidFill>
          <a:ln w="38100">
            <a:solidFill>
              <a:srgbClr val="333399"/>
            </a:solidFill>
            <a:miter lim="800000"/>
            <a:headEnd/>
            <a:tailEnd/>
          </a:ln>
        </p:spPr>
        <p:txBody>
          <a:bodyPr/>
          <a:lstStyle/>
          <a:p>
            <a:endParaRPr lang="zh-CN" altLang="en-US"/>
          </a:p>
        </p:txBody>
      </p:sp>
      <p:sp>
        <p:nvSpPr>
          <p:cNvPr id="68622" name="Line 115"/>
          <p:cNvSpPr>
            <a:spLocks noChangeShapeType="1"/>
          </p:cNvSpPr>
          <p:nvPr/>
        </p:nvSpPr>
        <p:spPr bwMode="auto">
          <a:xfrm>
            <a:off x="1220788" y="3387725"/>
            <a:ext cx="855662"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3" name="Line 116"/>
          <p:cNvSpPr>
            <a:spLocks noChangeShapeType="1"/>
          </p:cNvSpPr>
          <p:nvPr/>
        </p:nvSpPr>
        <p:spPr bwMode="auto">
          <a:xfrm>
            <a:off x="1476375" y="4162425"/>
            <a:ext cx="600075"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4" name="Line 117"/>
          <p:cNvSpPr>
            <a:spLocks noChangeShapeType="1"/>
          </p:cNvSpPr>
          <p:nvPr/>
        </p:nvSpPr>
        <p:spPr bwMode="auto">
          <a:xfrm>
            <a:off x="773113" y="4700588"/>
            <a:ext cx="1285875" cy="4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5" name="Line 118"/>
          <p:cNvSpPr>
            <a:spLocks noChangeShapeType="1"/>
          </p:cNvSpPr>
          <p:nvPr/>
        </p:nvSpPr>
        <p:spPr bwMode="auto">
          <a:xfrm>
            <a:off x="1306513" y="5418138"/>
            <a:ext cx="77152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6" name="Line 119"/>
          <p:cNvSpPr>
            <a:spLocks noChangeShapeType="1"/>
          </p:cNvSpPr>
          <p:nvPr/>
        </p:nvSpPr>
        <p:spPr bwMode="auto">
          <a:xfrm>
            <a:off x="2058988" y="4411663"/>
            <a:ext cx="1455737"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627" name="Group 120"/>
          <p:cNvGrpSpPr>
            <a:grpSpLocks/>
          </p:cNvGrpSpPr>
          <p:nvPr/>
        </p:nvGrpSpPr>
        <p:grpSpPr bwMode="auto">
          <a:xfrm>
            <a:off x="3360738" y="4198938"/>
            <a:ext cx="582612" cy="409575"/>
            <a:chOff x="2154" y="3033"/>
            <a:chExt cx="309" cy="192"/>
          </a:xfrm>
        </p:grpSpPr>
        <p:sp>
          <p:nvSpPr>
            <p:cNvPr id="68808" name="Oval 12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68809" name="Rectangle 12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10" name="Rectangle 12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11" name="Oval 12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68812" name="Group 125"/>
            <p:cNvGrpSpPr>
              <a:grpSpLocks/>
            </p:cNvGrpSpPr>
            <p:nvPr/>
          </p:nvGrpSpPr>
          <p:grpSpPr bwMode="auto">
            <a:xfrm>
              <a:off x="2201" y="3046"/>
              <a:ext cx="214" cy="86"/>
              <a:chOff x="2201" y="3046"/>
              <a:chExt cx="214" cy="86"/>
            </a:xfrm>
          </p:grpSpPr>
          <p:grpSp>
            <p:nvGrpSpPr>
              <p:cNvPr id="68815" name="Group 126"/>
              <p:cNvGrpSpPr>
                <a:grpSpLocks/>
              </p:cNvGrpSpPr>
              <p:nvPr/>
            </p:nvGrpSpPr>
            <p:grpSpPr bwMode="auto">
              <a:xfrm>
                <a:off x="2201" y="3046"/>
                <a:ext cx="212" cy="84"/>
                <a:chOff x="2201" y="3046"/>
                <a:chExt cx="212" cy="84"/>
              </a:xfrm>
            </p:grpSpPr>
            <p:sp>
              <p:nvSpPr>
                <p:cNvPr id="68825" name="Freeform 127"/>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6" name="Freeform 128"/>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7" name="Freeform 129"/>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8" name="Freeform 130"/>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9" name="Freeform 131"/>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0" name="Freeform 132"/>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1" name="Freeform 133"/>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32" name="Freeform 134"/>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8816" name="Group 135"/>
              <p:cNvGrpSpPr>
                <a:grpSpLocks/>
              </p:cNvGrpSpPr>
              <p:nvPr/>
            </p:nvGrpSpPr>
            <p:grpSpPr bwMode="auto">
              <a:xfrm>
                <a:off x="2203" y="3048"/>
                <a:ext cx="212" cy="84"/>
                <a:chOff x="2203" y="3048"/>
                <a:chExt cx="212" cy="84"/>
              </a:xfrm>
            </p:grpSpPr>
            <p:sp>
              <p:nvSpPr>
                <p:cNvPr id="68817" name="Freeform 136"/>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18" name="Freeform 137"/>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19" name="Freeform 138"/>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0" name="Freeform 139"/>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1" name="Freeform 140"/>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2" name="Freeform 141"/>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3" name="Freeform 142"/>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24" name="Freeform 143"/>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68813" name="Line 14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814" name="Line 14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8628" name="Group 146"/>
          <p:cNvGrpSpPr>
            <a:grpSpLocks/>
          </p:cNvGrpSpPr>
          <p:nvPr/>
        </p:nvGrpSpPr>
        <p:grpSpPr bwMode="auto">
          <a:xfrm>
            <a:off x="1033463" y="2874963"/>
            <a:ext cx="536575" cy="563562"/>
            <a:chOff x="921" y="2412"/>
            <a:chExt cx="284" cy="265"/>
          </a:xfrm>
        </p:grpSpPr>
        <p:grpSp>
          <p:nvGrpSpPr>
            <p:cNvPr id="68782" name="Group 147"/>
            <p:cNvGrpSpPr>
              <a:grpSpLocks/>
            </p:cNvGrpSpPr>
            <p:nvPr/>
          </p:nvGrpSpPr>
          <p:grpSpPr bwMode="auto">
            <a:xfrm>
              <a:off x="928" y="2417"/>
              <a:ext cx="277" cy="260"/>
              <a:chOff x="928" y="2417"/>
              <a:chExt cx="277" cy="260"/>
            </a:xfrm>
          </p:grpSpPr>
          <p:sp>
            <p:nvSpPr>
              <p:cNvPr id="68796" name="Freeform 14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97" name="Freeform 14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98" name="Freeform 15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99" name="Freeform 15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00" name="Rectangle 15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01" name="Rectangle 15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02" name="Rectangle 15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803" name="Line 15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804" name="Group 156"/>
              <p:cNvGrpSpPr>
                <a:grpSpLocks/>
              </p:cNvGrpSpPr>
              <p:nvPr/>
            </p:nvGrpSpPr>
            <p:grpSpPr bwMode="auto">
              <a:xfrm>
                <a:off x="928" y="2639"/>
                <a:ext cx="277" cy="38"/>
                <a:chOff x="928" y="2639"/>
                <a:chExt cx="277" cy="38"/>
              </a:xfrm>
            </p:grpSpPr>
            <p:sp>
              <p:nvSpPr>
                <p:cNvPr id="68805" name="Freeform 15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06" name="Freeform 15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807" name="Rectangle 15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8783" name="Group 160"/>
            <p:cNvGrpSpPr>
              <a:grpSpLocks/>
            </p:cNvGrpSpPr>
            <p:nvPr/>
          </p:nvGrpSpPr>
          <p:grpSpPr bwMode="auto">
            <a:xfrm>
              <a:off x="921" y="2412"/>
              <a:ext cx="277" cy="261"/>
              <a:chOff x="921" y="2412"/>
              <a:chExt cx="277" cy="261"/>
            </a:xfrm>
          </p:grpSpPr>
          <p:sp>
            <p:nvSpPr>
              <p:cNvPr id="68784" name="Freeform 16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85" name="Freeform 16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86" name="Freeform 16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87" name="Freeform 16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88" name="Rectangle 16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89" name="Rectangle 16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90" name="Rectangle 16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91" name="Line 16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92" name="Group 169"/>
              <p:cNvGrpSpPr>
                <a:grpSpLocks/>
              </p:cNvGrpSpPr>
              <p:nvPr/>
            </p:nvGrpSpPr>
            <p:grpSpPr bwMode="auto">
              <a:xfrm>
                <a:off x="921" y="2635"/>
                <a:ext cx="277" cy="38"/>
                <a:chOff x="921" y="2635"/>
                <a:chExt cx="277" cy="38"/>
              </a:xfrm>
            </p:grpSpPr>
            <p:sp>
              <p:nvSpPr>
                <p:cNvPr id="68793" name="Freeform 17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94" name="Freeform 17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95" name="Rectangle 17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8629" name="Group 173"/>
          <p:cNvGrpSpPr>
            <a:grpSpLocks/>
          </p:cNvGrpSpPr>
          <p:nvPr/>
        </p:nvGrpSpPr>
        <p:grpSpPr bwMode="auto">
          <a:xfrm>
            <a:off x="1135063" y="3676650"/>
            <a:ext cx="531812" cy="566738"/>
            <a:chOff x="997" y="2775"/>
            <a:chExt cx="282" cy="265"/>
          </a:xfrm>
        </p:grpSpPr>
        <p:grpSp>
          <p:nvGrpSpPr>
            <p:cNvPr id="68756" name="Group 174"/>
            <p:cNvGrpSpPr>
              <a:grpSpLocks/>
            </p:cNvGrpSpPr>
            <p:nvPr/>
          </p:nvGrpSpPr>
          <p:grpSpPr bwMode="auto">
            <a:xfrm>
              <a:off x="1004" y="2779"/>
              <a:ext cx="275" cy="261"/>
              <a:chOff x="1004" y="2779"/>
              <a:chExt cx="275" cy="261"/>
            </a:xfrm>
          </p:grpSpPr>
          <p:sp>
            <p:nvSpPr>
              <p:cNvPr id="68770" name="Freeform 175"/>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71" name="Freeform 176"/>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72" name="Freeform 177"/>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73" name="Freeform 178"/>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74" name="Rectangle 17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75" name="Rectangle 18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76" name="Rectangle 18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77" name="Line 18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78" name="Group 183"/>
              <p:cNvGrpSpPr>
                <a:grpSpLocks/>
              </p:cNvGrpSpPr>
              <p:nvPr/>
            </p:nvGrpSpPr>
            <p:grpSpPr bwMode="auto">
              <a:xfrm>
                <a:off x="1004" y="3002"/>
                <a:ext cx="275" cy="38"/>
                <a:chOff x="1004" y="3002"/>
                <a:chExt cx="275" cy="38"/>
              </a:xfrm>
            </p:grpSpPr>
            <p:sp>
              <p:nvSpPr>
                <p:cNvPr id="68779" name="Freeform 184"/>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80" name="Freeform 185"/>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81" name="Rectangle 18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8757" name="Group 187"/>
            <p:cNvGrpSpPr>
              <a:grpSpLocks/>
            </p:cNvGrpSpPr>
            <p:nvPr/>
          </p:nvGrpSpPr>
          <p:grpSpPr bwMode="auto">
            <a:xfrm>
              <a:off x="997" y="2775"/>
              <a:ext cx="275" cy="260"/>
              <a:chOff x="997" y="2775"/>
              <a:chExt cx="275" cy="260"/>
            </a:xfrm>
          </p:grpSpPr>
          <p:sp>
            <p:nvSpPr>
              <p:cNvPr id="68758" name="Freeform 188"/>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59" name="Freeform 189"/>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60" name="Freeform 190"/>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61" name="Freeform 191"/>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62" name="Rectangle 19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63" name="Rectangle 19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64" name="Rectangle 19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65" name="Line 19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66" name="Group 196"/>
              <p:cNvGrpSpPr>
                <a:grpSpLocks/>
              </p:cNvGrpSpPr>
              <p:nvPr/>
            </p:nvGrpSpPr>
            <p:grpSpPr bwMode="auto">
              <a:xfrm>
                <a:off x="997" y="2997"/>
                <a:ext cx="275" cy="38"/>
                <a:chOff x="997" y="2997"/>
                <a:chExt cx="275" cy="38"/>
              </a:xfrm>
            </p:grpSpPr>
            <p:sp>
              <p:nvSpPr>
                <p:cNvPr id="68767" name="Freeform 197"/>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68" name="Freeform 198"/>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69" name="Rectangle 19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8630" name="Group 200"/>
          <p:cNvGrpSpPr>
            <a:grpSpLocks/>
          </p:cNvGrpSpPr>
          <p:nvPr/>
        </p:nvGrpSpPr>
        <p:grpSpPr bwMode="auto">
          <a:xfrm>
            <a:off x="407988" y="4227513"/>
            <a:ext cx="531812" cy="566737"/>
            <a:chOff x="590" y="3047"/>
            <a:chExt cx="282" cy="265"/>
          </a:xfrm>
        </p:grpSpPr>
        <p:grpSp>
          <p:nvGrpSpPr>
            <p:cNvPr id="68730" name="Group 201"/>
            <p:cNvGrpSpPr>
              <a:grpSpLocks/>
            </p:cNvGrpSpPr>
            <p:nvPr/>
          </p:nvGrpSpPr>
          <p:grpSpPr bwMode="auto">
            <a:xfrm>
              <a:off x="596" y="3051"/>
              <a:ext cx="276" cy="261"/>
              <a:chOff x="596" y="3051"/>
              <a:chExt cx="276" cy="261"/>
            </a:xfrm>
          </p:grpSpPr>
          <p:sp>
            <p:nvSpPr>
              <p:cNvPr id="68744" name="Freeform 202"/>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45" name="Freeform 203"/>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46" name="Freeform 204"/>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47" name="Freeform 205"/>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48" name="Rectangle 20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49" name="Rectangle 20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50" name="Rectangle 20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51" name="Line 20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52" name="Group 210"/>
              <p:cNvGrpSpPr>
                <a:grpSpLocks/>
              </p:cNvGrpSpPr>
              <p:nvPr/>
            </p:nvGrpSpPr>
            <p:grpSpPr bwMode="auto">
              <a:xfrm>
                <a:off x="596" y="3274"/>
                <a:ext cx="276" cy="38"/>
                <a:chOff x="596" y="3274"/>
                <a:chExt cx="276" cy="38"/>
              </a:xfrm>
            </p:grpSpPr>
            <p:sp>
              <p:nvSpPr>
                <p:cNvPr id="68753" name="Freeform 211"/>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54" name="Freeform 212"/>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55" name="Rectangle 21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8731" name="Group 214"/>
            <p:cNvGrpSpPr>
              <a:grpSpLocks/>
            </p:cNvGrpSpPr>
            <p:nvPr/>
          </p:nvGrpSpPr>
          <p:grpSpPr bwMode="auto">
            <a:xfrm>
              <a:off x="590" y="3047"/>
              <a:ext cx="275" cy="260"/>
              <a:chOff x="590" y="3047"/>
              <a:chExt cx="275" cy="260"/>
            </a:xfrm>
          </p:grpSpPr>
          <p:sp>
            <p:nvSpPr>
              <p:cNvPr id="68732" name="Freeform 215"/>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33" name="Freeform 216"/>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34" name="Freeform 217"/>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35" name="Freeform 218"/>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36" name="Rectangle 21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37" name="Rectangle 22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38" name="Rectangle 22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39" name="Line 22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40" name="Group 223"/>
              <p:cNvGrpSpPr>
                <a:grpSpLocks/>
              </p:cNvGrpSpPr>
              <p:nvPr/>
            </p:nvGrpSpPr>
            <p:grpSpPr bwMode="auto">
              <a:xfrm>
                <a:off x="590" y="3269"/>
                <a:ext cx="275" cy="38"/>
                <a:chOff x="590" y="3269"/>
                <a:chExt cx="275" cy="38"/>
              </a:xfrm>
            </p:grpSpPr>
            <p:sp>
              <p:nvSpPr>
                <p:cNvPr id="68741" name="Freeform 224"/>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42" name="Freeform 225"/>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43" name="Rectangle 22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8631" name="Group 227"/>
          <p:cNvGrpSpPr>
            <a:grpSpLocks/>
          </p:cNvGrpSpPr>
          <p:nvPr/>
        </p:nvGrpSpPr>
        <p:grpSpPr bwMode="auto">
          <a:xfrm>
            <a:off x="1004888" y="4906963"/>
            <a:ext cx="531812" cy="566737"/>
            <a:chOff x="906" y="3365"/>
            <a:chExt cx="281" cy="265"/>
          </a:xfrm>
        </p:grpSpPr>
        <p:grpSp>
          <p:nvGrpSpPr>
            <p:cNvPr id="68704" name="Group 228"/>
            <p:cNvGrpSpPr>
              <a:grpSpLocks/>
            </p:cNvGrpSpPr>
            <p:nvPr/>
          </p:nvGrpSpPr>
          <p:grpSpPr bwMode="auto">
            <a:xfrm>
              <a:off x="912" y="3369"/>
              <a:ext cx="275" cy="261"/>
              <a:chOff x="912" y="3369"/>
              <a:chExt cx="275" cy="261"/>
            </a:xfrm>
          </p:grpSpPr>
          <p:sp>
            <p:nvSpPr>
              <p:cNvPr id="68718" name="Freeform 229"/>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19" name="Freeform 230"/>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20" name="Freeform 231"/>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21" name="Freeform 232"/>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22" name="Rectangle 23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23" name="Rectangle 23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24" name="Rectangle 23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25" name="Line 23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26" name="Group 237"/>
              <p:cNvGrpSpPr>
                <a:grpSpLocks/>
              </p:cNvGrpSpPr>
              <p:nvPr/>
            </p:nvGrpSpPr>
            <p:grpSpPr bwMode="auto">
              <a:xfrm>
                <a:off x="912" y="3592"/>
                <a:ext cx="275" cy="38"/>
                <a:chOff x="912" y="3592"/>
                <a:chExt cx="275" cy="38"/>
              </a:xfrm>
            </p:grpSpPr>
            <p:sp>
              <p:nvSpPr>
                <p:cNvPr id="68727" name="Freeform 238"/>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28" name="Freeform 239"/>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29" name="Rectangle 24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8705" name="Group 241"/>
            <p:cNvGrpSpPr>
              <a:grpSpLocks/>
            </p:cNvGrpSpPr>
            <p:nvPr/>
          </p:nvGrpSpPr>
          <p:grpSpPr bwMode="auto">
            <a:xfrm>
              <a:off x="906" y="3365"/>
              <a:ext cx="275" cy="261"/>
              <a:chOff x="906" y="3365"/>
              <a:chExt cx="275" cy="261"/>
            </a:xfrm>
          </p:grpSpPr>
          <p:sp>
            <p:nvSpPr>
              <p:cNvPr id="68706" name="Freeform 242"/>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07" name="Freeform 243"/>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08" name="Freeform 244"/>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09" name="Freeform 245"/>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10" name="Rectangle 24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11" name="Rectangle 24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12" name="Rectangle 24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13" name="Line 24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714" name="Group 250"/>
              <p:cNvGrpSpPr>
                <a:grpSpLocks/>
              </p:cNvGrpSpPr>
              <p:nvPr/>
            </p:nvGrpSpPr>
            <p:grpSpPr bwMode="auto">
              <a:xfrm>
                <a:off x="906" y="3587"/>
                <a:ext cx="275" cy="39"/>
                <a:chOff x="906" y="3587"/>
                <a:chExt cx="275" cy="39"/>
              </a:xfrm>
            </p:grpSpPr>
            <p:sp>
              <p:nvSpPr>
                <p:cNvPr id="68715" name="Freeform 251"/>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16" name="Freeform 252"/>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717" name="Rectangle 25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sp>
        <p:nvSpPr>
          <p:cNvPr id="68632" name="Rectangle 254"/>
          <p:cNvSpPr>
            <a:spLocks noChangeArrowheads="1"/>
          </p:cNvSpPr>
          <p:nvPr/>
        </p:nvSpPr>
        <p:spPr bwMode="auto">
          <a:xfrm>
            <a:off x="2316163" y="3349625"/>
            <a:ext cx="89058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33" name="Rectangle 255"/>
          <p:cNvSpPr>
            <a:spLocks noChangeArrowheads="1"/>
          </p:cNvSpPr>
          <p:nvPr/>
        </p:nvSpPr>
        <p:spPr bwMode="auto">
          <a:xfrm>
            <a:off x="2466975" y="344646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校园网</a:t>
            </a:r>
          </a:p>
        </p:txBody>
      </p:sp>
      <p:grpSp>
        <p:nvGrpSpPr>
          <p:cNvPr id="68634" name="Group 257"/>
          <p:cNvGrpSpPr>
            <a:grpSpLocks/>
          </p:cNvGrpSpPr>
          <p:nvPr/>
        </p:nvGrpSpPr>
        <p:grpSpPr bwMode="auto">
          <a:xfrm>
            <a:off x="8248650" y="2709863"/>
            <a:ext cx="409575" cy="723900"/>
            <a:chOff x="4305" y="2335"/>
            <a:chExt cx="216" cy="339"/>
          </a:xfrm>
        </p:grpSpPr>
        <p:grpSp>
          <p:nvGrpSpPr>
            <p:cNvPr id="68684" name="Group 258"/>
            <p:cNvGrpSpPr>
              <a:grpSpLocks/>
            </p:cNvGrpSpPr>
            <p:nvPr/>
          </p:nvGrpSpPr>
          <p:grpSpPr bwMode="auto">
            <a:xfrm>
              <a:off x="4310" y="2341"/>
              <a:ext cx="211" cy="333"/>
              <a:chOff x="4310" y="2341"/>
              <a:chExt cx="211" cy="333"/>
            </a:xfrm>
          </p:grpSpPr>
          <p:sp>
            <p:nvSpPr>
              <p:cNvPr id="68695" name="Freeform 259"/>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96" name="Freeform 260"/>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97" name="Freeform 261"/>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98" name="Freeform 262"/>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99" name="Rectangle 263"/>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00" name="Rectangle 264"/>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701" name="Line 265"/>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702" name="Line 266"/>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703" name="Line 267"/>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8685" name="Group 268"/>
            <p:cNvGrpSpPr>
              <a:grpSpLocks/>
            </p:cNvGrpSpPr>
            <p:nvPr/>
          </p:nvGrpSpPr>
          <p:grpSpPr bwMode="auto">
            <a:xfrm>
              <a:off x="4305" y="2335"/>
              <a:ext cx="211" cy="332"/>
              <a:chOff x="4305" y="2335"/>
              <a:chExt cx="211" cy="332"/>
            </a:xfrm>
          </p:grpSpPr>
          <p:sp>
            <p:nvSpPr>
              <p:cNvPr id="68686" name="Freeform 269"/>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7" name="Freeform 270"/>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8" name="Freeform 271"/>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9" name="Freeform 272"/>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90" name="Rectangle 273"/>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91" name="Rectangle 274"/>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92" name="Line 275"/>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93" name="Line 276"/>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94" name="Line 277"/>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8635" name="Rectangle 279"/>
          <p:cNvSpPr>
            <a:spLocks noChangeArrowheads="1"/>
          </p:cNvSpPr>
          <p:nvPr/>
        </p:nvSpPr>
        <p:spPr bwMode="auto">
          <a:xfrm>
            <a:off x="6907213" y="2884488"/>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源点服务器</a:t>
            </a:r>
          </a:p>
        </p:txBody>
      </p:sp>
      <p:sp>
        <p:nvSpPr>
          <p:cNvPr id="68636" name="Rectangle 280"/>
          <p:cNvSpPr>
            <a:spLocks noChangeArrowheads="1"/>
          </p:cNvSpPr>
          <p:nvPr/>
        </p:nvSpPr>
        <p:spPr bwMode="auto">
          <a:xfrm>
            <a:off x="4197350" y="3986213"/>
            <a:ext cx="8509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37" name="Rectangle 281"/>
          <p:cNvSpPr>
            <a:spLocks noChangeArrowheads="1"/>
          </p:cNvSpPr>
          <p:nvPr/>
        </p:nvSpPr>
        <p:spPr bwMode="auto">
          <a:xfrm>
            <a:off x="4910138" y="4057650"/>
            <a:ext cx="760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2 Mb/s</a:t>
            </a:r>
          </a:p>
        </p:txBody>
      </p:sp>
      <p:grpSp>
        <p:nvGrpSpPr>
          <p:cNvPr id="68638" name="Group 282"/>
          <p:cNvGrpSpPr>
            <a:grpSpLocks/>
          </p:cNvGrpSpPr>
          <p:nvPr/>
        </p:nvGrpSpPr>
        <p:grpSpPr bwMode="auto">
          <a:xfrm>
            <a:off x="6167438" y="4198938"/>
            <a:ext cx="582612" cy="409575"/>
            <a:chOff x="3202" y="3033"/>
            <a:chExt cx="309" cy="192"/>
          </a:xfrm>
        </p:grpSpPr>
        <p:sp>
          <p:nvSpPr>
            <p:cNvPr id="68659" name="Oval 283"/>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68660" name="Rectangle 284"/>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61" name="Rectangle 285"/>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62" name="Oval 286"/>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68663" name="Group 287"/>
            <p:cNvGrpSpPr>
              <a:grpSpLocks/>
            </p:cNvGrpSpPr>
            <p:nvPr/>
          </p:nvGrpSpPr>
          <p:grpSpPr bwMode="auto">
            <a:xfrm>
              <a:off x="3249" y="3046"/>
              <a:ext cx="214" cy="86"/>
              <a:chOff x="3249" y="3046"/>
              <a:chExt cx="214" cy="86"/>
            </a:xfrm>
          </p:grpSpPr>
          <p:grpSp>
            <p:nvGrpSpPr>
              <p:cNvPr id="68666" name="Group 288"/>
              <p:cNvGrpSpPr>
                <a:grpSpLocks/>
              </p:cNvGrpSpPr>
              <p:nvPr/>
            </p:nvGrpSpPr>
            <p:grpSpPr bwMode="auto">
              <a:xfrm>
                <a:off x="3249" y="3046"/>
                <a:ext cx="212" cy="84"/>
                <a:chOff x="3249" y="3046"/>
                <a:chExt cx="212" cy="84"/>
              </a:xfrm>
            </p:grpSpPr>
            <p:sp>
              <p:nvSpPr>
                <p:cNvPr id="68676" name="Freeform 289"/>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7" name="Freeform 290"/>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8" name="Freeform 291"/>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9" name="Freeform 292"/>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0" name="Freeform 293"/>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1" name="Freeform 294"/>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2" name="Freeform 295"/>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83" name="Freeform 296"/>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8667" name="Group 297"/>
              <p:cNvGrpSpPr>
                <a:grpSpLocks/>
              </p:cNvGrpSpPr>
              <p:nvPr/>
            </p:nvGrpSpPr>
            <p:grpSpPr bwMode="auto">
              <a:xfrm>
                <a:off x="3251" y="3048"/>
                <a:ext cx="212" cy="84"/>
                <a:chOff x="3251" y="3048"/>
                <a:chExt cx="212" cy="84"/>
              </a:xfrm>
            </p:grpSpPr>
            <p:sp>
              <p:nvSpPr>
                <p:cNvPr id="68668" name="Freeform 298"/>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69" name="Freeform 299"/>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0" name="Freeform 300"/>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1" name="Freeform 301"/>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2" name="Freeform 302"/>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3" name="Freeform 303"/>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4" name="Freeform 304"/>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75" name="Freeform 305"/>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68664" name="Line 306"/>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65" name="Line 307"/>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8639" name="Rectangle 308"/>
          <p:cNvSpPr>
            <a:spLocks noChangeArrowheads="1"/>
          </p:cNvSpPr>
          <p:nvPr/>
        </p:nvSpPr>
        <p:spPr bwMode="auto">
          <a:xfrm>
            <a:off x="6761163" y="3735388"/>
            <a:ext cx="8905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40" name="Rectangle 309"/>
          <p:cNvSpPr>
            <a:spLocks noChangeArrowheads="1"/>
          </p:cNvSpPr>
          <p:nvPr/>
        </p:nvSpPr>
        <p:spPr bwMode="auto">
          <a:xfrm>
            <a:off x="7164388" y="4275138"/>
            <a:ext cx="7620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因特网</a:t>
            </a:r>
          </a:p>
        </p:txBody>
      </p:sp>
      <p:sp>
        <p:nvSpPr>
          <p:cNvPr id="68641" name="Rectangle 310"/>
          <p:cNvSpPr>
            <a:spLocks noChangeArrowheads="1"/>
          </p:cNvSpPr>
          <p:nvPr/>
        </p:nvSpPr>
        <p:spPr bwMode="auto">
          <a:xfrm>
            <a:off x="3684588" y="3832225"/>
            <a:ext cx="40005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42" name="Rectangle 311"/>
          <p:cNvSpPr>
            <a:spLocks noChangeArrowheads="1"/>
          </p:cNvSpPr>
          <p:nvPr/>
        </p:nvSpPr>
        <p:spPr bwMode="auto">
          <a:xfrm>
            <a:off x="2828925" y="4603750"/>
            <a:ext cx="433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43" name="Rectangle 312"/>
          <p:cNvSpPr>
            <a:spLocks noChangeArrowheads="1"/>
          </p:cNvSpPr>
          <p:nvPr/>
        </p:nvSpPr>
        <p:spPr bwMode="auto">
          <a:xfrm>
            <a:off x="1625600" y="4217988"/>
            <a:ext cx="436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44" name="Rectangle 313"/>
          <p:cNvSpPr>
            <a:spLocks noChangeArrowheads="1"/>
          </p:cNvSpPr>
          <p:nvPr/>
        </p:nvSpPr>
        <p:spPr bwMode="auto">
          <a:xfrm>
            <a:off x="292100" y="38465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浏览器</a:t>
            </a:r>
          </a:p>
        </p:txBody>
      </p:sp>
      <p:sp>
        <p:nvSpPr>
          <p:cNvPr id="68645" name="Rectangle 314"/>
          <p:cNvSpPr>
            <a:spLocks noChangeArrowheads="1"/>
          </p:cNvSpPr>
          <p:nvPr/>
        </p:nvSpPr>
        <p:spPr bwMode="auto">
          <a:xfrm>
            <a:off x="3679825" y="3859213"/>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1</a:t>
            </a:r>
          </a:p>
        </p:txBody>
      </p:sp>
      <p:sp>
        <p:nvSpPr>
          <p:cNvPr id="68646" name="Rectangle 315"/>
          <p:cNvSpPr>
            <a:spLocks noChangeArrowheads="1"/>
          </p:cNvSpPr>
          <p:nvPr/>
        </p:nvSpPr>
        <p:spPr bwMode="auto">
          <a:xfrm>
            <a:off x="6300788" y="3860800"/>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2</a:t>
            </a:r>
          </a:p>
        </p:txBody>
      </p:sp>
      <p:sp>
        <p:nvSpPr>
          <p:cNvPr id="68647" name="Freeform 316"/>
          <p:cNvSpPr>
            <a:spLocks/>
          </p:cNvSpPr>
          <p:nvPr/>
        </p:nvSpPr>
        <p:spPr bwMode="auto">
          <a:xfrm>
            <a:off x="3787775" y="3352800"/>
            <a:ext cx="4638675" cy="1162050"/>
          </a:xfrm>
          <a:custGeom>
            <a:avLst/>
            <a:gdLst>
              <a:gd name="T0" fmla="*/ 0 w 2922"/>
              <a:gd name="T1" fmla="*/ 1809472188 h 732"/>
              <a:gd name="T2" fmla="*/ 1927920325 w 2922"/>
              <a:gd name="T3" fmla="*/ 1794351250 h 732"/>
              <a:gd name="T4" fmla="*/ 2147483647 w 2922"/>
              <a:gd name="T5" fmla="*/ 1764109375 h 732"/>
              <a:gd name="T6" fmla="*/ 2147483647 w 2922"/>
              <a:gd name="T7" fmla="*/ 1310481250 h 732"/>
              <a:gd name="T8" fmla="*/ 2147483647 w 2922"/>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8407" name="Group 327"/>
          <p:cNvGrpSpPr>
            <a:grpSpLocks/>
          </p:cNvGrpSpPr>
          <p:nvPr/>
        </p:nvGrpSpPr>
        <p:grpSpPr bwMode="auto">
          <a:xfrm>
            <a:off x="4732338" y="2997200"/>
            <a:ext cx="1370012" cy="717550"/>
            <a:chOff x="2981" y="1888"/>
            <a:chExt cx="863" cy="452"/>
          </a:xfrm>
        </p:grpSpPr>
        <p:sp>
          <p:nvSpPr>
            <p:cNvPr id="68657" name="AutoShape 318"/>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sz="3200">
                <a:solidFill>
                  <a:srgbClr val="333399"/>
                </a:solidFill>
                <a:latin typeface="Arial" pitchFamily="34" charset="0"/>
                <a:ea typeface="黑体" pitchFamily="49" charset="-122"/>
              </a:endParaRPr>
            </a:p>
          </p:txBody>
        </p:sp>
        <p:sp>
          <p:nvSpPr>
            <p:cNvPr id="68658" name="Rectangle 319"/>
            <p:cNvSpPr>
              <a:spLocks noChangeArrowheads="1"/>
            </p:cNvSpPr>
            <p:nvPr/>
          </p:nvSpPr>
          <p:spPr bwMode="auto">
            <a:xfrm>
              <a:off x="3016" y="1906"/>
              <a:ext cx="8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这条链路上</a:t>
              </a:r>
            </a:p>
            <a:p>
              <a:r>
                <a:rPr kumimoji="1" lang="zh-CN" altLang="en-US" sz="2000">
                  <a:solidFill>
                    <a:srgbClr val="333399"/>
                  </a:solidFill>
                  <a:latin typeface="Arial" pitchFamily="34" charset="0"/>
                  <a:ea typeface="黑体" pitchFamily="49" charset="-122"/>
                </a:rPr>
                <a:t>的时延很大</a:t>
              </a:r>
            </a:p>
          </p:txBody>
        </p:sp>
      </p:grpSp>
      <p:sp>
        <p:nvSpPr>
          <p:cNvPr id="68649" name="Freeform 320"/>
          <p:cNvSpPr>
            <a:spLocks/>
          </p:cNvSpPr>
          <p:nvPr/>
        </p:nvSpPr>
        <p:spPr bwMode="auto">
          <a:xfrm>
            <a:off x="1476375" y="3194050"/>
            <a:ext cx="1971675" cy="1160463"/>
          </a:xfrm>
          <a:custGeom>
            <a:avLst/>
            <a:gdLst>
              <a:gd name="T0" fmla="*/ 0 w 620"/>
              <a:gd name="T1" fmla="*/ 0 h 909"/>
              <a:gd name="T2" fmla="*/ 2147483647 w 620"/>
              <a:gd name="T3" fmla="*/ 1481489961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50" name="Freeform 321"/>
          <p:cNvSpPr>
            <a:spLocks/>
          </p:cNvSpPr>
          <p:nvPr/>
        </p:nvSpPr>
        <p:spPr bwMode="auto">
          <a:xfrm>
            <a:off x="1647825" y="3968750"/>
            <a:ext cx="1712913" cy="484188"/>
          </a:xfrm>
          <a:custGeom>
            <a:avLst/>
            <a:gdLst>
              <a:gd name="T0" fmla="*/ 0 w 620"/>
              <a:gd name="T1" fmla="*/ 0 h 909"/>
              <a:gd name="T2" fmla="*/ 2147483647 w 620"/>
              <a:gd name="T3" fmla="*/ 2579076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51" name="Freeform 322"/>
          <p:cNvSpPr>
            <a:spLocks/>
          </p:cNvSpPr>
          <p:nvPr/>
        </p:nvSpPr>
        <p:spPr bwMode="auto">
          <a:xfrm>
            <a:off x="865188" y="4508500"/>
            <a:ext cx="2536825" cy="38100"/>
          </a:xfrm>
          <a:custGeom>
            <a:avLst/>
            <a:gdLst>
              <a:gd name="T0" fmla="*/ 0 w 1344"/>
              <a:gd name="T1" fmla="*/ 85388824 h 17"/>
              <a:gd name="T2" fmla="*/ 2147483647 w 1344"/>
              <a:gd name="T3" fmla="*/ 0 h 17"/>
              <a:gd name="T4" fmla="*/ 0 60000 65536"/>
              <a:gd name="T5" fmla="*/ 0 60000 65536"/>
            </a:gdLst>
            <a:ahLst/>
            <a:cxnLst>
              <a:cxn ang="T4">
                <a:pos x="T0" y="T1"/>
              </a:cxn>
              <a:cxn ang="T5">
                <a:pos x="T2" y="T3"/>
              </a:cxn>
            </a:cxnLst>
            <a:rect l="0" t="0" r="r" b="b"/>
            <a:pathLst>
              <a:path w="1344" h="17">
                <a:moveTo>
                  <a:pt x="0" y="17"/>
                </a:moveTo>
                <a:cubicBezTo>
                  <a:pt x="224" y="14"/>
                  <a:pt x="1064" y="4"/>
                  <a:pt x="1344" y="0"/>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52" name="Freeform 323"/>
          <p:cNvSpPr>
            <a:spLocks/>
          </p:cNvSpPr>
          <p:nvPr/>
        </p:nvSpPr>
        <p:spPr bwMode="auto">
          <a:xfrm>
            <a:off x="1476375" y="4578350"/>
            <a:ext cx="1987550" cy="647700"/>
          </a:xfrm>
          <a:custGeom>
            <a:avLst/>
            <a:gdLst>
              <a:gd name="T0" fmla="*/ 0 w 1052"/>
              <a:gd name="T1" fmla="*/ 1379984507 h 304"/>
              <a:gd name="T2" fmla="*/ 2147483647 w 1052"/>
              <a:gd name="T3" fmla="*/ 0 h 304"/>
              <a:gd name="T4" fmla="*/ 0 60000 65536"/>
              <a:gd name="T5" fmla="*/ 0 60000 65536"/>
            </a:gdLst>
            <a:ahLst/>
            <a:cxnLst>
              <a:cxn ang="T4">
                <a:pos x="T0" y="T1"/>
              </a:cxn>
              <a:cxn ang="T5">
                <a:pos x="T2" y="T3"/>
              </a:cxn>
            </a:cxnLst>
            <a:rect l="0" t="0" r="r" b="b"/>
            <a:pathLst>
              <a:path w="1052" h="304">
                <a:moveTo>
                  <a:pt x="0" y="304"/>
                </a:moveTo>
                <a:cubicBezTo>
                  <a:pt x="175" y="253"/>
                  <a:pt x="833" y="63"/>
                  <a:pt x="1052" y="0"/>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53" name="Text Box 326"/>
          <p:cNvSpPr txBox="1">
            <a:spLocks noChangeArrowheads="1"/>
          </p:cNvSpPr>
          <p:nvPr/>
        </p:nvSpPr>
        <p:spPr bwMode="auto">
          <a:xfrm>
            <a:off x="2411413" y="2081213"/>
            <a:ext cx="4664075" cy="588962"/>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3200">
                <a:solidFill>
                  <a:srgbClr val="333399"/>
                </a:solidFill>
                <a:ea typeface="黑体" pitchFamily="49" charset="-122"/>
              </a:rPr>
              <a:t>没有使用高速缓存的情况</a:t>
            </a:r>
          </a:p>
        </p:txBody>
      </p:sp>
      <p:grpSp>
        <p:nvGrpSpPr>
          <p:cNvPr id="558410" name="Group 330"/>
          <p:cNvGrpSpPr>
            <a:grpSpLocks/>
          </p:cNvGrpSpPr>
          <p:nvPr/>
        </p:nvGrpSpPr>
        <p:grpSpPr bwMode="auto">
          <a:xfrm>
            <a:off x="3779838" y="4365625"/>
            <a:ext cx="3028950" cy="1738313"/>
            <a:chOff x="2381" y="2750"/>
            <a:chExt cx="1908" cy="1095"/>
          </a:xfrm>
        </p:grpSpPr>
        <p:sp>
          <p:nvSpPr>
            <p:cNvPr id="68655" name="Text Box 328"/>
            <p:cNvSpPr txBox="1">
              <a:spLocks noChangeArrowheads="1"/>
            </p:cNvSpPr>
            <p:nvPr/>
          </p:nvSpPr>
          <p:spPr bwMode="auto">
            <a:xfrm>
              <a:off x="2381" y="3249"/>
              <a:ext cx="190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2800">
                  <a:solidFill>
                    <a:srgbClr val="333399"/>
                  </a:solidFill>
                  <a:ea typeface="黑体" pitchFamily="49" charset="-122"/>
                </a:rPr>
                <a:t>所有万维网通信量</a:t>
              </a:r>
            </a:p>
            <a:p>
              <a:pPr algn="ctr" eaLnBrk="1" hangingPunct="1"/>
              <a:r>
                <a:rPr lang="zh-CN" altLang="en-US" sz="2800">
                  <a:solidFill>
                    <a:srgbClr val="333399"/>
                  </a:solidFill>
                  <a:ea typeface="黑体" pitchFamily="49" charset="-122"/>
                </a:rPr>
                <a:t>都经过这条链路</a:t>
              </a:r>
            </a:p>
          </p:txBody>
        </p:sp>
        <p:sp>
          <p:nvSpPr>
            <p:cNvPr id="68656" name="Line 329"/>
            <p:cNvSpPr>
              <a:spLocks noChangeShapeType="1"/>
            </p:cNvSpPr>
            <p:nvPr/>
          </p:nvSpPr>
          <p:spPr bwMode="auto">
            <a:xfrm flipV="1">
              <a:off x="3334" y="2750"/>
              <a:ext cx="0" cy="589"/>
            </a:xfrm>
            <a:prstGeom prst="line">
              <a:avLst/>
            </a:prstGeom>
            <a:noFill/>
            <a:ln w="76200">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nodeType="afterGroup">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755650" y="503238"/>
            <a:ext cx="7793038" cy="622300"/>
          </a:xfrm>
        </p:spPr>
        <p:txBody>
          <a:bodyPr/>
          <a:lstStyle/>
          <a:p>
            <a:pPr algn="ctr" eaLnBrk="1" hangingPunct="1"/>
            <a:r>
              <a:rPr lang="zh-CN" altLang="en-US" sz="4000" smtClean="0"/>
              <a:t>使用高速缓存的情况</a:t>
            </a:r>
          </a:p>
        </p:txBody>
      </p:sp>
      <p:grpSp>
        <p:nvGrpSpPr>
          <p:cNvPr id="69635" name="Group 6"/>
          <p:cNvGrpSpPr>
            <a:grpSpLocks/>
          </p:cNvGrpSpPr>
          <p:nvPr/>
        </p:nvGrpSpPr>
        <p:grpSpPr bwMode="auto">
          <a:xfrm>
            <a:off x="250825" y="3494088"/>
            <a:ext cx="3454400" cy="2570162"/>
            <a:chOff x="912" y="768"/>
            <a:chExt cx="2400" cy="1584"/>
          </a:xfrm>
        </p:grpSpPr>
        <p:sp>
          <p:nvSpPr>
            <p:cNvPr id="69938"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39"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0"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1"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2"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3"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4"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5"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6"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9947" name="Group 16"/>
            <p:cNvGrpSpPr>
              <a:grpSpLocks/>
            </p:cNvGrpSpPr>
            <p:nvPr/>
          </p:nvGrpSpPr>
          <p:grpSpPr bwMode="auto">
            <a:xfrm>
              <a:off x="912" y="768"/>
              <a:ext cx="2386" cy="1553"/>
              <a:chOff x="912" y="768"/>
              <a:chExt cx="2386" cy="1553"/>
            </a:xfrm>
          </p:grpSpPr>
          <p:sp>
            <p:nvSpPr>
              <p:cNvPr id="69948"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49"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0"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1"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2"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3"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4"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5"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56"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aphicFrame>
        <p:nvGraphicFramePr>
          <p:cNvPr id="69636" name="Object 26"/>
          <p:cNvGraphicFramePr>
            <a:graphicFrameLocks noChangeAspect="1"/>
          </p:cNvGraphicFramePr>
          <p:nvPr/>
        </p:nvGraphicFramePr>
        <p:xfrm>
          <a:off x="6542088" y="4217988"/>
          <a:ext cx="1770062" cy="1149350"/>
        </p:xfrm>
        <a:graphic>
          <a:graphicData uri="http://schemas.openxmlformats.org/presentationml/2006/ole">
            <mc:AlternateContent xmlns:mc="http://schemas.openxmlformats.org/markup-compatibility/2006">
              <mc:Choice xmlns:v="urn:schemas-microsoft-com:vml" Requires="v">
                <p:oleObj spid="_x0000_s69957" name="VISIO" r:id="rId4" imgW="1687068" imgH="964692" progId="Visio.Drawing.6">
                  <p:embed/>
                </p:oleObj>
              </mc:Choice>
              <mc:Fallback>
                <p:oleObj name="VISIO" r:id="rId4" imgW="1687068" imgH="964692" progId="Visio.Drawing.6">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088" y="4217988"/>
                        <a:ext cx="1770062"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9637" name="Line 27"/>
          <p:cNvSpPr>
            <a:spLocks noChangeShapeType="1"/>
          </p:cNvSpPr>
          <p:nvPr/>
        </p:nvSpPr>
        <p:spPr bwMode="auto">
          <a:xfrm>
            <a:off x="3735388" y="4779963"/>
            <a:ext cx="25241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38" name="Line 28"/>
          <p:cNvSpPr>
            <a:spLocks noChangeShapeType="1"/>
          </p:cNvSpPr>
          <p:nvPr/>
        </p:nvSpPr>
        <p:spPr bwMode="auto">
          <a:xfrm>
            <a:off x="7637463" y="5289550"/>
            <a:ext cx="649287"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9" name="Line 29"/>
          <p:cNvSpPr>
            <a:spLocks noChangeShapeType="1"/>
          </p:cNvSpPr>
          <p:nvPr/>
        </p:nvSpPr>
        <p:spPr bwMode="auto">
          <a:xfrm>
            <a:off x="8012113" y="501015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0" name="Line 30"/>
          <p:cNvSpPr>
            <a:spLocks noChangeShapeType="1"/>
          </p:cNvSpPr>
          <p:nvPr/>
        </p:nvSpPr>
        <p:spPr bwMode="auto">
          <a:xfrm flipV="1">
            <a:off x="8040688" y="432911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1" name="Line 31"/>
          <p:cNvSpPr>
            <a:spLocks noChangeShapeType="1"/>
          </p:cNvSpPr>
          <p:nvPr/>
        </p:nvSpPr>
        <p:spPr bwMode="auto">
          <a:xfrm flipV="1">
            <a:off x="7607300" y="370998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642" name="Group 33"/>
          <p:cNvGrpSpPr>
            <a:grpSpLocks/>
          </p:cNvGrpSpPr>
          <p:nvPr/>
        </p:nvGrpSpPr>
        <p:grpSpPr bwMode="auto">
          <a:xfrm>
            <a:off x="8399463" y="3984625"/>
            <a:ext cx="393700" cy="661988"/>
            <a:chOff x="4486" y="2730"/>
            <a:chExt cx="217" cy="339"/>
          </a:xfrm>
        </p:grpSpPr>
        <p:grpSp>
          <p:nvGrpSpPr>
            <p:cNvPr id="69918" name="Group 34"/>
            <p:cNvGrpSpPr>
              <a:grpSpLocks/>
            </p:cNvGrpSpPr>
            <p:nvPr/>
          </p:nvGrpSpPr>
          <p:grpSpPr bwMode="auto">
            <a:xfrm>
              <a:off x="4491" y="2736"/>
              <a:ext cx="212" cy="333"/>
              <a:chOff x="4491" y="2736"/>
              <a:chExt cx="212" cy="333"/>
            </a:xfrm>
          </p:grpSpPr>
          <p:sp>
            <p:nvSpPr>
              <p:cNvPr id="69929"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30"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31"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32"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33"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34"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35"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36"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37"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919" name="Group 44"/>
            <p:cNvGrpSpPr>
              <a:grpSpLocks/>
            </p:cNvGrpSpPr>
            <p:nvPr/>
          </p:nvGrpSpPr>
          <p:grpSpPr bwMode="auto">
            <a:xfrm>
              <a:off x="4486" y="2730"/>
              <a:ext cx="212" cy="333"/>
              <a:chOff x="4486" y="2730"/>
              <a:chExt cx="212" cy="333"/>
            </a:xfrm>
          </p:grpSpPr>
          <p:sp>
            <p:nvSpPr>
              <p:cNvPr id="69920"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21"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22"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23"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24"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25"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26"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27"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28"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9643" name="Group 54"/>
          <p:cNvGrpSpPr>
            <a:grpSpLocks/>
          </p:cNvGrpSpPr>
          <p:nvPr/>
        </p:nvGrpSpPr>
        <p:grpSpPr bwMode="auto">
          <a:xfrm>
            <a:off x="8399463" y="4845050"/>
            <a:ext cx="393700" cy="661988"/>
            <a:chOff x="4486" y="3170"/>
            <a:chExt cx="217" cy="339"/>
          </a:xfrm>
        </p:grpSpPr>
        <p:grpSp>
          <p:nvGrpSpPr>
            <p:cNvPr id="69898" name="Group 55"/>
            <p:cNvGrpSpPr>
              <a:grpSpLocks/>
            </p:cNvGrpSpPr>
            <p:nvPr/>
          </p:nvGrpSpPr>
          <p:grpSpPr bwMode="auto">
            <a:xfrm>
              <a:off x="4491" y="3176"/>
              <a:ext cx="212" cy="333"/>
              <a:chOff x="4491" y="3176"/>
              <a:chExt cx="212" cy="333"/>
            </a:xfrm>
          </p:grpSpPr>
          <p:sp>
            <p:nvSpPr>
              <p:cNvPr id="69909"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10"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11"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12"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13"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14"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15"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16"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17"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899" name="Group 65"/>
            <p:cNvGrpSpPr>
              <a:grpSpLocks/>
            </p:cNvGrpSpPr>
            <p:nvPr/>
          </p:nvGrpSpPr>
          <p:grpSpPr bwMode="auto">
            <a:xfrm>
              <a:off x="4486" y="3170"/>
              <a:ext cx="212" cy="332"/>
              <a:chOff x="4486" y="3170"/>
              <a:chExt cx="212" cy="332"/>
            </a:xfrm>
          </p:grpSpPr>
          <p:sp>
            <p:nvSpPr>
              <p:cNvPr id="69900"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01"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02"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03"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904"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05"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906"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07"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908"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9644" name="Group 75"/>
          <p:cNvGrpSpPr>
            <a:grpSpLocks/>
          </p:cNvGrpSpPr>
          <p:nvPr/>
        </p:nvGrpSpPr>
        <p:grpSpPr bwMode="auto">
          <a:xfrm>
            <a:off x="7989888" y="5518150"/>
            <a:ext cx="390525" cy="661988"/>
            <a:chOff x="4260" y="3515"/>
            <a:chExt cx="216" cy="339"/>
          </a:xfrm>
        </p:grpSpPr>
        <p:grpSp>
          <p:nvGrpSpPr>
            <p:cNvPr id="69878" name="Group 76"/>
            <p:cNvGrpSpPr>
              <a:grpSpLocks/>
            </p:cNvGrpSpPr>
            <p:nvPr/>
          </p:nvGrpSpPr>
          <p:grpSpPr bwMode="auto">
            <a:xfrm>
              <a:off x="4265" y="3521"/>
              <a:ext cx="211" cy="333"/>
              <a:chOff x="4265" y="3521"/>
              <a:chExt cx="211" cy="333"/>
            </a:xfrm>
          </p:grpSpPr>
          <p:sp>
            <p:nvSpPr>
              <p:cNvPr id="69889"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90"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91"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92"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93"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94"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95"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896"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897"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879" name="Group 86"/>
            <p:cNvGrpSpPr>
              <a:grpSpLocks/>
            </p:cNvGrpSpPr>
            <p:nvPr/>
          </p:nvGrpSpPr>
          <p:grpSpPr bwMode="auto">
            <a:xfrm>
              <a:off x="4260" y="3515"/>
              <a:ext cx="211" cy="332"/>
              <a:chOff x="4260" y="3515"/>
              <a:chExt cx="211" cy="332"/>
            </a:xfrm>
          </p:grpSpPr>
          <p:sp>
            <p:nvSpPr>
              <p:cNvPr id="69880"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81"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82"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83"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84"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85"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86"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887"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888"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9645" name="Rectangle 96"/>
          <p:cNvSpPr>
            <a:spLocks noChangeArrowheads="1"/>
          </p:cNvSpPr>
          <p:nvPr/>
        </p:nvSpPr>
        <p:spPr bwMode="auto">
          <a:xfrm>
            <a:off x="2109788" y="3444875"/>
            <a:ext cx="30162" cy="2598738"/>
          </a:xfrm>
          <a:prstGeom prst="rect">
            <a:avLst/>
          </a:prstGeom>
          <a:solidFill>
            <a:srgbClr val="000000"/>
          </a:solidFill>
          <a:ln w="28575">
            <a:solidFill>
              <a:srgbClr val="333399"/>
            </a:solidFill>
            <a:miter lim="800000"/>
            <a:headEnd/>
            <a:tailEnd/>
          </a:ln>
        </p:spPr>
        <p:txBody>
          <a:bodyPr/>
          <a:lstStyle/>
          <a:p>
            <a:endParaRPr lang="zh-CN" altLang="en-US"/>
          </a:p>
        </p:txBody>
      </p:sp>
      <p:sp>
        <p:nvSpPr>
          <p:cNvPr id="69646" name="Line 97"/>
          <p:cNvSpPr>
            <a:spLocks noChangeShapeType="1"/>
          </p:cNvSpPr>
          <p:nvPr/>
        </p:nvSpPr>
        <p:spPr bwMode="auto">
          <a:xfrm>
            <a:off x="1303338" y="3825875"/>
            <a:ext cx="82073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7" name="Line 98"/>
          <p:cNvSpPr>
            <a:spLocks noChangeShapeType="1"/>
          </p:cNvSpPr>
          <p:nvPr/>
        </p:nvSpPr>
        <p:spPr bwMode="auto">
          <a:xfrm>
            <a:off x="1549400" y="453548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8" name="Line 99"/>
          <p:cNvSpPr>
            <a:spLocks noChangeShapeType="1"/>
          </p:cNvSpPr>
          <p:nvPr/>
        </p:nvSpPr>
        <p:spPr bwMode="auto">
          <a:xfrm>
            <a:off x="890588" y="5037138"/>
            <a:ext cx="12334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9" name="Line 100"/>
          <p:cNvSpPr>
            <a:spLocks noChangeShapeType="1"/>
          </p:cNvSpPr>
          <p:nvPr/>
        </p:nvSpPr>
        <p:spPr bwMode="auto">
          <a:xfrm>
            <a:off x="1384300" y="565467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0" name="Line 101"/>
          <p:cNvSpPr>
            <a:spLocks noChangeShapeType="1"/>
          </p:cNvSpPr>
          <p:nvPr/>
        </p:nvSpPr>
        <p:spPr bwMode="auto">
          <a:xfrm>
            <a:off x="2124075" y="5832475"/>
            <a:ext cx="41116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1" name="Line 339"/>
          <p:cNvSpPr>
            <a:spLocks noChangeShapeType="1"/>
          </p:cNvSpPr>
          <p:nvPr/>
        </p:nvSpPr>
        <p:spPr bwMode="auto">
          <a:xfrm flipV="1">
            <a:off x="2916238" y="4868863"/>
            <a:ext cx="719137" cy="647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2" name="Line 102"/>
          <p:cNvSpPr>
            <a:spLocks noChangeShapeType="1"/>
          </p:cNvSpPr>
          <p:nvPr/>
        </p:nvSpPr>
        <p:spPr bwMode="auto">
          <a:xfrm>
            <a:off x="2124075" y="4772025"/>
            <a:ext cx="1398588"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653" name="Group 103"/>
          <p:cNvGrpSpPr>
            <a:grpSpLocks/>
          </p:cNvGrpSpPr>
          <p:nvPr/>
        </p:nvGrpSpPr>
        <p:grpSpPr bwMode="auto">
          <a:xfrm>
            <a:off x="3375025" y="4576763"/>
            <a:ext cx="560388" cy="374650"/>
            <a:chOff x="2154" y="3033"/>
            <a:chExt cx="309" cy="192"/>
          </a:xfrm>
        </p:grpSpPr>
        <p:sp>
          <p:nvSpPr>
            <p:cNvPr id="69853"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69854"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55"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56"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69857" name="Group 108"/>
            <p:cNvGrpSpPr>
              <a:grpSpLocks/>
            </p:cNvGrpSpPr>
            <p:nvPr/>
          </p:nvGrpSpPr>
          <p:grpSpPr bwMode="auto">
            <a:xfrm>
              <a:off x="2201" y="3046"/>
              <a:ext cx="214" cy="86"/>
              <a:chOff x="2201" y="3046"/>
              <a:chExt cx="214" cy="86"/>
            </a:xfrm>
          </p:grpSpPr>
          <p:grpSp>
            <p:nvGrpSpPr>
              <p:cNvPr id="69860" name="Group 109"/>
              <p:cNvGrpSpPr>
                <a:grpSpLocks/>
              </p:cNvGrpSpPr>
              <p:nvPr/>
            </p:nvGrpSpPr>
            <p:grpSpPr bwMode="auto">
              <a:xfrm>
                <a:off x="2201" y="3046"/>
                <a:ext cx="212" cy="84"/>
                <a:chOff x="2201" y="3046"/>
                <a:chExt cx="212" cy="84"/>
              </a:xfrm>
            </p:grpSpPr>
            <p:sp>
              <p:nvSpPr>
                <p:cNvPr id="69870"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1"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2"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3"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4"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5"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6"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77"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9861" name="Group 118"/>
              <p:cNvGrpSpPr>
                <a:grpSpLocks/>
              </p:cNvGrpSpPr>
              <p:nvPr/>
            </p:nvGrpSpPr>
            <p:grpSpPr bwMode="auto">
              <a:xfrm>
                <a:off x="2203" y="3048"/>
                <a:ext cx="212" cy="84"/>
                <a:chOff x="2203" y="3048"/>
                <a:chExt cx="212" cy="84"/>
              </a:xfrm>
            </p:grpSpPr>
            <p:sp>
              <p:nvSpPr>
                <p:cNvPr id="69862"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3"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4"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5"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6"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7"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8"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69"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69858"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859"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654" name="Group 129"/>
          <p:cNvGrpSpPr>
            <a:grpSpLocks/>
          </p:cNvGrpSpPr>
          <p:nvPr/>
        </p:nvGrpSpPr>
        <p:grpSpPr bwMode="auto">
          <a:xfrm>
            <a:off x="1139825" y="3363913"/>
            <a:ext cx="514350" cy="517525"/>
            <a:chOff x="921" y="2412"/>
            <a:chExt cx="284" cy="265"/>
          </a:xfrm>
        </p:grpSpPr>
        <p:grpSp>
          <p:nvGrpSpPr>
            <p:cNvPr id="69827" name="Group 130"/>
            <p:cNvGrpSpPr>
              <a:grpSpLocks/>
            </p:cNvGrpSpPr>
            <p:nvPr/>
          </p:nvGrpSpPr>
          <p:grpSpPr bwMode="auto">
            <a:xfrm>
              <a:off x="928" y="2417"/>
              <a:ext cx="277" cy="260"/>
              <a:chOff x="928" y="2417"/>
              <a:chExt cx="277" cy="260"/>
            </a:xfrm>
          </p:grpSpPr>
          <p:sp>
            <p:nvSpPr>
              <p:cNvPr id="69841"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42"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43"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44"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45"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46"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47"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48"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849" name="Group 139"/>
              <p:cNvGrpSpPr>
                <a:grpSpLocks/>
              </p:cNvGrpSpPr>
              <p:nvPr/>
            </p:nvGrpSpPr>
            <p:grpSpPr bwMode="auto">
              <a:xfrm>
                <a:off x="928" y="2639"/>
                <a:ext cx="277" cy="38"/>
                <a:chOff x="928" y="2639"/>
                <a:chExt cx="277" cy="38"/>
              </a:xfrm>
            </p:grpSpPr>
            <p:sp>
              <p:nvSpPr>
                <p:cNvPr id="69850"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51"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52"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9828" name="Group 143"/>
            <p:cNvGrpSpPr>
              <a:grpSpLocks/>
            </p:cNvGrpSpPr>
            <p:nvPr/>
          </p:nvGrpSpPr>
          <p:grpSpPr bwMode="auto">
            <a:xfrm>
              <a:off x="921" y="2412"/>
              <a:ext cx="277" cy="261"/>
              <a:chOff x="921" y="2412"/>
              <a:chExt cx="277" cy="261"/>
            </a:xfrm>
          </p:grpSpPr>
          <p:sp>
            <p:nvSpPr>
              <p:cNvPr id="69829"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30"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31"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32"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33"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34"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35"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36"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837" name="Group 152"/>
              <p:cNvGrpSpPr>
                <a:grpSpLocks/>
              </p:cNvGrpSpPr>
              <p:nvPr/>
            </p:nvGrpSpPr>
            <p:grpSpPr bwMode="auto">
              <a:xfrm>
                <a:off x="921" y="2635"/>
                <a:ext cx="277" cy="38"/>
                <a:chOff x="921" y="2635"/>
                <a:chExt cx="277" cy="38"/>
              </a:xfrm>
            </p:grpSpPr>
            <p:sp>
              <p:nvSpPr>
                <p:cNvPr id="69838"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39"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40"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9655" name="Group 156"/>
          <p:cNvGrpSpPr>
            <a:grpSpLocks/>
          </p:cNvGrpSpPr>
          <p:nvPr/>
        </p:nvGrpSpPr>
        <p:grpSpPr bwMode="auto">
          <a:xfrm>
            <a:off x="1277938" y="4073525"/>
            <a:ext cx="511175" cy="517525"/>
            <a:chOff x="997" y="2775"/>
            <a:chExt cx="282" cy="265"/>
          </a:xfrm>
        </p:grpSpPr>
        <p:grpSp>
          <p:nvGrpSpPr>
            <p:cNvPr id="69801" name="Group 157"/>
            <p:cNvGrpSpPr>
              <a:grpSpLocks/>
            </p:cNvGrpSpPr>
            <p:nvPr/>
          </p:nvGrpSpPr>
          <p:grpSpPr bwMode="auto">
            <a:xfrm>
              <a:off x="1004" y="2779"/>
              <a:ext cx="275" cy="261"/>
              <a:chOff x="1004" y="2779"/>
              <a:chExt cx="275" cy="261"/>
            </a:xfrm>
          </p:grpSpPr>
          <p:sp>
            <p:nvSpPr>
              <p:cNvPr id="69815"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16"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17"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18"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19"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20"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21"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22"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823" name="Group 166"/>
              <p:cNvGrpSpPr>
                <a:grpSpLocks/>
              </p:cNvGrpSpPr>
              <p:nvPr/>
            </p:nvGrpSpPr>
            <p:grpSpPr bwMode="auto">
              <a:xfrm>
                <a:off x="1004" y="3002"/>
                <a:ext cx="275" cy="38"/>
                <a:chOff x="1004" y="3002"/>
                <a:chExt cx="275" cy="38"/>
              </a:xfrm>
            </p:grpSpPr>
            <p:sp>
              <p:nvSpPr>
                <p:cNvPr id="69824"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25"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26"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9802" name="Group 170"/>
            <p:cNvGrpSpPr>
              <a:grpSpLocks/>
            </p:cNvGrpSpPr>
            <p:nvPr/>
          </p:nvGrpSpPr>
          <p:grpSpPr bwMode="auto">
            <a:xfrm>
              <a:off x="997" y="2775"/>
              <a:ext cx="275" cy="260"/>
              <a:chOff x="997" y="2775"/>
              <a:chExt cx="275" cy="260"/>
            </a:xfrm>
          </p:grpSpPr>
          <p:sp>
            <p:nvSpPr>
              <p:cNvPr id="69803"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04"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05"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06"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07"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08"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09"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810"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811" name="Group 179"/>
              <p:cNvGrpSpPr>
                <a:grpSpLocks/>
              </p:cNvGrpSpPr>
              <p:nvPr/>
            </p:nvGrpSpPr>
            <p:grpSpPr bwMode="auto">
              <a:xfrm>
                <a:off x="997" y="2997"/>
                <a:ext cx="275" cy="38"/>
                <a:chOff x="997" y="2997"/>
                <a:chExt cx="275" cy="38"/>
              </a:xfrm>
            </p:grpSpPr>
            <p:sp>
              <p:nvSpPr>
                <p:cNvPr id="69812"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13"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14"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9656" name="Group 183"/>
          <p:cNvGrpSpPr>
            <a:grpSpLocks/>
          </p:cNvGrpSpPr>
          <p:nvPr/>
        </p:nvGrpSpPr>
        <p:grpSpPr bwMode="auto">
          <a:xfrm>
            <a:off x="539750" y="4603750"/>
            <a:ext cx="511175" cy="517525"/>
            <a:chOff x="590" y="3047"/>
            <a:chExt cx="282" cy="265"/>
          </a:xfrm>
        </p:grpSpPr>
        <p:grpSp>
          <p:nvGrpSpPr>
            <p:cNvPr id="69775" name="Group 184"/>
            <p:cNvGrpSpPr>
              <a:grpSpLocks/>
            </p:cNvGrpSpPr>
            <p:nvPr/>
          </p:nvGrpSpPr>
          <p:grpSpPr bwMode="auto">
            <a:xfrm>
              <a:off x="596" y="3051"/>
              <a:ext cx="276" cy="261"/>
              <a:chOff x="596" y="3051"/>
              <a:chExt cx="276" cy="261"/>
            </a:xfrm>
          </p:grpSpPr>
          <p:sp>
            <p:nvSpPr>
              <p:cNvPr id="69789"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90"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91"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92"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93"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94"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95"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96"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797" name="Group 193"/>
              <p:cNvGrpSpPr>
                <a:grpSpLocks/>
              </p:cNvGrpSpPr>
              <p:nvPr/>
            </p:nvGrpSpPr>
            <p:grpSpPr bwMode="auto">
              <a:xfrm>
                <a:off x="596" y="3274"/>
                <a:ext cx="276" cy="38"/>
                <a:chOff x="596" y="3274"/>
                <a:chExt cx="276" cy="38"/>
              </a:xfrm>
            </p:grpSpPr>
            <p:sp>
              <p:nvSpPr>
                <p:cNvPr id="69798"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99"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800"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9776" name="Group 197"/>
            <p:cNvGrpSpPr>
              <a:grpSpLocks/>
            </p:cNvGrpSpPr>
            <p:nvPr/>
          </p:nvGrpSpPr>
          <p:grpSpPr bwMode="auto">
            <a:xfrm>
              <a:off x="590" y="3047"/>
              <a:ext cx="275" cy="260"/>
              <a:chOff x="590" y="3047"/>
              <a:chExt cx="275" cy="260"/>
            </a:xfrm>
          </p:grpSpPr>
          <p:sp>
            <p:nvSpPr>
              <p:cNvPr id="69777"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78"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79"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80"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81"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82"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83"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84"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785" name="Group 206"/>
              <p:cNvGrpSpPr>
                <a:grpSpLocks/>
              </p:cNvGrpSpPr>
              <p:nvPr/>
            </p:nvGrpSpPr>
            <p:grpSpPr bwMode="auto">
              <a:xfrm>
                <a:off x="590" y="3269"/>
                <a:ext cx="275" cy="38"/>
                <a:chOff x="590" y="3269"/>
                <a:chExt cx="275" cy="38"/>
              </a:xfrm>
            </p:grpSpPr>
            <p:sp>
              <p:nvSpPr>
                <p:cNvPr id="69786"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87"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88"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9657" name="Group 210"/>
          <p:cNvGrpSpPr>
            <a:grpSpLocks/>
          </p:cNvGrpSpPr>
          <p:nvPr/>
        </p:nvGrpSpPr>
        <p:grpSpPr bwMode="auto">
          <a:xfrm>
            <a:off x="1112838" y="5226050"/>
            <a:ext cx="509587" cy="517525"/>
            <a:chOff x="906" y="3365"/>
            <a:chExt cx="281" cy="265"/>
          </a:xfrm>
        </p:grpSpPr>
        <p:grpSp>
          <p:nvGrpSpPr>
            <p:cNvPr id="69749" name="Group 211"/>
            <p:cNvGrpSpPr>
              <a:grpSpLocks/>
            </p:cNvGrpSpPr>
            <p:nvPr/>
          </p:nvGrpSpPr>
          <p:grpSpPr bwMode="auto">
            <a:xfrm>
              <a:off x="912" y="3369"/>
              <a:ext cx="275" cy="261"/>
              <a:chOff x="912" y="3369"/>
              <a:chExt cx="275" cy="261"/>
            </a:xfrm>
          </p:grpSpPr>
          <p:sp>
            <p:nvSpPr>
              <p:cNvPr id="69763"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64"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65"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66"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67"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68"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69"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70"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771" name="Group 220"/>
              <p:cNvGrpSpPr>
                <a:grpSpLocks/>
              </p:cNvGrpSpPr>
              <p:nvPr/>
            </p:nvGrpSpPr>
            <p:grpSpPr bwMode="auto">
              <a:xfrm>
                <a:off x="912" y="3592"/>
                <a:ext cx="275" cy="38"/>
                <a:chOff x="912" y="3592"/>
                <a:chExt cx="275" cy="38"/>
              </a:xfrm>
            </p:grpSpPr>
            <p:sp>
              <p:nvSpPr>
                <p:cNvPr id="69772"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73"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74"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69750" name="Group 224"/>
            <p:cNvGrpSpPr>
              <a:grpSpLocks/>
            </p:cNvGrpSpPr>
            <p:nvPr/>
          </p:nvGrpSpPr>
          <p:grpSpPr bwMode="auto">
            <a:xfrm>
              <a:off x="906" y="3365"/>
              <a:ext cx="275" cy="261"/>
              <a:chOff x="906" y="3365"/>
              <a:chExt cx="275" cy="261"/>
            </a:xfrm>
          </p:grpSpPr>
          <p:sp>
            <p:nvSpPr>
              <p:cNvPr id="69751"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52"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53"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54"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55"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56"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57"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58"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759" name="Group 233"/>
              <p:cNvGrpSpPr>
                <a:grpSpLocks/>
              </p:cNvGrpSpPr>
              <p:nvPr/>
            </p:nvGrpSpPr>
            <p:grpSpPr bwMode="auto">
              <a:xfrm>
                <a:off x="906" y="3587"/>
                <a:ext cx="275" cy="39"/>
                <a:chOff x="906" y="3587"/>
                <a:chExt cx="275" cy="39"/>
              </a:xfrm>
            </p:grpSpPr>
            <p:sp>
              <p:nvSpPr>
                <p:cNvPr id="69760"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61"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62"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69658" name="Group 237"/>
          <p:cNvGrpSpPr>
            <a:grpSpLocks/>
          </p:cNvGrpSpPr>
          <p:nvPr/>
        </p:nvGrpSpPr>
        <p:grpSpPr bwMode="auto">
          <a:xfrm>
            <a:off x="2603500" y="5346700"/>
            <a:ext cx="444500" cy="839788"/>
            <a:chOff x="1660" y="3427"/>
            <a:chExt cx="217" cy="339"/>
          </a:xfrm>
        </p:grpSpPr>
        <p:grpSp>
          <p:nvGrpSpPr>
            <p:cNvPr id="69729" name="Group 238"/>
            <p:cNvGrpSpPr>
              <a:grpSpLocks/>
            </p:cNvGrpSpPr>
            <p:nvPr/>
          </p:nvGrpSpPr>
          <p:grpSpPr bwMode="auto">
            <a:xfrm>
              <a:off x="1665" y="3433"/>
              <a:ext cx="212" cy="333"/>
              <a:chOff x="1665" y="3433"/>
              <a:chExt cx="212" cy="333"/>
            </a:xfrm>
          </p:grpSpPr>
          <p:sp>
            <p:nvSpPr>
              <p:cNvPr id="69740" name="Freeform 239"/>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41" name="Freeform 240"/>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42" name="Freeform 241"/>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43" name="Freeform 242"/>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44"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45"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46"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47"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48"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730" name="Group 248"/>
            <p:cNvGrpSpPr>
              <a:grpSpLocks/>
            </p:cNvGrpSpPr>
            <p:nvPr/>
          </p:nvGrpSpPr>
          <p:grpSpPr bwMode="auto">
            <a:xfrm>
              <a:off x="1660" y="3427"/>
              <a:ext cx="212" cy="333"/>
              <a:chOff x="1660" y="3427"/>
              <a:chExt cx="212" cy="333"/>
            </a:xfrm>
          </p:grpSpPr>
          <p:sp>
            <p:nvSpPr>
              <p:cNvPr id="69731" name="Freeform 249"/>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32" name="Freeform 250"/>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33" name="Freeform 251"/>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34" name="Freeform 252"/>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35"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36"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37"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38"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39"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9659" name="Rectangle 258"/>
          <p:cNvSpPr>
            <a:spLocks noChangeArrowheads="1"/>
          </p:cNvSpPr>
          <p:nvPr/>
        </p:nvSpPr>
        <p:spPr bwMode="auto">
          <a:xfrm>
            <a:off x="2370138" y="379888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60" name="Rectangle 259"/>
          <p:cNvSpPr>
            <a:spLocks noChangeArrowheads="1"/>
          </p:cNvSpPr>
          <p:nvPr/>
        </p:nvSpPr>
        <p:spPr bwMode="auto">
          <a:xfrm>
            <a:off x="2470150" y="393858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校园网</a:t>
            </a:r>
          </a:p>
        </p:txBody>
      </p:sp>
      <p:sp>
        <p:nvSpPr>
          <p:cNvPr id="69661" name="Rectangle 260"/>
          <p:cNvSpPr>
            <a:spLocks noChangeArrowheads="1"/>
          </p:cNvSpPr>
          <p:nvPr/>
        </p:nvSpPr>
        <p:spPr bwMode="auto">
          <a:xfrm>
            <a:off x="3192463" y="5832475"/>
            <a:ext cx="10747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62" name="Rectangle 261"/>
          <p:cNvSpPr>
            <a:spLocks noChangeArrowheads="1"/>
          </p:cNvSpPr>
          <p:nvPr/>
        </p:nvSpPr>
        <p:spPr bwMode="auto">
          <a:xfrm>
            <a:off x="3527425" y="5949950"/>
            <a:ext cx="203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2000">
                <a:solidFill>
                  <a:srgbClr val="333399"/>
                </a:solidFill>
                <a:latin typeface="Arial" pitchFamily="34" charset="0"/>
                <a:ea typeface="黑体" pitchFamily="49" charset="-122"/>
              </a:rPr>
              <a:t>校园网的高速缓存</a:t>
            </a:r>
          </a:p>
          <a:p>
            <a:pPr algn="ctr"/>
            <a:r>
              <a:rPr kumimoji="1" lang="zh-CN" altLang="en-US" sz="2000">
                <a:solidFill>
                  <a:srgbClr val="333399"/>
                </a:solidFill>
                <a:latin typeface="Arial" pitchFamily="34" charset="0"/>
                <a:ea typeface="黑体" pitchFamily="49" charset="-122"/>
              </a:rPr>
              <a:t>（代理服务器）</a:t>
            </a:r>
          </a:p>
        </p:txBody>
      </p:sp>
      <p:grpSp>
        <p:nvGrpSpPr>
          <p:cNvPr id="69663" name="Group 262"/>
          <p:cNvGrpSpPr>
            <a:grpSpLocks/>
          </p:cNvGrpSpPr>
          <p:nvPr/>
        </p:nvGrpSpPr>
        <p:grpSpPr bwMode="auto">
          <a:xfrm>
            <a:off x="8070850" y="3213100"/>
            <a:ext cx="392113" cy="661988"/>
            <a:chOff x="4305" y="2335"/>
            <a:chExt cx="216" cy="339"/>
          </a:xfrm>
        </p:grpSpPr>
        <p:grpSp>
          <p:nvGrpSpPr>
            <p:cNvPr id="69709" name="Group 263"/>
            <p:cNvGrpSpPr>
              <a:grpSpLocks/>
            </p:cNvGrpSpPr>
            <p:nvPr/>
          </p:nvGrpSpPr>
          <p:grpSpPr bwMode="auto">
            <a:xfrm>
              <a:off x="4310" y="2341"/>
              <a:ext cx="211" cy="333"/>
              <a:chOff x="4310" y="2341"/>
              <a:chExt cx="211" cy="333"/>
            </a:xfrm>
          </p:grpSpPr>
          <p:sp>
            <p:nvSpPr>
              <p:cNvPr id="69720"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21"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22"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23"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24"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25"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26"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7"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8"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710" name="Group 273"/>
            <p:cNvGrpSpPr>
              <a:grpSpLocks/>
            </p:cNvGrpSpPr>
            <p:nvPr/>
          </p:nvGrpSpPr>
          <p:grpSpPr bwMode="auto">
            <a:xfrm>
              <a:off x="4305" y="2335"/>
              <a:ext cx="211" cy="332"/>
              <a:chOff x="4305" y="2335"/>
              <a:chExt cx="211" cy="332"/>
            </a:xfrm>
          </p:grpSpPr>
          <p:sp>
            <p:nvSpPr>
              <p:cNvPr id="69711"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12"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13"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14"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15"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16"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717"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8"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9"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9664" name="Rectangle 284"/>
          <p:cNvSpPr>
            <a:spLocks noChangeArrowheads="1"/>
          </p:cNvSpPr>
          <p:nvPr/>
        </p:nvSpPr>
        <p:spPr bwMode="auto">
          <a:xfrm>
            <a:off x="6781800" y="3373438"/>
            <a:ext cx="1268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源点服务器</a:t>
            </a:r>
          </a:p>
        </p:txBody>
      </p:sp>
      <p:sp>
        <p:nvSpPr>
          <p:cNvPr id="69665" name="Rectangle 285"/>
          <p:cNvSpPr>
            <a:spLocks noChangeArrowheads="1"/>
          </p:cNvSpPr>
          <p:nvPr/>
        </p:nvSpPr>
        <p:spPr bwMode="auto">
          <a:xfrm>
            <a:off x="4178300" y="4381500"/>
            <a:ext cx="8175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66" name="Rectangle 286"/>
          <p:cNvSpPr>
            <a:spLocks noChangeArrowheads="1"/>
          </p:cNvSpPr>
          <p:nvPr/>
        </p:nvSpPr>
        <p:spPr bwMode="auto">
          <a:xfrm>
            <a:off x="4716463" y="444817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2 Mb/s</a:t>
            </a:r>
          </a:p>
        </p:txBody>
      </p:sp>
      <p:grpSp>
        <p:nvGrpSpPr>
          <p:cNvPr id="69667" name="Group 287"/>
          <p:cNvGrpSpPr>
            <a:grpSpLocks/>
          </p:cNvGrpSpPr>
          <p:nvPr/>
        </p:nvGrpSpPr>
        <p:grpSpPr bwMode="auto">
          <a:xfrm>
            <a:off x="2863850" y="5832475"/>
            <a:ext cx="522288" cy="260350"/>
            <a:chOff x="1872" y="3676"/>
            <a:chExt cx="227" cy="136"/>
          </a:xfrm>
        </p:grpSpPr>
        <p:sp>
          <p:nvSpPr>
            <p:cNvPr id="69707"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08" name="Freeform 289"/>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69668" name="Group 290"/>
          <p:cNvGrpSpPr>
            <a:grpSpLocks/>
          </p:cNvGrpSpPr>
          <p:nvPr/>
        </p:nvGrpSpPr>
        <p:grpSpPr bwMode="auto">
          <a:xfrm>
            <a:off x="6070600" y="4576763"/>
            <a:ext cx="560388" cy="374650"/>
            <a:chOff x="3202" y="3033"/>
            <a:chExt cx="309" cy="192"/>
          </a:xfrm>
        </p:grpSpPr>
        <p:sp>
          <p:nvSpPr>
            <p:cNvPr id="69682"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69683"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84"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85"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69686" name="Group 295"/>
            <p:cNvGrpSpPr>
              <a:grpSpLocks/>
            </p:cNvGrpSpPr>
            <p:nvPr/>
          </p:nvGrpSpPr>
          <p:grpSpPr bwMode="auto">
            <a:xfrm>
              <a:off x="3249" y="3046"/>
              <a:ext cx="214" cy="86"/>
              <a:chOff x="3249" y="3046"/>
              <a:chExt cx="214" cy="86"/>
            </a:xfrm>
          </p:grpSpPr>
          <p:grpSp>
            <p:nvGrpSpPr>
              <p:cNvPr id="69689" name="Group 296"/>
              <p:cNvGrpSpPr>
                <a:grpSpLocks/>
              </p:cNvGrpSpPr>
              <p:nvPr/>
            </p:nvGrpSpPr>
            <p:grpSpPr bwMode="auto">
              <a:xfrm>
                <a:off x="3249" y="3046"/>
                <a:ext cx="212" cy="84"/>
                <a:chOff x="3249" y="3046"/>
                <a:chExt cx="212" cy="84"/>
              </a:xfrm>
            </p:grpSpPr>
            <p:sp>
              <p:nvSpPr>
                <p:cNvPr id="69699"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0"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1"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2"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3"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4"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5"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706"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9690" name="Group 305"/>
              <p:cNvGrpSpPr>
                <a:grpSpLocks/>
              </p:cNvGrpSpPr>
              <p:nvPr/>
            </p:nvGrpSpPr>
            <p:grpSpPr bwMode="auto">
              <a:xfrm>
                <a:off x="3251" y="3048"/>
                <a:ext cx="212" cy="84"/>
                <a:chOff x="3251" y="3048"/>
                <a:chExt cx="212" cy="84"/>
              </a:xfrm>
            </p:grpSpPr>
            <p:sp>
              <p:nvSpPr>
                <p:cNvPr id="69691"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2"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3"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4"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5"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6"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7"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698"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69687"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8"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69" name="Rectangle 316"/>
          <p:cNvSpPr>
            <a:spLocks noChangeArrowheads="1"/>
          </p:cNvSpPr>
          <p:nvPr/>
        </p:nvSpPr>
        <p:spPr bwMode="auto">
          <a:xfrm>
            <a:off x="6642100" y="4152900"/>
            <a:ext cx="8556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70" name="Rectangle 317"/>
          <p:cNvSpPr>
            <a:spLocks noChangeArrowheads="1"/>
          </p:cNvSpPr>
          <p:nvPr/>
        </p:nvSpPr>
        <p:spPr bwMode="auto">
          <a:xfrm>
            <a:off x="6948488" y="458152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因特网</a:t>
            </a:r>
          </a:p>
        </p:txBody>
      </p:sp>
      <p:sp>
        <p:nvSpPr>
          <p:cNvPr id="69671" name="Rectangle 318"/>
          <p:cNvSpPr>
            <a:spLocks noChangeArrowheads="1"/>
          </p:cNvSpPr>
          <p:nvPr/>
        </p:nvSpPr>
        <p:spPr bwMode="auto">
          <a:xfrm>
            <a:off x="3686175" y="424021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72" name="Rectangle 319"/>
          <p:cNvSpPr>
            <a:spLocks noChangeArrowheads="1"/>
          </p:cNvSpPr>
          <p:nvPr/>
        </p:nvSpPr>
        <p:spPr bwMode="auto">
          <a:xfrm>
            <a:off x="2863850" y="4948238"/>
            <a:ext cx="417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73" name="Rectangle 321"/>
          <p:cNvSpPr>
            <a:spLocks noChangeArrowheads="1"/>
          </p:cNvSpPr>
          <p:nvPr/>
        </p:nvSpPr>
        <p:spPr bwMode="auto">
          <a:xfrm>
            <a:off x="1708150" y="459422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74" name="Rectangle 323"/>
          <p:cNvSpPr>
            <a:spLocks noChangeArrowheads="1"/>
          </p:cNvSpPr>
          <p:nvPr/>
        </p:nvSpPr>
        <p:spPr bwMode="auto">
          <a:xfrm>
            <a:off x="427038" y="42545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浏览器</a:t>
            </a:r>
          </a:p>
        </p:txBody>
      </p:sp>
      <p:sp>
        <p:nvSpPr>
          <p:cNvPr id="69675" name="Rectangle 324"/>
          <p:cNvSpPr>
            <a:spLocks noChangeArrowheads="1"/>
          </p:cNvSpPr>
          <p:nvPr/>
        </p:nvSpPr>
        <p:spPr bwMode="auto">
          <a:xfrm>
            <a:off x="3732213" y="42687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1</a:t>
            </a:r>
          </a:p>
        </p:txBody>
      </p:sp>
      <p:sp>
        <p:nvSpPr>
          <p:cNvPr id="69676" name="Rectangle 325"/>
          <p:cNvSpPr>
            <a:spLocks noChangeArrowheads="1"/>
          </p:cNvSpPr>
          <p:nvPr/>
        </p:nvSpPr>
        <p:spPr bwMode="auto">
          <a:xfrm>
            <a:off x="5895975" y="42941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2</a:t>
            </a:r>
          </a:p>
        </p:txBody>
      </p:sp>
      <p:sp>
        <p:nvSpPr>
          <p:cNvPr id="562502" name="Freeform 326"/>
          <p:cNvSpPr>
            <a:spLocks/>
          </p:cNvSpPr>
          <p:nvPr/>
        </p:nvSpPr>
        <p:spPr bwMode="auto">
          <a:xfrm>
            <a:off x="1695450" y="4557713"/>
            <a:ext cx="914400" cy="1023937"/>
          </a:xfrm>
          <a:custGeom>
            <a:avLst/>
            <a:gdLst>
              <a:gd name="T0" fmla="*/ 0 w 504"/>
              <a:gd name="T1" fmla="*/ 0 h 524"/>
              <a:gd name="T2" fmla="*/ 1658982857 w 504"/>
              <a:gd name="T3" fmla="*/ 2000853015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2506" name="Freeform 330"/>
          <p:cNvSpPr>
            <a:spLocks/>
          </p:cNvSpPr>
          <p:nvPr/>
        </p:nvSpPr>
        <p:spPr bwMode="auto">
          <a:xfrm>
            <a:off x="990600" y="4913313"/>
            <a:ext cx="1663700" cy="871537"/>
          </a:xfrm>
          <a:custGeom>
            <a:avLst/>
            <a:gdLst>
              <a:gd name="T0" fmla="*/ 0 w 917"/>
              <a:gd name="T1" fmla="*/ 0 h 446"/>
              <a:gd name="T2" fmla="*/ 2147483647 w 917"/>
              <a:gd name="T3" fmla="*/ 170308686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2507" name="Freeform 331"/>
          <p:cNvSpPr>
            <a:spLocks/>
          </p:cNvSpPr>
          <p:nvPr/>
        </p:nvSpPr>
        <p:spPr bwMode="auto">
          <a:xfrm>
            <a:off x="1554163" y="5565775"/>
            <a:ext cx="1066800" cy="366713"/>
          </a:xfrm>
          <a:custGeom>
            <a:avLst/>
            <a:gdLst>
              <a:gd name="T0" fmla="*/ 0 w 588"/>
              <a:gd name="T1" fmla="*/ 0 h 188"/>
              <a:gd name="T2" fmla="*/ 1935480000 w 588"/>
              <a:gd name="T3" fmla="*/ 715310768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2508" name="Freeform 332"/>
          <p:cNvSpPr>
            <a:spLocks/>
          </p:cNvSpPr>
          <p:nvPr/>
        </p:nvSpPr>
        <p:spPr bwMode="auto">
          <a:xfrm>
            <a:off x="1565275" y="3671888"/>
            <a:ext cx="1125538" cy="1776412"/>
          </a:xfrm>
          <a:custGeom>
            <a:avLst/>
            <a:gdLst>
              <a:gd name="T0" fmla="*/ 0 w 620"/>
              <a:gd name="T1" fmla="*/ 0 h 909"/>
              <a:gd name="T2" fmla="*/ 2043283531 w 620"/>
              <a:gd name="T3" fmla="*/ 2147483647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81" name="Text Box 340"/>
          <p:cNvSpPr txBox="1">
            <a:spLocks noChangeArrowheads="1"/>
          </p:cNvSpPr>
          <p:nvPr/>
        </p:nvSpPr>
        <p:spPr bwMode="auto">
          <a:xfrm>
            <a:off x="468313" y="1550988"/>
            <a:ext cx="822801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(1) </a:t>
            </a:r>
            <a:r>
              <a:rPr lang="zh-CN" altLang="en-US" sz="2800">
                <a:solidFill>
                  <a:srgbClr val="333399"/>
                </a:solidFill>
                <a:latin typeface="Arial" pitchFamily="34" charset="0"/>
                <a:ea typeface="黑体" pitchFamily="49" charset="-122"/>
              </a:rPr>
              <a:t>浏览器访问因特网的服务器时，要先与校园网的高速缓存建立 </a:t>
            </a:r>
            <a:r>
              <a:rPr lang="en-US" altLang="zh-CN" sz="2800">
                <a:solidFill>
                  <a:srgbClr val="333399"/>
                </a:solidFill>
                <a:latin typeface="Arial" pitchFamily="34" charset="0"/>
                <a:ea typeface="黑体" pitchFamily="49" charset="-122"/>
              </a:rPr>
              <a:t>TCP </a:t>
            </a:r>
            <a:r>
              <a:rPr lang="zh-CN" altLang="en-US" sz="2800">
                <a:solidFill>
                  <a:srgbClr val="333399"/>
                </a:solidFill>
                <a:latin typeface="Arial" pitchFamily="34" charset="0"/>
                <a:ea typeface="黑体" pitchFamily="49" charset="-122"/>
              </a:rPr>
              <a:t>连接，并向高速缓存发出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Arial" pitchFamily="34" charset="0"/>
                <a:ea typeface="黑体" pitchFamily="49" charset="-122"/>
              </a:rPr>
              <a:t>请求报文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nodeType="afterGroup">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nodeType="afterGroup">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nodeType="afterGroup">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502" grpId="0" animBg="1"/>
      <p:bldP spid="562506" grpId="0" animBg="1"/>
      <p:bldP spid="562507" grpId="0" animBg="1"/>
      <p:bldP spid="562508"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755650" y="503238"/>
            <a:ext cx="7793038" cy="622300"/>
          </a:xfrm>
        </p:spPr>
        <p:txBody>
          <a:bodyPr/>
          <a:lstStyle/>
          <a:p>
            <a:pPr algn="ctr" eaLnBrk="1" hangingPunct="1"/>
            <a:r>
              <a:rPr lang="zh-CN" altLang="en-US" smtClean="0"/>
              <a:t>使用高速缓存的情况</a:t>
            </a:r>
          </a:p>
        </p:txBody>
      </p:sp>
      <p:grpSp>
        <p:nvGrpSpPr>
          <p:cNvPr id="70659" name="Group 3"/>
          <p:cNvGrpSpPr>
            <a:grpSpLocks/>
          </p:cNvGrpSpPr>
          <p:nvPr/>
        </p:nvGrpSpPr>
        <p:grpSpPr bwMode="auto">
          <a:xfrm>
            <a:off x="250825" y="3494088"/>
            <a:ext cx="3454400" cy="2570162"/>
            <a:chOff x="912" y="768"/>
            <a:chExt cx="2400" cy="1584"/>
          </a:xfrm>
        </p:grpSpPr>
        <p:sp>
          <p:nvSpPr>
            <p:cNvPr id="70962"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3"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4"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5"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6"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7"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8"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69"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0"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0971" name="Group 13"/>
            <p:cNvGrpSpPr>
              <a:grpSpLocks/>
            </p:cNvGrpSpPr>
            <p:nvPr/>
          </p:nvGrpSpPr>
          <p:grpSpPr bwMode="auto">
            <a:xfrm>
              <a:off x="912" y="768"/>
              <a:ext cx="2386" cy="1553"/>
              <a:chOff x="912" y="768"/>
              <a:chExt cx="2386" cy="1553"/>
            </a:xfrm>
          </p:grpSpPr>
          <p:sp>
            <p:nvSpPr>
              <p:cNvPr id="70972"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3"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4"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5"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6"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7"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8"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79"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80"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aphicFrame>
        <p:nvGraphicFramePr>
          <p:cNvPr id="70660" name="Object 23"/>
          <p:cNvGraphicFramePr>
            <a:graphicFrameLocks noChangeAspect="1"/>
          </p:cNvGraphicFramePr>
          <p:nvPr/>
        </p:nvGraphicFramePr>
        <p:xfrm>
          <a:off x="6542088" y="4217988"/>
          <a:ext cx="1770062" cy="1149350"/>
        </p:xfrm>
        <a:graphic>
          <a:graphicData uri="http://schemas.openxmlformats.org/presentationml/2006/ole">
            <mc:AlternateContent xmlns:mc="http://schemas.openxmlformats.org/markup-compatibility/2006">
              <mc:Choice xmlns:v="urn:schemas-microsoft-com:vml" Requires="v">
                <p:oleObj spid="_x0000_s70981" name="VISIO" r:id="rId4" imgW="1687068" imgH="964692" progId="Visio.Drawing.6">
                  <p:embed/>
                </p:oleObj>
              </mc:Choice>
              <mc:Fallback>
                <p:oleObj name="VISIO"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088" y="4217988"/>
                        <a:ext cx="1770062"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0661" name="Line 24"/>
          <p:cNvSpPr>
            <a:spLocks noChangeShapeType="1"/>
          </p:cNvSpPr>
          <p:nvPr/>
        </p:nvSpPr>
        <p:spPr bwMode="auto">
          <a:xfrm>
            <a:off x="3735388" y="4779963"/>
            <a:ext cx="25241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62" name="Line 25"/>
          <p:cNvSpPr>
            <a:spLocks noChangeShapeType="1"/>
          </p:cNvSpPr>
          <p:nvPr/>
        </p:nvSpPr>
        <p:spPr bwMode="auto">
          <a:xfrm>
            <a:off x="7637463" y="5289550"/>
            <a:ext cx="649287"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3" name="Line 26"/>
          <p:cNvSpPr>
            <a:spLocks noChangeShapeType="1"/>
          </p:cNvSpPr>
          <p:nvPr/>
        </p:nvSpPr>
        <p:spPr bwMode="auto">
          <a:xfrm>
            <a:off x="8012113" y="501015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4" name="Line 27"/>
          <p:cNvSpPr>
            <a:spLocks noChangeShapeType="1"/>
          </p:cNvSpPr>
          <p:nvPr/>
        </p:nvSpPr>
        <p:spPr bwMode="auto">
          <a:xfrm flipV="1">
            <a:off x="8040688" y="432911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5" name="Line 28"/>
          <p:cNvSpPr>
            <a:spLocks noChangeShapeType="1"/>
          </p:cNvSpPr>
          <p:nvPr/>
        </p:nvSpPr>
        <p:spPr bwMode="auto">
          <a:xfrm flipV="1">
            <a:off x="7607300" y="370998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666" name="Group 29"/>
          <p:cNvGrpSpPr>
            <a:grpSpLocks/>
          </p:cNvGrpSpPr>
          <p:nvPr/>
        </p:nvGrpSpPr>
        <p:grpSpPr bwMode="auto">
          <a:xfrm>
            <a:off x="8399463" y="3984625"/>
            <a:ext cx="393700" cy="661988"/>
            <a:chOff x="4486" y="2730"/>
            <a:chExt cx="217" cy="339"/>
          </a:xfrm>
        </p:grpSpPr>
        <p:grpSp>
          <p:nvGrpSpPr>
            <p:cNvPr id="70942" name="Group 30"/>
            <p:cNvGrpSpPr>
              <a:grpSpLocks/>
            </p:cNvGrpSpPr>
            <p:nvPr/>
          </p:nvGrpSpPr>
          <p:grpSpPr bwMode="auto">
            <a:xfrm>
              <a:off x="4491" y="2736"/>
              <a:ext cx="212" cy="333"/>
              <a:chOff x="4491" y="2736"/>
              <a:chExt cx="212" cy="333"/>
            </a:xfrm>
          </p:grpSpPr>
          <p:sp>
            <p:nvSpPr>
              <p:cNvPr id="70953" name="Freeform 31"/>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54" name="Freeform 32"/>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55" name="Freeform 33"/>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56" name="Freeform 34"/>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57"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58"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59"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60"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61"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0943" name="Group 40"/>
            <p:cNvGrpSpPr>
              <a:grpSpLocks/>
            </p:cNvGrpSpPr>
            <p:nvPr/>
          </p:nvGrpSpPr>
          <p:grpSpPr bwMode="auto">
            <a:xfrm>
              <a:off x="4486" y="2730"/>
              <a:ext cx="212" cy="333"/>
              <a:chOff x="4486" y="2730"/>
              <a:chExt cx="212" cy="333"/>
            </a:xfrm>
          </p:grpSpPr>
          <p:sp>
            <p:nvSpPr>
              <p:cNvPr id="70944" name="Freeform 41"/>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45" name="Freeform 42"/>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46" name="Freeform 43"/>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47" name="Freeform 44"/>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48"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49"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50"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51"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52"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0667" name="Group 50"/>
          <p:cNvGrpSpPr>
            <a:grpSpLocks/>
          </p:cNvGrpSpPr>
          <p:nvPr/>
        </p:nvGrpSpPr>
        <p:grpSpPr bwMode="auto">
          <a:xfrm>
            <a:off x="8399463" y="4845050"/>
            <a:ext cx="393700" cy="661988"/>
            <a:chOff x="4486" y="3170"/>
            <a:chExt cx="217" cy="339"/>
          </a:xfrm>
        </p:grpSpPr>
        <p:grpSp>
          <p:nvGrpSpPr>
            <p:cNvPr id="70922" name="Group 51"/>
            <p:cNvGrpSpPr>
              <a:grpSpLocks/>
            </p:cNvGrpSpPr>
            <p:nvPr/>
          </p:nvGrpSpPr>
          <p:grpSpPr bwMode="auto">
            <a:xfrm>
              <a:off x="4491" y="3176"/>
              <a:ext cx="212" cy="333"/>
              <a:chOff x="4491" y="3176"/>
              <a:chExt cx="212" cy="333"/>
            </a:xfrm>
          </p:grpSpPr>
          <p:sp>
            <p:nvSpPr>
              <p:cNvPr id="70933" name="Freeform 52"/>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34" name="Freeform 53"/>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35" name="Freeform 54"/>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36" name="Freeform 55"/>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37"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38"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39"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40"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41"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0923" name="Group 61"/>
            <p:cNvGrpSpPr>
              <a:grpSpLocks/>
            </p:cNvGrpSpPr>
            <p:nvPr/>
          </p:nvGrpSpPr>
          <p:grpSpPr bwMode="auto">
            <a:xfrm>
              <a:off x="4486" y="3170"/>
              <a:ext cx="212" cy="332"/>
              <a:chOff x="4486" y="3170"/>
              <a:chExt cx="212" cy="332"/>
            </a:xfrm>
          </p:grpSpPr>
          <p:sp>
            <p:nvSpPr>
              <p:cNvPr id="70924" name="Freeform 62"/>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25" name="Freeform 63"/>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26" name="Freeform 64"/>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27" name="Freeform 65"/>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28"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29"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30"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31"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32"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0668" name="Group 71"/>
          <p:cNvGrpSpPr>
            <a:grpSpLocks/>
          </p:cNvGrpSpPr>
          <p:nvPr/>
        </p:nvGrpSpPr>
        <p:grpSpPr bwMode="auto">
          <a:xfrm>
            <a:off x="7989888" y="5518150"/>
            <a:ext cx="390525" cy="661988"/>
            <a:chOff x="4260" y="3515"/>
            <a:chExt cx="216" cy="339"/>
          </a:xfrm>
        </p:grpSpPr>
        <p:grpSp>
          <p:nvGrpSpPr>
            <p:cNvPr id="70902" name="Group 72"/>
            <p:cNvGrpSpPr>
              <a:grpSpLocks/>
            </p:cNvGrpSpPr>
            <p:nvPr/>
          </p:nvGrpSpPr>
          <p:grpSpPr bwMode="auto">
            <a:xfrm>
              <a:off x="4265" y="3521"/>
              <a:ext cx="211" cy="333"/>
              <a:chOff x="4265" y="3521"/>
              <a:chExt cx="211" cy="333"/>
            </a:xfrm>
          </p:grpSpPr>
          <p:sp>
            <p:nvSpPr>
              <p:cNvPr id="70913" name="Freeform 73"/>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14" name="Freeform 74"/>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15" name="Freeform 75"/>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16" name="Freeform 76"/>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17"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18"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19"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20"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21"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0903" name="Group 82"/>
            <p:cNvGrpSpPr>
              <a:grpSpLocks/>
            </p:cNvGrpSpPr>
            <p:nvPr/>
          </p:nvGrpSpPr>
          <p:grpSpPr bwMode="auto">
            <a:xfrm>
              <a:off x="4260" y="3515"/>
              <a:ext cx="211" cy="332"/>
              <a:chOff x="4260" y="3515"/>
              <a:chExt cx="211" cy="332"/>
            </a:xfrm>
          </p:grpSpPr>
          <p:sp>
            <p:nvSpPr>
              <p:cNvPr id="70904" name="Freeform 83"/>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05" name="Freeform 84"/>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06" name="Freeform 85"/>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07" name="Freeform 86"/>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08"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09"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910"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11"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12"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0669" name="Rectangle 92"/>
          <p:cNvSpPr>
            <a:spLocks noChangeArrowheads="1"/>
          </p:cNvSpPr>
          <p:nvPr/>
        </p:nvSpPr>
        <p:spPr bwMode="auto">
          <a:xfrm>
            <a:off x="2109788" y="3444875"/>
            <a:ext cx="30162" cy="2598738"/>
          </a:xfrm>
          <a:prstGeom prst="rect">
            <a:avLst/>
          </a:prstGeom>
          <a:solidFill>
            <a:srgbClr val="000000"/>
          </a:solidFill>
          <a:ln w="28575">
            <a:solidFill>
              <a:srgbClr val="333399"/>
            </a:solidFill>
            <a:miter lim="800000"/>
            <a:headEnd/>
            <a:tailEnd/>
          </a:ln>
        </p:spPr>
        <p:txBody>
          <a:bodyPr/>
          <a:lstStyle/>
          <a:p>
            <a:endParaRPr lang="zh-CN" altLang="en-US"/>
          </a:p>
        </p:txBody>
      </p:sp>
      <p:sp>
        <p:nvSpPr>
          <p:cNvPr id="70670" name="Line 93"/>
          <p:cNvSpPr>
            <a:spLocks noChangeShapeType="1"/>
          </p:cNvSpPr>
          <p:nvPr/>
        </p:nvSpPr>
        <p:spPr bwMode="auto">
          <a:xfrm>
            <a:off x="1303338" y="3825875"/>
            <a:ext cx="82073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1" name="Line 94"/>
          <p:cNvSpPr>
            <a:spLocks noChangeShapeType="1"/>
          </p:cNvSpPr>
          <p:nvPr/>
        </p:nvSpPr>
        <p:spPr bwMode="auto">
          <a:xfrm>
            <a:off x="1549400" y="453548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2" name="Line 95"/>
          <p:cNvSpPr>
            <a:spLocks noChangeShapeType="1"/>
          </p:cNvSpPr>
          <p:nvPr/>
        </p:nvSpPr>
        <p:spPr bwMode="auto">
          <a:xfrm>
            <a:off x="890588" y="5037138"/>
            <a:ext cx="12334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3" name="Line 96"/>
          <p:cNvSpPr>
            <a:spLocks noChangeShapeType="1"/>
          </p:cNvSpPr>
          <p:nvPr/>
        </p:nvSpPr>
        <p:spPr bwMode="auto">
          <a:xfrm>
            <a:off x="1384300" y="565467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4" name="Line 97"/>
          <p:cNvSpPr>
            <a:spLocks noChangeShapeType="1"/>
          </p:cNvSpPr>
          <p:nvPr/>
        </p:nvSpPr>
        <p:spPr bwMode="auto">
          <a:xfrm>
            <a:off x="2124075" y="5832475"/>
            <a:ext cx="41116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5" name="Line 98"/>
          <p:cNvSpPr>
            <a:spLocks noChangeShapeType="1"/>
          </p:cNvSpPr>
          <p:nvPr/>
        </p:nvSpPr>
        <p:spPr bwMode="auto">
          <a:xfrm flipV="1">
            <a:off x="2916238" y="4868863"/>
            <a:ext cx="719137" cy="647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6" name="Line 99"/>
          <p:cNvSpPr>
            <a:spLocks noChangeShapeType="1"/>
          </p:cNvSpPr>
          <p:nvPr/>
        </p:nvSpPr>
        <p:spPr bwMode="auto">
          <a:xfrm>
            <a:off x="2124075" y="4772025"/>
            <a:ext cx="139858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677" name="Group 100"/>
          <p:cNvGrpSpPr>
            <a:grpSpLocks/>
          </p:cNvGrpSpPr>
          <p:nvPr/>
        </p:nvGrpSpPr>
        <p:grpSpPr bwMode="auto">
          <a:xfrm>
            <a:off x="3375025" y="4576763"/>
            <a:ext cx="560388" cy="374650"/>
            <a:chOff x="2154" y="3033"/>
            <a:chExt cx="309" cy="192"/>
          </a:xfrm>
        </p:grpSpPr>
        <p:sp>
          <p:nvSpPr>
            <p:cNvPr id="70877"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0878"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79"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80"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0881" name="Group 105"/>
            <p:cNvGrpSpPr>
              <a:grpSpLocks/>
            </p:cNvGrpSpPr>
            <p:nvPr/>
          </p:nvGrpSpPr>
          <p:grpSpPr bwMode="auto">
            <a:xfrm>
              <a:off x="2201" y="3046"/>
              <a:ext cx="214" cy="86"/>
              <a:chOff x="2201" y="3046"/>
              <a:chExt cx="214" cy="86"/>
            </a:xfrm>
          </p:grpSpPr>
          <p:grpSp>
            <p:nvGrpSpPr>
              <p:cNvPr id="70884" name="Group 106"/>
              <p:cNvGrpSpPr>
                <a:grpSpLocks/>
              </p:cNvGrpSpPr>
              <p:nvPr/>
            </p:nvGrpSpPr>
            <p:grpSpPr bwMode="auto">
              <a:xfrm>
                <a:off x="2201" y="3046"/>
                <a:ext cx="212" cy="84"/>
                <a:chOff x="2201" y="3046"/>
                <a:chExt cx="212" cy="84"/>
              </a:xfrm>
            </p:grpSpPr>
            <p:sp>
              <p:nvSpPr>
                <p:cNvPr id="70894" name="Freeform 107"/>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5" name="Freeform 108"/>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6" name="Freeform 109"/>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7" name="Freeform 110"/>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8" name="Freeform 111"/>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9" name="Freeform 112"/>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00" name="Freeform 113"/>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901" name="Freeform 114"/>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0885" name="Group 115"/>
              <p:cNvGrpSpPr>
                <a:grpSpLocks/>
              </p:cNvGrpSpPr>
              <p:nvPr/>
            </p:nvGrpSpPr>
            <p:grpSpPr bwMode="auto">
              <a:xfrm>
                <a:off x="2203" y="3048"/>
                <a:ext cx="212" cy="84"/>
                <a:chOff x="2203" y="3048"/>
                <a:chExt cx="212" cy="84"/>
              </a:xfrm>
            </p:grpSpPr>
            <p:sp>
              <p:nvSpPr>
                <p:cNvPr id="70886" name="Freeform 116"/>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87" name="Freeform 117"/>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88" name="Freeform 118"/>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89" name="Freeform 119"/>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0" name="Freeform 120"/>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1" name="Freeform 121"/>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2" name="Freeform 122"/>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93" name="Freeform 123"/>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0882"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883"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0678" name="Group 126"/>
          <p:cNvGrpSpPr>
            <a:grpSpLocks/>
          </p:cNvGrpSpPr>
          <p:nvPr/>
        </p:nvGrpSpPr>
        <p:grpSpPr bwMode="auto">
          <a:xfrm>
            <a:off x="1139825" y="3363913"/>
            <a:ext cx="514350" cy="517525"/>
            <a:chOff x="921" y="2412"/>
            <a:chExt cx="284" cy="265"/>
          </a:xfrm>
        </p:grpSpPr>
        <p:grpSp>
          <p:nvGrpSpPr>
            <p:cNvPr id="70851" name="Group 127"/>
            <p:cNvGrpSpPr>
              <a:grpSpLocks/>
            </p:cNvGrpSpPr>
            <p:nvPr/>
          </p:nvGrpSpPr>
          <p:grpSpPr bwMode="auto">
            <a:xfrm>
              <a:off x="928" y="2417"/>
              <a:ext cx="277" cy="260"/>
              <a:chOff x="928" y="2417"/>
              <a:chExt cx="277" cy="260"/>
            </a:xfrm>
          </p:grpSpPr>
          <p:sp>
            <p:nvSpPr>
              <p:cNvPr id="70865" name="Freeform 12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66" name="Freeform 12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67" name="Freeform 13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68" name="Freeform 13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69"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70"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71"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72"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873" name="Group 136"/>
              <p:cNvGrpSpPr>
                <a:grpSpLocks/>
              </p:cNvGrpSpPr>
              <p:nvPr/>
            </p:nvGrpSpPr>
            <p:grpSpPr bwMode="auto">
              <a:xfrm>
                <a:off x="928" y="2639"/>
                <a:ext cx="277" cy="38"/>
                <a:chOff x="928" y="2639"/>
                <a:chExt cx="277" cy="38"/>
              </a:xfrm>
            </p:grpSpPr>
            <p:sp>
              <p:nvSpPr>
                <p:cNvPr id="70874" name="Freeform 13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75" name="Freeform 13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76"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0852" name="Group 140"/>
            <p:cNvGrpSpPr>
              <a:grpSpLocks/>
            </p:cNvGrpSpPr>
            <p:nvPr/>
          </p:nvGrpSpPr>
          <p:grpSpPr bwMode="auto">
            <a:xfrm>
              <a:off x="921" y="2412"/>
              <a:ext cx="277" cy="261"/>
              <a:chOff x="921" y="2412"/>
              <a:chExt cx="277" cy="261"/>
            </a:xfrm>
          </p:grpSpPr>
          <p:sp>
            <p:nvSpPr>
              <p:cNvPr id="70853" name="Freeform 14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54" name="Freeform 14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55" name="Freeform 14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56" name="Freeform 14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57"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58"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59"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60"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861" name="Group 149"/>
              <p:cNvGrpSpPr>
                <a:grpSpLocks/>
              </p:cNvGrpSpPr>
              <p:nvPr/>
            </p:nvGrpSpPr>
            <p:grpSpPr bwMode="auto">
              <a:xfrm>
                <a:off x="921" y="2635"/>
                <a:ext cx="277" cy="38"/>
                <a:chOff x="921" y="2635"/>
                <a:chExt cx="277" cy="38"/>
              </a:xfrm>
            </p:grpSpPr>
            <p:sp>
              <p:nvSpPr>
                <p:cNvPr id="70862" name="Freeform 15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63" name="Freeform 15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64"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0679" name="Group 153"/>
          <p:cNvGrpSpPr>
            <a:grpSpLocks/>
          </p:cNvGrpSpPr>
          <p:nvPr/>
        </p:nvGrpSpPr>
        <p:grpSpPr bwMode="auto">
          <a:xfrm>
            <a:off x="1277938" y="4073525"/>
            <a:ext cx="511175" cy="517525"/>
            <a:chOff x="997" y="2775"/>
            <a:chExt cx="282" cy="265"/>
          </a:xfrm>
        </p:grpSpPr>
        <p:grpSp>
          <p:nvGrpSpPr>
            <p:cNvPr id="70825" name="Group 154"/>
            <p:cNvGrpSpPr>
              <a:grpSpLocks/>
            </p:cNvGrpSpPr>
            <p:nvPr/>
          </p:nvGrpSpPr>
          <p:grpSpPr bwMode="auto">
            <a:xfrm>
              <a:off x="1004" y="2779"/>
              <a:ext cx="275" cy="261"/>
              <a:chOff x="1004" y="2779"/>
              <a:chExt cx="275" cy="261"/>
            </a:xfrm>
          </p:grpSpPr>
          <p:sp>
            <p:nvSpPr>
              <p:cNvPr id="70839" name="Freeform 155"/>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40" name="Freeform 156"/>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41" name="Freeform 157"/>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42" name="Freeform 158"/>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43"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44"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45"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46"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847" name="Group 163"/>
              <p:cNvGrpSpPr>
                <a:grpSpLocks/>
              </p:cNvGrpSpPr>
              <p:nvPr/>
            </p:nvGrpSpPr>
            <p:grpSpPr bwMode="auto">
              <a:xfrm>
                <a:off x="1004" y="3002"/>
                <a:ext cx="275" cy="38"/>
                <a:chOff x="1004" y="3002"/>
                <a:chExt cx="275" cy="38"/>
              </a:xfrm>
            </p:grpSpPr>
            <p:sp>
              <p:nvSpPr>
                <p:cNvPr id="70848" name="Freeform 164"/>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49" name="Freeform 165"/>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50"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0826" name="Group 167"/>
            <p:cNvGrpSpPr>
              <a:grpSpLocks/>
            </p:cNvGrpSpPr>
            <p:nvPr/>
          </p:nvGrpSpPr>
          <p:grpSpPr bwMode="auto">
            <a:xfrm>
              <a:off x="997" y="2775"/>
              <a:ext cx="275" cy="260"/>
              <a:chOff x="997" y="2775"/>
              <a:chExt cx="275" cy="260"/>
            </a:xfrm>
          </p:grpSpPr>
          <p:sp>
            <p:nvSpPr>
              <p:cNvPr id="70827" name="Freeform 168"/>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28" name="Freeform 169"/>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29" name="Freeform 170"/>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30" name="Freeform 171"/>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31"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32"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33"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34"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835" name="Group 176"/>
              <p:cNvGrpSpPr>
                <a:grpSpLocks/>
              </p:cNvGrpSpPr>
              <p:nvPr/>
            </p:nvGrpSpPr>
            <p:grpSpPr bwMode="auto">
              <a:xfrm>
                <a:off x="997" y="2997"/>
                <a:ext cx="275" cy="38"/>
                <a:chOff x="997" y="2997"/>
                <a:chExt cx="275" cy="38"/>
              </a:xfrm>
            </p:grpSpPr>
            <p:sp>
              <p:nvSpPr>
                <p:cNvPr id="70836" name="Freeform 177"/>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37" name="Freeform 178"/>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38"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0680" name="Group 180"/>
          <p:cNvGrpSpPr>
            <a:grpSpLocks/>
          </p:cNvGrpSpPr>
          <p:nvPr/>
        </p:nvGrpSpPr>
        <p:grpSpPr bwMode="auto">
          <a:xfrm>
            <a:off x="539750" y="4603750"/>
            <a:ext cx="511175" cy="517525"/>
            <a:chOff x="590" y="3047"/>
            <a:chExt cx="282" cy="265"/>
          </a:xfrm>
        </p:grpSpPr>
        <p:grpSp>
          <p:nvGrpSpPr>
            <p:cNvPr id="70799" name="Group 181"/>
            <p:cNvGrpSpPr>
              <a:grpSpLocks/>
            </p:cNvGrpSpPr>
            <p:nvPr/>
          </p:nvGrpSpPr>
          <p:grpSpPr bwMode="auto">
            <a:xfrm>
              <a:off x="596" y="3051"/>
              <a:ext cx="276" cy="261"/>
              <a:chOff x="596" y="3051"/>
              <a:chExt cx="276" cy="261"/>
            </a:xfrm>
          </p:grpSpPr>
          <p:sp>
            <p:nvSpPr>
              <p:cNvPr id="70813" name="Freeform 182"/>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14" name="Freeform 183"/>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15" name="Freeform 184"/>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16" name="Freeform 185"/>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17"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18"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19"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20"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821" name="Group 190"/>
              <p:cNvGrpSpPr>
                <a:grpSpLocks/>
              </p:cNvGrpSpPr>
              <p:nvPr/>
            </p:nvGrpSpPr>
            <p:grpSpPr bwMode="auto">
              <a:xfrm>
                <a:off x="596" y="3274"/>
                <a:ext cx="276" cy="38"/>
                <a:chOff x="596" y="3274"/>
                <a:chExt cx="276" cy="38"/>
              </a:xfrm>
            </p:grpSpPr>
            <p:sp>
              <p:nvSpPr>
                <p:cNvPr id="70822" name="Freeform 191"/>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23" name="Freeform 192"/>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24"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0800" name="Group 194"/>
            <p:cNvGrpSpPr>
              <a:grpSpLocks/>
            </p:cNvGrpSpPr>
            <p:nvPr/>
          </p:nvGrpSpPr>
          <p:grpSpPr bwMode="auto">
            <a:xfrm>
              <a:off x="590" y="3047"/>
              <a:ext cx="275" cy="260"/>
              <a:chOff x="590" y="3047"/>
              <a:chExt cx="275" cy="260"/>
            </a:xfrm>
          </p:grpSpPr>
          <p:sp>
            <p:nvSpPr>
              <p:cNvPr id="70801" name="Freeform 195"/>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02" name="Freeform 196"/>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03" name="Freeform 197"/>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04" name="Freeform 198"/>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05"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06"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07"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808"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809" name="Group 203"/>
              <p:cNvGrpSpPr>
                <a:grpSpLocks/>
              </p:cNvGrpSpPr>
              <p:nvPr/>
            </p:nvGrpSpPr>
            <p:grpSpPr bwMode="auto">
              <a:xfrm>
                <a:off x="590" y="3269"/>
                <a:ext cx="275" cy="38"/>
                <a:chOff x="590" y="3269"/>
                <a:chExt cx="275" cy="38"/>
              </a:xfrm>
            </p:grpSpPr>
            <p:sp>
              <p:nvSpPr>
                <p:cNvPr id="70810" name="Freeform 204"/>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11" name="Freeform 205"/>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812"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0681" name="Group 207"/>
          <p:cNvGrpSpPr>
            <a:grpSpLocks/>
          </p:cNvGrpSpPr>
          <p:nvPr/>
        </p:nvGrpSpPr>
        <p:grpSpPr bwMode="auto">
          <a:xfrm>
            <a:off x="1112838" y="5226050"/>
            <a:ext cx="509587" cy="517525"/>
            <a:chOff x="906" y="3365"/>
            <a:chExt cx="281" cy="265"/>
          </a:xfrm>
        </p:grpSpPr>
        <p:grpSp>
          <p:nvGrpSpPr>
            <p:cNvPr id="70773" name="Group 208"/>
            <p:cNvGrpSpPr>
              <a:grpSpLocks/>
            </p:cNvGrpSpPr>
            <p:nvPr/>
          </p:nvGrpSpPr>
          <p:grpSpPr bwMode="auto">
            <a:xfrm>
              <a:off x="912" y="3369"/>
              <a:ext cx="275" cy="261"/>
              <a:chOff x="912" y="3369"/>
              <a:chExt cx="275" cy="261"/>
            </a:xfrm>
          </p:grpSpPr>
          <p:sp>
            <p:nvSpPr>
              <p:cNvPr id="70787" name="Freeform 209"/>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88" name="Freeform 210"/>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89" name="Freeform 211"/>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90" name="Freeform 212"/>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91"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92"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93"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94"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795" name="Group 217"/>
              <p:cNvGrpSpPr>
                <a:grpSpLocks/>
              </p:cNvGrpSpPr>
              <p:nvPr/>
            </p:nvGrpSpPr>
            <p:grpSpPr bwMode="auto">
              <a:xfrm>
                <a:off x="912" y="3592"/>
                <a:ext cx="275" cy="38"/>
                <a:chOff x="912" y="3592"/>
                <a:chExt cx="275" cy="38"/>
              </a:xfrm>
            </p:grpSpPr>
            <p:sp>
              <p:nvSpPr>
                <p:cNvPr id="70796" name="Freeform 218"/>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97" name="Freeform 219"/>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98"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0774" name="Group 221"/>
            <p:cNvGrpSpPr>
              <a:grpSpLocks/>
            </p:cNvGrpSpPr>
            <p:nvPr/>
          </p:nvGrpSpPr>
          <p:grpSpPr bwMode="auto">
            <a:xfrm>
              <a:off x="906" y="3365"/>
              <a:ext cx="275" cy="261"/>
              <a:chOff x="906" y="3365"/>
              <a:chExt cx="275" cy="261"/>
            </a:xfrm>
          </p:grpSpPr>
          <p:sp>
            <p:nvSpPr>
              <p:cNvPr id="70775" name="Freeform 222"/>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76" name="Freeform 223"/>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77" name="Freeform 224"/>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78" name="Freeform 225"/>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79"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80"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81"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82"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783" name="Group 230"/>
              <p:cNvGrpSpPr>
                <a:grpSpLocks/>
              </p:cNvGrpSpPr>
              <p:nvPr/>
            </p:nvGrpSpPr>
            <p:grpSpPr bwMode="auto">
              <a:xfrm>
                <a:off x="906" y="3587"/>
                <a:ext cx="275" cy="39"/>
                <a:chOff x="906" y="3587"/>
                <a:chExt cx="275" cy="39"/>
              </a:xfrm>
            </p:grpSpPr>
            <p:sp>
              <p:nvSpPr>
                <p:cNvPr id="70784" name="Freeform 231"/>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85" name="Freeform 232"/>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86"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0682" name="Group 234"/>
          <p:cNvGrpSpPr>
            <a:grpSpLocks/>
          </p:cNvGrpSpPr>
          <p:nvPr/>
        </p:nvGrpSpPr>
        <p:grpSpPr bwMode="auto">
          <a:xfrm>
            <a:off x="2603500" y="5346700"/>
            <a:ext cx="444500" cy="839788"/>
            <a:chOff x="1660" y="3427"/>
            <a:chExt cx="217" cy="339"/>
          </a:xfrm>
        </p:grpSpPr>
        <p:grpSp>
          <p:nvGrpSpPr>
            <p:cNvPr id="70753" name="Group 235"/>
            <p:cNvGrpSpPr>
              <a:grpSpLocks/>
            </p:cNvGrpSpPr>
            <p:nvPr/>
          </p:nvGrpSpPr>
          <p:grpSpPr bwMode="auto">
            <a:xfrm>
              <a:off x="1665" y="3433"/>
              <a:ext cx="212" cy="333"/>
              <a:chOff x="1665" y="3433"/>
              <a:chExt cx="212" cy="333"/>
            </a:xfrm>
          </p:grpSpPr>
          <p:sp>
            <p:nvSpPr>
              <p:cNvPr id="70764" name="Freeform 236"/>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65" name="Freeform 237"/>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66" name="Freeform 238"/>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67" name="Freeform 239"/>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68"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69"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70"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71"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72"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0754" name="Group 245"/>
            <p:cNvGrpSpPr>
              <a:grpSpLocks/>
            </p:cNvGrpSpPr>
            <p:nvPr/>
          </p:nvGrpSpPr>
          <p:grpSpPr bwMode="auto">
            <a:xfrm>
              <a:off x="1660" y="3427"/>
              <a:ext cx="212" cy="333"/>
              <a:chOff x="1660" y="3427"/>
              <a:chExt cx="212" cy="333"/>
            </a:xfrm>
          </p:grpSpPr>
          <p:sp>
            <p:nvSpPr>
              <p:cNvPr id="70755" name="Freeform 246"/>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56" name="Freeform 247"/>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57" name="Freeform 248"/>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58" name="Freeform 249"/>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59"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60"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61"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62"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63"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0683" name="Rectangle 255"/>
          <p:cNvSpPr>
            <a:spLocks noChangeArrowheads="1"/>
          </p:cNvSpPr>
          <p:nvPr/>
        </p:nvSpPr>
        <p:spPr bwMode="auto">
          <a:xfrm>
            <a:off x="2370138" y="379888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84" name="Rectangle 256"/>
          <p:cNvSpPr>
            <a:spLocks noChangeArrowheads="1"/>
          </p:cNvSpPr>
          <p:nvPr/>
        </p:nvSpPr>
        <p:spPr bwMode="auto">
          <a:xfrm>
            <a:off x="2470150" y="393858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校园网</a:t>
            </a:r>
          </a:p>
        </p:txBody>
      </p:sp>
      <p:sp>
        <p:nvSpPr>
          <p:cNvPr id="70685" name="Rectangle 257"/>
          <p:cNvSpPr>
            <a:spLocks noChangeArrowheads="1"/>
          </p:cNvSpPr>
          <p:nvPr/>
        </p:nvSpPr>
        <p:spPr bwMode="auto">
          <a:xfrm>
            <a:off x="3192463" y="5832475"/>
            <a:ext cx="10747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86" name="Rectangle 258"/>
          <p:cNvSpPr>
            <a:spLocks noChangeArrowheads="1"/>
          </p:cNvSpPr>
          <p:nvPr/>
        </p:nvSpPr>
        <p:spPr bwMode="auto">
          <a:xfrm>
            <a:off x="3527425" y="5949950"/>
            <a:ext cx="203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2000">
                <a:solidFill>
                  <a:srgbClr val="333399"/>
                </a:solidFill>
                <a:latin typeface="Arial" pitchFamily="34" charset="0"/>
                <a:ea typeface="黑体" pitchFamily="49" charset="-122"/>
              </a:rPr>
              <a:t>校园网的高速缓存</a:t>
            </a:r>
          </a:p>
          <a:p>
            <a:pPr algn="ctr"/>
            <a:r>
              <a:rPr kumimoji="1" lang="zh-CN" altLang="en-US" sz="2000">
                <a:solidFill>
                  <a:srgbClr val="333399"/>
                </a:solidFill>
                <a:latin typeface="Arial" pitchFamily="34" charset="0"/>
                <a:ea typeface="黑体" pitchFamily="49" charset="-122"/>
              </a:rPr>
              <a:t>（代理服务器）</a:t>
            </a:r>
          </a:p>
        </p:txBody>
      </p:sp>
      <p:grpSp>
        <p:nvGrpSpPr>
          <p:cNvPr id="70687" name="Group 259"/>
          <p:cNvGrpSpPr>
            <a:grpSpLocks/>
          </p:cNvGrpSpPr>
          <p:nvPr/>
        </p:nvGrpSpPr>
        <p:grpSpPr bwMode="auto">
          <a:xfrm>
            <a:off x="8070850" y="3213100"/>
            <a:ext cx="392113" cy="661988"/>
            <a:chOff x="4305" y="2335"/>
            <a:chExt cx="216" cy="339"/>
          </a:xfrm>
        </p:grpSpPr>
        <p:grpSp>
          <p:nvGrpSpPr>
            <p:cNvPr id="70733" name="Group 260"/>
            <p:cNvGrpSpPr>
              <a:grpSpLocks/>
            </p:cNvGrpSpPr>
            <p:nvPr/>
          </p:nvGrpSpPr>
          <p:grpSpPr bwMode="auto">
            <a:xfrm>
              <a:off x="4310" y="2341"/>
              <a:ext cx="211" cy="333"/>
              <a:chOff x="4310" y="2341"/>
              <a:chExt cx="211" cy="333"/>
            </a:xfrm>
          </p:grpSpPr>
          <p:sp>
            <p:nvSpPr>
              <p:cNvPr id="70744" name="Freeform 261"/>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45" name="Freeform 262"/>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46" name="Freeform 263"/>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47" name="Freeform 264"/>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48"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49"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50"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51"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52"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0734" name="Group 270"/>
            <p:cNvGrpSpPr>
              <a:grpSpLocks/>
            </p:cNvGrpSpPr>
            <p:nvPr/>
          </p:nvGrpSpPr>
          <p:grpSpPr bwMode="auto">
            <a:xfrm>
              <a:off x="4305" y="2335"/>
              <a:ext cx="211" cy="332"/>
              <a:chOff x="4305" y="2335"/>
              <a:chExt cx="211" cy="332"/>
            </a:xfrm>
          </p:grpSpPr>
          <p:sp>
            <p:nvSpPr>
              <p:cNvPr id="70735" name="Freeform 271"/>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36" name="Freeform 272"/>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37" name="Freeform 273"/>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38" name="Freeform 274"/>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39"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40"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41"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42"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43"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0688" name="Rectangle 280"/>
          <p:cNvSpPr>
            <a:spLocks noChangeArrowheads="1"/>
          </p:cNvSpPr>
          <p:nvPr/>
        </p:nvSpPr>
        <p:spPr bwMode="auto">
          <a:xfrm>
            <a:off x="6781800" y="3373438"/>
            <a:ext cx="1268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源点服务器</a:t>
            </a:r>
          </a:p>
        </p:txBody>
      </p:sp>
      <p:sp>
        <p:nvSpPr>
          <p:cNvPr id="70689" name="Rectangle 281"/>
          <p:cNvSpPr>
            <a:spLocks noChangeArrowheads="1"/>
          </p:cNvSpPr>
          <p:nvPr/>
        </p:nvSpPr>
        <p:spPr bwMode="auto">
          <a:xfrm>
            <a:off x="4178300" y="4381500"/>
            <a:ext cx="8175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90" name="Rectangle 282"/>
          <p:cNvSpPr>
            <a:spLocks noChangeArrowheads="1"/>
          </p:cNvSpPr>
          <p:nvPr/>
        </p:nvSpPr>
        <p:spPr bwMode="auto">
          <a:xfrm>
            <a:off x="4716463" y="444817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2 Mb/s</a:t>
            </a:r>
          </a:p>
        </p:txBody>
      </p:sp>
      <p:grpSp>
        <p:nvGrpSpPr>
          <p:cNvPr id="70691" name="Group 283"/>
          <p:cNvGrpSpPr>
            <a:grpSpLocks/>
          </p:cNvGrpSpPr>
          <p:nvPr/>
        </p:nvGrpSpPr>
        <p:grpSpPr bwMode="auto">
          <a:xfrm>
            <a:off x="2863850" y="5832475"/>
            <a:ext cx="522288" cy="260350"/>
            <a:chOff x="1872" y="3676"/>
            <a:chExt cx="227" cy="136"/>
          </a:xfrm>
        </p:grpSpPr>
        <p:sp>
          <p:nvSpPr>
            <p:cNvPr id="70731"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32" name="Freeform 285"/>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70692" name="Group 286"/>
          <p:cNvGrpSpPr>
            <a:grpSpLocks/>
          </p:cNvGrpSpPr>
          <p:nvPr/>
        </p:nvGrpSpPr>
        <p:grpSpPr bwMode="auto">
          <a:xfrm>
            <a:off x="6070600" y="4576763"/>
            <a:ext cx="560388" cy="374650"/>
            <a:chOff x="3202" y="3033"/>
            <a:chExt cx="309" cy="192"/>
          </a:xfrm>
        </p:grpSpPr>
        <p:sp>
          <p:nvSpPr>
            <p:cNvPr id="70706"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0707"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08"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709"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0710" name="Group 291"/>
            <p:cNvGrpSpPr>
              <a:grpSpLocks/>
            </p:cNvGrpSpPr>
            <p:nvPr/>
          </p:nvGrpSpPr>
          <p:grpSpPr bwMode="auto">
            <a:xfrm>
              <a:off x="3249" y="3046"/>
              <a:ext cx="214" cy="86"/>
              <a:chOff x="3249" y="3046"/>
              <a:chExt cx="214" cy="86"/>
            </a:xfrm>
          </p:grpSpPr>
          <p:grpSp>
            <p:nvGrpSpPr>
              <p:cNvPr id="70713" name="Group 292"/>
              <p:cNvGrpSpPr>
                <a:grpSpLocks/>
              </p:cNvGrpSpPr>
              <p:nvPr/>
            </p:nvGrpSpPr>
            <p:grpSpPr bwMode="auto">
              <a:xfrm>
                <a:off x="3249" y="3046"/>
                <a:ext cx="212" cy="84"/>
                <a:chOff x="3249" y="3046"/>
                <a:chExt cx="212" cy="84"/>
              </a:xfrm>
            </p:grpSpPr>
            <p:sp>
              <p:nvSpPr>
                <p:cNvPr id="70723" name="Freeform 293"/>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4" name="Freeform 294"/>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5" name="Freeform 295"/>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6" name="Freeform 296"/>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7" name="Freeform 297"/>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8" name="Freeform 298"/>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9" name="Freeform 299"/>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30" name="Freeform 300"/>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0714" name="Group 301"/>
              <p:cNvGrpSpPr>
                <a:grpSpLocks/>
              </p:cNvGrpSpPr>
              <p:nvPr/>
            </p:nvGrpSpPr>
            <p:grpSpPr bwMode="auto">
              <a:xfrm>
                <a:off x="3251" y="3048"/>
                <a:ext cx="212" cy="84"/>
                <a:chOff x="3251" y="3048"/>
                <a:chExt cx="212" cy="84"/>
              </a:xfrm>
            </p:grpSpPr>
            <p:sp>
              <p:nvSpPr>
                <p:cNvPr id="70715" name="Freeform 302"/>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16" name="Freeform 303"/>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17" name="Freeform 304"/>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18" name="Freeform 305"/>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19" name="Freeform 306"/>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0" name="Freeform 307"/>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1" name="Freeform 308"/>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722" name="Freeform 309"/>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0711"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712"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0693" name="Rectangle 312"/>
          <p:cNvSpPr>
            <a:spLocks noChangeArrowheads="1"/>
          </p:cNvSpPr>
          <p:nvPr/>
        </p:nvSpPr>
        <p:spPr bwMode="auto">
          <a:xfrm>
            <a:off x="6642100" y="4152900"/>
            <a:ext cx="8556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94" name="Rectangle 313"/>
          <p:cNvSpPr>
            <a:spLocks noChangeArrowheads="1"/>
          </p:cNvSpPr>
          <p:nvPr/>
        </p:nvSpPr>
        <p:spPr bwMode="auto">
          <a:xfrm>
            <a:off x="6948488" y="458152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因特网</a:t>
            </a:r>
          </a:p>
        </p:txBody>
      </p:sp>
      <p:sp>
        <p:nvSpPr>
          <p:cNvPr id="70695" name="Rectangle 314"/>
          <p:cNvSpPr>
            <a:spLocks noChangeArrowheads="1"/>
          </p:cNvSpPr>
          <p:nvPr/>
        </p:nvSpPr>
        <p:spPr bwMode="auto">
          <a:xfrm>
            <a:off x="3686175" y="424021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96" name="Rectangle 315"/>
          <p:cNvSpPr>
            <a:spLocks noChangeArrowheads="1"/>
          </p:cNvSpPr>
          <p:nvPr/>
        </p:nvSpPr>
        <p:spPr bwMode="auto">
          <a:xfrm>
            <a:off x="2863850" y="4948238"/>
            <a:ext cx="417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97" name="Rectangle 316"/>
          <p:cNvSpPr>
            <a:spLocks noChangeArrowheads="1"/>
          </p:cNvSpPr>
          <p:nvPr/>
        </p:nvSpPr>
        <p:spPr bwMode="auto">
          <a:xfrm>
            <a:off x="1708150" y="459422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98" name="Rectangle 317"/>
          <p:cNvSpPr>
            <a:spLocks noChangeArrowheads="1"/>
          </p:cNvSpPr>
          <p:nvPr/>
        </p:nvSpPr>
        <p:spPr bwMode="auto">
          <a:xfrm>
            <a:off x="427038" y="42545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浏览器</a:t>
            </a:r>
          </a:p>
        </p:txBody>
      </p:sp>
      <p:sp>
        <p:nvSpPr>
          <p:cNvPr id="70699" name="Rectangle 318"/>
          <p:cNvSpPr>
            <a:spLocks noChangeArrowheads="1"/>
          </p:cNvSpPr>
          <p:nvPr/>
        </p:nvSpPr>
        <p:spPr bwMode="auto">
          <a:xfrm>
            <a:off x="3732213" y="42687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1</a:t>
            </a:r>
          </a:p>
        </p:txBody>
      </p:sp>
      <p:sp>
        <p:nvSpPr>
          <p:cNvPr id="70700" name="Rectangle 319"/>
          <p:cNvSpPr>
            <a:spLocks noChangeArrowheads="1"/>
          </p:cNvSpPr>
          <p:nvPr/>
        </p:nvSpPr>
        <p:spPr bwMode="auto">
          <a:xfrm>
            <a:off x="5895975" y="42941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2</a:t>
            </a:r>
          </a:p>
        </p:txBody>
      </p:sp>
      <p:sp>
        <p:nvSpPr>
          <p:cNvPr id="649536" name="Freeform 320"/>
          <p:cNvSpPr>
            <a:spLocks/>
          </p:cNvSpPr>
          <p:nvPr/>
        </p:nvSpPr>
        <p:spPr bwMode="auto">
          <a:xfrm>
            <a:off x="1695450" y="4557713"/>
            <a:ext cx="914400" cy="1023937"/>
          </a:xfrm>
          <a:custGeom>
            <a:avLst/>
            <a:gdLst>
              <a:gd name="T0" fmla="*/ 0 w 504"/>
              <a:gd name="T1" fmla="*/ 0 h 524"/>
              <a:gd name="T2" fmla="*/ 1658982857 w 504"/>
              <a:gd name="T3" fmla="*/ 2000853015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9537" name="Freeform 321"/>
          <p:cNvSpPr>
            <a:spLocks/>
          </p:cNvSpPr>
          <p:nvPr/>
        </p:nvSpPr>
        <p:spPr bwMode="auto">
          <a:xfrm>
            <a:off x="990600" y="4913313"/>
            <a:ext cx="1663700" cy="871537"/>
          </a:xfrm>
          <a:custGeom>
            <a:avLst/>
            <a:gdLst>
              <a:gd name="T0" fmla="*/ 0 w 917"/>
              <a:gd name="T1" fmla="*/ 0 h 446"/>
              <a:gd name="T2" fmla="*/ 2147483647 w 917"/>
              <a:gd name="T3" fmla="*/ 170308686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9538" name="Freeform 322"/>
          <p:cNvSpPr>
            <a:spLocks/>
          </p:cNvSpPr>
          <p:nvPr/>
        </p:nvSpPr>
        <p:spPr bwMode="auto">
          <a:xfrm>
            <a:off x="1554163" y="5565775"/>
            <a:ext cx="1066800" cy="366713"/>
          </a:xfrm>
          <a:custGeom>
            <a:avLst/>
            <a:gdLst>
              <a:gd name="T0" fmla="*/ 0 w 588"/>
              <a:gd name="T1" fmla="*/ 0 h 188"/>
              <a:gd name="T2" fmla="*/ 1935480000 w 588"/>
              <a:gd name="T3" fmla="*/ 715310768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9539" name="Freeform 323"/>
          <p:cNvSpPr>
            <a:spLocks/>
          </p:cNvSpPr>
          <p:nvPr/>
        </p:nvSpPr>
        <p:spPr bwMode="auto">
          <a:xfrm>
            <a:off x="1565275" y="3671888"/>
            <a:ext cx="1125538" cy="1776412"/>
          </a:xfrm>
          <a:custGeom>
            <a:avLst/>
            <a:gdLst>
              <a:gd name="T0" fmla="*/ 0 w 620"/>
              <a:gd name="T1" fmla="*/ 0 h 909"/>
              <a:gd name="T2" fmla="*/ 2043283531 w 620"/>
              <a:gd name="T3" fmla="*/ 2147483647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5" name="Text Box 324"/>
          <p:cNvSpPr txBox="1">
            <a:spLocks noChangeArrowheads="1"/>
          </p:cNvSpPr>
          <p:nvPr/>
        </p:nvSpPr>
        <p:spPr bwMode="auto">
          <a:xfrm>
            <a:off x="468313" y="1546225"/>
            <a:ext cx="82280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(2) </a:t>
            </a:r>
            <a:r>
              <a:rPr lang="zh-CN" altLang="en-US" sz="2800">
                <a:solidFill>
                  <a:srgbClr val="333399"/>
                </a:solidFill>
                <a:latin typeface="Arial" pitchFamily="34" charset="0"/>
                <a:ea typeface="黑体" pitchFamily="49" charset="-122"/>
              </a:rPr>
              <a:t>若高速缓存已经存放了所请求的对象，则将此对象放入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Arial" pitchFamily="34" charset="0"/>
                <a:ea typeface="黑体" pitchFamily="49" charset="-122"/>
              </a:rPr>
              <a:t>响应报文中返回给浏览器。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nodeType="afterGroup">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nodeType="afterGroup">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nodeType="afterGroup">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536" grpId="0" animBg="1"/>
      <p:bldP spid="649537" grpId="0" animBg="1"/>
      <p:bldP spid="649538" grpId="0" animBg="1"/>
      <p:bldP spid="649539"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755650" y="503238"/>
            <a:ext cx="7793038" cy="622300"/>
          </a:xfrm>
        </p:spPr>
        <p:txBody>
          <a:bodyPr/>
          <a:lstStyle/>
          <a:p>
            <a:pPr algn="ctr" eaLnBrk="1" hangingPunct="1"/>
            <a:r>
              <a:rPr lang="zh-CN" altLang="en-US" smtClean="0"/>
              <a:t>使用高速缓存的情况</a:t>
            </a:r>
          </a:p>
        </p:txBody>
      </p:sp>
      <p:grpSp>
        <p:nvGrpSpPr>
          <p:cNvPr id="71683" name="Group 3"/>
          <p:cNvGrpSpPr>
            <a:grpSpLocks/>
          </p:cNvGrpSpPr>
          <p:nvPr/>
        </p:nvGrpSpPr>
        <p:grpSpPr bwMode="auto">
          <a:xfrm>
            <a:off x="250825" y="3494088"/>
            <a:ext cx="3454400" cy="2570162"/>
            <a:chOff x="912" y="768"/>
            <a:chExt cx="2400" cy="1584"/>
          </a:xfrm>
        </p:grpSpPr>
        <p:sp>
          <p:nvSpPr>
            <p:cNvPr id="71983"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4"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5"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6"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7"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8"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9"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0"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1"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1992" name="Group 13"/>
            <p:cNvGrpSpPr>
              <a:grpSpLocks/>
            </p:cNvGrpSpPr>
            <p:nvPr/>
          </p:nvGrpSpPr>
          <p:grpSpPr bwMode="auto">
            <a:xfrm>
              <a:off x="912" y="768"/>
              <a:ext cx="2386" cy="1553"/>
              <a:chOff x="912" y="768"/>
              <a:chExt cx="2386" cy="1553"/>
            </a:xfrm>
          </p:grpSpPr>
          <p:sp>
            <p:nvSpPr>
              <p:cNvPr id="71993"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4"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5"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6"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7"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8"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9"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00"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01"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aphicFrame>
        <p:nvGraphicFramePr>
          <p:cNvPr id="71684" name="Object 23"/>
          <p:cNvGraphicFramePr>
            <a:graphicFrameLocks noChangeAspect="1"/>
          </p:cNvGraphicFramePr>
          <p:nvPr/>
        </p:nvGraphicFramePr>
        <p:xfrm>
          <a:off x="6542088" y="4217988"/>
          <a:ext cx="1770062" cy="1149350"/>
        </p:xfrm>
        <a:graphic>
          <a:graphicData uri="http://schemas.openxmlformats.org/presentationml/2006/ole">
            <mc:AlternateContent xmlns:mc="http://schemas.openxmlformats.org/markup-compatibility/2006">
              <mc:Choice xmlns:v="urn:schemas-microsoft-com:vml" Requires="v">
                <p:oleObj spid="_x0000_s72002" name="VISIO" r:id="rId4" imgW="1687068" imgH="964692" progId="Visio.Drawing.6">
                  <p:embed/>
                </p:oleObj>
              </mc:Choice>
              <mc:Fallback>
                <p:oleObj name="VISIO"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088" y="4217988"/>
                        <a:ext cx="1770062"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1685" name="Line 24"/>
          <p:cNvSpPr>
            <a:spLocks noChangeShapeType="1"/>
          </p:cNvSpPr>
          <p:nvPr/>
        </p:nvSpPr>
        <p:spPr bwMode="auto">
          <a:xfrm>
            <a:off x="3735388" y="4779963"/>
            <a:ext cx="25241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86" name="Line 25"/>
          <p:cNvSpPr>
            <a:spLocks noChangeShapeType="1"/>
          </p:cNvSpPr>
          <p:nvPr/>
        </p:nvSpPr>
        <p:spPr bwMode="auto">
          <a:xfrm>
            <a:off x="7637463" y="5289550"/>
            <a:ext cx="649287"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7" name="Line 26"/>
          <p:cNvSpPr>
            <a:spLocks noChangeShapeType="1"/>
          </p:cNvSpPr>
          <p:nvPr/>
        </p:nvSpPr>
        <p:spPr bwMode="auto">
          <a:xfrm>
            <a:off x="8012113" y="501015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8" name="Line 27"/>
          <p:cNvSpPr>
            <a:spLocks noChangeShapeType="1"/>
          </p:cNvSpPr>
          <p:nvPr/>
        </p:nvSpPr>
        <p:spPr bwMode="auto">
          <a:xfrm flipV="1">
            <a:off x="8040688" y="432911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9" name="Line 28"/>
          <p:cNvSpPr>
            <a:spLocks noChangeShapeType="1"/>
          </p:cNvSpPr>
          <p:nvPr/>
        </p:nvSpPr>
        <p:spPr bwMode="auto">
          <a:xfrm flipV="1">
            <a:off x="7607300" y="370998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690" name="Group 29"/>
          <p:cNvGrpSpPr>
            <a:grpSpLocks/>
          </p:cNvGrpSpPr>
          <p:nvPr/>
        </p:nvGrpSpPr>
        <p:grpSpPr bwMode="auto">
          <a:xfrm>
            <a:off x="8399463" y="3984625"/>
            <a:ext cx="393700" cy="661988"/>
            <a:chOff x="4486" y="2730"/>
            <a:chExt cx="217" cy="339"/>
          </a:xfrm>
        </p:grpSpPr>
        <p:grpSp>
          <p:nvGrpSpPr>
            <p:cNvPr id="71963" name="Group 30"/>
            <p:cNvGrpSpPr>
              <a:grpSpLocks/>
            </p:cNvGrpSpPr>
            <p:nvPr/>
          </p:nvGrpSpPr>
          <p:grpSpPr bwMode="auto">
            <a:xfrm>
              <a:off x="4491" y="2736"/>
              <a:ext cx="212" cy="333"/>
              <a:chOff x="4491" y="2736"/>
              <a:chExt cx="212" cy="333"/>
            </a:xfrm>
          </p:grpSpPr>
          <p:sp>
            <p:nvSpPr>
              <p:cNvPr id="71974" name="Freeform 31"/>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75" name="Freeform 32"/>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76" name="Freeform 33"/>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77" name="Freeform 34"/>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78"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79"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80"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81"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82"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964" name="Group 40"/>
            <p:cNvGrpSpPr>
              <a:grpSpLocks/>
            </p:cNvGrpSpPr>
            <p:nvPr/>
          </p:nvGrpSpPr>
          <p:grpSpPr bwMode="auto">
            <a:xfrm>
              <a:off x="4486" y="2730"/>
              <a:ext cx="212" cy="333"/>
              <a:chOff x="4486" y="2730"/>
              <a:chExt cx="212" cy="333"/>
            </a:xfrm>
          </p:grpSpPr>
          <p:sp>
            <p:nvSpPr>
              <p:cNvPr id="71965" name="Freeform 41"/>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66" name="Freeform 42"/>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67" name="Freeform 43"/>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68" name="Freeform 44"/>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69"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70"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71"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72"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73"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1691" name="Group 50"/>
          <p:cNvGrpSpPr>
            <a:grpSpLocks/>
          </p:cNvGrpSpPr>
          <p:nvPr/>
        </p:nvGrpSpPr>
        <p:grpSpPr bwMode="auto">
          <a:xfrm>
            <a:off x="8399463" y="4845050"/>
            <a:ext cx="393700" cy="661988"/>
            <a:chOff x="4486" y="3170"/>
            <a:chExt cx="217" cy="339"/>
          </a:xfrm>
        </p:grpSpPr>
        <p:grpSp>
          <p:nvGrpSpPr>
            <p:cNvPr id="71943" name="Group 51"/>
            <p:cNvGrpSpPr>
              <a:grpSpLocks/>
            </p:cNvGrpSpPr>
            <p:nvPr/>
          </p:nvGrpSpPr>
          <p:grpSpPr bwMode="auto">
            <a:xfrm>
              <a:off x="4491" y="3176"/>
              <a:ext cx="212" cy="333"/>
              <a:chOff x="4491" y="3176"/>
              <a:chExt cx="212" cy="333"/>
            </a:xfrm>
          </p:grpSpPr>
          <p:sp>
            <p:nvSpPr>
              <p:cNvPr id="71954" name="Freeform 52"/>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55" name="Freeform 53"/>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56" name="Freeform 54"/>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57" name="Freeform 55"/>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58"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59"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60"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61"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62"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944" name="Group 61"/>
            <p:cNvGrpSpPr>
              <a:grpSpLocks/>
            </p:cNvGrpSpPr>
            <p:nvPr/>
          </p:nvGrpSpPr>
          <p:grpSpPr bwMode="auto">
            <a:xfrm>
              <a:off x="4486" y="3170"/>
              <a:ext cx="212" cy="332"/>
              <a:chOff x="4486" y="3170"/>
              <a:chExt cx="212" cy="332"/>
            </a:xfrm>
          </p:grpSpPr>
          <p:sp>
            <p:nvSpPr>
              <p:cNvPr id="71945" name="Freeform 62"/>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46" name="Freeform 63"/>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47" name="Freeform 64"/>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48" name="Freeform 65"/>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49"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50"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51"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52"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53"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1692" name="Group 71"/>
          <p:cNvGrpSpPr>
            <a:grpSpLocks/>
          </p:cNvGrpSpPr>
          <p:nvPr/>
        </p:nvGrpSpPr>
        <p:grpSpPr bwMode="auto">
          <a:xfrm>
            <a:off x="7989888" y="5518150"/>
            <a:ext cx="390525" cy="661988"/>
            <a:chOff x="4260" y="3515"/>
            <a:chExt cx="216" cy="339"/>
          </a:xfrm>
        </p:grpSpPr>
        <p:grpSp>
          <p:nvGrpSpPr>
            <p:cNvPr id="71923" name="Group 72"/>
            <p:cNvGrpSpPr>
              <a:grpSpLocks/>
            </p:cNvGrpSpPr>
            <p:nvPr/>
          </p:nvGrpSpPr>
          <p:grpSpPr bwMode="auto">
            <a:xfrm>
              <a:off x="4265" y="3521"/>
              <a:ext cx="211" cy="333"/>
              <a:chOff x="4265" y="3521"/>
              <a:chExt cx="211" cy="333"/>
            </a:xfrm>
          </p:grpSpPr>
          <p:sp>
            <p:nvSpPr>
              <p:cNvPr id="71934" name="Freeform 73"/>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35" name="Freeform 74"/>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36" name="Freeform 75"/>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37" name="Freeform 76"/>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38"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39"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40"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41"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42"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924" name="Group 82"/>
            <p:cNvGrpSpPr>
              <a:grpSpLocks/>
            </p:cNvGrpSpPr>
            <p:nvPr/>
          </p:nvGrpSpPr>
          <p:grpSpPr bwMode="auto">
            <a:xfrm>
              <a:off x="4260" y="3515"/>
              <a:ext cx="211" cy="332"/>
              <a:chOff x="4260" y="3515"/>
              <a:chExt cx="211" cy="332"/>
            </a:xfrm>
          </p:grpSpPr>
          <p:sp>
            <p:nvSpPr>
              <p:cNvPr id="71925" name="Freeform 83"/>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6" name="Freeform 84"/>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7" name="Freeform 85"/>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8" name="Freeform 86"/>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9"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30"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31"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32"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33"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1693" name="Rectangle 92"/>
          <p:cNvSpPr>
            <a:spLocks noChangeArrowheads="1"/>
          </p:cNvSpPr>
          <p:nvPr/>
        </p:nvSpPr>
        <p:spPr bwMode="auto">
          <a:xfrm>
            <a:off x="2109788" y="3444875"/>
            <a:ext cx="30162" cy="2598738"/>
          </a:xfrm>
          <a:prstGeom prst="rect">
            <a:avLst/>
          </a:prstGeom>
          <a:solidFill>
            <a:srgbClr val="000000"/>
          </a:solidFill>
          <a:ln w="28575">
            <a:solidFill>
              <a:srgbClr val="333399"/>
            </a:solidFill>
            <a:miter lim="800000"/>
            <a:headEnd/>
            <a:tailEnd/>
          </a:ln>
        </p:spPr>
        <p:txBody>
          <a:bodyPr/>
          <a:lstStyle/>
          <a:p>
            <a:endParaRPr lang="zh-CN" altLang="en-US"/>
          </a:p>
        </p:txBody>
      </p:sp>
      <p:sp>
        <p:nvSpPr>
          <p:cNvPr id="71694" name="Line 93"/>
          <p:cNvSpPr>
            <a:spLocks noChangeShapeType="1"/>
          </p:cNvSpPr>
          <p:nvPr/>
        </p:nvSpPr>
        <p:spPr bwMode="auto">
          <a:xfrm>
            <a:off x="1303338" y="3825875"/>
            <a:ext cx="82073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5" name="Line 94"/>
          <p:cNvSpPr>
            <a:spLocks noChangeShapeType="1"/>
          </p:cNvSpPr>
          <p:nvPr/>
        </p:nvSpPr>
        <p:spPr bwMode="auto">
          <a:xfrm>
            <a:off x="1549400" y="453548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6" name="Line 95"/>
          <p:cNvSpPr>
            <a:spLocks noChangeShapeType="1"/>
          </p:cNvSpPr>
          <p:nvPr/>
        </p:nvSpPr>
        <p:spPr bwMode="auto">
          <a:xfrm>
            <a:off x="890588" y="5037138"/>
            <a:ext cx="12334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7" name="Line 96"/>
          <p:cNvSpPr>
            <a:spLocks noChangeShapeType="1"/>
          </p:cNvSpPr>
          <p:nvPr/>
        </p:nvSpPr>
        <p:spPr bwMode="auto">
          <a:xfrm>
            <a:off x="1384300" y="565467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8" name="Line 97"/>
          <p:cNvSpPr>
            <a:spLocks noChangeShapeType="1"/>
          </p:cNvSpPr>
          <p:nvPr/>
        </p:nvSpPr>
        <p:spPr bwMode="auto">
          <a:xfrm>
            <a:off x="2124075" y="5832475"/>
            <a:ext cx="41116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9" name="Line 98"/>
          <p:cNvSpPr>
            <a:spLocks noChangeShapeType="1"/>
          </p:cNvSpPr>
          <p:nvPr/>
        </p:nvSpPr>
        <p:spPr bwMode="auto">
          <a:xfrm flipV="1">
            <a:off x="2916238" y="4868863"/>
            <a:ext cx="719137" cy="647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0" name="Line 99"/>
          <p:cNvSpPr>
            <a:spLocks noChangeShapeType="1"/>
          </p:cNvSpPr>
          <p:nvPr/>
        </p:nvSpPr>
        <p:spPr bwMode="auto">
          <a:xfrm>
            <a:off x="2124075" y="4772025"/>
            <a:ext cx="1398588"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701" name="Group 100"/>
          <p:cNvGrpSpPr>
            <a:grpSpLocks/>
          </p:cNvGrpSpPr>
          <p:nvPr/>
        </p:nvGrpSpPr>
        <p:grpSpPr bwMode="auto">
          <a:xfrm>
            <a:off x="3375025" y="4576763"/>
            <a:ext cx="560388" cy="374650"/>
            <a:chOff x="2154" y="3033"/>
            <a:chExt cx="309" cy="192"/>
          </a:xfrm>
        </p:grpSpPr>
        <p:sp>
          <p:nvSpPr>
            <p:cNvPr id="71898"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1899"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00"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01"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1902" name="Group 105"/>
            <p:cNvGrpSpPr>
              <a:grpSpLocks/>
            </p:cNvGrpSpPr>
            <p:nvPr/>
          </p:nvGrpSpPr>
          <p:grpSpPr bwMode="auto">
            <a:xfrm>
              <a:off x="2201" y="3046"/>
              <a:ext cx="214" cy="86"/>
              <a:chOff x="2201" y="3046"/>
              <a:chExt cx="214" cy="86"/>
            </a:xfrm>
          </p:grpSpPr>
          <p:grpSp>
            <p:nvGrpSpPr>
              <p:cNvPr id="71905" name="Group 106"/>
              <p:cNvGrpSpPr>
                <a:grpSpLocks/>
              </p:cNvGrpSpPr>
              <p:nvPr/>
            </p:nvGrpSpPr>
            <p:grpSpPr bwMode="auto">
              <a:xfrm>
                <a:off x="2201" y="3046"/>
                <a:ext cx="212" cy="84"/>
                <a:chOff x="2201" y="3046"/>
                <a:chExt cx="212" cy="84"/>
              </a:xfrm>
            </p:grpSpPr>
            <p:sp>
              <p:nvSpPr>
                <p:cNvPr id="71915" name="Freeform 107"/>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6" name="Freeform 108"/>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7" name="Freeform 109"/>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8" name="Freeform 110"/>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9" name="Freeform 111"/>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0" name="Freeform 112"/>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1" name="Freeform 113"/>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2" name="Freeform 114"/>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1906" name="Group 115"/>
              <p:cNvGrpSpPr>
                <a:grpSpLocks/>
              </p:cNvGrpSpPr>
              <p:nvPr/>
            </p:nvGrpSpPr>
            <p:grpSpPr bwMode="auto">
              <a:xfrm>
                <a:off x="2203" y="3048"/>
                <a:ext cx="212" cy="84"/>
                <a:chOff x="2203" y="3048"/>
                <a:chExt cx="212" cy="84"/>
              </a:xfrm>
            </p:grpSpPr>
            <p:sp>
              <p:nvSpPr>
                <p:cNvPr id="71907" name="Freeform 116"/>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08" name="Freeform 117"/>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09" name="Freeform 118"/>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0" name="Freeform 119"/>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1" name="Freeform 120"/>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2" name="Freeform 121"/>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3" name="Freeform 122"/>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4" name="Freeform 123"/>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1903"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04"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702" name="Group 126"/>
          <p:cNvGrpSpPr>
            <a:grpSpLocks/>
          </p:cNvGrpSpPr>
          <p:nvPr/>
        </p:nvGrpSpPr>
        <p:grpSpPr bwMode="auto">
          <a:xfrm>
            <a:off x="1139825" y="3363913"/>
            <a:ext cx="514350" cy="517525"/>
            <a:chOff x="921" y="2412"/>
            <a:chExt cx="284" cy="265"/>
          </a:xfrm>
        </p:grpSpPr>
        <p:grpSp>
          <p:nvGrpSpPr>
            <p:cNvPr id="71872" name="Group 127"/>
            <p:cNvGrpSpPr>
              <a:grpSpLocks/>
            </p:cNvGrpSpPr>
            <p:nvPr/>
          </p:nvGrpSpPr>
          <p:grpSpPr bwMode="auto">
            <a:xfrm>
              <a:off x="928" y="2417"/>
              <a:ext cx="277" cy="260"/>
              <a:chOff x="928" y="2417"/>
              <a:chExt cx="277" cy="260"/>
            </a:xfrm>
          </p:grpSpPr>
          <p:sp>
            <p:nvSpPr>
              <p:cNvPr id="71886" name="Freeform 12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7" name="Freeform 12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8" name="Freeform 13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9" name="Freeform 13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90"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91"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92"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93"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94" name="Group 136"/>
              <p:cNvGrpSpPr>
                <a:grpSpLocks/>
              </p:cNvGrpSpPr>
              <p:nvPr/>
            </p:nvGrpSpPr>
            <p:grpSpPr bwMode="auto">
              <a:xfrm>
                <a:off x="928" y="2639"/>
                <a:ext cx="277" cy="38"/>
                <a:chOff x="928" y="2639"/>
                <a:chExt cx="277" cy="38"/>
              </a:xfrm>
            </p:grpSpPr>
            <p:sp>
              <p:nvSpPr>
                <p:cNvPr id="71895" name="Freeform 13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96" name="Freeform 13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97"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1873" name="Group 140"/>
            <p:cNvGrpSpPr>
              <a:grpSpLocks/>
            </p:cNvGrpSpPr>
            <p:nvPr/>
          </p:nvGrpSpPr>
          <p:grpSpPr bwMode="auto">
            <a:xfrm>
              <a:off x="921" y="2412"/>
              <a:ext cx="277" cy="261"/>
              <a:chOff x="921" y="2412"/>
              <a:chExt cx="277" cy="261"/>
            </a:xfrm>
          </p:grpSpPr>
          <p:sp>
            <p:nvSpPr>
              <p:cNvPr id="71874" name="Freeform 14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75" name="Freeform 14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76" name="Freeform 14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77" name="Freeform 14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78"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79"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80"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81"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82" name="Group 149"/>
              <p:cNvGrpSpPr>
                <a:grpSpLocks/>
              </p:cNvGrpSpPr>
              <p:nvPr/>
            </p:nvGrpSpPr>
            <p:grpSpPr bwMode="auto">
              <a:xfrm>
                <a:off x="921" y="2635"/>
                <a:ext cx="277" cy="38"/>
                <a:chOff x="921" y="2635"/>
                <a:chExt cx="277" cy="38"/>
              </a:xfrm>
            </p:grpSpPr>
            <p:sp>
              <p:nvSpPr>
                <p:cNvPr id="71883" name="Freeform 15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4" name="Freeform 15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5"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1703" name="Group 153"/>
          <p:cNvGrpSpPr>
            <a:grpSpLocks/>
          </p:cNvGrpSpPr>
          <p:nvPr/>
        </p:nvGrpSpPr>
        <p:grpSpPr bwMode="auto">
          <a:xfrm>
            <a:off x="1277938" y="4073525"/>
            <a:ext cx="511175" cy="517525"/>
            <a:chOff x="997" y="2775"/>
            <a:chExt cx="282" cy="265"/>
          </a:xfrm>
        </p:grpSpPr>
        <p:grpSp>
          <p:nvGrpSpPr>
            <p:cNvPr id="71846" name="Group 154"/>
            <p:cNvGrpSpPr>
              <a:grpSpLocks/>
            </p:cNvGrpSpPr>
            <p:nvPr/>
          </p:nvGrpSpPr>
          <p:grpSpPr bwMode="auto">
            <a:xfrm>
              <a:off x="1004" y="2779"/>
              <a:ext cx="275" cy="261"/>
              <a:chOff x="1004" y="2779"/>
              <a:chExt cx="275" cy="261"/>
            </a:xfrm>
          </p:grpSpPr>
          <p:sp>
            <p:nvSpPr>
              <p:cNvPr id="71860" name="Freeform 155"/>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61" name="Freeform 156"/>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62" name="Freeform 157"/>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63" name="Freeform 158"/>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64"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65"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66"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67"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68" name="Group 163"/>
              <p:cNvGrpSpPr>
                <a:grpSpLocks/>
              </p:cNvGrpSpPr>
              <p:nvPr/>
            </p:nvGrpSpPr>
            <p:grpSpPr bwMode="auto">
              <a:xfrm>
                <a:off x="1004" y="3002"/>
                <a:ext cx="275" cy="38"/>
                <a:chOff x="1004" y="3002"/>
                <a:chExt cx="275" cy="38"/>
              </a:xfrm>
            </p:grpSpPr>
            <p:sp>
              <p:nvSpPr>
                <p:cNvPr id="71869" name="Freeform 164"/>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70" name="Freeform 165"/>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71"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1847" name="Group 167"/>
            <p:cNvGrpSpPr>
              <a:grpSpLocks/>
            </p:cNvGrpSpPr>
            <p:nvPr/>
          </p:nvGrpSpPr>
          <p:grpSpPr bwMode="auto">
            <a:xfrm>
              <a:off x="997" y="2775"/>
              <a:ext cx="275" cy="260"/>
              <a:chOff x="997" y="2775"/>
              <a:chExt cx="275" cy="260"/>
            </a:xfrm>
          </p:grpSpPr>
          <p:sp>
            <p:nvSpPr>
              <p:cNvPr id="71848" name="Freeform 168"/>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49" name="Freeform 169"/>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50" name="Freeform 170"/>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51" name="Freeform 171"/>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52"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53"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54"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55"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56" name="Group 176"/>
              <p:cNvGrpSpPr>
                <a:grpSpLocks/>
              </p:cNvGrpSpPr>
              <p:nvPr/>
            </p:nvGrpSpPr>
            <p:grpSpPr bwMode="auto">
              <a:xfrm>
                <a:off x="997" y="2997"/>
                <a:ext cx="275" cy="38"/>
                <a:chOff x="997" y="2997"/>
                <a:chExt cx="275" cy="38"/>
              </a:xfrm>
            </p:grpSpPr>
            <p:sp>
              <p:nvSpPr>
                <p:cNvPr id="71857" name="Freeform 177"/>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58" name="Freeform 178"/>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59"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1704" name="Group 180"/>
          <p:cNvGrpSpPr>
            <a:grpSpLocks/>
          </p:cNvGrpSpPr>
          <p:nvPr/>
        </p:nvGrpSpPr>
        <p:grpSpPr bwMode="auto">
          <a:xfrm>
            <a:off x="539750" y="4603750"/>
            <a:ext cx="511175" cy="517525"/>
            <a:chOff x="590" y="3047"/>
            <a:chExt cx="282" cy="265"/>
          </a:xfrm>
        </p:grpSpPr>
        <p:grpSp>
          <p:nvGrpSpPr>
            <p:cNvPr id="71820" name="Group 181"/>
            <p:cNvGrpSpPr>
              <a:grpSpLocks/>
            </p:cNvGrpSpPr>
            <p:nvPr/>
          </p:nvGrpSpPr>
          <p:grpSpPr bwMode="auto">
            <a:xfrm>
              <a:off x="596" y="3051"/>
              <a:ext cx="276" cy="261"/>
              <a:chOff x="596" y="3051"/>
              <a:chExt cx="276" cy="261"/>
            </a:xfrm>
          </p:grpSpPr>
          <p:sp>
            <p:nvSpPr>
              <p:cNvPr id="71834" name="Freeform 182"/>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5" name="Freeform 183"/>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6" name="Freeform 184"/>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7" name="Freeform 185"/>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8"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39"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40"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41"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42" name="Group 190"/>
              <p:cNvGrpSpPr>
                <a:grpSpLocks/>
              </p:cNvGrpSpPr>
              <p:nvPr/>
            </p:nvGrpSpPr>
            <p:grpSpPr bwMode="auto">
              <a:xfrm>
                <a:off x="596" y="3274"/>
                <a:ext cx="276" cy="38"/>
                <a:chOff x="596" y="3274"/>
                <a:chExt cx="276" cy="38"/>
              </a:xfrm>
            </p:grpSpPr>
            <p:sp>
              <p:nvSpPr>
                <p:cNvPr id="71843" name="Freeform 191"/>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44" name="Freeform 192"/>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45"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1821" name="Group 194"/>
            <p:cNvGrpSpPr>
              <a:grpSpLocks/>
            </p:cNvGrpSpPr>
            <p:nvPr/>
          </p:nvGrpSpPr>
          <p:grpSpPr bwMode="auto">
            <a:xfrm>
              <a:off x="590" y="3047"/>
              <a:ext cx="275" cy="260"/>
              <a:chOff x="590" y="3047"/>
              <a:chExt cx="275" cy="260"/>
            </a:xfrm>
          </p:grpSpPr>
          <p:sp>
            <p:nvSpPr>
              <p:cNvPr id="71822" name="Freeform 195"/>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23" name="Freeform 196"/>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24" name="Freeform 197"/>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25" name="Freeform 198"/>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26"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27"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28"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29"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30" name="Group 203"/>
              <p:cNvGrpSpPr>
                <a:grpSpLocks/>
              </p:cNvGrpSpPr>
              <p:nvPr/>
            </p:nvGrpSpPr>
            <p:grpSpPr bwMode="auto">
              <a:xfrm>
                <a:off x="590" y="3269"/>
                <a:ext cx="275" cy="38"/>
                <a:chOff x="590" y="3269"/>
                <a:chExt cx="275" cy="38"/>
              </a:xfrm>
            </p:grpSpPr>
            <p:sp>
              <p:nvSpPr>
                <p:cNvPr id="71831" name="Freeform 204"/>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2" name="Freeform 205"/>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33"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1705" name="Group 207"/>
          <p:cNvGrpSpPr>
            <a:grpSpLocks/>
          </p:cNvGrpSpPr>
          <p:nvPr/>
        </p:nvGrpSpPr>
        <p:grpSpPr bwMode="auto">
          <a:xfrm>
            <a:off x="1112838" y="5226050"/>
            <a:ext cx="509587" cy="517525"/>
            <a:chOff x="906" y="3365"/>
            <a:chExt cx="281" cy="265"/>
          </a:xfrm>
        </p:grpSpPr>
        <p:grpSp>
          <p:nvGrpSpPr>
            <p:cNvPr id="71794" name="Group 208"/>
            <p:cNvGrpSpPr>
              <a:grpSpLocks/>
            </p:cNvGrpSpPr>
            <p:nvPr/>
          </p:nvGrpSpPr>
          <p:grpSpPr bwMode="auto">
            <a:xfrm>
              <a:off x="912" y="3369"/>
              <a:ext cx="275" cy="261"/>
              <a:chOff x="912" y="3369"/>
              <a:chExt cx="275" cy="261"/>
            </a:xfrm>
          </p:grpSpPr>
          <p:sp>
            <p:nvSpPr>
              <p:cNvPr id="71808" name="Freeform 209"/>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09" name="Freeform 210"/>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10" name="Freeform 211"/>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11" name="Freeform 212"/>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12"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13"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14"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15"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16" name="Group 217"/>
              <p:cNvGrpSpPr>
                <a:grpSpLocks/>
              </p:cNvGrpSpPr>
              <p:nvPr/>
            </p:nvGrpSpPr>
            <p:grpSpPr bwMode="auto">
              <a:xfrm>
                <a:off x="912" y="3592"/>
                <a:ext cx="275" cy="38"/>
                <a:chOff x="912" y="3592"/>
                <a:chExt cx="275" cy="38"/>
              </a:xfrm>
            </p:grpSpPr>
            <p:sp>
              <p:nvSpPr>
                <p:cNvPr id="71817" name="Freeform 218"/>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18" name="Freeform 219"/>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19"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1795" name="Group 221"/>
            <p:cNvGrpSpPr>
              <a:grpSpLocks/>
            </p:cNvGrpSpPr>
            <p:nvPr/>
          </p:nvGrpSpPr>
          <p:grpSpPr bwMode="auto">
            <a:xfrm>
              <a:off x="906" y="3365"/>
              <a:ext cx="275" cy="261"/>
              <a:chOff x="906" y="3365"/>
              <a:chExt cx="275" cy="261"/>
            </a:xfrm>
          </p:grpSpPr>
          <p:sp>
            <p:nvSpPr>
              <p:cNvPr id="71796" name="Freeform 222"/>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97" name="Freeform 223"/>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98" name="Freeform 224"/>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99" name="Freeform 225"/>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00"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01"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02"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803"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04" name="Group 230"/>
              <p:cNvGrpSpPr>
                <a:grpSpLocks/>
              </p:cNvGrpSpPr>
              <p:nvPr/>
            </p:nvGrpSpPr>
            <p:grpSpPr bwMode="auto">
              <a:xfrm>
                <a:off x="906" y="3587"/>
                <a:ext cx="275" cy="39"/>
                <a:chOff x="906" y="3587"/>
                <a:chExt cx="275" cy="39"/>
              </a:xfrm>
            </p:grpSpPr>
            <p:sp>
              <p:nvSpPr>
                <p:cNvPr id="71805" name="Freeform 231"/>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06" name="Freeform 232"/>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07"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1706" name="Group 234"/>
          <p:cNvGrpSpPr>
            <a:grpSpLocks/>
          </p:cNvGrpSpPr>
          <p:nvPr/>
        </p:nvGrpSpPr>
        <p:grpSpPr bwMode="auto">
          <a:xfrm>
            <a:off x="2603500" y="5346700"/>
            <a:ext cx="444500" cy="839788"/>
            <a:chOff x="1660" y="3427"/>
            <a:chExt cx="217" cy="339"/>
          </a:xfrm>
        </p:grpSpPr>
        <p:grpSp>
          <p:nvGrpSpPr>
            <p:cNvPr id="71774" name="Group 235"/>
            <p:cNvGrpSpPr>
              <a:grpSpLocks/>
            </p:cNvGrpSpPr>
            <p:nvPr/>
          </p:nvGrpSpPr>
          <p:grpSpPr bwMode="auto">
            <a:xfrm>
              <a:off x="1665" y="3433"/>
              <a:ext cx="212" cy="333"/>
              <a:chOff x="1665" y="3433"/>
              <a:chExt cx="212" cy="333"/>
            </a:xfrm>
          </p:grpSpPr>
          <p:sp>
            <p:nvSpPr>
              <p:cNvPr id="71785" name="Freeform 236"/>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86" name="Freeform 237"/>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87" name="Freeform 238"/>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88" name="Freeform 239"/>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89"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90"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91"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2"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3"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775" name="Group 245"/>
            <p:cNvGrpSpPr>
              <a:grpSpLocks/>
            </p:cNvGrpSpPr>
            <p:nvPr/>
          </p:nvGrpSpPr>
          <p:grpSpPr bwMode="auto">
            <a:xfrm>
              <a:off x="1660" y="3427"/>
              <a:ext cx="212" cy="333"/>
              <a:chOff x="1660" y="3427"/>
              <a:chExt cx="212" cy="333"/>
            </a:xfrm>
          </p:grpSpPr>
          <p:sp>
            <p:nvSpPr>
              <p:cNvPr id="71776" name="Freeform 246"/>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77" name="Freeform 247"/>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78" name="Freeform 248"/>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79" name="Freeform 249"/>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80"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81"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82"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3"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4"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1707" name="Rectangle 255"/>
          <p:cNvSpPr>
            <a:spLocks noChangeArrowheads="1"/>
          </p:cNvSpPr>
          <p:nvPr/>
        </p:nvSpPr>
        <p:spPr bwMode="auto">
          <a:xfrm>
            <a:off x="2370138" y="379888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08" name="Rectangle 256"/>
          <p:cNvSpPr>
            <a:spLocks noChangeArrowheads="1"/>
          </p:cNvSpPr>
          <p:nvPr/>
        </p:nvSpPr>
        <p:spPr bwMode="auto">
          <a:xfrm>
            <a:off x="2470150" y="393858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校园网</a:t>
            </a:r>
          </a:p>
        </p:txBody>
      </p:sp>
      <p:sp>
        <p:nvSpPr>
          <p:cNvPr id="71709" name="Rectangle 257"/>
          <p:cNvSpPr>
            <a:spLocks noChangeArrowheads="1"/>
          </p:cNvSpPr>
          <p:nvPr/>
        </p:nvSpPr>
        <p:spPr bwMode="auto">
          <a:xfrm>
            <a:off x="3192463" y="5832475"/>
            <a:ext cx="10747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10" name="Rectangle 258"/>
          <p:cNvSpPr>
            <a:spLocks noChangeArrowheads="1"/>
          </p:cNvSpPr>
          <p:nvPr/>
        </p:nvSpPr>
        <p:spPr bwMode="auto">
          <a:xfrm>
            <a:off x="3527425" y="5949950"/>
            <a:ext cx="203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2000">
                <a:solidFill>
                  <a:srgbClr val="333399"/>
                </a:solidFill>
                <a:latin typeface="Arial" pitchFamily="34" charset="0"/>
                <a:ea typeface="黑体" pitchFamily="49" charset="-122"/>
              </a:rPr>
              <a:t>校园网的高速缓存</a:t>
            </a:r>
          </a:p>
          <a:p>
            <a:pPr algn="ctr"/>
            <a:r>
              <a:rPr kumimoji="1" lang="zh-CN" altLang="en-US" sz="2000">
                <a:solidFill>
                  <a:srgbClr val="333399"/>
                </a:solidFill>
                <a:latin typeface="Arial" pitchFamily="34" charset="0"/>
                <a:ea typeface="黑体" pitchFamily="49" charset="-122"/>
              </a:rPr>
              <a:t>（代理服务器）</a:t>
            </a:r>
          </a:p>
        </p:txBody>
      </p:sp>
      <p:grpSp>
        <p:nvGrpSpPr>
          <p:cNvPr id="71711" name="Group 259"/>
          <p:cNvGrpSpPr>
            <a:grpSpLocks/>
          </p:cNvGrpSpPr>
          <p:nvPr/>
        </p:nvGrpSpPr>
        <p:grpSpPr bwMode="auto">
          <a:xfrm>
            <a:off x="8070850" y="3213100"/>
            <a:ext cx="392113" cy="661988"/>
            <a:chOff x="4305" y="2335"/>
            <a:chExt cx="216" cy="339"/>
          </a:xfrm>
        </p:grpSpPr>
        <p:grpSp>
          <p:nvGrpSpPr>
            <p:cNvPr id="71754" name="Group 260"/>
            <p:cNvGrpSpPr>
              <a:grpSpLocks/>
            </p:cNvGrpSpPr>
            <p:nvPr/>
          </p:nvGrpSpPr>
          <p:grpSpPr bwMode="auto">
            <a:xfrm>
              <a:off x="4310" y="2341"/>
              <a:ext cx="211" cy="333"/>
              <a:chOff x="4310" y="2341"/>
              <a:chExt cx="211" cy="333"/>
            </a:xfrm>
          </p:grpSpPr>
          <p:sp>
            <p:nvSpPr>
              <p:cNvPr id="71765" name="Freeform 261"/>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6" name="Freeform 262"/>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7" name="Freeform 263"/>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8" name="Freeform 264"/>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9"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70"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71"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2"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3"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755" name="Group 270"/>
            <p:cNvGrpSpPr>
              <a:grpSpLocks/>
            </p:cNvGrpSpPr>
            <p:nvPr/>
          </p:nvGrpSpPr>
          <p:grpSpPr bwMode="auto">
            <a:xfrm>
              <a:off x="4305" y="2335"/>
              <a:ext cx="211" cy="332"/>
              <a:chOff x="4305" y="2335"/>
              <a:chExt cx="211" cy="332"/>
            </a:xfrm>
          </p:grpSpPr>
          <p:sp>
            <p:nvSpPr>
              <p:cNvPr id="71756" name="Freeform 271"/>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57" name="Freeform 272"/>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58" name="Freeform 273"/>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59" name="Freeform 274"/>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0"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61"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62"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3"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1712" name="Rectangle 280"/>
          <p:cNvSpPr>
            <a:spLocks noChangeArrowheads="1"/>
          </p:cNvSpPr>
          <p:nvPr/>
        </p:nvSpPr>
        <p:spPr bwMode="auto">
          <a:xfrm>
            <a:off x="6781800" y="3373438"/>
            <a:ext cx="1268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源点服务器</a:t>
            </a:r>
          </a:p>
        </p:txBody>
      </p:sp>
      <p:sp>
        <p:nvSpPr>
          <p:cNvPr id="71713" name="Rectangle 281"/>
          <p:cNvSpPr>
            <a:spLocks noChangeArrowheads="1"/>
          </p:cNvSpPr>
          <p:nvPr/>
        </p:nvSpPr>
        <p:spPr bwMode="auto">
          <a:xfrm>
            <a:off x="4178300" y="4381500"/>
            <a:ext cx="8175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14" name="Rectangle 282"/>
          <p:cNvSpPr>
            <a:spLocks noChangeArrowheads="1"/>
          </p:cNvSpPr>
          <p:nvPr/>
        </p:nvSpPr>
        <p:spPr bwMode="auto">
          <a:xfrm>
            <a:off x="4716463" y="444817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2 Mb/s</a:t>
            </a:r>
          </a:p>
        </p:txBody>
      </p:sp>
      <p:grpSp>
        <p:nvGrpSpPr>
          <p:cNvPr id="71715" name="Group 283"/>
          <p:cNvGrpSpPr>
            <a:grpSpLocks/>
          </p:cNvGrpSpPr>
          <p:nvPr/>
        </p:nvGrpSpPr>
        <p:grpSpPr bwMode="auto">
          <a:xfrm>
            <a:off x="2863850" y="5832475"/>
            <a:ext cx="522288" cy="260350"/>
            <a:chOff x="1872" y="3676"/>
            <a:chExt cx="227" cy="136"/>
          </a:xfrm>
        </p:grpSpPr>
        <p:sp>
          <p:nvSpPr>
            <p:cNvPr id="71752"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3" name="Freeform 285"/>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71716" name="Group 286"/>
          <p:cNvGrpSpPr>
            <a:grpSpLocks/>
          </p:cNvGrpSpPr>
          <p:nvPr/>
        </p:nvGrpSpPr>
        <p:grpSpPr bwMode="auto">
          <a:xfrm>
            <a:off x="6070600" y="4576763"/>
            <a:ext cx="560388" cy="374650"/>
            <a:chOff x="3202" y="3033"/>
            <a:chExt cx="309" cy="192"/>
          </a:xfrm>
        </p:grpSpPr>
        <p:sp>
          <p:nvSpPr>
            <p:cNvPr id="71727"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1728"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29"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30"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1731" name="Group 291"/>
            <p:cNvGrpSpPr>
              <a:grpSpLocks/>
            </p:cNvGrpSpPr>
            <p:nvPr/>
          </p:nvGrpSpPr>
          <p:grpSpPr bwMode="auto">
            <a:xfrm>
              <a:off x="3249" y="3046"/>
              <a:ext cx="214" cy="86"/>
              <a:chOff x="3249" y="3046"/>
              <a:chExt cx="214" cy="86"/>
            </a:xfrm>
          </p:grpSpPr>
          <p:grpSp>
            <p:nvGrpSpPr>
              <p:cNvPr id="71734" name="Group 292"/>
              <p:cNvGrpSpPr>
                <a:grpSpLocks/>
              </p:cNvGrpSpPr>
              <p:nvPr/>
            </p:nvGrpSpPr>
            <p:grpSpPr bwMode="auto">
              <a:xfrm>
                <a:off x="3249" y="3046"/>
                <a:ext cx="212" cy="84"/>
                <a:chOff x="3249" y="3046"/>
                <a:chExt cx="212" cy="84"/>
              </a:xfrm>
            </p:grpSpPr>
            <p:sp>
              <p:nvSpPr>
                <p:cNvPr id="71744" name="Freeform 293"/>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5" name="Freeform 294"/>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6" name="Freeform 295"/>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7" name="Freeform 296"/>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8" name="Freeform 297"/>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9" name="Freeform 298"/>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50" name="Freeform 299"/>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51" name="Freeform 300"/>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1735" name="Group 301"/>
              <p:cNvGrpSpPr>
                <a:grpSpLocks/>
              </p:cNvGrpSpPr>
              <p:nvPr/>
            </p:nvGrpSpPr>
            <p:grpSpPr bwMode="auto">
              <a:xfrm>
                <a:off x="3251" y="3048"/>
                <a:ext cx="212" cy="84"/>
                <a:chOff x="3251" y="3048"/>
                <a:chExt cx="212" cy="84"/>
              </a:xfrm>
            </p:grpSpPr>
            <p:sp>
              <p:nvSpPr>
                <p:cNvPr id="71736" name="Freeform 302"/>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37" name="Freeform 303"/>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38" name="Freeform 304"/>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39" name="Freeform 305"/>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0" name="Freeform 306"/>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1" name="Freeform 307"/>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2" name="Freeform 308"/>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3" name="Freeform 309"/>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1732"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3"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717" name="Rectangle 312"/>
          <p:cNvSpPr>
            <a:spLocks noChangeArrowheads="1"/>
          </p:cNvSpPr>
          <p:nvPr/>
        </p:nvSpPr>
        <p:spPr bwMode="auto">
          <a:xfrm>
            <a:off x="6642100" y="4152900"/>
            <a:ext cx="8556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18" name="Rectangle 313"/>
          <p:cNvSpPr>
            <a:spLocks noChangeArrowheads="1"/>
          </p:cNvSpPr>
          <p:nvPr/>
        </p:nvSpPr>
        <p:spPr bwMode="auto">
          <a:xfrm>
            <a:off x="6948488" y="458152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因特网</a:t>
            </a:r>
          </a:p>
        </p:txBody>
      </p:sp>
      <p:sp>
        <p:nvSpPr>
          <p:cNvPr id="71719" name="Rectangle 314"/>
          <p:cNvSpPr>
            <a:spLocks noChangeArrowheads="1"/>
          </p:cNvSpPr>
          <p:nvPr/>
        </p:nvSpPr>
        <p:spPr bwMode="auto">
          <a:xfrm>
            <a:off x="3686175" y="424021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20" name="Rectangle 315"/>
          <p:cNvSpPr>
            <a:spLocks noChangeArrowheads="1"/>
          </p:cNvSpPr>
          <p:nvPr/>
        </p:nvSpPr>
        <p:spPr bwMode="auto">
          <a:xfrm>
            <a:off x="2863850" y="4948238"/>
            <a:ext cx="417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21" name="Rectangle 316"/>
          <p:cNvSpPr>
            <a:spLocks noChangeArrowheads="1"/>
          </p:cNvSpPr>
          <p:nvPr/>
        </p:nvSpPr>
        <p:spPr bwMode="auto">
          <a:xfrm>
            <a:off x="1708150" y="459422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22" name="Rectangle 317"/>
          <p:cNvSpPr>
            <a:spLocks noChangeArrowheads="1"/>
          </p:cNvSpPr>
          <p:nvPr/>
        </p:nvSpPr>
        <p:spPr bwMode="auto">
          <a:xfrm>
            <a:off x="427038" y="42545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浏览器</a:t>
            </a:r>
          </a:p>
        </p:txBody>
      </p:sp>
      <p:sp>
        <p:nvSpPr>
          <p:cNvPr id="71723" name="Rectangle 318"/>
          <p:cNvSpPr>
            <a:spLocks noChangeArrowheads="1"/>
          </p:cNvSpPr>
          <p:nvPr/>
        </p:nvSpPr>
        <p:spPr bwMode="auto">
          <a:xfrm>
            <a:off x="3732213" y="42687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1</a:t>
            </a:r>
          </a:p>
        </p:txBody>
      </p:sp>
      <p:sp>
        <p:nvSpPr>
          <p:cNvPr id="71724" name="Rectangle 319"/>
          <p:cNvSpPr>
            <a:spLocks noChangeArrowheads="1"/>
          </p:cNvSpPr>
          <p:nvPr/>
        </p:nvSpPr>
        <p:spPr bwMode="auto">
          <a:xfrm>
            <a:off x="5895975" y="42941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2</a:t>
            </a:r>
          </a:p>
        </p:txBody>
      </p:sp>
      <p:sp>
        <p:nvSpPr>
          <p:cNvPr id="71725" name="Text Box 324"/>
          <p:cNvSpPr txBox="1">
            <a:spLocks noChangeArrowheads="1"/>
          </p:cNvSpPr>
          <p:nvPr/>
        </p:nvSpPr>
        <p:spPr bwMode="auto">
          <a:xfrm>
            <a:off x="468313" y="1335088"/>
            <a:ext cx="822801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(3) </a:t>
            </a:r>
            <a:r>
              <a:rPr lang="zh-CN" altLang="en-US" sz="2800">
                <a:solidFill>
                  <a:srgbClr val="333399"/>
                </a:solidFill>
                <a:latin typeface="Arial" pitchFamily="34" charset="0"/>
                <a:ea typeface="黑体" pitchFamily="49" charset="-122"/>
              </a:rPr>
              <a:t>否则，高速缓存就代表发出请求的用户浏览器，与因特网上的源点服务器建立 </a:t>
            </a:r>
            <a:r>
              <a:rPr lang="en-US" altLang="zh-CN" sz="2800">
                <a:solidFill>
                  <a:srgbClr val="333399"/>
                </a:solidFill>
                <a:latin typeface="Arial" pitchFamily="34" charset="0"/>
                <a:ea typeface="黑体" pitchFamily="49" charset="-122"/>
              </a:rPr>
              <a:t>TCP </a:t>
            </a:r>
            <a:r>
              <a:rPr lang="zh-CN" altLang="en-US" sz="2800">
                <a:solidFill>
                  <a:srgbClr val="333399"/>
                </a:solidFill>
                <a:latin typeface="Arial" pitchFamily="34" charset="0"/>
                <a:ea typeface="黑体" pitchFamily="49" charset="-122"/>
              </a:rPr>
              <a:t>连接，并发送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Arial" pitchFamily="34" charset="0"/>
                <a:ea typeface="黑体" pitchFamily="49" charset="-122"/>
              </a:rPr>
              <a:t>请求报文。</a:t>
            </a:r>
          </a:p>
        </p:txBody>
      </p:sp>
      <p:sp>
        <p:nvSpPr>
          <p:cNvPr id="648517" name="Freeform 325"/>
          <p:cNvSpPr>
            <a:spLocks/>
          </p:cNvSpPr>
          <p:nvPr/>
        </p:nvSpPr>
        <p:spPr bwMode="auto">
          <a:xfrm>
            <a:off x="2916238" y="3644900"/>
            <a:ext cx="5327650" cy="1871663"/>
          </a:xfrm>
          <a:custGeom>
            <a:avLst/>
            <a:gdLst>
              <a:gd name="T0" fmla="*/ 0 w 3356"/>
              <a:gd name="T1" fmla="*/ 2147483647 h 1179"/>
              <a:gd name="T2" fmla="*/ 970260950 w 3356"/>
              <a:gd name="T3" fmla="*/ 2147483647 h 1179"/>
              <a:gd name="T4" fmla="*/ 1844754375 w 3356"/>
              <a:gd name="T5" fmla="*/ 1910278948 h 1179"/>
              <a:gd name="T6" fmla="*/ 2147483647 w 3356"/>
              <a:gd name="T7" fmla="*/ 1887598329 h 1179"/>
              <a:gd name="T8" fmla="*/ 2147483647 w 3356"/>
              <a:gd name="T9" fmla="*/ 1862396760 h 1179"/>
              <a:gd name="T10" fmla="*/ 2147483647 w 3356"/>
              <a:gd name="T11" fmla="*/ 1713706708 h 1179"/>
              <a:gd name="T12" fmla="*/ 2147483647 w 3356"/>
              <a:gd name="T13" fmla="*/ 1257559098 h 1179"/>
              <a:gd name="T14" fmla="*/ 2147483647 w 3356"/>
              <a:gd name="T15" fmla="*/ 685482683 h 1179"/>
              <a:gd name="T16" fmla="*/ 2147483647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517"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755650" y="574675"/>
            <a:ext cx="7793038" cy="622300"/>
          </a:xfrm>
        </p:spPr>
        <p:txBody>
          <a:bodyPr/>
          <a:lstStyle/>
          <a:p>
            <a:pPr algn="ctr" eaLnBrk="1" hangingPunct="1"/>
            <a:r>
              <a:rPr lang="zh-CN" altLang="en-US" smtClean="0"/>
              <a:t>使用高速缓存的情况</a:t>
            </a:r>
          </a:p>
        </p:txBody>
      </p:sp>
      <p:grpSp>
        <p:nvGrpSpPr>
          <p:cNvPr id="72707" name="Group 3"/>
          <p:cNvGrpSpPr>
            <a:grpSpLocks/>
          </p:cNvGrpSpPr>
          <p:nvPr/>
        </p:nvGrpSpPr>
        <p:grpSpPr bwMode="auto">
          <a:xfrm>
            <a:off x="250825" y="3494088"/>
            <a:ext cx="3454400" cy="2570162"/>
            <a:chOff x="912" y="768"/>
            <a:chExt cx="2400" cy="1584"/>
          </a:xfrm>
        </p:grpSpPr>
        <p:sp>
          <p:nvSpPr>
            <p:cNvPr id="73007"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08"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09"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0"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1"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2"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3"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4"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5"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3016" name="Group 13"/>
            <p:cNvGrpSpPr>
              <a:grpSpLocks/>
            </p:cNvGrpSpPr>
            <p:nvPr/>
          </p:nvGrpSpPr>
          <p:grpSpPr bwMode="auto">
            <a:xfrm>
              <a:off x="912" y="768"/>
              <a:ext cx="2386" cy="1553"/>
              <a:chOff x="912" y="768"/>
              <a:chExt cx="2386" cy="1553"/>
            </a:xfrm>
          </p:grpSpPr>
          <p:sp>
            <p:nvSpPr>
              <p:cNvPr id="73017"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8"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9"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0"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1"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2"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3"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4"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5"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aphicFrame>
        <p:nvGraphicFramePr>
          <p:cNvPr id="72708" name="Object 23"/>
          <p:cNvGraphicFramePr>
            <a:graphicFrameLocks noChangeAspect="1"/>
          </p:cNvGraphicFramePr>
          <p:nvPr/>
        </p:nvGraphicFramePr>
        <p:xfrm>
          <a:off x="6542088" y="4217988"/>
          <a:ext cx="1770062" cy="1149350"/>
        </p:xfrm>
        <a:graphic>
          <a:graphicData uri="http://schemas.openxmlformats.org/presentationml/2006/ole">
            <mc:AlternateContent xmlns:mc="http://schemas.openxmlformats.org/markup-compatibility/2006">
              <mc:Choice xmlns:v="urn:schemas-microsoft-com:vml" Requires="v">
                <p:oleObj spid="_x0000_s73026" name="VISIO" r:id="rId4" imgW="1687068" imgH="964692" progId="Visio.Drawing.6">
                  <p:embed/>
                </p:oleObj>
              </mc:Choice>
              <mc:Fallback>
                <p:oleObj name="VISIO"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088" y="4217988"/>
                        <a:ext cx="1770062"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2709" name="Line 24"/>
          <p:cNvSpPr>
            <a:spLocks noChangeShapeType="1"/>
          </p:cNvSpPr>
          <p:nvPr/>
        </p:nvSpPr>
        <p:spPr bwMode="auto">
          <a:xfrm>
            <a:off x="3735388" y="4779963"/>
            <a:ext cx="25241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0" name="Line 25"/>
          <p:cNvSpPr>
            <a:spLocks noChangeShapeType="1"/>
          </p:cNvSpPr>
          <p:nvPr/>
        </p:nvSpPr>
        <p:spPr bwMode="auto">
          <a:xfrm>
            <a:off x="7637463" y="5289550"/>
            <a:ext cx="649287"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1" name="Line 26"/>
          <p:cNvSpPr>
            <a:spLocks noChangeShapeType="1"/>
          </p:cNvSpPr>
          <p:nvPr/>
        </p:nvSpPr>
        <p:spPr bwMode="auto">
          <a:xfrm>
            <a:off x="8012113" y="501015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2" name="Line 27"/>
          <p:cNvSpPr>
            <a:spLocks noChangeShapeType="1"/>
          </p:cNvSpPr>
          <p:nvPr/>
        </p:nvSpPr>
        <p:spPr bwMode="auto">
          <a:xfrm flipV="1">
            <a:off x="8040688" y="432911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3" name="Line 28"/>
          <p:cNvSpPr>
            <a:spLocks noChangeShapeType="1"/>
          </p:cNvSpPr>
          <p:nvPr/>
        </p:nvSpPr>
        <p:spPr bwMode="auto">
          <a:xfrm flipV="1">
            <a:off x="7607300" y="370998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714" name="Group 29"/>
          <p:cNvGrpSpPr>
            <a:grpSpLocks/>
          </p:cNvGrpSpPr>
          <p:nvPr/>
        </p:nvGrpSpPr>
        <p:grpSpPr bwMode="auto">
          <a:xfrm>
            <a:off x="8399463" y="3984625"/>
            <a:ext cx="393700" cy="661988"/>
            <a:chOff x="4486" y="2730"/>
            <a:chExt cx="217" cy="339"/>
          </a:xfrm>
        </p:grpSpPr>
        <p:grpSp>
          <p:nvGrpSpPr>
            <p:cNvPr id="72987" name="Group 30"/>
            <p:cNvGrpSpPr>
              <a:grpSpLocks/>
            </p:cNvGrpSpPr>
            <p:nvPr/>
          </p:nvGrpSpPr>
          <p:grpSpPr bwMode="auto">
            <a:xfrm>
              <a:off x="4491" y="2736"/>
              <a:ext cx="212" cy="333"/>
              <a:chOff x="4491" y="2736"/>
              <a:chExt cx="212" cy="333"/>
            </a:xfrm>
          </p:grpSpPr>
          <p:sp>
            <p:nvSpPr>
              <p:cNvPr id="72998" name="Freeform 31"/>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99" name="Freeform 32"/>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00" name="Freeform 33"/>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01" name="Freeform 34"/>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02"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003"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004"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005"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006"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988" name="Group 40"/>
            <p:cNvGrpSpPr>
              <a:grpSpLocks/>
            </p:cNvGrpSpPr>
            <p:nvPr/>
          </p:nvGrpSpPr>
          <p:grpSpPr bwMode="auto">
            <a:xfrm>
              <a:off x="4486" y="2730"/>
              <a:ext cx="212" cy="333"/>
              <a:chOff x="4486" y="2730"/>
              <a:chExt cx="212" cy="333"/>
            </a:xfrm>
          </p:grpSpPr>
          <p:sp>
            <p:nvSpPr>
              <p:cNvPr id="72989" name="Freeform 41"/>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90" name="Freeform 42"/>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91" name="Freeform 43"/>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92" name="Freeform 44"/>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93"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94"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95"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96"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97"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2715" name="Group 50"/>
          <p:cNvGrpSpPr>
            <a:grpSpLocks/>
          </p:cNvGrpSpPr>
          <p:nvPr/>
        </p:nvGrpSpPr>
        <p:grpSpPr bwMode="auto">
          <a:xfrm>
            <a:off x="8399463" y="4845050"/>
            <a:ext cx="393700" cy="661988"/>
            <a:chOff x="4486" y="3170"/>
            <a:chExt cx="217" cy="339"/>
          </a:xfrm>
        </p:grpSpPr>
        <p:grpSp>
          <p:nvGrpSpPr>
            <p:cNvPr id="72967" name="Group 51"/>
            <p:cNvGrpSpPr>
              <a:grpSpLocks/>
            </p:cNvGrpSpPr>
            <p:nvPr/>
          </p:nvGrpSpPr>
          <p:grpSpPr bwMode="auto">
            <a:xfrm>
              <a:off x="4491" y="3176"/>
              <a:ext cx="212" cy="333"/>
              <a:chOff x="4491" y="3176"/>
              <a:chExt cx="212" cy="333"/>
            </a:xfrm>
          </p:grpSpPr>
          <p:sp>
            <p:nvSpPr>
              <p:cNvPr id="72978" name="Freeform 52"/>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79" name="Freeform 53"/>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80" name="Freeform 54"/>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81" name="Freeform 55"/>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82"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83"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84"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85"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86"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968" name="Group 61"/>
            <p:cNvGrpSpPr>
              <a:grpSpLocks/>
            </p:cNvGrpSpPr>
            <p:nvPr/>
          </p:nvGrpSpPr>
          <p:grpSpPr bwMode="auto">
            <a:xfrm>
              <a:off x="4486" y="3170"/>
              <a:ext cx="212" cy="332"/>
              <a:chOff x="4486" y="3170"/>
              <a:chExt cx="212" cy="332"/>
            </a:xfrm>
          </p:grpSpPr>
          <p:sp>
            <p:nvSpPr>
              <p:cNvPr id="72969" name="Freeform 62"/>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70" name="Freeform 63"/>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71" name="Freeform 64"/>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72" name="Freeform 65"/>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73"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74"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75"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76"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77"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2716" name="Group 71"/>
          <p:cNvGrpSpPr>
            <a:grpSpLocks/>
          </p:cNvGrpSpPr>
          <p:nvPr/>
        </p:nvGrpSpPr>
        <p:grpSpPr bwMode="auto">
          <a:xfrm>
            <a:off x="7989888" y="5518150"/>
            <a:ext cx="390525" cy="661988"/>
            <a:chOff x="4260" y="3515"/>
            <a:chExt cx="216" cy="339"/>
          </a:xfrm>
        </p:grpSpPr>
        <p:grpSp>
          <p:nvGrpSpPr>
            <p:cNvPr id="72947" name="Group 72"/>
            <p:cNvGrpSpPr>
              <a:grpSpLocks/>
            </p:cNvGrpSpPr>
            <p:nvPr/>
          </p:nvGrpSpPr>
          <p:grpSpPr bwMode="auto">
            <a:xfrm>
              <a:off x="4265" y="3521"/>
              <a:ext cx="211" cy="333"/>
              <a:chOff x="4265" y="3521"/>
              <a:chExt cx="211" cy="333"/>
            </a:xfrm>
          </p:grpSpPr>
          <p:sp>
            <p:nvSpPr>
              <p:cNvPr id="72958" name="Freeform 73"/>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59" name="Freeform 74"/>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60" name="Freeform 75"/>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61" name="Freeform 76"/>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62"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63"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64"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65"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66"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948" name="Group 82"/>
            <p:cNvGrpSpPr>
              <a:grpSpLocks/>
            </p:cNvGrpSpPr>
            <p:nvPr/>
          </p:nvGrpSpPr>
          <p:grpSpPr bwMode="auto">
            <a:xfrm>
              <a:off x="4260" y="3515"/>
              <a:ext cx="211" cy="332"/>
              <a:chOff x="4260" y="3515"/>
              <a:chExt cx="211" cy="332"/>
            </a:xfrm>
          </p:grpSpPr>
          <p:sp>
            <p:nvSpPr>
              <p:cNvPr id="72949" name="Freeform 83"/>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50" name="Freeform 84"/>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51" name="Freeform 85"/>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52" name="Freeform 86"/>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53"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54"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55"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56"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57"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2717" name="Rectangle 92"/>
          <p:cNvSpPr>
            <a:spLocks noChangeArrowheads="1"/>
          </p:cNvSpPr>
          <p:nvPr/>
        </p:nvSpPr>
        <p:spPr bwMode="auto">
          <a:xfrm>
            <a:off x="2109788" y="3444875"/>
            <a:ext cx="30162" cy="2598738"/>
          </a:xfrm>
          <a:prstGeom prst="rect">
            <a:avLst/>
          </a:prstGeom>
          <a:solidFill>
            <a:srgbClr val="000000"/>
          </a:solidFill>
          <a:ln w="28575">
            <a:solidFill>
              <a:srgbClr val="333399"/>
            </a:solidFill>
            <a:miter lim="800000"/>
            <a:headEnd/>
            <a:tailEnd/>
          </a:ln>
        </p:spPr>
        <p:txBody>
          <a:bodyPr/>
          <a:lstStyle/>
          <a:p>
            <a:endParaRPr lang="zh-CN" altLang="en-US"/>
          </a:p>
        </p:txBody>
      </p:sp>
      <p:sp>
        <p:nvSpPr>
          <p:cNvPr id="72718" name="Line 93"/>
          <p:cNvSpPr>
            <a:spLocks noChangeShapeType="1"/>
          </p:cNvSpPr>
          <p:nvPr/>
        </p:nvSpPr>
        <p:spPr bwMode="auto">
          <a:xfrm>
            <a:off x="1303338" y="3825875"/>
            <a:ext cx="82073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9" name="Line 94"/>
          <p:cNvSpPr>
            <a:spLocks noChangeShapeType="1"/>
          </p:cNvSpPr>
          <p:nvPr/>
        </p:nvSpPr>
        <p:spPr bwMode="auto">
          <a:xfrm>
            <a:off x="1549400" y="453548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0" name="Line 95"/>
          <p:cNvSpPr>
            <a:spLocks noChangeShapeType="1"/>
          </p:cNvSpPr>
          <p:nvPr/>
        </p:nvSpPr>
        <p:spPr bwMode="auto">
          <a:xfrm>
            <a:off x="890588" y="5037138"/>
            <a:ext cx="12334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1" name="Line 96"/>
          <p:cNvSpPr>
            <a:spLocks noChangeShapeType="1"/>
          </p:cNvSpPr>
          <p:nvPr/>
        </p:nvSpPr>
        <p:spPr bwMode="auto">
          <a:xfrm>
            <a:off x="1384300" y="565467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2" name="Line 97"/>
          <p:cNvSpPr>
            <a:spLocks noChangeShapeType="1"/>
          </p:cNvSpPr>
          <p:nvPr/>
        </p:nvSpPr>
        <p:spPr bwMode="auto">
          <a:xfrm>
            <a:off x="2124075" y="5832475"/>
            <a:ext cx="41116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3" name="Line 98"/>
          <p:cNvSpPr>
            <a:spLocks noChangeShapeType="1"/>
          </p:cNvSpPr>
          <p:nvPr/>
        </p:nvSpPr>
        <p:spPr bwMode="auto">
          <a:xfrm flipV="1">
            <a:off x="2916238" y="4868863"/>
            <a:ext cx="719137" cy="647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4" name="Line 99"/>
          <p:cNvSpPr>
            <a:spLocks noChangeShapeType="1"/>
          </p:cNvSpPr>
          <p:nvPr/>
        </p:nvSpPr>
        <p:spPr bwMode="auto">
          <a:xfrm>
            <a:off x="2124075" y="4772025"/>
            <a:ext cx="1398588"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725" name="Group 100"/>
          <p:cNvGrpSpPr>
            <a:grpSpLocks/>
          </p:cNvGrpSpPr>
          <p:nvPr/>
        </p:nvGrpSpPr>
        <p:grpSpPr bwMode="auto">
          <a:xfrm>
            <a:off x="3375025" y="4576763"/>
            <a:ext cx="560388" cy="374650"/>
            <a:chOff x="2154" y="3033"/>
            <a:chExt cx="309" cy="192"/>
          </a:xfrm>
        </p:grpSpPr>
        <p:sp>
          <p:nvSpPr>
            <p:cNvPr id="72922"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2923"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24"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25"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2926" name="Group 105"/>
            <p:cNvGrpSpPr>
              <a:grpSpLocks/>
            </p:cNvGrpSpPr>
            <p:nvPr/>
          </p:nvGrpSpPr>
          <p:grpSpPr bwMode="auto">
            <a:xfrm>
              <a:off x="2201" y="3046"/>
              <a:ext cx="214" cy="86"/>
              <a:chOff x="2201" y="3046"/>
              <a:chExt cx="214" cy="86"/>
            </a:xfrm>
          </p:grpSpPr>
          <p:grpSp>
            <p:nvGrpSpPr>
              <p:cNvPr id="72929" name="Group 106"/>
              <p:cNvGrpSpPr>
                <a:grpSpLocks/>
              </p:cNvGrpSpPr>
              <p:nvPr/>
            </p:nvGrpSpPr>
            <p:grpSpPr bwMode="auto">
              <a:xfrm>
                <a:off x="2201" y="3046"/>
                <a:ext cx="212" cy="84"/>
                <a:chOff x="2201" y="3046"/>
                <a:chExt cx="212" cy="84"/>
              </a:xfrm>
            </p:grpSpPr>
            <p:sp>
              <p:nvSpPr>
                <p:cNvPr id="72939" name="Freeform 107"/>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0" name="Freeform 108"/>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1" name="Freeform 109"/>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2" name="Freeform 110"/>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3" name="Freeform 111"/>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4" name="Freeform 112"/>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5" name="Freeform 113"/>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6" name="Freeform 114"/>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2930" name="Group 115"/>
              <p:cNvGrpSpPr>
                <a:grpSpLocks/>
              </p:cNvGrpSpPr>
              <p:nvPr/>
            </p:nvGrpSpPr>
            <p:grpSpPr bwMode="auto">
              <a:xfrm>
                <a:off x="2203" y="3048"/>
                <a:ext cx="212" cy="84"/>
                <a:chOff x="2203" y="3048"/>
                <a:chExt cx="212" cy="84"/>
              </a:xfrm>
            </p:grpSpPr>
            <p:sp>
              <p:nvSpPr>
                <p:cNvPr id="72931" name="Freeform 116"/>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2" name="Freeform 117"/>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3" name="Freeform 118"/>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4" name="Freeform 119"/>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5" name="Freeform 120"/>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6" name="Freeform 121"/>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7" name="Freeform 122"/>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8" name="Freeform 123"/>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2927"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928"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726" name="Group 126"/>
          <p:cNvGrpSpPr>
            <a:grpSpLocks/>
          </p:cNvGrpSpPr>
          <p:nvPr/>
        </p:nvGrpSpPr>
        <p:grpSpPr bwMode="auto">
          <a:xfrm>
            <a:off x="1139825" y="3363913"/>
            <a:ext cx="514350" cy="517525"/>
            <a:chOff x="921" y="2412"/>
            <a:chExt cx="284" cy="265"/>
          </a:xfrm>
        </p:grpSpPr>
        <p:grpSp>
          <p:nvGrpSpPr>
            <p:cNvPr id="72896" name="Group 127"/>
            <p:cNvGrpSpPr>
              <a:grpSpLocks/>
            </p:cNvGrpSpPr>
            <p:nvPr/>
          </p:nvGrpSpPr>
          <p:grpSpPr bwMode="auto">
            <a:xfrm>
              <a:off x="928" y="2417"/>
              <a:ext cx="277" cy="260"/>
              <a:chOff x="928" y="2417"/>
              <a:chExt cx="277" cy="260"/>
            </a:xfrm>
          </p:grpSpPr>
          <p:sp>
            <p:nvSpPr>
              <p:cNvPr id="72910" name="Freeform 12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11" name="Freeform 12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12" name="Freeform 13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13" name="Freeform 13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14"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15"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16"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17"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918" name="Group 136"/>
              <p:cNvGrpSpPr>
                <a:grpSpLocks/>
              </p:cNvGrpSpPr>
              <p:nvPr/>
            </p:nvGrpSpPr>
            <p:grpSpPr bwMode="auto">
              <a:xfrm>
                <a:off x="928" y="2639"/>
                <a:ext cx="277" cy="38"/>
                <a:chOff x="928" y="2639"/>
                <a:chExt cx="277" cy="38"/>
              </a:xfrm>
            </p:grpSpPr>
            <p:sp>
              <p:nvSpPr>
                <p:cNvPr id="72919" name="Freeform 13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20" name="Freeform 13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21"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2897" name="Group 140"/>
            <p:cNvGrpSpPr>
              <a:grpSpLocks/>
            </p:cNvGrpSpPr>
            <p:nvPr/>
          </p:nvGrpSpPr>
          <p:grpSpPr bwMode="auto">
            <a:xfrm>
              <a:off x="921" y="2412"/>
              <a:ext cx="277" cy="261"/>
              <a:chOff x="921" y="2412"/>
              <a:chExt cx="277" cy="261"/>
            </a:xfrm>
          </p:grpSpPr>
          <p:sp>
            <p:nvSpPr>
              <p:cNvPr id="72898" name="Freeform 14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99" name="Freeform 14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0" name="Freeform 14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1" name="Freeform 14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2"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03"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04"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905"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906" name="Group 149"/>
              <p:cNvGrpSpPr>
                <a:grpSpLocks/>
              </p:cNvGrpSpPr>
              <p:nvPr/>
            </p:nvGrpSpPr>
            <p:grpSpPr bwMode="auto">
              <a:xfrm>
                <a:off x="921" y="2635"/>
                <a:ext cx="277" cy="38"/>
                <a:chOff x="921" y="2635"/>
                <a:chExt cx="277" cy="38"/>
              </a:xfrm>
            </p:grpSpPr>
            <p:sp>
              <p:nvSpPr>
                <p:cNvPr id="72907" name="Freeform 15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8" name="Freeform 15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9"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2727" name="Group 153"/>
          <p:cNvGrpSpPr>
            <a:grpSpLocks/>
          </p:cNvGrpSpPr>
          <p:nvPr/>
        </p:nvGrpSpPr>
        <p:grpSpPr bwMode="auto">
          <a:xfrm>
            <a:off x="1277938" y="4073525"/>
            <a:ext cx="511175" cy="517525"/>
            <a:chOff x="997" y="2775"/>
            <a:chExt cx="282" cy="265"/>
          </a:xfrm>
        </p:grpSpPr>
        <p:grpSp>
          <p:nvGrpSpPr>
            <p:cNvPr id="72870" name="Group 154"/>
            <p:cNvGrpSpPr>
              <a:grpSpLocks/>
            </p:cNvGrpSpPr>
            <p:nvPr/>
          </p:nvGrpSpPr>
          <p:grpSpPr bwMode="auto">
            <a:xfrm>
              <a:off x="1004" y="2779"/>
              <a:ext cx="275" cy="261"/>
              <a:chOff x="1004" y="2779"/>
              <a:chExt cx="275" cy="261"/>
            </a:xfrm>
          </p:grpSpPr>
          <p:sp>
            <p:nvSpPr>
              <p:cNvPr id="72884" name="Freeform 155"/>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5" name="Freeform 156"/>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6" name="Freeform 157"/>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7" name="Freeform 158"/>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8"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89"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90"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91"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892" name="Group 163"/>
              <p:cNvGrpSpPr>
                <a:grpSpLocks/>
              </p:cNvGrpSpPr>
              <p:nvPr/>
            </p:nvGrpSpPr>
            <p:grpSpPr bwMode="auto">
              <a:xfrm>
                <a:off x="1004" y="3002"/>
                <a:ext cx="275" cy="38"/>
                <a:chOff x="1004" y="3002"/>
                <a:chExt cx="275" cy="38"/>
              </a:xfrm>
            </p:grpSpPr>
            <p:sp>
              <p:nvSpPr>
                <p:cNvPr id="72893" name="Freeform 164"/>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94" name="Freeform 165"/>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95"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2871" name="Group 167"/>
            <p:cNvGrpSpPr>
              <a:grpSpLocks/>
            </p:cNvGrpSpPr>
            <p:nvPr/>
          </p:nvGrpSpPr>
          <p:grpSpPr bwMode="auto">
            <a:xfrm>
              <a:off x="997" y="2775"/>
              <a:ext cx="275" cy="260"/>
              <a:chOff x="997" y="2775"/>
              <a:chExt cx="275" cy="260"/>
            </a:xfrm>
          </p:grpSpPr>
          <p:sp>
            <p:nvSpPr>
              <p:cNvPr id="72872" name="Freeform 168"/>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73" name="Freeform 169"/>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74" name="Freeform 170"/>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75" name="Freeform 171"/>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76"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77"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78"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79"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880" name="Group 176"/>
              <p:cNvGrpSpPr>
                <a:grpSpLocks/>
              </p:cNvGrpSpPr>
              <p:nvPr/>
            </p:nvGrpSpPr>
            <p:grpSpPr bwMode="auto">
              <a:xfrm>
                <a:off x="997" y="2997"/>
                <a:ext cx="275" cy="38"/>
                <a:chOff x="997" y="2997"/>
                <a:chExt cx="275" cy="38"/>
              </a:xfrm>
            </p:grpSpPr>
            <p:sp>
              <p:nvSpPr>
                <p:cNvPr id="72881" name="Freeform 177"/>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2" name="Freeform 178"/>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3"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2728" name="Group 180"/>
          <p:cNvGrpSpPr>
            <a:grpSpLocks/>
          </p:cNvGrpSpPr>
          <p:nvPr/>
        </p:nvGrpSpPr>
        <p:grpSpPr bwMode="auto">
          <a:xfrm>
            <a:off x="539750" y="4603750"/>
            <a:ext cx="511175" cy="517525"/>
            <a:chOff x="590" y="3047"/>
            <a:chExt cx="282" cy="265"/>
          </a:xfrm>
        </p:grpSpPr>
        <p:grpSp>
          <p:nvGrpSpPr>
            <p:cNvPr id="72844" name="Group 181"/>
            <p:cNvGrpSpPr>
              <a:grpSpLocks/>
            </p:cNvGrpSpPr>
            <p:nvPr/>
          </p:nvGrpSpPr>
          <p:grpSpPr bwMode="auto">
            <a:xfrm>
              <a:off x="596" y="3051"/>
              <a:ext cx="276" cy="261"/>
              <a:chOff x="596" y="3051"/>
              <a:chExt cx="276" cy="261"/>
            </a:xfrm>
          </p:grpSpPr>
          <p:sp>
            <p:nvSpPr>
              <p:cNvPr id="72858" name="Freeform 182"/>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59" name="Freeform 183"/>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0" name="Freeform 184"/>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1" name="Freeform 185"/>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2"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63"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64"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65"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866" name="Group 190"/>
              <p:cNvGrpSpPr>
                <a:grpSpLocks/>
              </p:cNvGrpSpPr>
              <p:nvPr/>
            </p:nvGrpSpPr>
            <p:grpSpPr bwMode="auto">
              <a:xfrm>
                <a:off x="596" y="3274"/>
                <a:ext cx="276" cy="38"/>
                <a:chOff x="596" y="3274"/>
                <a:chExt cx="276" cy="38"/>
              </a:xfrm>
            </p:grpSpPr>
            <p:sp>
              <p:nvSpPr>
                <p:cNvPr id="72867" name="Freeform 191"/>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8" name="Freeform 192"/>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9"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2845" name="Group 194"/>
            <p:cNvGrpSpPr>
              <a:grpSpLocks/>
            </p:cNvGrpSpPr>
            <p:nvPr/>
          </p:nvGrpSpPr>
          <p:grpSpPr bwMode="auto">
            <a:xfrm>
              <a:off x="590" y="3047"/>
              <a:ext cx="275" cy="260"/>
              <a:chOff x="590" y="3047"/>
              <a:chExt cx="275" cy="260"/>
            </a:xfrm>
          </p:grpSpPr>
          <p:sp>
            <p:nvSpPr>
              <p:cNvPr id="72846" name="Freeform 195"/>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7" name="Freeform 196"/>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8" name="Freeform 197"/>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9" name="Freeform 198"/>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50"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51"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52"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53"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854" name="Group 203"/>
              <p:cNvGrpSpPr>
                <a:grpSpLocks/>
              </p:cNvGrpSpPr>
              <p:nvPr/>
            </p:nvGrpSpPr>
            <p:grpSpPr bwMode="auto">
              <a:xfrm>
                <a:off x="590" y="3269"/>
                <a:ext cx="275" cy="38"/>
                <a:chOff x="590" y="3269"/>
                <a:chExt cx="275" cy="38"/>
              </a:xfrm>
            </p:grpSpPr>
            <p:sp>
              <p:nvSpPr>
                <p:cNvPr id="72855" name="Freeform 204"/>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56" name="Freeform 205"/>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57"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2729" name="Group 207"/>
          <p:cNvGrpSpPr>
            <a:grpSpLocks/>
          </p:cNvGrpSpPr>
          <p:nvPr/>
        </p:nvGrpSpPr>
        <p:grpSpPr bwMode="auto">
          <a:xfrm>
            <a:off x="1112838" y="5226050"/>
            <a:ext cx="509587" cy="517525"/>
            <a:chOff x="906" y="3365"/>
            <a:chExt cx="281" cy="265"/>
          </a:xfrm>
        </p:grpSpPr>
        <p:grpSp>
          <p:nvGrpSpPr>
            <p:cNvPr id="72818" name="Group 208"/>
            <p:cNvGrpSpPr>
              <a:grpSpLocks/>
            </p:cNvGrpSpPr>
            <p:nvPr/>
          </p:nvGrpSpPr>
          <p:grpSpPr bwMode="auto">
            <a:xfrm>
              <a:off x="912" y="3369"/>
              <a:ext cx="275" cy="261"/>
              <a:chOff x="912" y="3369"/>
              <a:chExt cx="275" cy="261"/>
            </a:xfrm>
          </p:grpSpPr>
          <p:sp>
            <p:nvSpPr>
              <p:cNvPr id="72832" name="Freeform 209"/>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3" name="Freeform 210"/>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4" name="Freeform 211"/>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5" name="Freeform 212"/>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6"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37"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38"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39"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840" name="Group 217"/>
              <p:cNvGrpSpPr>
                <a:grpSpLocks/>
              </p:cNvGrpSpPr>
              <p:nvPr/>
            </p:nvGrpSpPr>
            <p:grpSpPr bwMode="auto">
              <a:xfrm>
                <a:off x="912" y="3592"/>
                <a:ext cx="275" cy="38"/>
                <a:chOff x="912" y="3592"/>
                <a:chExt cx="275" cy="38"/>
              </a:xfrm>
            </p:grpSpPr>
            <p:sp>
              <p:nvSpPr>
                <p:cNvPr id="72841" name="Freeform 218"/>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2" name="Freeform 219"/>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3"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2819" name="Group 221"/>
            <p:cNvGrpSpPr>
              <a:grpSpLocks/>
            </p:cNvGrpSpPr>
            <p:nvPr/>
          </p:nvGrpSpPr>
          <p:grpSpPr bwMode="auto">
            <a:xfrm>
              <a:off x="906" y="3365"/>
              <a:ext cx="275" cy="261"/>
              <a:chOff x="906" y="3365"/>
              <a:chExt cx="275" cy="261"/>
            </a:xfrm>
          </p:grpSpPr>
          <p:sp>
            <p:nvSpPr>
              <p:cNvPr id="72820" name="Freeform 222"/>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21" name="Freeform 223"/>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22" name="Freeform 224"/>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23" name="Freeform 225"/>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24"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25"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26"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27"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2828" name="Group 230"/>
              <p:cNvGrpSpPr>
                <a:grpSpLocks/>
              </p:cNvGrpSpPr>
              <p:nvPr/>
            </p:nvGrpSpPr>
            <p:grpSpPr bwMode="auto">
              <a:xfrm>
                <a:off x="906" y="3587"/>
                <a:ext cx="275" cy="39"/>
                <a:chOff x="906" y="3587"/>
                <a:chExt cx="275" cy="39"/>
              </a:xfrm>
            </p:grpSpPr>
            <p:sp>
              <p:nvSpPr>
                <p:cNvPr id="72829" name="Freeform 231"/>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0" name="Freeform 232"/>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1"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2730" name="Group 234"/>
          <p:cNvGrpSpPr>
            <a:grpSpLocks/>
          </p:cNvGrpSpPr>
          <p:nvPr/>
        </p:nvGrpSpPr>
        <p:grpSpPr bwMode="auto">
          <a:xfrm>
            <a:off x="2603500" y="5346700"/>
            <a:ext cx="444500" cy="839788"/>
            <a:chOff x="1660" y="3427"/>
            <a:chExt cx="217" cy="339"/>
          </a:xfrm>
        </p:grpSpPr>
        <p:grpSp>
          <p:nvGrpSpPr>
            <p:cNvPr id="72798" name="Group 235"/>
            <p:cNvGrpSpPr>
              <a:grpSpLocks/>
            </p:cNvGrpSpPr>
            <p:nvPr/>
          </p:nvGrpSpPr>
          <p:grpSpPr bwMode="auto">
            <a:xfrm>
              <a:off x="1665" y="3433"/>
              <a:ext cx="212" cy="333"/>
              <a:chOff x="1665" y="3433"/>
              <a:chExt cx="212" cy="333"/>
            </a:xfrm>
          </p:grpSpPr>
          <p:sp>
            <p:nvSpPr>
              <p:cNvPr id="72809" name="Freeform 236"/>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10" name="Freeform 237"/>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11" name="Freeform 238"/>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12" name="Freeform 239"/>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13"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14"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15"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16"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17"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799" name="Group 245"/>
            <p:cNvGrpSpPr>
              <a:grpSpLocks/>
            </p:cNvGrpSpPr>
            <p:nvPr/>
          </p:nvGrpSpPr>
          <p:grpSpPr bwMode="auto">
            <a:xfrm>
              <a:off x="1660" y="3427"/>
              <a:ext cx="212" cy="333"/>
              <a:chOff x="1660" y="3427"/>
              <a:chExt cx="212" cy="333"/>
            </a:xfrm>
          </p:grpSpPr>
          <p:sp>
            <p:nvSpPr>
              <p:cNvPr id="72800" name="Freeform 246"/>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01" name="Freeform 247"/>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02" name="Freeform 248"/>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03" name="Freeform 249"/>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04"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05"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806"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07"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808"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2731" name="Rectangle 255"/>
          <p:cNvSpPr>
            <a:spLocks noChangeArrowheads="1"/>
          </p:cNvSpPr>
          <p:nvPr/>
        </p:nvSpPr>
        <p:spPr bwMode="auto">
          <a:xfrm>
            <a:off x="2370138" y="379888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32" name="Rectangle 256"/>
          <p:cNvSpPr>
            <a:spLocks noChangeArrowheads="1"/>
          </p:cNvSpPr>
          <p:nvPr/>
        </p:nvSpPr>
        <p:spPr bwMode="auto">
          <a:xfrm>
            <a:off x="2470150" y="393858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校园网</a:t>
            </a:r>
          </a:p>
        </p:txBody>
      </p:sp>
      <p:sp>
        <p:nvSpPr>
          <p:cNvPr id="72733" name="Rectangle 257"/>
          <p:cNvSpPr>
            <a:spLocks noChangeArrowheads="1"/>
          </p:cNvSpPr>
          <p:nvPr/>
        </p:nvSpPr>
        <p:spPr bwMode="auto">
          <a:xfrm>
            <a:off x="3192463" y="5832475"/>
            <a:ext cx="10747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34" name="Rectangle 258"/>
          <p:cNvSpPr>
            <a:spLocks noChangeArrowheads="1"/>
          </p:cNvSpPr>
          <p:nvPr/>
        </p:nvSpPr>
        <p:spPr bwMode="auto">
          <a:xfrm>
            <a:off x="3527425" y="5949950"/>
            <a:ext cx="203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2000">
                <a:solidFill>
                  <a:srgbClr val="333399"/>
                </a:solidFill>
                <a:latin typeface="Arial" pitchFamily="34" charset="0"/>
                <a:ea typeface="黑体" pitchFamily="49" charset="-122"/>
              </a:rPr>
              <a:t>校园网的高速缓存</a:t>
            </a:r>
          </a:p>
          <a:p>
            <a:pPr algn="ctr"/>
            <a:r>
              <a:rPr kumimoji="1" lang="zh-CN" altLang="en-US" sz="2000">
                <a:solidFill>
                  <a:srgbClr val="333399"/>
                </a:solidFill>
                <a:latin typeface="Arial" pitchFamily="34" charset="0"/>
                <a:ea typeface="黑体" pitchFamily="49" charset="-122"/>
              </a:rPr>
              <a:t>（代理服务器）</a:t>
            </a:r>
          </a:p>
        </p:txBody>
      </p:sp>
      <p:grpSp>
        <p:nvGrpSpPr>
          <p:cNvPr id="72735" name="Group 259"/>
          <p:cNvGrpSpPr>
            <a:grpSpLocks/>
          </p:cNvGrpSpPr>
          <p:nvPr/>
        </p:nvGrpSpPr>
        <p:grpSpPr bwMode="auto">
          <a:xfrm>
            <a:off x="8070850" y="3213100"/>
            <a:ext cx="392113" cy="661988"/>
            <a:chOff x="4305" y="2335"/>
            <a:chExt cx="216" cy="339"/>
          </a:xfrm>
        </p:grpSpPr>
        <p:grpSp>
          <p:nvGrpSpPr>
            <p:cNvPr id="72778" name="Group 260"/>
            <p:cNvGrpSpPr>
              <a:grpSpLocks/>
            </p:cNvGrpSpPr>
            <p:nvPr/>
          </p:nvGrpSpPr>
          <p:grpSpPr bwMode="auto">
            <a:xfrm>
              <a:off x="4310" y="2341"/>
              <a:ext cx="211" cy="333"/>
              <a:chOff x="4310" y="2341"/>
              <a:chExt cx="211" cy="333"/>
            </a:xfrm>
          </p:grpSpPr>
          <p:sp>
            <p:nvSpPr>
              <p:cNvPr id="72789" name="Freeform 261"/>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90" name="Freeform 262"/>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91" name="Freeform 263"/>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92" name="Freeform 264"/>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93"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94"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95"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96"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97"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779" name="Group 270"/>
            <p:cNvGrpSpPr>
              <a:grpSpLocks/>
            </p:cNvGrpSpPr>
            <p:nvPr/>
          </p:nvGrpSpPr>
          <p:grpSpPr bwMode="auto">
            <a:xfrm>
              <a:off x="4305" y="2335"/>
              <a:ext cx="211" cy="332"/>
              <a:chOff x="4305" y="2335"/>
              <a:chExt cx="211" cy="332"/>
            </a:xfrm>
          </p:grpSpPr>
          <p:sp>
            <p:nvSpPr>
              <p:cNvPr id="72780" name="Freeform 271"/>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81" name="Freeform 272"/>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82" name="Freeform 273"/>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83" name="Freeform 274"/>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84"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85"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86"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87"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88"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2736" name="Rectangle 280"/>
          <p:cNvSpPr>
            <a:spLocks noChangeArrowheads="1"/>
          </p:cNvSpPr>
          <p:nvPr/>
        </p:nvSpPr>
        <p:spPr bwMode="auto">
          <a:xfrm>
            <a:off x="6781800" y="3373438"/>
            <a:ext cx="1268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源点服务器</a:t>
            </a:r>
          </a:p>
        </p:txBody>
      </p:sp>
      <p:sp>
        <p:nvSpPr>
          <p:cNvPr id="72737" name="Rectangle 281"/>
          <p:cNvSpPr>
            <a:spLocks noChangeArrowheads="1"/>
          </p:cNvSpPr>
          <p:nvPr/>
        </p:nvSpPr>
        <p:spPr bwMode="auto">
          <a:xfrm>
            <a:off x="4178300" y="4381500"/>
            <a:ext cx="8175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38" name="Rectangle 282"/>
          <p:cNvSpPr>
            <a:spLocks noChangeArrowheads="1"/>
          </p:cNvSpPr>
          <p:nvPr/>
        </p:nvSpPr>
        <p:spPr bwMode="auto">
          <a:xfrm>
            <a:off x="4716463" y="444817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2 Mb/s</a:t>
            </a:r>
          </a:p>
        </p:txBody>
      </p:sp>
      <p:grpSp>
        <p:nvGrpSpPr>
          <p:cNvPr id="72739" name="Group 283"/>
          <p:cNvGrpSpPr>
            <a:grpSpLocks/>
          </p:cNvGrpSpPr>
          <p:nvPr/>
        </p:nvGrpSpPr>
        <p:grpSpPr bwMode="auto">
          <a:xfrm>
            <a:off x="2863850" y="5832475"/>
            <a:ext cx="522288" cy="260350"/>
            <a:chOff x="1872" y="3676"/>
            <a:chExt cx="227" cy="136"/>
          </a:xfrm>
        </p:grpSpPr>
        <p:sp>
          <p:nvSpPr>
            <p:cNvPr id="72776"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77" name="Freeform 285"/>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72740" name="Group 286"/>
          <p:cNvGrpSpPr>
            <a:grpSpLocks/>
          </p:cNvGrpSpPr>
          <p:nvPr/>
        </p:nvGrpSpPr>
        <p:grpSpPr bwMode="auto">
          <a:xfrm>
            <a:off x="6070600" y="4576763"/>
            <a:ext cx="560388" cy="374650"/>
            <a:chOff x="3202" y="3033"/>
            <a:chExt cx="309" cy="192"/>
          </a:xfrm>
        </p:grpSpPr>
        <p:sp>
          <p:nvSpPr>
            <p:cNvPr id="72751"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2752"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53"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54"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2755" name="Group 291"/>
            <p:cNvGrpSpPr>
              <a:grpSpLocks/>
            </p:cNvGrpSpPr>
            <p:nvPr/>
          </p:nvGrpSpPr>
          <p:grpSpPr bwMode="auto">
            <a:xfrm>
              <a:off x="3249" y="3046"/>
              <a:ext cx="214" cy="86"/>
              <a:chOff x="3249" y="3046"/>
              <a:chExt cx="214" cy="86"/>
            </a:xfrm>
          </p:grpSpPr>
          <p:grpSp>
            <p:nvGrpSpPr>
              <p:cNvPr id="72758" name="Group 292"/>
              <p:cNvGrpSpPr>
                <a:grpSpLocks/>
              </p:cNvGrpSpPr>
              <p:nvPr/>
            </p:nvGrpSpPr>
            <p:grpSpPr bwMode="auto">
              <a:xfrm>
                <a:off x="3249" y="3046"/>
                <a:ext cx="212" cy="84"/>
                <a:chOff x="3249" y="3046"/>
                <a:chExt cx="212" cy="84"/>
              </a:xfrm>
            </p:grpSpPr>
            <p:sp>
              <p:nvSpPr>
                <p:cNvPr id="72768" name="Freeform 293"/>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9" name="Freeform 294"/>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0" name="Freeform 295"/>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1" name="Freeform 296"/>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2" name="Freeform 297"/>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3" name="Freeform 298"/>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4" name="Freeform 299"/>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5" name="Freeform 300"/>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2759" name="Group 301"/>
              <p:cNvGrpSpPr>
                <a:grpSpLocks/>
              </p:cNvGrpSpPr>
              <p:nvPr/>
            </p:nvGrpSpPr>
            <p:grpSpPr bwMode="auto">
              <a:xfrm>
                <a:off x="3251" y="3048"/>
                <a:ext cx="212" cy="84"/>
                <a:chOff x="3251" y="3048"/>
                <a:chExt cx="212" cy="84"/>
              </a:xfrm>
            </p:grpSpPr>
            <p:sp>
              <p:nvSpPr>
                <p:cNvPr id="72760" name="Freeform 302"/>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1" name="Freeform 303"/>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2" name="Freeform 304"/>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3" name="Freeform 305"/>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4" name="Freeform 306"/>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5" name="Freeform 307"/>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6" name="Freeform 308"/>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7" name="Freeform 309"/>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2756"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7"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2741" name="Rectangle 312"/>
          <p:cNvSpPr>
            <a:spLocks noChangeArrowheads="1"/>
          </p:cNvSpPr>
          <p:nvPr/>
        </p:nvSpPr>
        <p:spPr bwMode="auto">
          <a:xfrm>
            <a:off x="6642100" y="4152900"/>
            <a:ext cx="8556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42" name="Rectangle 313"/>
          <p:cNvSpPr>
            <a:spLocks noChangeArrowheads="1"/>
          </p:cNvSpPr>
          <p:nvPr/>
        </p:nvSpPr>
        <p:spPr bwMode="auto">
          <a:xfrm>
            <a:off x="6948488" y="458152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因特网</a:t>
            </a:r>
          </a:p>
        </p:txBody>
      </p:sp>
      <p:sp>
        <p:nvSpPr>
          <p:cNvPr id="72743" name="Rectangle 314"/>
          <p:cNvSpPr>
            <a:spLocks noChangeArrowheads="1"/>
          </p:cNvSpPr>
          <p:nvPr/>
        </p:nvSpPr>
        <p:spPr bwMode="auto">
          <a:xfrm>
            <a:off x="3686175" y="424021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44" name="Rectangle 315"/>
          <p:cNvSpPr>
            <a:spLocks noChangeArrowheads="1"/>
          </p:cNvSpPr>
          <p:nvPr/>
        </p:nvSpPr>
        <p:spPr bwMode="auto">
          <a:xfrm>
            <a:off x="2863850" y="4948238"/>
            <a:ext cx="417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45" name="Rectangle 316"/>
          <p:cNvSpPr>
            <a:spLocks noChangeArrowheads="1"/>
          </p:cNvSpPr>
          <p:nvPr/>
        </p:nvSpPr>
        <p:spPr bwMode="auto">
          <a:xfrm>
            <a:off x="1708150" y="459422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46" name="Rectangle 317"/>
          <p:cNvSpPr>
            <a:spLocks noChangeArrowheads="1"/>
          </p:cNvSpPr>
          <p:nvPr/>
        </p:nvSpPr>
        <p:spPr bwMode="auto">
          <a:xfrm>
            <a:off x="427038" y="42545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浏览器</a:t>
            </a:r>
          </a:p>
        </p:txBody>
      </p:sp>
      <p:sp>
        <p:nvSpPr>
          <p:cNvPr id="72747" name="Rectangle 318"/>
          <p:cNvSpPr>
            <a:spLocks noChangeArrowheads="1"/>
          </p:cNvSpPr>
          <p:nvPr/>
        </p:nvSpPr>
        <p:spPr bwMode="auto">
          <a:xfrm>
            <a:off x="3732213" y="42687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1</a:t>
            </a:r>
          </a:p>
        </p:txBody>
      </p:sp>
      <p:sp>
        <p:nvSpPr>
          <p:cNvPr id="72748" name="Rectangle 319"/>
          <p:cNvSpPr>
            <a:spLocks noChangeArrowheads="1"/>
          </p:cNvSpPr>
          <p:nvPr/>
        </p:nvSpPr>
        <p:spPr bwMode="auto">
          <a:xfrm>
            <a:off x="5895975" y="42941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2</a:t>
            </a:r>
          </a:p>
        </p:txBody>
      </p:sp>
      <p:sp>
        <p:nvSpPr>
          <p:cNvPr id="72749" name="Text Box 320"/>
          <p:cNvSpPr txBox="1">
            <a:spLocks noChangeArrowheads="1"/>
          </p:cNvSpPr>
          <p:nvPr/>
        </p:nvSpPr>
        <p:spPr bwMode="auto">
          <a:xfrm>
            <a:off x="468313" y="1474788"/>
            <a:ext cx="82280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(4) </a:t>
            </a:r>
            <a:r>
              <a:rPr lang="zh-CN" altLang="en-US" sz="2800">
                <a:solidFill>
                  <a:srgbClr val="333399"/>
                </a:solidFill>
                <a:latin typeface="Arial" pitchFamily="34" charset="0"/>
                <a:ea typeface="黑体" pitchFamily="49" charset="-122"/>
              </a:rPr>
              <a:t>源点服务器将所请求的对象放在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Arial" pitchFamily="34" charset="0"/>
                <a:ea typeface="黑体" pitchFamily="49" charset="-122"/>
              </a:rPr>
              <a:t>响应报文中返回给校园网的高速缓存。</a:t>
            </a:r>
          </a:p>
        </p:txBody>
      </p:sp>
      <p:sp>
        <p:nvSpPr>
          <p:cNvPr id="650561" name="Freeform 321"/>
          <p:cNvSpPr>
            <a:spLocks/>
          </p:cNvSpPr>
          <p:nvPr/>
        </p:nvSpPr>
        <p:spPr bwMode="auto">
          <a:xfrm>
            <a:off x="2916238" y="3644900"/>
            <a:ext cx="5327650" cy="1871663"/>
          </a:xfrm>
          <a:custGeom>
            <a:avLst/>
            <a:gdLst>
              <a:gd name="T0" fmla="*/ 0 w 3356"/>
              <a:gd name="T1" fmla="*/ 2147483647 h 1179"/>
              <a:gd name="T2" fmla="*/ 970260950 w 3356"/>
              <a:gd name="T3" fmla="*/ 2147483647 h 1179"/>
              <a:gd name="T4" fmla="*/ 1844754375 w 3356"/>
              <a:gd name="T5" fmla="*/ 1910278948 h 1179"/>
              <a:gd name="T6" fmla="*/ 2147483647 w 3356"/>
              <a:gd name="T7" fmla="*/ 1887598329 h 1179"/>
              <a:gd name="T8" fmla="*/ 2147483647 w 3356"/>
              <a:gd name="T9" fmla="*/ 1862396760 h 1179"/>
              <a:gd name="T10" fmla="*/ 2147483647 w 3356"/>
              <a:gd name="T11" fmla="*/ 1713706708 h 1179"/>
              <a:gd name="T12" fmla="*/ 2147483647 w 3356"/>
              <a:gd name="T13" fmla="*/ 1257559098 h 1179"/>
              <a:gd name="T14" fmla="*/ 2147483647 w 3356"/>
              <a:gd name="T15" fmla="*/ 685482683 h 1179"/>
              <a:gd name="T16" fmla="*/ 2147483647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561"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755650" y="503238"/>
            <a:ext cx="7793038" cy="622300"/>
          </a:xfrm>
        </p:spPr>
        <p:txBody>
          <a:bodyPr/>
          <a:lstStyle/>
          <a:p>
            <a:pPr algn="ctr" eaLnBrk="1" hangingPunct="1"/>
            <a:r>
              <a:rPr lang="zh-CN" altLang="en-US" smtClean="0"/>
              <a:t>使用高速缓存的情况</a:t>
            </a:r>
          </a:p>
        </p:txBody>
      </p:sp>
      <p:grpSp>
        <p:nvGrpSpPr>
          <p:cNvPr id="73731" name="Group 3"/>
          <p:cNvGrpSpPr>
            <a:grpSpLocks/>
          </p:cNvGrpSpPr>
          <p:nvPr/>
        </p:nvGrpSpPr>
        <p:grpSpPr bwMode="auto">
          <a:xfrm>
            <a:off x="250825" y="3494088"/>
            <a:ext cx="3454400" cy="2570162"/>
            <a:chOff x="912" y="768"/>
            <a:chExt cx="2400" cy="1584"/>
          </a:xfrm>
        </p:grpSpPr>
        <p:sp>
          <p:nvSpPr>
            <p:cNvPr id="74034"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35"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36"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37"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38"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39"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0"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1"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2"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4043" name="Group 13"/>
            <p:cNvGrpSpPr>
              <a:grpSpLocks/>
            </p:cNvGrpSpPr>
            <p:nvPr/>
          </p:nvGrpSpPr>
          <p:grpSpPr bwMode="auto">
            <a:xfrm>
              <a:off x="912" y="768"/>
              <a:ext cx="2386" cy="1553"/>
              <a:chOff x="912" y="768"/>
              <a:chExt cx="2386" cy="1553"/>
            </a:xfrm>
          </p:grpSpPr>
          <p:sp>
            <p:nvSpPr>
              <p:cNvPr id="74044"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5"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6"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7"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8"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49"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50"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51"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52"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aphicFrame>
        <p:nvGraphicFramePr>
          <p:cNvPr id="73732" name="Object 23"/>
          <p:cNvGraphicFramePr>
            <a:graphicFrameLocks noChangeAspect="1"/>
          </p:cNvGraphicFramePr>
          <p:nvPr/>
        </p:nvGraphicFramePr>
        <p:xfrm>
          <a:off x="6542088" y="4217988"/>
          <a:ext cx="1770062" cy="1149350"/>
        </p:xfrm>
        <a:graphic>
          <a:graphicData uri="http://schemas.openxmlformats.org/presentationml/2006/ole">
            <mc:AlternateContent xmlns:mc="http://schemas.openxmlformats.org/markup-compatibility/2006">
              <mc:Choice xmlns:v="urn:schemas-microsoft-com:vml" Requires="v">
                <p:oleObj spid="_x0000_s74053" name="VISIO" r:id="rId4" imgW="1687068" imgH="964692" progId="Visio.Drawing.6">
                  <p:embed/>
                </p:oleObj>
              </mc:Choice>
              <mc:Fallback>
                <p:oleObj name="VISIO"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088" y="4217988"/>
                        <a:ext cx="1770062"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3733" name="Line 24"/>
          <p:cNvSpPr>
            <a:spLocks noChangeShapeType="1"/>
          </p:cNvSpPr>
          <p:nvPr/>
        </p:nvSpPr>
        <p:spPr bwMode="auto">
          <a:xfrm>
            <a:off x="3735388" y="4779963"/>
            <a:ext cx="25241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4" name="Line 25"/>
          <p:cNvSpPr>
            <a:spLocks noChangeShapeType="1"/>
          </p:cNvSpPr>
          <p:nvPr/>
        </p:nvSpPr>
        <p:spPr bwMode="auto">
          <a:xfrm>
            <a:off x="7637463" y="5289550"/>
            <a:ext cx="649287"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5" name="Line 26"/>
          <p:cNvSpPr>
            <a:spLocks noChangeShapeType="1"/>
          </p:cNvSpPr>
          <p:nvPr/>
        </p:nvSpPr>
        <p:spPr bwMode="auto">
          <a:xfrm>
            <a:off x="8012113" y="501015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6" name="Line 27"/>
          <p:cNvSpPr>
            <a:spLocks noChangeShapeType="1"/>
          </p:cNvSpPr>
          <p:nvPr/>
        </p:nvSpPr>
        <p:spPr bwMode="auto">
          <a:xfrm flipV="1">
            <a:off x="8040688" y="432911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7" name="Line 28"/>
          <p:cNvSpPr>
            <a:spLocks noChangeShapeType="1"/>
          </p:cNvSpPr>
          <p:nvPr/>
        </p:nvSpPr>
        <p:spPr bwMode="auto">
          <a:xfrm flipV="1">
            <a:off x="7607300" y="370998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738" name="Group 29"/>
          <p:cNvGrpSpPr>
            <a:grpSpLocks/>
          </p:cNvGrpSpPr>
          <p:nvPr/>
        </p:nvGrpSpPr>
        <p:grpSpPr bwMode="auto">
          <a:xfrm>
            <a:off x="8399463" y="3984625"/>
            <a:ext cx="393700" cy="661988"/>
            <a:chOff x="4486" y="2730"/>
            <a:chExt cx="217" cy="339"/>
          </a:xfrm>
        </p:grpSpPr>
        <p:grpSp>
          <p:nvGrpSpPr>
            <p:cNvPr id="74014" name="Group 30"/>
            <p:cNvGrpSpPr>
              <a:grpSpLocks/>
            </p:cNvGrpSpPr>
            <p:nvPr/>
          </p:nvGrpSpPr>
          <p:grpSpPr bwMode="auto">
            <a:xfrm>
              <a:off x="4491" y="2736"/>
              <a:ext cx="212" cy="333"/>
              <a:chOff x="4491" y="2736"/>
              <a:chExt cx="212" cy="333"/>
            </a:xfrm>
          </p:grpSpPr>
          <p:sp>
            <p:nvSpPr>
              <p:cNvPr id="74025" name="Freeform 31"/>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26" name="Freeform 32"/>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27" name="Freeform 33"/>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28" name="Freeform 34"/>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29"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30"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31"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32"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33"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015" name="Group 40"/>
            <p:cNvGrpSpPr>
              <a:grpSpLocks/>
            </p:cNvGrpSpPr>
            <p:nvPr/>
          </p:nvGrpSpPr>
          <p:grpSpPr bwMode="auto">
            <a:xfrm>
              <a:off x="4486" y="2730"/>
              <a:ext cx="212" cy="333"/>
              <a:chOff x="4486" y="2730"/>
              <a:chExt cx="212" cy="333"/>
            </a:xfrm>
          </p:grpSpPr>
          <p:sp>
            <p:nvSpPr>
              <p:cNvPr id="74016" name="Freeform 41"/>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17" name="Freeform 42"/>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18" name="Freeform 43"/>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19" name="Freeform 44"/>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20"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21"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22"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23"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24"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3739" name="Group 50"/>
          <p:cNvGrpSpPr>
            <a:grpSpLocks/>
          </p:cNvGrpSpPr>
          <p:nvPr/>
        </p:nvGrpSpPr>
        <p:grpSpPr bwMode="auto">
          <a:xfrm>
            <a:off x="8399463" y="4845050"/>
            <a:ext cx="393700" cy="661988"/>
            <a:chOff x="4486" y="3170"/>
            <a:chExt cx="217" cy="339"/>
          </a:xfrm>
        </p:grpSpPr>
        <p:grpSp>
          <p:nvGrpSpPr>
            <p:cNvPr id="73994" name="Group 51"/>
            <p:cNvGrpSpPr>
              <a:grpSpLocks/>
            </p:cNvGrpSpPr>
            <p:nvPr/>
          </p:nvGrpSpPr>
          <p:grpSpPr bwMode="auto">
            <a:xfrm>
              <a:off x="4491" y="3176"/>
              <a:ext cx="212" cy="333"/>
              <a:chOff x="4491" y="3176"/>
              <a:chExt cx="212" cy="333"/>
            </a:xfrm>
          </p:grpSpPr>
          <p:sp>
            <p:nvSpPr>
              <p:cNvPr id="74005" name="Freeform 52"/>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06" name="Freeform 53"/>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07" name="Freeform 54"/>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08" name="Freeform 55"/>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09"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10"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11"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12"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13"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995" name="Group 61"/>
            <p:cNvGrpSpPr>
              <a:grpSpLocks/>
            </p:cNvGrpSpPr>
            <p:nvPr/>
          </p:nvGrpSpPr>
          <p:grpSpPr bwMode="auto">
            <a:xfrm>
              <a:off x="4486" y="3170"/>
              <a:ext cx="212" cy="332"/>
              <a:chOff x="4486" y="3170"/>
              <a:chExt cx="212" cy="332"/>
            </a:xfrm>
          </p:grpSpPr>
          <p:sp>
            <p:nvSpPr>
              <p:cNvPr id="73996" name="Freeform 62"/>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97" name="Freeform 63"/>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98" name="Freeform 64"/>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99" name="Freeform 65"/>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000"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01"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002"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03"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04"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3740" name="Group 71"/>
          <p:cNvGrpSpPr>
            <a:grpSpLocks/>
          </p:cNvGrpSpPr>
          <p:nvPr/>
        </p:nvGrpSpPr>
        <p:grpSpPr bwMode="auto">
          <a:xfrm>
            <a:off x="7989888" y="5518150"/>
            <a:ext cx="390525" cy="661988"/>
            <a:chOff x="4260" y="3515"/>
            <a:chExt cx="216" cy="339"/>
          </a:xfrm>
        </p:grpSpPr>
        <p:grpSp>
          <p:nvGrpSpPr>
            <p:cNvPr id="73974" name="Group 72"/>
            <p:cNvGrpSpPr>
              <a:grpSpLocks/>
            </p:cNvGrpSpPr>
            <p:nvPr/>
          </p:nvGrpSpPr>
          <p:grpSpPr bwMode="auto">
            <a:xfrm>
              <a:off x="4265" y="3521"/>
              <a:ext cx="211" cy="333"/>
              <a:chOff x="4265" y="3521"/>
              <a:chExt cx="211" cy="333"/>
            </a:xfrm>
          </p:grpSpPr>
          <p:sp>
            <p:nvSpPr>
              <p:cNvPr id="73985" name="Freeform 73"/>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86" name="Freeform 74"/>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87" name="Freeform 75"/>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88" name="Freeform 76"/>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89"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90"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91"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992"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993"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975" name="Group 82"/>
            <p:cNvGrpSpPr>
              <a:grpSpLocks/>
            </p:cNvGrpSpPr>
            <p:nvPr/>
          </p:nvGrpSpPr>
          <p:grpSpPr bwMode="auto">
            <a:xfrm>
              <a:off x="4260" y="3515"/>
              <a:ext cx="211" cy="332"/>
              <a:chOff x="4260" y="3515"/>
              <a:chExt cx="211" cy="332"/>
            </a:xfrm>
          </p:grpSpPr>
          <p:sp>
            <p:nvSpPr>
              <p:cNvPr id="73976" name="Freeform 83"/>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7" name="Freeform 84"/>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8" name="Freeform 85"/>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9" name="Freeform 86"/>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80"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81"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82"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983"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984"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3741" name="Rectangle 92"/>
          <p:cNvSpPr>
            <a:spLocks noChangeArrowheads="1"/>
          </p:cNvSpPr>
          <p:nvPr/>
        </p:nvSpPr>
        <p:spPr bwMode="auto">
          <a:xfrm>
            <a:off x="2109788" y="3444875"/>
            <a:ext cx="30162" cy="2598738"/>
          </a:xfrm>
          <a:prstGeom prst="rect">
            <a:avLst/>
          </a:prstGeom>
          <a:solidFill>
            <a:srgbClr val="000000"/>
          </a:solidFill>
          <a:ln w="28575">
            <a:solidFill>
              <a:srgbClr val="333399"/>
            </a:solidFill>
            <a:miter lim="800000"/>
            <a:headEnd/>
            <a:tailEnd/>
          </a:ln>
        </p:spPr>
        <p:txBody>
          <a:bodyPr/>
          <a:lstStyle/>
          <a:p>
            <a:endParaRPr lang="zh-CN" altLang="en-US"/>
          </a:p>
        </p:txBody>
      </p:sp>
      <p:sp>
        <p:nvSpPr>
          <p:cNvPr id="73742" name="Line 93"/>
          <p:cNvSpPr>
            <a:spLocks noChangeShapeType="1"/>
          </p:cNvSpPr>
          <p:nvPr/>
        </p:nvSpPr>
        <p:spPr bwMode="auto">
          <a:xfrm>
            <a:off x="1303338" y="3825875"/>
            <a:ext cx="82073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3" name="Line 94"/>
          <p:cNvSpPr>
            <a:spLocks noChangeShapeType="1"/>
          </p:cNvSpPr>
          <p:nvPr/>
        </p:nvSpPr>
        <p:spPr bwMode="auto">
          <a:xfrm>
            <a:off x="1549400" y="453548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4" name="Line 95"/>
          <p:cNvSpPr>
            <a:spLocks noChangeShapeType="1"/>
          </p:cNvSpPr>
          <p:nvPr/>
        </p:nvSpPr>
        <p:spPr bwMode="auto">
          <a:xfrm>
            <a:off x="890588" y="5037138"/>
            <a:ext cx="12334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Line 96"/>
          <p:cNvSpPr>
            <a:spLocks noChangeShapeType="1"/>
          </p:cNvSpPr>
          <p:nvPr/>
        </p:nvSpPr>
        <p:spPr bwMode="auto">
          <a:xfrm>
            <a:off x="1384300" y="565467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6" name="Line 97"/>
          <p:cNvSpPr>
            <a:spLocks noChangeShapeType="1"/>
          </p:cNvSpPr>
          <p:nvPr/>
        </p:nvSpPr>
        <p:spPr bwMode="auto">
          <a:xfrm>
            <a:off x="2124075" y="5832475"/>
            <a:ext cx="41116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Line 98"/>
          <p:cNvSpPr>
            <a:spLocks noChangeShapeType="1"/>
          </p:cNvSpPr>
          <p:nvPr/>
        </p:nvSpPr>
        <p:spPr bwMode="auto">
          <a:xfrm flipV="1">
            <a:off x="2916238" y="4868863"/>
            <a:ext cx="719137" cy="647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8" name="Line 99"/>
          <p:cNvSpPr>
            <a:spLocks noChangeShapeType="1"/>
          </p:cNvSpPr>
          <p:nvPr/>
        </p:nvSpPr>
        <p:spPr bwMode="auto">
          <a:xfrm>
            <a:off x="2124075" y="4772025"/>
            <a:ext cx="1398588"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749" name="Group 100"/>
          <p:cNvGrpSpPr>
            <a:grpSpLocks/>
          </p:cNvGrpSpPr>
          <p:nvPr/>
        </p:nvGrpSpPr>
        <p:grpSpPr bwMode="auto">
          <a:xfrm>
            <a:off x="3375025" y="4576763"/>
            <a:ext cx="560388" cy="374650"/>
            <a:chOff x="2154" y="3033"/>
            <a:chExt cx="309" cy="192"/>
          </a:xfrm>
        </p:grpSpPr>
        <p:sp>
          <p:nvSpPr>
            <p:cNvPr id="73949"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3950"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51"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52"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3953" name="Group 105"/>
            <p:cNvGrpSpPr>
              <a:grpSpLocks/>
            </p:cNvGrpSpPr>
            <p:nvPr/>
          </p:nvGrpSpPr>
          <p:grpSpPr bwMode="auto">
            <a:xfrm>
              <a:off x="2201" y="3046"/>
              <a:ext cx="214" cy="86"/>
              <a:chOff x="2201" y="3046"/>
              <a:chExt cx="214" cy="86"/>
            </a:xfrm>
          </p:grpSpPr>
          <p:grpSp>
            <p:nvGrpSpPr>
              <p:cNvPr id="73956" name="Group 106"/>
              <p:cNvGrpSpPr>
                <a:grpSpLocks/>
              </p:cNvGrpSpPr>
              <p:nvPr/>
            </p:nvGrpSpPr>
            <p:grpSpPr bwMode="auto">
              <a:xfrm>
                <a:off x="2201" y="3046"/>
                <a:ext cx="212" cy="84"/>
                <a:chOff x="2201" y="3046"/>
                <a:chExt cx="212" cy="84"/>
              </a:xfrm>
            </p:grpSpPr>
            <p:sp>
              <p:nvSpPr>
                <p:cNvPr id="73966" name="Freeform 107"/>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7" name="Freeform 108"/>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8" name="Freeform 109"/>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9" name="Freeform 110"/>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0" name="Freeform 111"/>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1" name="Freeform 112"/>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2" name="Freeform 113"/>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73" name="Freeform 114"/>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3957" name="Group 115"/>
              <p:cNvGrpSpPr>
                <a:grpSpLocks/>
              </p:cNvGrpSpPr>
              <p:nvPr/>
            </p:nvGrpSpPr>
            <p:grpSpPr bwMode="auto">
              <a:xfrm>
                <a:off x="2203" y="3048"/>
                <a:ext cx="212" cy="84"/>
                <a:chOff x="2203" y="3048"/>
                <a:chExt cx="212" cy="84"/>
              </a:xfrm>
            </p:grpSpPr>
            <p:sp>
              <p:nvSpPr>
                <p:cNvPr id="73958" name="Freeform 116"/>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59" name="Freeform 117"/>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0" name="Freeform 118"/>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1" name="Freeform 119"/>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2" name="Freeform 120"/>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3" name="Freeform 121"/>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4" name="Freeform 122"/>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65" name="Freeform 123"/>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3954"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955"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750" name="Group 126"/>
          <p:cNvGrpSpPr>
            <a:grpSpLocks/>
          </p:cNvGrpSpPr>
          <p:nvPr/>
        </p:nvGrpSpPr>
        <p:grpSpPr bwMode="auto">
          <a:xfrm>
            <a:off x="1139825" y="3363913"/>
            <a:ext cx="514350" cy="517525"/>
            <a:chOff x="921" y="2412"/>
            <a:chExt cx="284" cy="265"/>
          </a:xfrm>
        </p:grpSpPr>
        <p:grpSp>
          <p:nvGrpSpPr>
            <p:cNvPr id="73923" name="Group 127"/>
            <p:cNvGrpSpPr>
              <a:grpSpLocks/>
            </p:cNvGrpSpPr>
            <p:nvPr/>
          </p:nvGrpSpPr>
          <p:grpSpPr bwMode="auto">
            <a:xfrm>
              <a:off x="928" y="2417"/>
              <a:ext cx="277" cy="260"/>
              <a:chOff x="928" y="2417"/>
              <a:chExt cx="277" cy="260"/>
            </a:xfrm>
          </p:grpSpPr>
          <p:sp>
            <p:nvSpPr>
              <p:cNvPr id="73937" name="Freeform 12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38" name="Freeform 12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39" name="Freeform 13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40" name="Freeform 13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41"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42"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43"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44"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945" name="Group 136"/>
              <p:cNvGrpSpPr>
                <a:grpSpLocks/>
              </p:cNvGrpSpPr>
              <p:nvPr/>
            </p:nvGrpSpPr>
            <p:grpSpPr bwMode="auto">
              <a:xfrm>
                <a:off x="928" y="2639"/>
                <a:ext cx="277" cy="38"/>
                <a:chOff x="928" y="2639"/>
                <a:chExt cx="277" cy="38"/>
              </a:xfrm>
            </p:grpSpPr>
            <p:sp>
              <p:nvSpPr>
                <p:cNvPr id="73946" name="Freeform 13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47" name="Freeform 13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48"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3924" name="Group 140"/>
            <p:cNvGrpSpPr>
              <a:grpSpLocks/>
            </p:cNvGrpSpPr>
            <p:nvPr/>
          </p:nvGrpSpPr>
          <p:grpSpPr bwMode="auto">
            <a:xfrm>
              <a:off x="921" y="2412"/>
              <a:ext cx="277" cy="261"/>
              <a:chOff x="921" y="2412"/>
              <a:chExt cx="277" cy="261"/>
            </a:xfrm>
          </p:grpSpPr>
          <p:sp>
            <p:nvSpPr>
              <p:cNvPr id="73925" name="Freeform 14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26" name="Freeform 14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27" name="Freeform 14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28" name="Freeform 14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29"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30"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31"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32"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933" name="Group 149"/>
              <p:cNvGrpSpPr>
                <a:grpSpLocks/>
              </p:cNvGrpSpPr>
              <p:nvPr/>
            </p:nvGrpSpPr>
            <p:grpSpPr bwMode="auto">
              <a:xfrm>
                <a:off x="921" y="2635"/>
                <a:ext cx="277" cy="38"/>
                <a:chOff x="921" y="2635"/>
                <a:chExt cx="277" cy="38"/>
              </a:xfrm>
            </p:grpSpPr>
            <p:sp>
              <p:nvSpPr>
                <p:cNvPr id="73934" name="Freeform 15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35" name="Freeform 15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36"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3751" name="Group 153"/>
          <p:cNvGrpSpPr>
            <a:grpSpLocks/>
          </p:cNvGrpSpPr>
          <p:nvPr/>
        </p:nvGrpSpPr>
        <p:grpSpPr bwMode="auto">
          <a:xfrm>
            <a:off x="1277938" y="4073525"/>
            <a:ext cx="511175" cy="517525"/>
            <a:chOff x="997" y="2775"/>
            <a:chExt cx="282" cy="265"/>
          </a:xfrm>
        </p:grpSpPr>
        <p:grpSp>
          <p:nvGrpSpPr>
            <p:cNvPr id="73897" name="Group 154"/>
            <p:cNvGrpSpPr>
              <a:grpSpLocks/>
            </p:cNvGrpSpPr>
            <p:nvPr/>
          </p:nvGrpSpPr>
          <p:grpSpPr bwMode="auto">
            <a:xfrm>
              <a:off x="1004" y="2779"/>
              <a:ext cx="275" cy="261"/>
              <a:chOff x="1004" y="2779"/>
              <a:chExt cx="275" cy="261"/>
            </a:xfrm>
          </p:grpSpPr>
          <p:sp>
            <p:nvSpPr>
              <p:cNvPr id="73911" name="Freeform 155"/>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12" name="Freeform 156"/>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13" name="Freeform 157"/>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14" name="Freeform 158"/>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15"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16"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17"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18"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919" name="Group 163"/>
              <p:cNvGrpSpPr>
                <a:grpSpLocks/>
              </p:cNvGrpSpPr>
              <p:nvPr/>
            </p:nvGrpSpPr>
            <p:grpSpPr bwMode="auto">
              <a:xfrm>
                <a:off x="1004" y="3002"/>
                <a:ext cx="275" cy="38"/>
                <a:chOff x="1004" y="3002"/>
                <a:chExt cx="275" cy="38"/>
              </a:xfrm>
            </p:grpSpPr>
            <p:sp>
              <p:nvSpPr>
                <p:cNvPr id="73920" name="Freeform 164"/>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21" name="Freeform 165"/>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22"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3898" name="Group 167"/>
            <p:cNvGrpSpPr>
              <a:grpSpLocks/>
            </p:cNvGrpSpPr>
            <p:nvPr/>
          </p:nvGrpSpPr>
          <p:grpSpPr bwMode="auto">
            <a:xfrm>
              <a:off x="997" y="2775"/>
              <a:ext cx="275" cy="260"/>
              <a:chOff x="997" y="2775"/>
              <a:chExt cx="275" cy="260"/>
            </a:xfrm>
          </p:grpSpPr>
          <p:sp>
            <p:nvSpPr>
              <p:cNvPr id="73899" name="Freeform 168"/>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00" name="Freeform 169"/>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01" name="Freeform 170"/>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02" name="Freeform 171"/>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03"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04"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05"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906"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907" name="Group 176"/>
              <p:cNvGrpSpPr>
                <a:grpSpLocks/>
              </p:cNvGrpSpPr>
              <p:nvPr/>
            </p:nvGrpSpPr>
            <p:grpSpPr bwMode="auto">
              <a:xfrm>
                <a:off x="997" y="2997"/>
                <a:ext cx="275" cy="38"/>
                <a:chOff x="997" y="2997"/>
                <a:chExt cx="275" cy="38"/>
              </a:xfrm>
            </p:grpSpPr>
            <p:sp>
              <p:nvSpPr>
                <p:cNvPr id="73908" name="Freeform 177"/>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09" name="Freeform 178"/>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910"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3752" name="Group 180"/>
          <p:cNvGrpSpPr>
            <a:grpSpLocks/>
          </p:cNvGrpSpPr>
          <p:nvPr/>
        </p:nvGrpSpPr>
        <p:grpSpPr bwMode="auto">
          <a:xfrm>
            <a:off x="539750" y="4603750"/>
            <a:ext cx="511175" cy="517525"/>
            <a:chOff x="590" y="3047"/>
            <a:chExt cx="282" cy="265"/>
          </a:xfrm>
        </p:grpSpPr>
        <p:grpSp>
          <p:nvGrpSpPr>
            <p:cNvPr id="73871" name="Group 181"/>
            <p:cNvGrpSpPr>
              <a:grpSpLocks/>
            </p:cNvGrpSpPr>
            <p:nvPr/>
          </p:nvGrpSpPr>
          <p:grpSpPr bwMode="auto">
            <a:xfrm>
              <a:off x="596" y="3051"/>
              <a:ext cx="276" cy="261"/>
              <a:chOff x="596" y="3051"/>
              <a:chExt cx="276" cy="261"/>
            </a:xfrm>
          </p:grpSpPr>
          <p:sp>
            <p:nvSpPr>
              <p:cNvPr id="73885" name="Freeform 182"/>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86" name="Freeform 183"/>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87" name="Freeform 184"/>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88" name="Freeform 185"/>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89"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90"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91"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92"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893" name="Group 190"/>
              <p:cNvGrpSpPr>
                <a:grpSpLocks/>
              </p:cNvGrpSpPr>
              <p:nvPr/>
            </p:nvGrpSpPr>
            <p:grpSpPr bwMode="auto">
              <a:xfrm>
                <a:off x="596" y="3274"/>
                <a:ext cx="276" cy="38"/>
                <a:chOff x="596" y="3274"/>
                <a:chExt cx="276" cy="38"/>
              </a:xfrm>
            </p:grpSpPr>
            <p:sp>
              <p:nvSpPr>
                <p:cNvPr id="73894" name="Freeform 191"/>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95" name="Freeform 192"/>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96"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3872" name="Group 194"/>
            <p:cNvGrpSpPr>
              <a:grpSpLocks/>
            </p:cNvGrpSpPr>
            <p:nvPr/>
          </p:nvGrpSpPr>
          <p:grpSpPr bwMode="auto">
            <a:xfrm>
              <a:off x="590" y="3047"/>
              <a:ext cx="275" cy="260"/>
              <a:chOff x="590" y="3047"/>
              <a:chExt cx="275" cy="260"/>
            </a:xfrm>
          </p:grpSpPr>
          <p:sp>
            <p:nvSpPr>
              <p:cNvPr id="73873" name="Freeform 195"/>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4" name="Freeform 196"/>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5" name="Freeform 197"/>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6" name="Freeform 198"/>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7"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78"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79"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80"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881" name="Group 203"/>
              <p:cNvGrpSpPr>
                <a:grpSpLocks/>
              </p:cNvGrpSpPr>
              <p:nvPr/>
            </p:nvGrpSpPr>
            <p:grpSpPr bwMode="auto">
              <a:xfrm>
                <a:off x="590" y="3269"/>
                <a:ext cx="275" cy="38"/>
                <a:chOff x="590" y="3269"/>
                <a:chExt cx="275" cy="38"/>
              </a:xfrm>
            </p:grpSpPr>
            <p:sp>
              <p:nvSpPr>
                <p:cNvPr id="73882" name="Freeform 204"/>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83" name="Freeform 205"/>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84"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3753" name="Group 207"/>
          <p:cNvGrpSpPr>
            <a:grpSpLocks/>
          </p:cNvGrpSpPr>
          <p:nvPr/>
        </p:nvGrpSpPr>
        <p:grpSpPr bwMode="auto">
          <a:xfrm>
            <a:off x="1112838" y="5226050"/>
            <a:ext cx="509587" cy="517525"/>
            <a:chOff x="906" y="3365"/>
            <a:chExt cx="281" cy="265"/>
          </a:xfrm>
        </p:grpSpPr>
        <p:grpSp>
          <p:nvGrpSpPr>
            <p:cNvPr id="73845" name="Group 208"/>
            <p:cNvGrpSpPr>
              <a:grpSpLocks/>
            </p:cNvGrpSpPr>
            <p:nvPr/>
          </p:nvGrpSpPr>
          <p:grpSpPr bwMode="auto">
            <a:xfrm>
              <a:off x="912" y="3369"/>
              <a:ext cx="275" cy="261"/>
              <a:chOff x="912" y="3369"/>
              <a:chExt cx="275" cy="261"/>
            </a:xfrm>
          </p:grpSpPr>
          <p:sp>
            <p:nvSpPr>
              <p:cNvPr id="73859" name="Freeform 209"/>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0" name="Freeform 210"/>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1" name="Freeform 211"/>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2" name="Freeform 212"/>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3"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64"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65"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66"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867" name="Group 217"/>
              <p:cNvGrpSpPr>
                <a:grpSpLocks/>
              </p:cNvGrpSpPr>
              <p:nvPr/>
            </p:nvGrpSpPr>
            <p:grpSpPr bwMode="auto">
              <a:xfrm>
                <a:off x="912" y="3592"/>
                <a:ext cx="275" cy="38"/>
                <a:chOff x="912" y="3592"/>
                <a:chExt cx="275" cy="38"/>
              </a:xfrm>
            </p:grpSpPr>
            <p:sp>
              <p:nvSpPr>
                <p:cNvPr id="73868" name="Freeform 218"/>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69" name="Freeform 219"/>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70"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73846" name="Group 221"/>
            <p:cNvGrpSpPr>
              <a:grpSpLocks/>
            </p:cNvGrpSpPr>
            <p:nvPr/>
          </p:nvGrpSpPr>
          <p:grpSpPr bwMode="auto">
            <a:xfrm>
              <a:off x="906" y="3365"/>
              <a:ext cx="275" cy="261"/>
              <a:chOff x="906" y="3365"/>
              <a:chExt cx="275" cy="261"/>
            </a:xfrm>
          </p:grpSpPr>
          <p:sp>
            <p:nvSpPr>
              <p:cNvPr id="73847" name="Freeform 222"/>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48" name="Freeform 223"/>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49" name="Freeform 224"/>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50" name="Freeform 225"/>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51"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52"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53"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54"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855" name="Group 230"/>
              <p:cNvGrpSpPr>
                <a:grpSpLocks/>
              </p:cNvGrpSpPr>
              <p:nvPr/>
            </p:nvGrpSpPr>
            <p:grpSpPr bwMode="auto">
              <a:xfrm>
                <a:off x="906" y="3587"/>
                <a:ext cx="275" cy="39"/>
                <a:chOff x="906" y="3587"/>
                <a:chExt cx="275" cy="39"/>
              </a:xfrm>
            </p:grpSpPr>
            <p:sp>
              <p:nvSpPr>
                <p:cNvPr id="73856" name="Freeform 231"/>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57" name="Freeform 232"/>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58"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grpSp>
        <p:nvGrpSpPr>
          <p:cNvPr id="73754" name="Group 234"/>
          <p:cNvGrpSpPr>
            <a:grpSpLocks/>
          </p:cNvGrpSpPr>
          <p:nvPr/>
        </p:nvGrpSpPr>
        <p:grpSpPr bwMode="auto">
          <a:xfrm>
            <a:off x="2603500" y="5346700"/>
            <a:ext cx="444500" cy="839788"/>
            <a:chOff x="1660" y="3427"/>
            <a:chExt cx="217" cy="339"/>
          </a:xfrm>
        </p:grpSpPr>
        <p:grpSp>
          <p:nvGrpSpPr>
            <p:cNvPr id="73825" name="Group 235"/>
            <p:cNvGrpSpPr>
              <a:grpSpLocks/>
            </p:cNvGrpSpPr>
            <p:nvPr/>
          </p:nvGrpSpPr>
          <p:grpSpPr bwMode="auto">
            <a:xfrm>
              <a:off x="1665" y="3433"/>
              <a:ext cx="212" cy="333"/>
              <a:chOff x="1665" y="3433"/>
              <a:chExt cx="212" cy="333"/>
            </a:xfrm>
          </p:grpSpPr>
          <p:sp>
            <p:nvSpPr>
              <p:cNvPr id="73836" name="Freeform 236"/>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37" name="Freeform 237"/>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38" name="Freeform 238"/>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39" name="Freeform 239"/>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40"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41"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42"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43"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44"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826" name="Group 245"/>
            <p:cNvGrpSpPr>
              <a:grpSpLocks/>
            </p:cNvGrpSpPr>
            <p:nvPr/>
          </p:nvGrpSpPr>
          <p:grpSpPr bwMode="auto">
            <a:xfrm>
              <a:off x="1660" y="3427"/>
              <a:ext cx="212" cy="333"/>
              <a:chOff x="1660" y="3427"/>
              <a:chExt cx="212" cy="333"/>
            </a:xfrm>
          </p:grpSpPr>
          <p:sp>
            <p:nvSpPr>
              <p:cNvPr id="73827" name="Freeform 246"/>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28" name="Freeform 247"/>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29" name="Freeform 248"/>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30" name="Freeform 249"/>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31"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32"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33"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34"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35"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3755" name="Rectangle 255"/>
          <p:cNvSpPr>
            <a:spLocks noChangeArrowheads="1"/>
          </p:cNvSpPr>
          <p:nvPr/>
        </p:nvSpPr>
        <p:spPr bwMode="auto">
          <a:xfrm>
            <a:off x="2370138" y="379888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56" name="Rectangle 256"/>
          <p:cNvSpPr>
            <a:spLocks noChangeArrowheads="1"/>
          </p:cNvSpPr>
          <p:nvPr/>
        </p:nvSpPr>
        <p:spPr bwMode="auto">
          <a:xfrm>
            <a:off x="2470150" y="393858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校园网</a:t>
            </a:r>
          </a:p>
        </p:txBody>
      </p:sp>
      <p:sp>
        <p:nvSpPr>
          <p:cNvPr id="73757" name="Rectangle 257"/>
          <p:cNvSpPr>
            <a:spLocks noChangeArrowheads="1"/>
          </p:cNvSpPr>
          <p:nvPr/>
        </p:nvSpPr>
        <p:spPr bwMode="auto">
          <a:xfrm>
            <a:off x="3192463" y="5832475"/>
            <a:ext cx="10747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58" name="Rectangle 258"/>
          <p:cNvSpPr>
            <a:spLocks noChangeArrowheads="1"/>
          </p:cNvSpPr>
          <p:nvPr/>
        </p:nvSpPr>
        <p:spPr bwMode="auto">
          <a:xfrm>
            <a:off x="3527425" y="5949950"/>
            <a:ext cx="203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kumimoji="1" lang="zh-CN" altLang="en-US" sz="2000">
                <a:solidFill>
                  <a:srgbClr val="333399"/>
                </a:solidFill>
                <a:latin typeface="Arial" pitchFamily="34" charset="0"/>
                <a:ea typeface="黑体" pitchFamily="49" charset="-122"/>
              </a:rPr>
              <a:t>校园网的高速缓存</a:t>
            </a:r>
          </a:p>
          <a:p>
            <a:pPr algn="ctr"/>
            <a:r>
              <a:rPr kumimoji="1" lang="zh-CN" altLang="en-US" sz="2000">
                <a:solidFill>
                  <a:srgbClr val="333399"/>
                </a:solidFill>
                <a:latin typeface="Arial" pitchFamily="34" charset="0"/>
                <a:ea typeface="黑体" pitchFamily="49" charset="-122"/>
              </a:rPr>
              <a:t>（代理服务器）</a:t>
            </a:r>
          </a:p>
        </p:txBody>
      </p:sp>
      <p:grpSp>
        <p:nvGrpSpPr>
          <p:cNvPr id="73759" name="Group 259"/>
          <p:cNvGrpSpPr>
            <a:grpSpLocks/>
          </p:cNvGrpSpPr>
          <p:nvPr/>
        </p:nvGrpSpPr>
        <p:grpSpPr bwMode="auto">
          <a:xfrm>
            <a:off x="8070850" y="3213100"/>
            <a:ext cx="392113" cy="661988"/>
            <a:chOff x="4305" y="2335"/>
            <a:chExt cx="216" cy="339"/>
          </a:xfrm>
        </p:grpSpPr>
        <p:grpSp>
          <p:nvGrpSpPr>
            <p:cNvPr id="73805" name="Group 260"/>
            <p:cNvGrpSpPr>
              <a:grpSpLocks/>
            </p:cNvGrpSpPr>
            <p:nvPr/>
          </p:nvGrpSpPr>
          <p:grpSpPr bwMode="auto">
            <a:xfrm>
              <a:off x="4310" y="2341"/>
              <a:ext cx="211" cy="333"/>
              <a:chOff x="4310" y="2341"/>
              <a:chExt cx="211" cy="333"/>
            </a:xfrm>
          </p:grpSpPr>
          <p:sp>
            <p:nvSpPr>
              <p:cNvPr id="73816" name="Freeform 261"/>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17" name="Freeform 262"/>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18" name="Freeform 263"/>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19" name="Freeform 264"/>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20"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21"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22"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23"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24"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806" name="Group 270"/>
            <p:cNvGrpSpPr>
              <a:grpSpLocks/>
            </p:cNvGrpSpPr>
            <p:nvPr/>
          </p:nvGrpSpPr>
          <p:grpSpPr bwMode="auto">
            <a:xfrm>
              <a:off x="4305" y="2335"/>
              <a:ext cx="211" cy="332"/>
              <a:chOff x="4305" y="2335"/>
              <a:chExt cx="211" cy="332"/>
            </a:xfrm>
          </p:grpSpPr>
          <p:sp>
            <p:nvSpPr>
              <p:cNvPr id="73807" name="Freeform 271"/>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08" name="Freeform 272"/>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09" name="Freeform 273"/>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10" name="Freeform 274"/>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11"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12"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813"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14"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15"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3760" name="Rectangle 280"/>
          <p:cNvSpPr>
            <a:spLocks noChangeArrowheads="1"/>
          </p:cNvSpPr>
          <p:nvPr/>
        </p:nvSpPr>
        <p:spPr bwMode="auto">
          <a:xfrm>
            <a:off x="6781800" y="3373438"/>
            <a:ext cx="1268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源点服务器</a:t>
            </a:r>
          </a:p>
        </p:txBody>
      </p:sp>
      <p:sp>
        <p:nvSpPr>
          <p:cNvPr id="73761" name="Rectangle 281"/>
          <p:cNvSpPr>
            <a:spLocks noChangeArrowheads="1"/>
          </p:cNvSpPr>
          <p:nvPr/>
        </p:nvSpPr>
        <p:spPr bwMode="auto">
          <a:xfrm>
            <a:off x="4178300" y="4381500"/>
            <a:ext cx="8175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2" name="Rectangle 282"/>
          <p:cNvSpPr>
            <a:spLocks noChangeArrowheads="1"/>
          </p:cNvSpPr>
          <p:nvPr/>
        </p:nvSpPr>
        <p:spPr bwMode="auto">
          <a:xfrm>
            <a:off x="4643438" y="444817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2 Mb/s</a:t>
            </a:r>
          </a:p>
        </p:txBody>
      </p:sp>
      <p:grpSp>
        <p:nvGrpSpPr>
          <p:cNvPr id="73763" name="Group 283"/>
          <p:cNvGrpSpPr>
            <a:grpSpLocks/>
          </p:cNvGrpSpPr>
          <p:nvPr/>
        </p:nvGrpSpPr>
        <p:grpSpPr bwMode="auto">
          <a:xfrm>
            <a:off x="2863850" y="5832475"/>
            <a:ext cx="522288" cy="260350"/>
            <a:chOff x="1872" y="3676"/>
            <a:chExt cx="227" cy="136"/>
          </a:xfrm>
        </p:grpSpPr>
        <p:sp>
          <p:nvSpPr>
            <p:cNvPr id="73803"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04" name="Freeform 285"/>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73764" name="Group 286"/>
          <p:cNvGrpSpPr>
            <a:grpSpLocks/>
          </p:cNvGrpSpPr>
          <p:nvPr/>
        </p:nvGrpSpPr>
        <p:grpSpPr bwMode="auto">
          <a:xfrm>
            <a:off x="6070600" y="4576763"/>
            <a:ext cx="560388" cy="374650"/>
            <a:chOff x="3202" y="3033"/>
            <a:chExt cx="309" cy="192"/>
          </a:xfrm>
        </p:grpSpPr>
        <p:sp>
          <p:nvSpPr>
            <p:cNvPr id="73778"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a:p>
          </p:txBody>
        </p:sp>
        <p:sp>
          <p:nvSpPr>
            <p:cNvPr id="73779"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80"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81"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a:p>
          </p:txBody>
        </p:sp>
        <p:grpSp>
          <p:nvGrpSpPr>
            <p:cNvPr id="73782" name="Group 291"/>
            <p:cNvGrpSpPr>
              <a:grpSpLocks/>
            </p:cNvGrpSpPr>
            <p:nvPr/>
          </p:nvGrpSpPr>
          <p:grpSpPr bwMode="auto">
            <a:xfrm>
              <a:off x="3249" y="3046"/>
              <a:ext cx="214" cy="86"/>
              <a:chOff x="3249" y="3046"/>
              <a:chExt cx="214" cy="86"/>
            </a:xfrm>
          </p:grpSpPr>
          <p:grpSp>
            <p:nvGrpSpPr>
              <p:cNvPr id="73785" name="Group 292"/>
              <p:cNvGrpSpPr>
                <a:grpSpLocks/>
              </p:cNvGrpSpPr>
              <p:nvPr/>
            </p:nvGrpSpPr>
            <p:grpSpPr bwMode="auto">
              <a:xfrm>
                <a:off x="3249" y="3046"/>
                <a:ext cx="212" cy="84"/>
                <a:chOff x="3249" y="3046"/>
                <a:chExt cx="212" cy="84"/>
              </a:xfrm>
            </p:grpSpPr>
            <p:sp>
              <p:nvSpPr>
                <p:cNvPr id="73795" name="Freeform 293"/>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6" name="Freeform 294"/>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7" name="Freeform 295"/>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8" name="Freeform 296"/>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9" name="Freeform 297"/>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00" name="Freeform 298"/>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01" name="Freeform 299"/>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802" name="Freeform 300"/>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3786" name="Group 301"/>
              <p:cNvGrpSpPr>
                <a:grpSpLocks/>
              </p:cNvGrpSpPr>
              <p:nvPr/>
            </p:nvGrpSpPr>
            <p:grpSpPr bwMode="auto">
              <a:xfrm>
                <a:off x="3251" y="3048"/>
                <a:ext cx="212" cy="84"/>
                <a:chOff x="3251" y="3048"/>
                <a:chExt cx="212" cy="84"/>
              </a:xfrm>
            </p:grpSpPr>
            <p:sp>
              <p:nvSpPr>
                <p:cNvPr id="73787" name="Freeform 302"/>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88" name="Freeform 303"/>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89" name="Freeform 304"/>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0" name="Freeform 305"/>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1" name="Freeform 306"/>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2" name="Freeform 307"/>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3" name="Freeform 308"/>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94" name="Freeform 309"/>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73783"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84"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3765" name="Rectangle 312"/>
          <p:cNvSpPr>
            <a:spLocks noChangeArrowheads="1"/>
          </p:cNvSpPr>
          <p:nvPr/>
        </p:nvSpPr>
        <p:spPr bwMode="auto">
          <a:xfrm>
            <a:off x="6642100" y="4152900"/>
            <a:ext cx="8556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6" name="Rectangle 313"/>
          <p:cNvSpPr>
            <a:spLocks noChangeArrowheads="1"/>
          </p:cNvSpPr>
          <p:nvPr/>
        </p:nvSpPr>
        <p:spPr bwMode="auto">
          <a:xfrm>
            <a:off x="6978650" y="463708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因特网</a:t>
            </a:r>
          </a:p>
        </p:txBody>
      </p:sp>
      <p:sp>
        <p:nvSpPr>
          <p:cNvPr id="73767" name="Rectangle 314"/>
          <p:cNvSpPr>
            <a:spLocks noChangeArrowheads="1"/>
          </p:cNvSpPr>
          <p:nvPr/>
        </p:nvSpPr>
        <p:spPr bwMode="auto">
          <a:xfrm>
            <a:off x="3686175" y="424021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8" name="Rectangle 315"/>
          <p:cNvSpPr>
            <a:spLocks noChangeArrowheads="1"/>
          </p:cNvSpPr>
          <p:nvPr/>
        </p:nvSpPr>
        <p:spPr bwMode="auto">
          <a:xfrm>
            <a:off x="2863850" y="4948238"/>
            <a:ext cx="417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69" name="Rectangle 317"/>
          <p:cNvSpPr>
            <a:spLocks noChangeArrowheads="1"/>
          </p:cNvSpPr>
          <p:nvPr/>
        </p:nvSpPr>
        <p:spPr bwMode="auto">
          <a:xfrm>
            <a:off x="1708150" y="459422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70" name="Rectangle 319"/>
          <p:cNvSpPr>
            <a:spLocks noChangeArrowheads="1"/>
          </p:cNvSpPr>
          <p:nvPr/>
        </p:nvSpPr>
        <p:spPr bwMode="auto">
          <a:xfrm>
            <a:off x="427038" y="42545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000">
                <a:solidFill>
                  <a:srgbClr val="333399"/>
                </a:solidFill>
                <a:latin typeface="Arial" pitchFamily="34" charset="0"/>
                <a:ea typeface="黑体" pitchFamily="49" charset="-122"/>
              </a:rPr>
              <a:t>浏览器</a:t>
            </a:r>
          </a:p>
        </p:txBody>
      </p:sp>
      <p:sp>
        <p:nvSpPr>
          <p:cNvPr id="73771" name="Rectangle 320"/>
          <p:cNvSpPr>
            <a:spLocks noChangeArrowheads="1"/>
          </p:cNvSpPr>
          <p:nvPr/>
        </p:nvSpPr>
        <p:spPr bwMode="auto">
          <a:xfrm>
            <a:off x="3732213" y="42687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1</a:t>
            </a:r>
          </a:p>
        </p:txBody>
      </p:sp>
      <p:sp>
        <p:nvSpPr>
          <p:cNvPr id="73772" name="Rectangle 321"/>
          <p:cNvSpPr>
            <a:spLocks noChangeArrowheads="1"/>
          </p:cNvSpPr>
          <p:nvPr/>
        </p:nvSpPr>
        <p:spPr bwMode="auto">
          <a:xfrm>
            <a:off x="5895975" y="429418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000">
                <a:solidFill>
                  <a:srgbClr val="333399"/>
                </a:solidFill>
                <a:latin typeface="Arial" pitchFamily="34" charset="0"/>
                <a:ea typeface="黑体" pitchFamily="49" charset="-122"/>
              </a:rPr>
              <a:t>R</a:t>
            </a:r>
            <a:r>
              <a:rPr kumimoji="1" lang="en-US" altLang="zh-CN" sz="2000" baseline="-25000">
                <a:solidFill>
                  <a:srgbClr val="333399"/>
                </a:solidFill>
                <a:latin typeface="Arial" pitchFamily="34" charset="0"/>
                <a:ea typeface="黑体" pitchFamily="49" charset="-122"/>
              </a:rPr>
              <a:t>2</a:t>
            </a:r>
          </a:p>
        </p:txBody>
      </p:sp>
      <p:sp>
        <p:nvSpPr>
          <p:cNvPr id="647490" name="Freeform 322"/>
          <p:cNvSpPr>
            <a:spLocks/>
          </p:cNvSpPr>
          <p:nvPr/>
        </p:nvSpPr>
        <p:spPr bwMode="auto">
          <a:xfrm>
            <a:off x="1695450" y="4557713"/>
            <a:ext cx="914400" cy="1023937"/>
          </a:xfrm>
          <a:custGeom>
            <a:avLst/>
            <a:gdLst>
              <a:gd name="T0" fmla="*/ 0 w 504"/>
              <a:gd name="T1" fmla="*/ 0 h 524"/>
              <a:gd name="T2" fmla="*/ 1658982857 w 504"/>
              <a:gd name="T3" fmla="*/ 2000853015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494" name="Freeform 326"/>
          <p:cNvSpPr>
            <a:spLocks/>
          </p:cNvSpPr>
          <p:nvPr/>
        </p:nvSpPr>
        <p:spPr bwMode="auto">
          <a:xfrm>
            <a:off x="990600" y="4913313"/>
            <a:ext cx="1663700" cy="871537"/>
          </a:xfrm>
          <a:custGeom>
            <a:avLst/>
            <a:gdLst>
              <a:gd name="T0" fmla="*/ 0 w 917"/>
              <a:gd name="T1" fmla="*/ 0 h 446"/>
              <a:gd name="T2" fmla="*/ 2147483647 w 917"/>
              <a:gd name="T3" fmla="*/ 170308686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495" name="Freeform 327"/>
          <p:cNvSpPr>
            <a:spLocks/>
          </p:cNvSpPr>
          <p:nvPr/>
        </p:nvSpPr>
        <p:spPr bwMode="auto">
          <a:xfrm>
            <a:off x="1554163" y="5565775"/>
            <a:ext cx="1066800" cy="366713"/>
          </a:xfrm>
          <a:custGeom>
            <a:avLst/>
            <a:gdLst>
              <a:gd name="T0" fmla="*/ 0 w 588"/>
              <a:gd name="T1" fmla="*/ 0 h 188"/>
              <a:gd name="T2" fmla="*/ 1935480000 w 588"/>
              <a:gd name="T3" fmla="*/ 715310768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496" name="Freeform 328"/>
          <p:cNvSpPr>
            <a:spLocks/>
          </p:cNvSpPr>
          <p:nvPr/>
        </p:nvSpPr>
        <p:spPr bwMode="auto">
          <a:xfrm>
            <a:off x="1565275" y="3671888"/>
            <a:ext cx="1125538" cy="1776412"/>
          </a:xfrm>
          <a:custGeom>
            <a:avLst/>
            <a:gdLst>
              <a:gd name="T0" fmla="*/ 0 w 620"/>
              <a:gd name="T1" fmla="*/ 0 h 909"/>
              <a:gd name="T2" fmla="*/ 2043283531 w 620"/>
              <a:gd name="T3" fmla="*/ 2147483647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7" name="Text Box 334"/>
          <p:cNvSpPr txBox="1">
            <a:spLocks noChangeArrowheads="1"/>
          </p:cNvSpPr>
          <p:nvPr/>
        </p:nvSpPr>
        <p:spPr bwMode="auto">
          <a:xfrm>
            <a:off x="468313" y="1341438"/>
            <a:ext cx="8228012"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(5) </a:t>
            </a:r>
            <a:r>
              <a:rPr lang="zh-CN" altLang="en-US" sz="2800">
                <a:solidFill>
                  <a:srgbClr val="333399"/>
                </a:solidFill>
                <a:latin typeface="Arial" pitchFamily="34" charset="0"/>
                <a:ea typeface="黑体" pitchFamily="49" charset="-122"/>
              </a:rPr>
              <a:t>高速缓存收到此对象后，先复制在其本地存储器中（为今后使用），然后再将该对象放在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Arial" pitchFamily="34" charset="0"/>
                <a:ea typeface="黑体" pitchFamily="49" charset="-122"/>
              </a:rPr>
              <a:t>响应报文中，通过已建立的 </a:t>
            </a:r>
            <a:r>
              <a:rPr lang="en-US" altLang="zh-CN" sz="2800">
                <a:solidFill>
                  <a:srgbClr val="333399"/>
                </a:solidFill>
                <a:latin typeface="Arial" pitchFamily="34" charset="0"/>
                <a:ea typeface="黑体" pitchFamily="49" charset="-122"/>
              </a:rPr>
              <a:t>TCP </a:t>
            </a:r>
            <a:r>
              <a:rPr lang="zh-CN" altLang="en-US" sz="2800">
                <a:solidFill>
                  <a:srgbClr val="333399"/>
                </a:solidFill>
                <a:latin typeface="Arial" pitchFamily="34" charset="0"/>
                <a:ea typeface="黑体" pitchFamily="49" charset="-122"/>
              </a:rPr>
              <a:t>连接，返回给请求该对象的浏览器。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nodeType="afterGroup">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nodeType="afterGroup">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nodeType="afterGroup">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490" grpId="0" animBg="1"/>
      <p:bldP spid="647494" grpId="0" animBg="1"/>
      <p:bldP spid="647495" grpId="0" animBg="1"/>
      <p:bldP spid="64749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6"/>
          <p:cNvSpPr>
            <a:spLocks noGrp="1" noChangeArrowheads="1"/>
          </p:cNvSpPr>
          <p:nvPr>
            <p:ph type="title"/>
          </p:nvPr>
        </p:nvSpPr>
        <p:spPr>
          <a:xfrm>
            <a:off x="1150938" y="214313"/>
            <a:ext cx="6300787" cy="1462087"/>
          </a:xfrm>
        </p:spPr>
        <p:txBody>
          <a:bodyPr/>
          <a:lstStyle/>
          <a:p>
            <a:pPr algn="ctr" eaLnBrk="1" hangingPunct="1"/>
            <a:r>
              <a:rPr lang="en-US" altLang="zh-CN" smtClean="0"/>
              <a:t>3.  HTTP </a:t>
            </a:r>
            <a:r>
              <a:rPr lang="zh-CN" altLang="en-US" smtClean="0"/>
              <a:t>的报文结构 </a:t>
            </a:r>
          </a:p>
        </p:txBody>
      </p:sp>
      <p:sp>
        <p:nvSpPr>
          <p:cNvPr id="74755" name="Rectangle 37"/>
          <p:cNvSpPr>
            <a:spLocks noGrp="1" noChangeArrowheads="1"/>
          </p:cNvSpPr>
          <p:nvPr>
            <p:ph type="body" idx="1"/>
          </p:nvPr>
        </p:nvSpPr>
        <p:spPr>
          <a:xfrm>
            <a:off x="1042988" y="1978025"/>
            <a:ext cx="7772400" cy="4114800"/>
          </a:xfrm>
        </p:spPr>
        <p:txBody>
          <a:bodyPr/>
          <a:lstStyle/>
          <a:p>
            <a:pPr eaLnBrk="1" hangingPunct="1">
              <a:buFont typeface="Wingdings" pitchFamily="2" charset="2"/>
              <a:buNone/>
            </a:pPr>
            <a:r>
              <a:rPr lang="en-US" altLang="zh-CN" sz="2800" smtClean="0"/>
              <a:t>HTTP </a:t>
            </a:r>
            <a:r>
              <a:rPr lang="zh-CN" altLang="en-US" sz="2800" smtClean="0"/>
              <a:t>有两类报文：</a:t>
            </a:r>
          </a:p>
          <a:p>
            <a:pPr eaLnBrk="1" hangingPunct="1"/>
            <a:r>
              <a:rPr lang="zh-CN" altLang="en-US" sz="2800" smtClean="0"/>
              <a:t>请求报文</a:t>
            </a:r>
            <a:r>
              <a:rPr lang="en-US" altLang="zh-CN" sz="2800" smtClean="0"/>
              <a:t>——</a:t>
            </a:r>
            <a:r>
              <a:rPr lang="zh-CN" altLang="en-US" sz="2800" smtClean="0"/>
              <a:t>从客户向服务器发送请求报文。</a:t>
            </a:r>
          </a:p>
          <a:p>
            <a:pPr eaLnBrk="1" hangingPunct="1"/>
            <a:r>
              <a:rPr lang="zh-CN" altLang="en-US" sz="2800" smtClean="0"/>
              <a:t>响应报文</a:t>
            </a:r>
            <a:r>
              <a:rPr lang="en-US" altLang="zh-CN" sz="2800" smtClean="0"/>
              <a:t>——</a:t>
            </a:r>
            <a:r>
              <a:rPr lang="zh-CN" altLang="en-US" sz="2800" smtClean="0"/>
              <a:t>从服务器到客户的回答。</a:t>
            </a:r>
          </a:p>
          <a:p>
            <a:pPr eaLnBrk="1" hangingPunct="1"/>
            <a:r>
              <a:rPr lang="zh-CN" altLang="en-US" sz="2800" smtClean="0"/>
              <a:t>由于 </a:t>
            </a:r>
            <a:r>
              <a:rPr lang="en-US" altLang="zh-CN" sz="2800" smtClean="0"/>
              <a:t>HTTP </a:t>
            </a:r>
            <a:r>
              <a:rPr lang="zh-CN" altLang="en-US" sz="2800" smtClean="0"/>
              <a:t>是面向正文的</a:t>
            </a:r>
            <a:r>
              <a:rPr lang="en-US" altLang="zh-CN" sz="2800" smtClean="0"/>
              <a:t>(text-oriented)</a:t>
            </a:r>
            <a:r>
              <a:rPr lang="zh-CN" altLang="en-US" sz="2800" smtClean="0"/>
              <a:t>，因此在报文中的每一个字段都是一些 </a:t>
            </a:r>
            <a:r>
              <a:rPr lang="en-US" altLang="zh-CN" sz="2800" smtClean="0"/>
              <a:t>ASCII </a:t>
            </a:r>
            <a:r>
              <a:rPr lang="zh-CN" altLang="en-US" sz="2800" smtClean="0"/>
              <a:t>码串，因而每个字段的长度都是不确定的。</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51"/>
          <p:cNvSpPr>
            <a:spLocks noChangeArrowheads="1"/>
          </p:cNvSpPr>
          <p:nvPr/>
        </p:nvSpPr>
        <p:spPr bwMode="auto">
          <a:xfrm>
            <a:off x="1884363" y="2935288"/>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79" name="Rectangle 43"/>
          <p:cNvSpPr>
            <a:spLocks noChangeArrowheads="1"/>
          </p:cNvSpPr>
          <p:nvPr/>
        </p:nvSpPr>
        <p:spPr bwMode="auto">
          <a:xfrm>
            <a:off x="1884363" y="2119313"/>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0" name="Rectangle 34"/>
          <p:cNvSpPr>
            <a:spLocks noChangeArrowheads="1"/>
          </p:cNvSpPr>
          <p:nvPr/>
        </p:nvSpPr>
        <p:spPr bwMode="auto">
          <a:xfrm>
            <a:off x="1884363" y="1712913"/>
            <a:ext cx="4802187"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1" name="Rectangle 2"/>
          <p:cNvSpPr>
            <a:spLocks noGrp="1" noChangeArrowheads="1"/>
          </p:cNvSpPr>
          <p:nvPr>
            <p:ph type="title"/>
          </p:nvPr>
        </p:nvSpPr>
        <p:spPr>
          <a:xfrm>
            <a:off x="1042988" y="188913"/>
            <a:ext cx="7793037" cy="839787"/>
          </a:xfrm>
        </p:spPr>
        <p:txBody>
          <a:bodyPr/>
          <a:lstStyle/>
          <a:p>
            <a:pPr algn="ctr" eaLnBrk="1" hangingPunct="1"/>
            <a:r>
              <a:rPr lang="en-US" altLang="zh-CN" sz="4000" smtClean="0"/>
              <a:t>HTTP </a:t>
            </a:r>
            <a:r>
              <a:rPr lang="zh-CN" altLang="en-US" sz="4000" smtClean="0"/>
              <a:t>的报文结构（请求报文） </a:t>
            </a:r>
          </a:p>
        </p:txBody>
      </p:sp>
      <p:sp>
        <p:nvSpPr>
          <p:cNvPr id="75782" name="Rectangle 23"/>
          <p:cNvSpPr>
            <a:spLocks noChangeArrowheads="1"/>
          </p:cNvSpPr>
          <p:nvPr/>
        </p:nvSpPr>
        <p:spPr bwMode="auto">
          <a:xfrm>
            <a:off x="4133850" y="2944813"/>
            <a:ext cx="887413"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3" name="Rectangle 24"/>
          <p:cNvSpPr>
            <a:spLocks noChangeArrowheads="1"/>
          </p:cNvSpPr>
          <p:nvPr/>
        </p:nvSpPr>
        <p:spPr bwMode="auto">
          <a:xfrm>
            <a:off x="1890713" y="3362325"/>
            <a:ext cx="909637"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4" name="Rectangle 25"/>
          <p:cNvSpPr>
            <a:spLocks noChangeArrowheads="1"/>
          </p:cNvSpPr>
          <p:nvPr/>
        </p:nvSpPr>
        <p:spPr bwMode="auto">
          <a:xfrm>
            <a:off x="4133850" y="2128838"/>
            <a:ext cx="887413"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5" name="Rectangle 26"/>
          <p:cNvSpPr>
            <a:spLocks noChangeArrowheads="1"/>
          </p:cNvSpPr>
          <p:nvPr/>
        </p:nvSpPr>
        <p:spPr bwMode="auto">
          <a:xfrm>
            <a:off x="3578225" y="2944813"/>
            <a:ext cx="120650"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6" name="Rectangle 27"/>
          <p:cNvSpPr>
            <a:spLocks noChangeArrowheads="1"/>
          </p:cNvSpPr>
          <p:nvPr/>
        </p:nvSpPr>
        <p:spPr bwMode="auto">
          <a:xfrm>
            <a:off x="3578225" y="2128838"/>
            <a:ext cx="11112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7" name="Line 28"/>
          <p:cNvSpPr>
            <a:spLocks noChangeShapeType="1"/>
          </p:cNvSpPr>
          <p:nvPr/>
        </p:nvSpPr>
        <p:spPr bwMode="auto">
          <a:xfrm>
            <a:off x="3440113"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8" name="Line 29"/>
          <p:cNvSpPr>
            <a:spLocks noChangeShapeType="1"/>
          </p:cNvSpPr>
          <p:nvPr/>
        </p:nvSpPr>
        <p:spPr bwMode="auto">
          <a:xfrm>
            <a:off x="41338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9" name="Line 30"/>
          <p:cNvSpPr>
            <a:spLocks noChangeShapeType="1"/>
          </p:cNvSpPr>
          <p:nvPr/>
        </p:nvSpPr>
        <p:spPr bwMode="auto">
          <a:xfrm>
            <a:off x="3578225"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0" name="Rectangle 31"/>
          <p:cNvSpPr>
            <a:spLocks noChangeArrowheads="1"/>
          </p:cNvSpPr>
          <p:nvPr/>
        </p:nvSpPr>
        <p:spPr bwMode="auto">
          <a:xfrm>
            <a:off x="5770563" y="1722438"/>
            <a:ext cx="915987"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1" name="Rectangle 32"/>
          <p:cNvSpPr>
            <a:spLocks noChangeArrowheads="1"/>
          </p:cNvSpPr>
          <p:nvPr/>
        </p:nvSpPr>
        <p:spPr bwMode="auto">
          <a:xfrm>
            <a:off x="4438650"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2" name="Rectangle 33"/>
          <p:cNvSpPr>
            <a:spLocks noChangeArrowheads="1"/>
          </p:cNvSpPr>
          <p:nvPr/>
        </p:nvSpPr>
        <p:spPr bwMode="auto">
          <a:xfrm>
            <a:off x="3106738"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3" name="Text Box 35"/>
          <p:cNvSpPr txBox="1">
            <a:spLocks noChangeArrowheads="1"/>
          </p:cNvSpPr>
          <p:nvPr/>
        </p:nvSpPr>
        <p:spPr bwMode="auto">
          <a:xfrm>
            <a:off x="2055813" y="1701800"/>
            <a:ext cx="90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方   法</a:t>
            </a:r>
          </a:p>
        </p:txBody>
      </p:sp>
      <p:sp>
        <p:nvSpPr>
          <p:cNvPr id="75794" name="Line 36"/>
          <p:cNvSpPr>
            <a:spLocks noChangeShapeType="1"/>
          </p:cNvSpPr>
          <p:nvPr/>
        </p:nvSpPr>
        <p:spPr bwMode="auto">
          <a:xfrm>
            <a:off x="3106738"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5" name="Line 37"/>
          <p:cNvSpPr>
            <a:spLocks noChangeShapeType="1"/>
          </p:cNvSpPr>
          <p:nvPr/>
        </p:nvSpPr>
        <p:spPr bwMode="auto">
          <a:xfrm>
            <a:off x="32178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6" name="Line 38"/>
          <p:cNvSpPr>
            <a:spLocks noChangeShapeType="1"/>
          </p:cNvSpPr>
          <p:nvPr/>
        </p:nvSpPr>
        <p:spPr bwMode="auto">
          <a:xfrm>
            <a:off x="4438650"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7" name="Line 39"/>
          <p:cNvSpPr>
            <a:spLocks noChangeShapeType="1"/>
          </p:cNvSpPr>
          <p:nvPr/>
        </p:nvSpPr>
        <p:spPr bwMode="auto">
          <a:xfrm>
            <a:off x="4549775"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8" name="Line 40"/>
          <p:cNvSpPr>
            <a:spLocks noChangeShapeType="1"/>
          </p:cNvSpPr>
          <p:nvPr/>
        </p:nvSpPr>
        <p:spPr bwMode="auto">
          <a:xfrm>
            <a:off x="57705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9" name="Text Box 41"/>
          <p:cNvSpPr txBox="1">
            <a:spLocks noChangeArrowheads="1"/>
          </p:cNvSpPr>
          <p:nvPr/>
        </p:nvSpPr>
        <p:spPr bwMode="auto">
          <a:xfrm>
            <a:off x="3430588" y="1701800"/>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URL</a:t>
            </a:r>
          </a:p>
        </p:txBody>
      </p:sp>
      <p:sp>
        <p:nvSpPr>
          <p:cNvPr id="75800" name="Text Box 42"/>
          <p:cNvSpPr txBox="1">
            <a:spLocks noChangeArrowheads="1"/>
          </p:cNvSpPr>
          <p:nvPr/>
        </p:nvSpPr>
        <p:spPr bwMode="auto">
          <a:xfrm>
            <a:off x="4676775" y="1701800"/>
            <a:ext cx="90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版   本</a:t>
            </a:r>
          </a:p>
        </p:txBody>
      </p:sp>
      <p:sp>
        <p:nvSpPr>
          <p:cNvPr id="75801" name="Text Box 44"/>
          <p:cNvSpPr txBox="1">
            <a:spLocks noChangeArrowheads="1"/>
          </p:cNvSpPr>
          <p:nvPr/>
        </p:nvSpPr>
        <p:spPr bwMode="auto">
          <a:xfrm>
            <a:off x="1892300" y="2114550"/>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5802" name="Line 45"/>
          <p:cNvSpPr>
            <a:spLocks noChangeShapeType="1"/>
          </p:cNvSpPr>
          <p:nvPr/>
        </p:nvSpPr>
        <p:spPr bwMode="auto">
          <a:xfrm>
            <a:off x="3440113"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3" name="Line 46"/>
          <p:cNvSpPr>
            <a:spLocks noChangeShapeType="1"/>
          </p:cNvSpPr>
          <p:nvPr/>
        </p:nvSpPr>
        <p:spPr bwMode="auto">
          <a:xfrm>
            <a:off x="41338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4" name="Text Box 47"/>
          <p:cNvSpPr txBox="1">
            <a:spLocks noChangeArrowheads="1"/>
          </p:cNvSpPr>
          <p:nvPr/>
        </p:nvSpPr>
        <p:spPr bwMode="auto">
          <a:xfrm>
            <a:off x="5251450" y="2530475"/>
            <a:ext cx="947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首部行</a:t>
            </a:r>
          </a:p>
        </p:txBody>
      </p:sp>
      <p:sp>
        <p:nvSpPr>
          <p:cNvPr id="75805" name="Line 48"/>
          <p:cNvSpPr>
            <a:spLocks noChangeShapeType="1"/>
          </p:cNvSpPr>
          <p:nvPr/>
        </p:nvSpPr>
        <p:spPr bwMode="auto">
          <a:xfrm>
            <a:off x="3578225"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6" name="Text Box 49"/>
          <p:cNvSpPr txBox="1">
            <a:spLocks noChangeArrowheads="1"/>
          </p:cNvSpPr>
          <p:nvPr/>
        </p:nvSpPr>
        <p:spPr bwMode="auto">
          <a:xfrm>
            <a:off x="3367088" y="2116138"/>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5807" name="Text Box 50"/>
          <p:cNvSpPr txBox="1">
            <a:spLocks noChangeArrowheads="1"/>
          </p:cNvSpPr>
          <p:nvPr/>
        </p:nvSpPr>
        <p:spPr bwMode="auto">
          <a:xfrm>
            <a:off x="3700463" y="21224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5808" name="Text Box 52"/>
          <p:cNvSpPr txBox="1">
            <a:spLocks noChangeArrowheads="1"/>
          </p:cNvSpPr>
          <p:nvPr/>
        </p:nvSpPr>
        <p:spPr bwMode="auto">
          <a:xfrm>
            <a:off x="1887538" y="2922588"/>
            <a:ext cx="1455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5809" name="Text Box 53"/>
          <p:cNvSpPr txBox="1">
            <a:spLocks noChangeArrowheads="1"/>
          </p:cNvSpPr>
          <p:nvPr/>
        </p:nvSpPr>
        <p:spPr bwMode="auto">
          <a:xfrm>
            <a:off x="3724275" y="2935288"/>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5810" name="Text Box 54"/>
          <p:cNvSpPr txBox="1">
            <a:spLocks noChangeArrowheads="1"/>
          </p:cNvSpPr>
          <p:nvPr/>
        </p:nvSpPr>
        <p:spPr bwMode="auto">
          <a:xfrm>
            <a:off x="3328988" y="3554413"/>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5811" name="Text Box 55"/>
          <p:cNvSpPr txBox="1">
            <a:spLocks noChangeArrowheads="1"/>
          </p:cNvSpPr>
          <p:nvPr/>
        </p:nvSpPr>
        <p:spPr bwMode="auto">
          <a:xfrm rot="-5400000">
            <a:off x="2634457" y="2559844"/>
            <a:ext cx="439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5812" name="AutoShape 56"/>
          <p:cNvSpPr>
            <a:spLocks/>
          </p:cNvSpPr>
          <p:nvPr/>
        </p:nvSpPr>
        <p:spPr bwMode="auto">
          <a:xfrm>
            <a:off x="5091113" y="2171700"/>
            <a:ext cx="222250"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3" name="Rectangle 57"/>
          <p:cNvSpPr>
            <a:spLocks noChangeArrowheads="1"/>
          </p:cNvSpPr>
          <p:nvPr/>
        </p:nvSpPr>
        <p:spPr bwMode="auto">
          <a:xfrm>
            <a:off x="1884363" y="3749675"/>
            <a:ext cx="4997450"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4" name="Text Box 58"/>
          <p:cNvSpPr txBox="1">
            <a:spLocks noChangeArrowheads="1"/>
          </p:cNvSpPr>
          <p:nvPr/>
        </p:nvSpPr>
        <p:spPr bwMode="auto">
          <a:xfrm>
            <a:off x="3478213" y="3843338"/>
            <a:ext cx="1708150"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实体主体</a:t>
            </a:r>
          </a:p>
          <a:p>
            <a:pPr algn="ctr" eaLnBrk="1" hangingPunct="1"/>
            <a:r>
              <a:rPr kumimoji="1" lang="zh-CN" altLang="en-US" sz="2000">
                <a:solidFill>
                  <a:srgbClr val="333399"/>
                </a:solidFill>
                <a:latin typeface="Arial" pitchFamily="34" charset="0"/>
                <a:ea typeface="黑体" pitchFamily="49" charset="-122"/>
              </a:rPr>
              <a:t>（通常不用）</a:t>
            </a:r>
          </a:p>
        </p:txBody>
      </p:sp>
      <p:sp>
        <p:nvSpPr>
          <p:cNvPr id="75815" name="Text Box 59"/>
          <p:cNvSpPr txBox="1">
            <a:spLocks noChangeArrowheads="1"/>
          </p:cNvSpPr>
          <p:nvPr/>
        </p:nvSpPr>
        <p:spPr bwMode="auto">
          <a:xfrm>
            <a:off x="6650038" y="1701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请求行</a:t>
            </a:r>
          </a:p>
        </p:txBody>
      </p:sp>
      <p:sp>
        <p:nvSpPr>
          <p:cNvPr id="75816" name="Line 60"/>
          <p:cNvSpPr>
            <a:spLocks noChangeShapeType="1"/>
          </p:cNvSpPr>
          <p:nvPr/>
        </p:nvSpPr>
        <p:spPr bwMode="auto">
          <a:xfrm>
            <a:off x="18843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7" name="Line 61"/>
          <p:cNvSpPr>
            <a:spLocks noChangeShapeType="1"/>
          </p:cNvSpPr>
          <p:nvPr/>
        </p:nvSpPr>
        <p:spPr bwMode="auto">
          <a:xfrm>
            <a:off x="1884363"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8" name="Line 62"/>
          <p:cNvSpPr>
            <a:spLocks noChangeShapeType="1"/>
          </p:cNvSpPr>
          <p:nvPr/>
        </p:nvSpPr>
        <p:spPr bwMode="auto">
          <a:xfrm>
            <a:off x="2800350"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9" name="Line 63"/>
          <p:cNvSpPr>
            <a:spLocks noChangeShapeType="1"/>
          </p:cNvSpPr>
          <p:nvPr/>
        </p:nvSpPr>
        <p:spPr bwMode="auto">
          <a:xfrm>
            <a:off x="50212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0" name="Text Box 64"/>
          <p:cNvSpPr txBox="1">
            <a:spLocks noChangeArrowheads="1"/>
          </p:cNvSpPr>
          <p:nvPr/>
        </p:nvSpPr>
        <p:spPr bwMode="auto">
          <a:xfrm>
            <a:off x="3449638" y="1052513"/>
            <a:ext cx="690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空格</a:t>
            </a:r>
          </a:p>
        </p:txBody>
      </p:sp>
      <p:sp>
        <p:nvSpPr>
          <p:cNvPr id="75821" name="Text Box 65"/>
          <p:cNvSpPr txBox="1">
            <a:spLocks noChangeArrowheads="1"/>
          </p:cNvSpPr>
          <p:nvPr/>
        </p:nvSpPr>
        <p:spPr bwMode="auto">
          <a:xfrm>
            <a:off x="5386388" y="1052513"/>
            <a:ext cx="1201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回车换行</a:t>
            </a:r>
          </a:p>
        </p:txBody>
      </p:sp>
      <p:sp>
        <p:nvSpPr>
          <p:cNvPr id="75822" name="Line 66"/>
          <p:cNvSpPr>
            <a:spLocks noChangeShapeType="1"/>
          </p:cNvSpPr>
          <p:nvPr/>
        </p:nvSpPr>
        <p:spPr bwMode="auto">
          <a:xfrm>
            <a:off x="4059238" y="1406525"/>
            <a:ext cx="407987"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3" name="Line 67"/>
          <p:cNvSpPr>
            <a:spLocks noChangeShapeType="1"/>
          </p:cNvSpPr>
          <p:nvPr/>
        </p:nvSpPr>
        <p:spPr bwMode="auto">
          <a:xfrm flipH="1">
            <a:off x="3133725" y="1406525"/>
            <a:ext cx="44450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4" name="Line 68"/>
          <p:cNvSpPr>
            <a:spLocks noChangeShapeType="1"/>
          </p:cNvSpPr>
          <p:nvPr/>
        </p:nvSpPr>
        <p:spPr bwMode="auto">
          <a:xfrm>
            <a:off x="5983288" y="1406525"/>
            <a:ext cx="22225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5" name="Line 69"/>
          <p:cNvSpPr>
            <a:spLocks noChangeShapeType="1"/>
          </p:cNvSpPr>
          <p:nvPr/>
        </p:nvSpPr>
        <p:spPr bwMode="auto">
          <a:xfrm>
            <a:off x="36893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6" name="Line 70"/>
          <p:cNvSpPr>
            <a:spLocks noChangeShapeType="1"/>
          </p:cNvSpPr>
          <p:nvPr/>
        </p:nvSpPr>
        <p:spPr bwMode="auto">
          <a:xfrm>
            <a:off x="36893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7" name="Text Box 71"/>
          <p:cNvSpPr txBox="1">
            <a:spLocks noChangeArrowheads="1"/>
          </p:cNvSpPr>
          <p:nvPr/>
        </p:nvSpPr>
        <p:spPr bwMode="auto">
          <a:xfrm>
            <a:off x="3367088" y="2936875"/>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5828" name="Text Box 72"/>
          <p:cNvSpPr txBox="1">
            <a:spLocks noChangeArrowheads="1"/>
          </p:cNvSpPr>
          <p:nvPr/>
        </p:nvSpPr>
        <p:spPr bwMode="auto">
          <a:xfrm>
            <a:off x="5729288" y="17018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5829" name="Text Box 73"/>
          <p:cNvSpPr txBox="1">
            <a:spLocks noChangeArrowheads="1"/>
          </p:cNvSpPr>
          <p:nvPr/>
        </p:nvSpPr>
        <p:spPr bwMode="auto">
          <a:xfrm>
            <a:off x="4148138" y="2943225"/>
            <a:ext cx="849312"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5830" name="Text Box 74"/>
          <p:cNvSpPr txBox="1">
            <a:spLocks noChangeArrowheads="1"/>
          </p:cNvSpPr>
          <p:nvPr/>
        </p:nvSpPr>
        <p:spPr bwMode="auto">
          <a:xfrm>
            <a:off x="4154488" y="21336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5831" name="Text Box 75"/>
          <p:cNvSpPr txBox="1">
            <a:spLocks noChangeArrowheads="1"/>
          </p:cNvSpPr>
          <p:nvPr/>
        </p:nvSpPr>
        <p:spPr bwMode="auto">
          <a:xfrm>
            <a:off x="1887538" y="3335338"/>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5832" name="Text Box 131"/>
          <p:cNvSpPr txBox="1">
            <a:spLocks noChangeArrowheads="1"/>
          </p:cNvSpPr>
          <p:nvPr/>
        </p:nvSpPr>
        <p:spPr bwMode="auto">
          <a:xfrm>
            <a:off x="250825" y="4887913"/>
            <a:ext cx="87185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报文由三个部分组成，即</a:t>
            </a:r>
            <a:r>
              <a:rPr lang="zh-CN" altLang="en-US" sz="2800">
                <a:solidFill>
                  <a:schemeClr val="hlink"/>
                </a:solidFill>
                <a:ea typeface="黑体" pitchFamily="49" charset="-122"/>
              </a:rPr>
              <a:t>开始行</a:t>
            </a:r>
            <a:r>
              <a:rPr lang="zh-CN" altLang="en-US" sz="2800">
                <a:solidFill>
                  <a:srgbClr val="333399"/>
                </a:solidFill>
                <a:ea typeface="黑体" pitchFamily="49" charset="-122"/>
              </a:rPr>
              <a:t>、</a:t>
            </a:r>
            <a:r>
              <a:rPr lang="zh-CN" altLang="en-US" sz="2800">
                <a:solidFill>
                  <a:schemeClr val="hlink"/>
                </a:solidFill>
                <a:ea typeface="黑体" pitchFamily="49" charset="-122"/>
              </a:rPr>
              <a:t>首部行</a:t>
            </a:r>
            <a:r>
              <a:rPr lang="zh-CN" altLang="en-US" sz="2800">
                <a:solidFill>
                  <a:srgbClr val="333399"/>
                </a:solidFill>
                <a:ea typeface="黑体" pitchFamily="49" charset="-122"/>
              </a:rPr>
              <a:t>和</a:t>
            </a:r>
            <a:r>
              <a:rPr lang="zh-CN" altLang="en-US" sz="2800">
                <a:solidFill>
                  <a:schemeClr val="hlink"/>
                </a:solidFill>
                <a:ea typeface="黑体" pitchFamily="49" charset="-122"/>
              </a:rPr>
              <a:t>实体主体</a:t>
            </a:r>
            <a:r>
              <a:rPr lang="zh-CN" altLang="en-US" sz="2800">
                <a:solidFill>
                  <a:srgbClr val="333399"/>
                </a:solidFill>
                <a:ea typeface="黑体" pitchFamily="49" charset="-122"/>
              </a:rPr>
              <a:t>。</a:t>
            </a:r>
          </a:p>
          <a:p>
            <a:pPr eaLnBrk="1" hangingPunct="1"/>
            <a:r>
              <a:rPr lang="zh-CN" altLang="en-US" sz="2800">
                <a:solidFill>
                  <a:srgbClr val="333399"/>
                </a:solidFill>
                <a:ea typeface="黑体" pitchFamily="49" charset="-122"/>
              </a:rPr>
              <a:t>在请求报文中，开始行就是请求行。</a:t>
            </a:r>
          </a:p>
        </p:txBody>
      </p:sp>
      <p:grpSp>
        <p:nvGrpSpPr>
          <p:cNvPr id="564358" name="Group 134"/>
          <p:cNvGrpSpPr>
            <a:grpSpLocks/>
          </p:cNvGrpSpPr>
          <p:nvPr/>
        </p:nvGrpSpPr>
        <p:grpSpPr bwMode="auto">
          <a:xfrm>
            <a:off x="374650" y="1628775"/>
            <a:ext cx="7869238" cy="576263"/>
            <a:chOff x="236" y="1026"/>
            <a:chExt cx="4957" cy="363"/>
          </a:xfrm>
        </p:grpSpPr>
        <p:sp>
          <p:nvSpPr>
            <p:cNvPr id="75834" name="Rectangle 132"/>
            <p:cNvSpPr>
              <a:spLocks noChangeArrowheads="1"/>
            </p:cNvSpPr>
            <p:nvPr/>
          </p:nvSpPr>
          <p:spPr bwMode="auto">
            <a:xfrm>
              <a:off x="1111" y="1026"/>
              <a:ext cx="4082" cy="3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35" name="Text Box 133"/>
            <p:cNvSpPr txBox="1">
              <a:spLocks noChangeArrowheads="1"/>
            </p:cNvSpPr>
            <p:nvPr/>
          </p:nvSpPr>
          <p:spPr bwMode="auto">
            <a:xfrm>
              <a:off x="236" y="1027"/>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开始行</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repeatCount="3000" fill="hold" nodeType="afterEffect">
                                  <p:stCondLst>
                                    <p:cond delay="0"/>
                                  </p:stCondLst>
                                  <p:childTnLst>
                                    <p:set>
                                      <p:cBhvr>
                                        <p:cTn id="6" dur="1" fill="hold">
                                          <p:stCondLst>
                                            <p:cond delay="0"/>
                                          </p:stCondLst>
                                        </p:cTn>
                                        <p:tgtEl>
                                          <p:spTgt spid="564358"/>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500"/>
                                  </p:stCondLst>
                                  <p:childTnLst>
                                    <p:anim calcmode="discrete" valueType="str">
                                      <p:cBhvr>
                                        <p:cTn id="9" dur="1000" fill="hold"/>
                                        <p:tgtEl>
                                          <p:spTgt spid="56435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1884363" y="2935288"/>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3" name="Rectangle 3"/>
          <p:cNvSpPr>
            <a:spLocks noChangeArrowheads="1"/>
          </p:cNvSpPr>
          <p:nvPr/>
        </p:nvSpPr>
        <p:spPr bwMode="auto">
          <a:xfrm>
            <a:off x="1884363" y="2119313"/>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4" name="Rectangle 4"/>
          <p:cNvSpPr>
            <a:spLocks noChangeArrowheads="1"/>
          </p:cNvSpPr>
          <p:nvPr/>
        </p:nvSpPr>
        <p:spPr bwMode="auto">
          <a:xfrm>
            <a:off x="1884363" y="1712913"/>
            <a:ext cx="4802187"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5" name="Rectangle 5"/>
          <p:cNvSpPr>
            <a:spLocks noGrp="1" noChangeArrowheads="1"/>
          </p:cNvSpPr>
          <p:nvPr>
            <p:ph type="title"/>
          </p:nvPr>
        </p:nvSpPr>
        <p:spPr>
          <a:xfrm>
            <a:off x="1042988" y="188913"/>
            <a:ext cx="7793037" cy="839787"/>
          </a:xfrm>
        </p:spPr>
        <p:txBody>
          <a:bodyPr/>
          <a:lstStyle/>
          <a:p>
            <a:pPr algn="ctr" eaLnBrk="1" hangingPunct="1"/>
            <a:r>
              <a:rPr lang="en-US" altLang="zh-CN" sz="4000" smtClean="0"/>
              <a:t>HTTP </a:t>
            </a:r>
            <a:r>
              <a:rPr lang="zh-CN" altLang="en-US" sz="4000" smtClean="0"/>
              <a:t>的报文结构（请求报文） </a:t>
            </a:r>
          </a:p>
        </p:txBody>
      </p:sp>
      <p:sp>
        <p:nvSpPr>
          <p:cNvPr id="76806" name="Rectangle 6"/>
          <p:cNvSpPr>
            <a:spLocks noChangeArrowheads="1"/>
          </p:cNvSpPr>
          <p:nvPr/>
        </p:nvSpPr>
        <p:spPr bwMode="auto">
          <a:xfrm>
            <a:off x="4133850" y="2944813"/>
            <a:ext cx="887413"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7" name="Rectangle 7"/>
          <p:cNvSpPr>
            <a:spLocks noChangeArrowheads="1"/>
          </p:cNvSpPr>
          <p:nvPr/>
        </p:nvSpPr>
        <p:spPr bwMode="auto">
          <a:xfrm>
            <a:off x="1890713" y="3362325"/>
            <a:ext cx="909637"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8" name="Rectangle 8"/>
          <p:cNvSpPr>
            <a:spLocks noChangeArrowheads="1"/>
          </p:cNvSpPr>
          <p:nvPr/>
        </p:nvSpPr>
        <p:spPr bwMode="auto">
          <a:xfrm>
            <a:off x="4133850" y="2128838"/>
            <a:ext cx="887413"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9" name="Rectangle 9"/>
          <p:cNvSpPr>
            <a:spLocks noChangeArrowheads="1"/>
          </p:cNvSpPr>
          <p:nvPr/>
        </p:nvSpPr>
        <p:spPr bwMode="auto">
          <a:xfrm>
            <a:off x="3578225" y="2944813"/>
            <a:ext cx="120650"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0" name="Rectangle 10"/>
          <p:cNvSpPr>
            <a:spLocks noChangeArrowheads="1"/>
          </p:cNvSpPr>
          <p:nvPr/>
        </p:nvSpPr>
        <p:spPr bwMode="auto">
          <a:xfrm>
            <a:off x="3578225" y="2128838"/>
            <a:ext cx="11112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1" name="Line 11"/>
          <p:cNvSpPr>
            <a:spLocks noChangeShapeType="1"/>
          </p:cNvSpPr>
          <p:nvPr/>
        </p:nvSpPr>
        <p:spPr bwMode="auto">
          <a:xfrm>
            <a:off x="3440113"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2" name="Line 12"/>
          <p:cNvSpPr>
            <a:spLocks noChangeShapeType="1"/>
          </p:cNvSpPr>
          <p:nvPr/>
        </p:nvSpPr>
        <p:spPr bwMode="auto">
          <a:xfrm>
            <a:off x="41338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3" name="Line 13"/>
          <p:cNvSpPr>
            <a:spLocks noChangeShapeType="1"/>
          </p:cNvSpPr>
          <p:nvPr/>
        </p:nvSpPr>
        <p:spPr bwMode="auto">
          <a:xfrm>
            <a:off x="3578225"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4" name="Rectangle 14"/>
          <p:cNvSpPr>
            <a:spLocks noChangeArrowheads="1"/>
          </p:cNvSpPr>
          <p:nvPr/>
        </p:nvSpPr>
        <p:spPr bwMode="auto">
          <a:xfrm>
            <a:off x="5770563" y="1722438"/>
            <a:ext cx="915987"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5" name="Rectangle 15"/>
          <p:cNvSpPr>
            <a:spLocks noChangeArrowheads="1"/>
          </p:cNvSpPr>
          <p:nvPr/>
        </p:nvSpPr>
        <p:spPr bwMode="auto">
          <a:xfrm>
            <a:off x="4438650"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6" name="Rectangle 16"/>
          <p:cNvSpPr>
            <a:spLocks noChangeArrowheads="1"/>
          </p:cNvSpPr>
          <p:nvPr/>
        </p:nvSpPr>
        <p:spPr bwMode="auto">
          <a:xfrm>
            <a:off x="3106738"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7" name="Text Box 17"/>
          <p:cNvSpPr txBox="1">
            <a:spLocks noChangeArrowheads="1"/>
          </p:cNvSpPr>
          <p:nvPr/>
        </p:nvSpPr>
        <p:spPr bwMode="auto">
          <a:xfrm>
            <a:off x="2055813" y="1701800"/>
            <a:ext cx="90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方   法</a:t>
            </a:r>
          </a:p>
        </p:txBody>
      </p:sp>
      <p:sp>
        <p:nvSpPr>
          <p:cNvPr id="76818" name="Line 18"/>
          <p:cNvSpPr>
            <a:spLocks noChangeShapeType="1"/>
          </p:cNvSpPr>
          <p:nvPr/>
        </p:nvSpPr>
        <p:spPr bwMode="auto">
          <a:xfrm>
            <a:off x="3106738"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9" name="Line 19"/>
          <p:cNvSpPr>
            <a:spLocks noChangeShapeType="1"/>
          </p:cNvSpPr>
          <p:nvPr/>
        </p:nvSpPr>
        <p:spPr bwMode="auto">
          <a:xfrm>
            <a:off x="32178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0" name="Line 20"/>
          <p:cNvSpPr>
            <a:spLocks noChangeShapeType="1"/>
          </p:cNvSpPr>
          <p:nvPr/>
        </p:nvSpPr>
        <p:spPr bwMode="auto">
          <a:xfrm>
            <a:off x="4438650"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1" name="Line 21"/>
          <p:cNvSpPr>
            <a:spLocks noChangeShapeType="1"/>
          </p:cNvSpPr>
          <p:nvPr/>
        </p:nvSpPr>
        <p:spPr bwMode="auto">
          <a:xfrm>
            <a:off x="4549775"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2" name="Line 22"/>
          <p:cNvSpPr>
            <a:spLocks noChangeShapeType="1"/>
          </p:cNvSpPr>
          <p:nvPr/>
        </p:nvSpPr>
        <p:spPr bwMode="auto">
          <a:xfrm>
            <a:off x="57705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3" name="Text Box 23"/>
          <p:cNvSpPr txBox="1">
            <a:spLocks noChangeArrowheads="1"/>
          </p:cNvSpPr>
          <p:nvPr/>
        </p:nvSpPr>
        <p:spPr bwMode="auto">
          <a:xfrm>
            <a:off x="3430588" y="1701800"/>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URL</a:t>
            </a:r>
          </a:p>
        </p:txBody>
      </p:sp>
      <p:sp>
        <p:nvSpPr>
          <p:cNvPr id="76824" name="Text Box 24"/>
          <p:cNvSpPr txBox="1">
            <a:spLocks noChangeArrowheads="1"/>
          </p:cNvSpPr>
          <p:nvPr/>
        </p:nvSpPr>
        <p:spPr bwMode="auto">
          <a:xfrm>
            <a:off x="4676775" y="1701800"/>
            <a:ext cx="90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版   本</a:t>
            </a:r>
          </a:p>
        </p:txBody>
      </p:sp>
      <p:sp>
        <p:nvSpPr>
          <p:cNvPr id="76825" name="Text Box 25"/>
          <p:cNvSpPr txBox="1">
            <a:spLocks noChangeArrowheads="1"/>
          </p:cNvSpPr>
          <p:nvPr/>
        </p:nvSpPr>
        <p:spPr bwMode="auto">
          <a:xfrm>
            <a:off x="1892300" y="2114550"/>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6826" name="Line 26"/>
          <p:cNvSpPr>
            <a:spLocks noChangeShapeType="1"/>
          </p:cNvSpPr>
          <p:nvPr/>
        </p:nvSpPr>
        <p:spPr bwMode="auto">
          <a:xfrm>
            <a:off x="3440113"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7" name="Line 27"/>
          <p:cNvSpPr>
            <a:spLocks noChangeShapeType="1"/>
          </p:cNvSpPr>
          <p:nvPr/>
        </p:nvSpPr>
        <p:spPr bwMode="auto">
          <a:xfrm>
            <a:off x="41338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8" name="Text Box 28"/>
          <p:cNvSpPr txBox="1">
            <a:spLocks noChangeArrowheads="1"/>
          </p:cNvSpPr>
          <p:nvPr/>
        </p:nvSpPr>
        <p:spPr bwMode="auto">
          <a:xfrm>
            <a:off x="5251450" y="2530475"/>
            <a:ext cx="947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首部行</a:t>
            </a:r>
          </a:p>
        </p:txBody>
      </p:sp>
      <p:sp>
        <p:nvSpPr>
          <p:cNvPr id="76829" name="Line 29"/>
          <p:cNvSpPr>
            <a:spLocks noChangeShapeType="1"/>
          </p:cNvSpPr>
          <p:nvPr/>
        </p:nvSpPr>
        <p:spPr bwMode="auto">
          <a:xfrm>
            <a:off x="3578225"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0" name="Text Box 30"/>
          <p:cNvSpPr txBox="1">
            <a:spLocks noChangeArrowheads="1"/>
          </p:cNvSpPr>
          <p:nvPr/>
        </p:nvSpPr>
        <p:spPr bwMode="auto">
          <a:xfrm>
            <a:off x="3367088" y="2116138"/>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6831" name="Text Box 31"/>
          <p:cNvSpPr txBox="1">
            <a:spLocks noChangeArrowheads="1"/>
          </p:cNvSpPr>
          <p:nvPr/>
        </p:nvSpPr>
        <p:spPr bwMode="auto">
          <a:xfrm>
            <a:off x="3700463" y="21224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6832" name="Text Box 32"/>
          <p:cNvSpPr txBox="1">
            <a:spLocks noChangeArrowheads="1"/>
          </p:cNvSpPr>
          <p:nvPr/>
        </p:nvSpPr>
        <p:spPr bwMode="auto">
          <a:xfrm>
            <a:off x="1887538" y="2922588"/>
            <a:ext cx="1455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6833" name="Text Box 33"/>
          <p:cNvSpPr txBox="1">
            <a:spLocks noChangeArrowheads="1"/>
          </p:cNvSpPr>
          <p:nvPr/>
        </p:nvSpPr>
        <p:spPr bwMode="auto">
          <a:xfrm>
            <a:off x="3724275" y="2935288"/>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6834" name="Text Box 34"/>
          <p:cNvSpPr txBox="1">
            <a:spLocks noChangeArrowheads="1"/>
          </p:cNvSpPr>
          <p:nvPr/>
        </p:nvSpPr>
        <p:spPr bwMode="auto">
          <a:xfrm>
            <a:off x="3328988" y="3554413"/>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6835" name="Text Box 35"/>
          <p:cNvSpPr txBox="1">
            <a:spLocks noChangeArrowheads="1"/>
          </p:cNvSpPr>
          <p:nvPr/>
        </p:nvSpPr>
        <p:spPr bwMode="auto">
          <a:xfrm rot="-5400000">
            <a:off x="2634457" y="2559844"/>
            <a:ext cx="439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6836" name="AutoShape 36"/>
          <p:cNvSpPr>
            <a:spLocks/>
          </p:cNvSpPr>
          <p:nvPr/>
        </p:nvSpPr>
        <p:spPr bwMode="auto">
          <a:xfrm>
            <a:off x="5091113" y="2171700"/>
            <a:ext cx="222250"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7" name="Rectangle 37"/>
          <p:cNvSpPr>
            <a:spLocks noChangeArrowheads="1"/>
          </p:cNvSpPr>
          <p:nvPr/>
        </p:nvSpPr>
        <p:spPr bwMode="auto">
          <a:xfrm>
            <a:off x="1884363" y="3749675"/>
            <a:ext cx="4997450"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8" name="Text Box 38"/>
          <p:cNvSpPr txBox="1">
            <a:spLocks noChangeArrowheads="1"/>
          </p:cNvSpPr>
          <p:nvPr/>
        </p:nvSpPr>
        <p:spPr bwMode="auto">
          <a:xfrm>
            <a:off x="3478213" y="3843338"/>
            <a:ext cx="1708150"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实体主体</a:t>
            </a:r>
          </a:p>
          <a:p>
            <a:pPr algn="ctr" eaLnBrk="1" hangingPunct="1"/>
            <a:r>
              <a:rPr kumimoji="1" lang="zh-CN" altLang="en-US" sz="2000">
                <a:solidFill>
                  <a:srgbClr val="333399"/>
                </a:solidFill>
                <a:latin typeface="Arial" pitchFamily="34" charset="0"/>
                <a:ea typeface="黑体" pitchFamily="49" charset="-122"/>
              </a:rPr>
              <a:t>（通常不用）</a:t>
            </a:r>
          </a:p>
        </p:txBody>
      </p:sp>
      <p:sp>
        <p:nvSpPr>
          <p:cNvPr id="76839" name="Text Box 39"/>
          <p:cNvSpPr txBox="1">
            <a:spLocks noChangeArrowheads="1"/>
          </p:cNvSpPr>
          <p:nvPr/>
        </p:nvSpPr>
        <p:spPr bwMode="auto">
          <a:xfrm>
            <a:off x="6650038" y="1701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请求行</a:t>
            </a:r>
          </a:p>
        </p:txBody>
      </p:sp>
      <p:sp>
        <p:nvSpPr>
          <p:cNvPr id="76840" name="Line 40"/>
          <p:cNvSpPr>
            <a:spLocks noChangeShapeType="1"/>
          </p:cNvSpPr>
          <p:nvPr/>
        </p:nvSpPr>
        <p:spPr bwMode="auto">
          <a:xfrm>
            <a:off x="18843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1" name="Line 41"/>
          <p:cNvSpPr>
            <a:spLocks noChangeShapeType="1"/>
          </p:cNvSpPr>
          <p:nvPr/>
        </p:nvSpPr>
        <p:spPr bwMode="auto">
          <a:xfrm>
            <a:off x="1884363"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2" name="Line 42"/>
          <p:cNvSpPr>
            <a:spLocks noChangeShapeType="1"/>
          </p:cNvSpPr>
          <p:nvPr/>
        </p:nvSpPr>
        <p:spPr bwMode="auto">
          <a:xfrm>
            <a:off x="2800350"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3" name="Line 43"/>
          <p:cNvSpPr>
            <a:spLocks noChangeShapeType="1"/>
          </p:cNvSpPr>
          <p:nvPr/>
        </p:nvSpPr>
        <p:spPr bwMode="auto">
          <a:xfrm>
            <a:off x="50212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4" name="Text Box 44"/>
          <p:cNvSpPr txBox="1">
            <a:spLocks noChangeArrowheads="1"/>
          </p:cNvSpPr>
          <p:nvPr/>
        </p:nvSpPr>
        <p:spPr bwMode="auto">
          <a:xfrm>
            <a:off x="3449638" y="1052513"/>
            <a:ext cx="690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空格</a:t>
            </a:r>
          </a:p>
        </p:txBody>
      </p:sp>
      <p:sp>
        <p:nvSpPr>
          <p:cNvPr id="76845" name="Text Box 45"/>
          <p:cNvSpPr txBox="1">
            <a:spLocks noChangeArrowheads="1"/>
          </p:cNvSpPr>
          <p:nvPr/>
        </p:nvSpPr>
        <p:spPr bwMode="auto">
          <a:xfrm>
            <a:off x="5386388" y="1052513"/>
            <a:ext cx="1201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回车换行</a:t>
            </a:r>
          </a:p>
        </p:txBody>
      </p:sp>
      <p:sp>
        <p:nvSpPr>
          <p:cNvPr id="76846" name="Line 46"/>
          <p:cNvSpPr>
            <a:spLocks noChangeShapeType="1"/>
          </p:cNvSpPr>
          <p:nvPr/>
        </p:nvSpPr>
        <p:spPr bwMode="auto">
          <a:xfrm>
            <a:off x="4059238" y="1406525"/>
            <a:ext cx="407987"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7" name="Line 47"/>
          <p:cNvSpPr>
            <a:spLocks noChangeShapeType="1"/>
          </p:cNvSpPr>
          <p:nvPr/>
        </p:nvSpPr>
        <p:spPr bwMode="auto">
          <a:xfrm flipH="1">
            <a:off x="3133725" y="1406525"/>
            <a:ext cx="44450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8" name="Line 48"/>
          <p:cNvSpPr>
            <a:spLocks noChangeShapeType="1"/>
          </p:cNvSpPr>
          <p:nvPr/>
        </p:nvSpPr>
        <p:spPr bwMode="auto">
          <a:xfrm>
            <a:off x="5983288" y="1406525"/>
            <a:ext cx="22225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9" name="Line 49"/>
          <p:cNvSpPr>
            <a:spLocks noChangeShapeType="1"/>
          </p:cNvSpPr>
          <p:nvPr/>
        </p:nvSpPr>
        <p:spPr bwMode="auto">
          <a:xfrm>
            <a:off x="36893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0" name="Line 50"/>
          <p:cNvSpPr>
            <a:spLocks noChangeShapeType="1"/>
          </p:cNvSpPr>
          <p:nvPr/>
        </p:nvSpPr>
        <p:spPr bwMode="auto">
          <a:xfrm>
            <a:off x="36893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1" name="Text Box 51"/>
          <p:cNvSpPr txBox="1">
            <a:spLocks noChangeArrowheads="1"/>
          </p:cNvSpPr>
          <p:nvPr/>
        </p:nvSpPr>
        <p:spPr bwMode="auto">
          <a:xfrm>
            <a:off x="3367088" y="2936875"/>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6852" name="Text Box 52"/>
          <p:cNvSpPr txBox="1">
            <a:spLocks noChangeArrowheads="1"/>
          </p:cNvSpPr>
          <p:nvPr/>
        </p:nvSpPr>
        <p:spPr bwMode="auto">
          <a:xfrm>
            <a:off x="5729288" y="17018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6853" name="Text Box 53"/>
          <p:cNvSpPr txBox="1">
            <a:spLocks noChangeArrowheads="1"/>
          </p:cNvSpPr>
          <p:nvPr/>
        </p:nvSpPr>
        <p:spPr bwMode="auto">
          <a:xfrm>
            <a:off x="4148138" y="2943225"/>
            <a:ext cx="849312"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6854" name="Text Box 54"/>
          <p:cNvSpPr txBox="1">
            <a:spLocks noChangeArrowheads="1"/>
          </p:cNvSpPr>
          <p:nvPr/>
        </p:nvSpPr>
        <p:spPr bwMode="auto">
          <a:xfrm>
            <a:off x="4154488" y="21336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6855" name="Text Box 55"/>
          <p:cNvSpPr txBox="1">
            <a:spLocks noChangeArrowheads="1"/>
          </p:cNvSpPr>
          <p:nvPr/>
        </p:nvSpPr>
        <p:spPr bwMode="auto">
          <a:xfrm>
            <a:off x="1887538" y="3335338"/>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6856" name="Text Box 56"/>
          <p:cNvSpPr txBox="1">
            <a:spLocks noChangeArrowheads="1"/>
          </p:cNvSpPr>
          <p:nvPr/>
        </p:nvSpPr>
        <p:spPr bwMode="auto">
          <a:xfrm>
            <a:off x="250825" y="4797425"/>
            <a:ext cx="86423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a:t>
            </a:r>
            <a:r>
              <a:rPr lang="zh-CN" altLang="en-US" sz="2800">
                <a:solidFill>
                  <a:schemeClr val="hlink"/>
                </a:solidFill>
                <a:latin typeface="黑体" pitchFamily="49" charset="-122"/>
                <a:ea typeface="黑体" pitchFamily="49" charset="-122"/>
              </a:rPr>
              <a:t>方法</a:t>
            </a:r>
            <a:r>
              <a:rPr lang="zh-CN" altLang="en-US" sz="2800">
                <a:solidFill>
                  <a:srgbClr val="333399"/>
                </a:solidFill>
                <a:latin typeface="Arial" pitchFamily="34" charset="0"/>
                <a:ea typeface="黑体" pitchFamily="49" charset="-122"/>
              </a:rPr>
              <a:t>”</a:t>
            </a:r>
            <a:r>
              <a:rPr lang="zh-CN" altLang="en-US" sz="2800">
                <a:solidFill>
                  <a:srgbClr val="333399"/>
                </a:solidFill>
                <a:latin typeface="黑体" pitchFamily="49" charset="-122"/>
                <a:ea typeface="黑体" pitchFamily="49" charset="-122"/>
              </a:rPr>
              <a:t>是面向对象技术中使用的专门名词。所谓</a:t>
            </a:r>
            <a:r>
              <a:rPr lang="zh-CN" altLang="en-US" sz="2800">
                <a:solidFill>
                  <a:srgbClr val="333399"/>
                </a:solidFill>
                <a:latin typeface="Arial" pitchFamily="34" charset="0"/>
                <a:ea typeface="黑体" pitchFamily="49" charset="-122"/>
              </a:rPr>
              <a:t>“</a:t>
            </a:r>
            <a:r>
              <a:rPr lang="zh-CN" altLang="en-US" sz="2800">
                <a:solidFill>
                  <a:srgbClr val="333399"/>
                </a:solidFill>
                <a:latin typeface="黑体" pitchFamily="49" charset="-122"/>
                <a:ea typeface="黑体" pitchFamily="49" charset="-122"/>
              </a:rPr>
              <a:t>方法</a:t>
            </a:r>
            <a:r>
              <a:rPr lang="zh-CN" altLang="en-US" sz="2800">
                <a:solidFill>
                  <a:srgbClr val="333399"/>
                </a:solidFill>
                <a:latin typeface="Arial" pitchFamily="34" charset="0"/>
                <a:ea typeface="黑体" pitchFamily="49" charset="-122"/>
              </a:rPr>
              <a:t>”</a:t>
            </a:r>
            <a:r>
              <a:rPr lang="zh-CN" altLang="en-US" sz="2800">
                <a:solidFill>
                  <a:srgbClr val="333399"/>
                </a:solidFill>
                <a:latin typeface="黑体" pitchFamily="49" charset="-122"/>
                <a:ea typeface="黑体" pitchFamily="49" charset="-122"/>
              </a:rPr>
              <a:t>就是</a:t>
            </a:r>
            <a:r>
              <a:rPr lang="zh-CN" altLang="en-US" sz="2800">
                <a:solidFill>
                  <a:schemeClr val="hlink"/>
                </a:solidFill>
                <a:latin typeface="黑体" pitchFamily="49" charset="-122"/>
                <a:ea typeface="黑体" pitchFamily="49" charset="-122"/>
              </a:rPr>
              <a:t>对所请求的对象进行的操作</a:t>
            </a:r>
            <a:r>
              <a:rPr lang="zh-CN" altLang="en-US" sz="2800">
                <a:solidFill>
                  <a:srgbClr val="333399"/>
                </a:solidFill>
                <a:latin typeface="黑体" pitchFamily="49" charset="-122"/>
                <a:ea typeface="黑体" pitchFamily="49" charset="-122"/>
              </a:rPr>
              <a:t>，因此这些方法实际上也就是一些</a:t>
            </a:r>
            <a:r>
              <a:rPr lang="zh-CN" altLang="en-US" sz="2800">
                <a:solidFill>
                  <a:schemeClr val="hlink"/>
                </a:solidFill>
                <a:latin typeface="黑体" pitchFamily="49" charset="-122"/>
                <a:ea typeface="黑体" pitchFamily="49" charset="-122"/>
              </a:rPr>
              <a:t>命令</a:t>
            </a:r>
            <a:r>
              <a:rPr lang="zh-CN" altLang="en-US" sz="2800">
                <a:solidFill>
                  <a:srgbClr val="333399"/>
                </a:solidFill>
                <a:latin typeface="黑体" pitchFamily="49" charset="-122"/>
                <a:ea typeface="黑体" pitchFamily="49" charset="-122"/>
              </a:rPr>
              <a:t>。因此，请求报文的类型是由它所采用的方法决定的。 </a:t>
            </a:r>
          </a:p>
        </p:txBody>
      </p:sp>
      <p:sp>
        <p:nvSpPr>
          <p:cNvPr id="653370" name="Rectangle 58"/>
          <p:cNvSpPr>
            <a:spLocks noChangeArrowheads="1"/>
          </p:cNvSpPr>
          <p:nvPr/>
        </p:nvSpPr>
        <p:spPr bwMode="auto">
          <a:xfrm>
            <a:off x="1763713" y="1628775"/>
            <a:ext cx="1439862" cy="5762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337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33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70" grpId="0" animBg="1"/>
      <p:bldP spid="653370"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algn="ctr" eaLnBrk="1" hangingPunct="1"/>
            <a:r>
              <a:rPr lang="en-US" altLang="zh-CN" smtClean="0"/>
              <a:t>HTTP </a:t>
            </a:r>
            <a:r>
              <a:rPr lang="zh-CN" altLang="en-US" smtClean="0"/>
              <a:t>请求报文的一些方法 </a:t>
            </a:r>
          </a:p>
        </p:txBody>
      </p:sp>
      <p:sp>
        <p:nvSpPr>
          <p:cNvPr id="77827" name="Rectangle 3"/>
          <p:cNvSpPr>
            <a:spLocks noGrp="1" noChangeArrowheads="1"/>
          </p:cNvSpPr>
          <p:nvPr>
            <p:ph type="body" idx="1"/>
          </p:nvPr>
        </p:nvSpPr>
        <p:spPr>
          <a:xfrm>
            <a:off x="539750" y="1989138"/>
            <a:ext cx="8424863" cy="4608512"/>
          </a:xfrm>
        </p:spPr>
        <p:txBody>
          <a:bodyPr/>
          <a:lstStyle/>
          <a:p>
            <a:pPr eaLnBrk="1" hangingPunct="1">
              <a:lnSpc>
                <a:spcPct val="90000"/>
              </a:lnSpc>
              <a:spcAft>
                <a:spcPct val="30000"/>
              </a:spcAft>
              <a:buFont typeface="Wingdings" pitchFamily="2" charset="2"/>
              <a:buNone/>
              <a:tabLst>
                <a:tab pos="2147888" algn="l"/>
              </a:tabLst>
            </a:pPr>
            <a:r>
              <a:rPr lang="zh-CN" altLang="en-US" sz="2800" smtClean="0"/>
              <a:t>方法（操作）                   意义</a:t>
            </a:r>
          </a:p>
          <a:p>
            <a:pPr eaLnBrk="1" hangingPunct="1">
              <a:lnSpc>
                <a:spcPct val="90000"/>
              </a:lnSpc>
              <a:buFont typeface="Wingdings" pitchFamily="2" charset="2"/>
              <a:buNone/>
              <a:tabLst>
                <a:tab pos="2147888" algn="l"/>
              </a:tabLst>
            </a:pPr>
            <a:r>
              <a:rPr lang="en-US" altLang="zh-CN" sz="2800" smtClean="0"/>
              <a:t>OPTION       	</a:t>
            </a:r>
            <a:r>
              <a:rPr lang="zh-CN" altLang="en-US" sz="2800" smtClean="0"/>
              <a:t>请求一些选项的信息</a:t>
            </a:r>
          </a:p>
          <a:p>
            <a:pPr eaLnBrk="1" hangingPunct="1">
              <a:lnSpc>
                <a:spcPct val="90000"/>
              </a:lnSpc>
              <a:buFont typeface="Wingdings" pitchFamily="2" charset="2"/>
              <a:buNone/>
              <a:tabLst>
                <a:tab pos="2147888" algn="l"/>
              </a:tabLst>
            </a:pPr>
            <a:r>
              <a:rPr lang="en-US" altLang="zh-CN" sz="2800" smtClean="0"/>
              <a:t>GET              	</a:t>
            </a:r>
            <a:r>
              <a:rPr lang="zh-CN" altLang="en-US" sz="2800" smtClean="0"/>
              <a:t>请求读取由 </a:t>
            </a:r>
            <a:r>
              <a:rPr lang="en-US" altLang="zh-CN" sz="2800" smtClean="0"/>
              <a:t>URL</a:t>
            </a:r>
            <a:r>
              <a:rPr lang="zh-CN" altLang="en-US" sz="2800" smtClean="0"/>
              <a:t>所标志的信息</a:t>
            </a:r>
          </a:p>
          <a:p>
            <a:pPr eaLnBrk="1" hangingPunct="1">
              <a:lnSpc>
                <a:spcPct val="90000"/>
              </a:lnSpc>
              <a:buFont typeface="Wingdings" pitchFamily="2" charset="2"/>
              <a:buNone/>
              <a:tabLst>
                <a:tab pos="2147888" algn="l"/>
              </a:tabLst>
            </a:pPr>
            <a:r>
              <a:rPr lang="en-US" altLang="zh-CN" sz="2800" smtClean="0"/>
              <a:t>HEAD            </a:t>
            </a:r>
            <a:r>
              <a:rPr lang="zh-CN" altLang="en-US" sz="2800" smtClean="0"/>
              <a:t>请求读取由 </a:t>
            </a:r>
            <a:r>
              <a:rPr lang="en-US" altLang="zh-CN" sz="2800" smtClean="0"/>
              <a:t>URL</a:t>
            </a:r>
            <a:r>
              <a:rPr lang="zh-CN" altLang="en-US" sz="2800" smtClean="0"/>
              <a:t>所标志的信息的首部</a:t>
            </a:r>
          </a:p>
          <a:p>
            <a:pPr eaLnBrk="1" hangingPunct="1">
              <a:lnSpc>
                <a:spcPct val="90000"/>
              </a:lnSpc>
              <a:buFont typeface="Wingdings" pitchFamily="2" charset="2"/>
              <a:buNone/>
              <a:tabLst>
                <a:tab pos="2147888" algn="l"/>
              </a:tabLst>
            </a:pPr>
            <a:r>
              <a:rPr lang="en-US" altLang="zh-CN" sz="2800" smtClean="0"/>
              <a:t>POST     	</a:t>
            </a:r>
            <a:r>
              <a:rPr lang="zh-CN" altLang="en-US" sz="2800" smtClean="0"/>
              <a:t>给服务器添加信息（例如，注释）</a:t>
            </a:r>
          </a:p>
          <a:p>
            <a:pPr eaLnBrk="1" hangingPunct="1">
              <a:lnSpc>
                <a:spcPct val="90000"/>
              </a:lnSpc>
              <a:buFont typeface="Wingdings" pitchFamily="2" charset="2"/>
              <a:buNone/>
              <a:tabLst>
                <a:tab pos="2147888" algn="l"/>
              </a:tabLst>
            </a:pPr>
            <a:r>
              <a:rPr lang="en-US" altLang="zh-CN" sz="2800" smtClean="0"/>
              <a:t>PUT        	</a:t>
            </a:r>
            <a:r>
              <a:rPr lang="zh-CN" altLang="en-US" sz="2800" smtClean="0"/>
              <a:t>在指明的 </a:t>
            </a:r>
            <a:r>
              <a:rPr lang="en-US" altLang="zh-CN" sz="2800" smtClean="0"/>
              <a:t>URL</a:t>
            </a:r>
            <a:r>
              <a:rPr lang="zh-CN" altLang="en-US" sz="2800" smtClean="0"/>
              <a:t>下存储一个文档</a:t>
            </a:r>
          </a:p>
          <a:p>
            <a:pPr eaLnBrk="1" hangingPunct="1">
              <a:lnSpc>
                <a:spcPct val="90000"/>
              </a:lnSpc>
              <a:buFont typeface="Wingdings" pitchFamily="2" charset="2"/>
              <a:buNone/>
              <a:tabLst>
                <a:tab pos="2147888" algn="l"/>
              </a:tabLst>
            </a:pPr>
            <a:r>
              <a:rPr lang="en-US" altLang="zh-CN" sz="2800" smtClean="0"/>
              <a:t>DELETE  	</a:t>
            </a:r>
            <a:r>
              <a:rPr lang="zh-CN" altLang="en-US" sz="2800" smtClean="0"/>
              <a:t>删除指明的 </a:t>
            </a:r>
            <a:r>
              <a:rPr lang="en-US" altLang="zh-CN" sz="2800" smtClean="0"/>
              <a:t>URL</a:t>
            </a:r>
            <a:r>
              <a:rPr lang="zh-CN" altLang="en-US" sz="2800" smtClean="0"/>
              <a:t>所标志的资源</a:t>
            </a:r>
          </a:p>
          <a:p>
            <a:pPr eaLnBrk="1" hangingPunct="1">
              <a:lnSpc>
                <a:spcPct val="90000"/>
              </a:lnSpc>
              <a:buFont typeface="Wingdings" pitchFamily="2" charset="2"/>
              <a:buNone/>
              <a:tabLst>
                <a:tab pos="2147888" algn="l"/>
              </a:tabLst>
            </a:pPr>
            <a:r>
              <a:rPr lang="en-US" altLang="zh-CN" sz="2800" smtClean="0"/>
              <a:t>TRACE       	</a:t>
            </a:r>
            <a:r>
              <a:rPr lang="zh-CN" altLang="en-US" sz="2800" smtClean="0"/>
              <a:t>用来进行环回测试的请求报文</a:t>
            </a:r>
          </a:p>
          <a:p>
            <a:pPr eaLnBrk="1" hangingPunct="1">
              <a:lnSpc>
                <a:spcPct val="90000"/>
              </a:lnSpc>
              <a:buFont typeface="Wingdings" pitchFamily="2" charset="2"/>
              <a:buNone/>
              <a:tabLst>
                <a:tab pos="2147888" algn="l"/>
              </a:tabLst>
            </a:pPr>
            <a:r>
              <a:rPr lang="en-US" altLang="zh-CN" sz="2800" smtClean="0"/>
              <a:t>CONNECT	</a:t>
            </a:r>
            <a:r>
              <a:rPr lang="zh-CN" altLang="en-US" sz="2800" smtClean="0"/>
              <a:t>用于代理服务器</a:t>
            </a:r>
          </a:p>
        </p:txBody>
      </p:sp>
      <p:sp>
        <p:nvSpPr>
          <p:cNvPr id="77828" name="Line 4"/>
          <p:cNvSpPr>
            <a:spLocks noChangeShapeType="1"/>
          </p:cNvSpPr>
          <p:nvPr/>
        </p:nvSpPr>
        <p:spPr bwMode="auto">
          <a:xfrm>
            <a:off x="323850" y="2492375"/>
            <a:ext cx="84963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29" name="Line 5"/>
          <p:cNvSpPr>
            <a:spLocks noChangeShapeType="1"/>
          </p:cNvSpPr>
          <p:nvPr/>
        </p:nvSpPr>
        <p:spPr bwMode="auto">
          <a:xfrm rot="5400000">
            <a:off x="413544" y="4037807"/>
            <a:ext cx="446563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1884363" y="2935288"/>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1" name="Rectangle 3"/>
          <p:cNvSpPr>
            <a:spLocks noChangeArrowheads="1"/>
          </p:cNvSpPr>
          <p:nvPr/>
        </p:nvSpPr>
        <p:spPr bwMode="auto">
          <a:xfrm>
            <a:off x="1884363" y="2119313"/>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2" name="Rectangle 4"/>
          <p:cNvSpPr>
            <a:spLocks noChangeArrowheads="1"/>
          </p:cNvSpPr>
          <p:nvPr/>
        </p:nvSpPr>
        <p:spPr bwMode="auto">
          <a:xfrm>
            <a:off x="1884363" y="1712913"/>
            <a:ext cx="4802187"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3" name="Rectangle 5"/>
          <p:cNvSpPr>
            <a:spLocks noGrp="1" noChangeArrowheads="1"/>
          </p:cNvSpPr>
          <p:nvPr>
            <p:ph type="title"/>
          </p:nvPr>
        </p:nvSpPr>
        <p:spPr>
          <a:xfrm>
            <a:off x="1042988" y="188913"/>
            <a:ext cx="7793037" cy="839787"/>
          </a:xfrm>
        </p:spPr>
        <p:txBody>
          <a:bodyPr/>
          <a:lstStyle/>
          <a:p>
            <a:pPr algn="ctr" eaLnBrk="1" hangingPunct="1"/>
            <a:r>
              <a:rPr lang="en-US" altLang="zh-CN" sz="4000" smtClean="0"/>
              <a:t>HTTP </a:t>
            </a:r>
            <a:r>
              <a:rPr lang="zh-CN" altLang="en-US" sz="4000" smtClean="0"/>
              <a:t>的报文结构（请求报文） </a:t>
            </a:r>
          </a:p>
        </p:txBody>
      </p:sp>
      <p:sp>
        <p:nvSpPr>
          <p:cNvPr id="78854" name="Rectangle 6"/>
          <p:cNvSpPr>
            <a:spLocks noChangeArrowheads="1"/>
          </p:cNvSpPr>
          <p:nvPr/>
        </p:nvSpPr>
        <p:spPr bwMode="auto">
          <a:xfrm>
            <a:off x="4133850" y="2944813"/>
            <a:ext cx="887413"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5" name="Rectangle 7"/>
          <p:cNvSpPr>
            <a:spLocks noChangeArrowheads="1"/>
          </p:cNvSpPr>
          <p:nvPr/>
        </p:nvSpPr>
        <p:spPr bwMode="auto">
          <a:xfrm>
            <a:off x="1890713" y="3362325"/>
            <a:ext cx="909637"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6" name="Rectangle 8"/>
          <p:cNvSpPr>
            <a:spLocks noChangeArrowheads="1"/>
          </p:cNvSpPr>
          <p:nvPr/>
        </p:nvSpPr>
        <p:spPr bwMode="auto">
          <a:xfrm>
            <a:off x="4133850" y="2128838"/>
            <a:ext cx="887413"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7" name="Rectangle 9"/>
          <p:cNvSpPr>
            <a:spLocks noChangeArrowheads="1"/>
          </p:cNvSpPr>
          <p:nvPr/>
        </p:nvSpPr>
        <p:spPr bwMode="auto">
          <a:xfrm>
            <a:off x="3578225" y="2944813"/>
            <a:ext cx="120650"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8" name="Rectangle 10"/>
          <p:cNvSpPr>
            <a:spLocks noChangeArrowheads="1"/>
          </p:cNvSpPr>
          <p:nvPr/>
        </p:nvSpPr>
        <p:spPr bwMode="auto">
          <a:xfrm>
            <a:off x="3578225" y="2128838"/>
            <a:ext cx="11112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9" name="Line 11"/>
          <p:cNvSpPr>
            <a:spLocks noChangeShapeType="1"/>
          </p:cNvSpPr>
          <p:nvPr/>
        </p:nvSpPr>
        <p:spPr bwMode="auto">
          <a:xfrm>
            <a:off x="3440113"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0" name="Line 12"/>
          <p:cNvSpPr>
            <a:spLocks noChangeShapeType="1"/>
          </p:cNvSpPr>
          <p:nvPr/>
        </p:nvSpPr>
        <p:spPr bwMode="auto">
          <a:xfrm>
            <a:off x="41338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1" name="Line 13"/>
          <p:cNvSpPr>
            <a:spLocks noChangeShapeType="1"/>
          </p:cNvSpPr>
          <p:nvPr/>
        </p:nvSpPr>
        <p:spPr bwMode="auto">
          <a:xfrm>
            <a:off x="3578225"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2" name="Rectangle 14"/>
          <p:cNvSpPr>
            <a:spLocks noChangeArrowheads="1"/>
          </p:cNvSpPr>
          <p:nvPr/>
        </p:nvSpPr>
        <p:spPr bwMode="auto">
          <a:xfrm>
            <a:off x="5770563" y="1722438"/>
            <a:ext cx="915987"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3" name="Rectangle 15"/>
          <p:cNvSpPr>
            <a:spLocks noChangeArrowheads="1"/>
          </p:cNvSpPr>
          <p:nvPr/>
        </p:nvSpPr>
        <p:spPr bwMode="auto">
          <a:xfrm>
            <a:off x="4438650"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4" name="Rectangle 16"/>
          <p:cNvSpPr>
            <a:spLocks noChangeArrowheads="1"/>
          </p:cNvSpPr>
          <p:nvPr/>
        </p:nvSpPr>
        <p:spPr bwMode="auto">
          <a:xfrm>
            <a:off x="3106738"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5" name="Text Box 17"/>
          <p:cNvSpPr txBox="1">
            <a:spLocks noChangeArrowheads="1"/>
          </p:cNvSpPr>
          <p:nvPr/>
        </p:nvSpPr>
        <p:spPr bwMode="auto">
          <a:xfrm>
            <a:off x="2055813" y="1701800"/>
            <a:ext cx="90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方   法</a:t>
            </a:r>
          </a:p>
        </p:txBody>
      </p:sp>
      <p:sp>
        <p:nvSpPr>
          <p:cNvPr id="78866" name="Line 18"/>
          <p:cNvSpPr>
            <a:spLocks noChangeShapeType="1"/>
          </p:cNvSpPr>
          <p:nvPr/>
        </p:nvSpPr>
        <p:spPr bwMode="auto">
          <a:xfrm>
            <a:off x="3106738"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7" name="Line 19"/>
          <p:cNvSpPr>
            <a:spLocks noChangeShapeType="1"/>
          </p:cNvSpPr>
          <p:nvPr/>
        </p:nvSpPr>
        <p:spPr bwMode="auto">
          <a:xfrm>
            <a:off x="32178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8" name="Line 20"/>
          <p:cNvSpPr>
            <a:spLocks noChangeShapeType="1"/>
          </p:cNvSpPr>
          <p:nvPr/>
        </p:nvSpPr>
        <p:spPr bwMode="auto">
          <a:xfrm>
            <a:off x="4438650"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9" name="Line 21"/>
          <p:cNvSpPr>
            <a:spLocks noChangeShapeType="1"/>
          </p:cNvSpPr>
          <p:nvPr/>
        </p:nvSpPr>
        <p:spPr bwMode="auto">
          <a:xfrm>
            <a:off x="4549775"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0" name="Line 22"/>
          <p:cNvSpPr>
            <a:spLocks noChangeShapeType="1"/>
          </p:cNvSpPr>
          <p:nvPr/>
        </p:nvSpPr>
        <p:spPr bwMode="auto">
          <a:xfrm>
            <a:off x="57705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1" name="Text Box 23"/>
          <p:cNvSpPr txBox="1">
            <a:spLocks noChangeArrowheads="1"/>
          </p:cNvSpPr>
          <p:nvPr/>
        </p:nvSpPr>
        <p:spPr bwMode="auto">
          <a:xfrm>
            <a:off x="3430588" y="1701800"/>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URL</a:t>
            </a:r>
          </a:p>
        </p:txBody>
      </p:sp>
      <p:sp>
        <p:nvSpPr>
          <p:cNvPr id="78872" name="Text Box 24"/>
          <p:cNvSpPr txBox="1">
            <a:spLocks noChangeArrowheads="1"/>
          </p:cNvSpPr>
          <p:nvPr/>
        </p:nvSpPr>
        <p:spPr bwMode="auto">
          <a:xfrm>
            <a:off x="4676775" y="1701800"/>
            <a:ext cx="90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版   本</a:t>
            </a:r>
          </a:p>
        </p:txBody>
      </p:sp>
      <p:sp>
        <p:nvSpPr>
          <p:cNvPr id="78873" name="Text Box 25"/>
          <p:cNvSpPr txBox="1">
            <a:spLocks noChangeArrowheads="1"/>
          </p:cNvSpPr>
          <p:nvPr/>
        </p:nvSpPr>
        <p:spPr bwMode="auto">
          <a:xfrm>
            <a:off x="1892300" y="2114550"/>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8874" name="Line 26"/>
          <p:cNvSpPr>
            <a:spLocks noChangeShapeType="1"/>
          </p:cNvSpPr>
          <p:nvPr/>
        </p:nvSpPr>
        <p:spPr bwMode="auto">
          <a:xfrm>
            <a:off x="3440113"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5" name="Line 27"/>
          <p:cNvSpPr>
            <a:spLocks noChangeShapeType="1"/>
          </p:cNvSpPr>
          <p:nvPr/>
        </p:nvSpPr>
        <p:spPr bwMode="auto">
          <a:xfrm>
            <a:off x="41338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6" name="Text Box 28"/>
          <p:cNvSpPr txBox="1">
            <a:spLocks noChangeArrowheads="1"/>
          </p:cNvSpPr>
          <p:nvPr/>
        </p:nvSpPr>
        <p:spPr bwMode="auto">
          <a:xfrm>
            <a:off x="5251450" y="2530475"/>
            <a:ext cx="947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首部行</a:t>
            </a:r>
          </a:p>
        </p:txBody>
      </p:sp>
      <p:sp>
        <p:nvSpPr>
          <p:cNvPr id="78877" name="Line 29"/>
          <p:cNvSpPr>
            <a:spLocks noChangeShapeType="1"/>
          </p:cNvSpPr>
          <p:nvPr/>
        </p:nvSpPr>
        <p:spPr bwMode="auto">
          <a:xfrm>
            <a:off x="3578225"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8" name="Text Box 30"/>
          <p:cNvSpPr txBox="1">
            <a:spLocks noChangeArrowheads="1"/>
          </p:cNvSpPr>
          <p:nvPr/>
        </p:nvSpPr>
        <p:spPr bwMode="auto">
          <a:xfrm>
            <a:off x="3367088" y="2116138"/>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8879" name="Text Box 31"/>
          <p:cNvSpPr txBox="1">
            <a:spLocks noChangeArrowheads="1"/>
          </p:cNvSpPr>
          <p:nvPr/>
        </p:nvSpPr>
        <p:spPr bwMode="auto">
          <a:xfrm>
            <a:off x="3700463" y="21224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8880" name="Text Box 32"/>
          <p:cNvSpPr txBox="1">
            <a:spLocks noChangeArrowheads="1"/>
          </p:cNvSpPr>
          <p:nvPr/>
        </p:nvSpPr>
        <p:spPr bwMode="auto">
          <a:xfrm>
            <a:off x="1887538" y="2922588"/>
            <a:ext cx="1455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8881" name="Text Box 33"/>
          <p:cNvSpPr txBox="1">
            <a:spLocks noChangeArrowheads="1"/>
          </p:cNvSpPr>
          <p:nvPr/>
        </p:nvSpPr>
        <p:spPr bwMode="auto">
          <a:xfrm>
            <a:off x="3724275" y="2935288"/>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8882" name="Text Box 34"/>
          <p:cNvSpPr txBox="1">
            <a:spLocks noChangeArrowheads="1"/>
          </p:cNvSpPr>
          <p:nvPr/>
        </p:nvSpPr>
        <p:spPr bwMode="auto">
          <a:xfrm>
            <a:off x="3328988" y="3554413"/>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8883" name="Text Box 35"/>
          <p:cNvSpPr txBox="1">
            <a:spLocks noChangeArrowheads="1"/>
          </p:cNvSpPr>
          <p:nvPr/>
        </p:nvSpPr>
        <p:spPr bwMode="auto">
          <a:xfrm rot="-5400000">
            <a:off x="2634457" y="2559844"/>
            <a:ext cx="439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8884" name="AutoShape 36"/>
          <p:cNvSpPr>
            <a:spLocks/>
          </p:cNvSpPr>
          <p:nvPr/>
        </p:nvSpPr>
        <p:spPr bwMode="auto">
          <a:xfrm>
            <a:off x="5091113" y="2171700"/>
            <a:ext cx="222250"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5" name="Rectangle 37"/>
          <p:cNvSpPr>
            <a:spLocks noChangeArrowheads="1"/>
          </p:cNvSpPr>
          <p:nvPr/>
        </p:nvSpPr>
        <p:spPr bwMode="auto">
          <a:xfrm>
            <a:off x="1884363" y="3749675"/>
            <a:ext cx="4997450"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6" name="Text Box 38"/>
          <p:cNvSpPr txBox="1">
            <a:spLocks noChangeArrowheads="1"/>
          </p:cNvSpPr>
          <p:nvPr/>
        </p:nvSpPr>
        <p:spPr bwMode="auto">
          <a:xfrm>
            <a:off x="3478213" y="3843338"/>
            <a:ext cx="1708150"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实体主体</a:t>
            </a:r>
          </a:p>
          <a:p>
            <a:pPr algn="ctr" eaLnBrk="1" hangingPunct="1"/>
            <a:r>
              <a:rPr kumimoji="1" lang="zh-CN" altLang="en-US" sz="2000">
                <a:solidFill>
                  <a:srgbClr val="333399"/>
                </a:solidFill>
                <a:latin typeface="Arial" pitchFamily="34" charset="0"/>
                <a:ea typeface="黑体" pitchFamily="49" charset="-122"/>
              </a:rPr>
              <a:t>（通常不用）</a:t>
            </a:r>
          </a:p>
        </p:txBody>
      </p:sp>
      <p:sp>
        <p:nvSpPr>
          <p:cNvPr id="78887" name="Text Box 39"/>
          <p:cNvSpPr txBox="1">
            <a:spLocks noChangeArrowheads="1"/>
          </p:cNvSpPr>
          <p:nvPr/>
        </p:nvSpPr>
        <p:spPr bwMode="auto">
          <a:xfrm>
            <a:off x="6650038" y="1701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请求行</a:t>
            </a:r>
          </a:p>
        </p:txBody>
      </p:sp>
      <p:sp>
        <p:nvSpPr>
          <p:cNvPr id="78888" name="Line 40"/>
          <p:cNvSpPr>
            <a:spLocks noChangeShapeType="1"/>
          </p:cNvSpPr>
          <p:nvPr/>
        </p:nvSpPr>
        <p:spPr bwMode="auto">
          <a:xfrm>
            <a:off x="18843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9" name="Line 41"/>
          <p:cNvSpPr>
            <a:spLocks noChangeShapeType="1"/>
          </p:cNvSpPr>
          <p:nvPr/>
        </p:nvSpPr>
        <p:spPr bwMode="auto">
          <a:xfrm>
            <a:off x="1884363"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0" name="Line 42"/>
          <p:cNvSpPr>
            <a:spLocks noChangeShapeType="1"/>
          </p:cNvSpPr>
          <p:nvPr/>
        </p:nvSpPr>
        <p:spPr bwMode="auto">
          <a:xfrm>
            <a:off x="2800350"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1" name="Line 43"/>
          <p:cNvSpPr>
            <a:spLocks noChangeShapeType="1"/>
          </p:cNvSpPr>
          <p:nvPr/>
        </p:nvSpPr>
        <p:spPr bwMode="auto">
          <a:xfrm>
            <a:off x="50212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2" name="Text Box 44"/>
          <p:cNvSpPr txBox="1">
            <a:spLocks noChangeArrowheads="1"/>
          </p:cNvSpPr>
          <p:nvPr/>
        </p:nvSpPr>
        <p:spPr bwMode="auto">
          <a:xfrm>
            <a:off x="3449638" y="1052513"/>
            <a:ext cx="690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空格</a:t>
            </a:r>
          </a:p>
        </p:txBody>
      </p:sp>
      <p:sp>
        <p:nvSpPr>
          <p:cNvPr id="78893" name="Text Box 45"/>
          <p:cNvSpPr txBox="1">
            <a:spLocks noChangeArrowheads="1"/>
          </p:cNvSpPr>
          <p:nvPr/>
        </p:nvSpPr>
        <p:spPr bwMode="auto">
          <a:xfrm>
            <a:off x="5386388" y="1052513"/>
            <a:ext cx="1201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回车换行</a:t>
            </a:r>
          </a:p>
        </p:txBody>
      </p:sp>
      <p:sp>
        <p:nvSpPr>
          <p:cNvPr id="78894" name="Line 46"/>
          <p:cNvSpPr>
            <a:spLocks noChangeShapeType="1"/>
          </p:cNvSpPr>
          <p:nvPr/>
        </p:nvSpPr>
        <p:spPr bwMode="auto">
          <a:xfrm>
            <a:off x="4059238" y="1406525"/>
            <a:ext cx="407987"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5" name="Line 47"/>
          <p:cNvSpPr>
            <a:spLocks noChangeShapeType="1"/>
          </p:cNvSpPr>
          <p:nvPr/>
        </p:nvSpPr>
        <p:spPr bwMode="auto">
          <a:xfrm flipH="1">
            <a:off x="3133725" y="1406525"/>
            <a:ext cx="44450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6" name="Line 48"/>
          <p:cNvSpPr>
            <a:spLocks noChangeShapeType="1"/>
          </p:cNvSpPr>
          <p:nvPr/>
        </p:nvSpPr>
        <p:spPr bwMode="auto">
          <a:xfrm>
            <a:off x="5983288" y="1406525"/>
            <a:ext cx="22225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7" name="Line 49"/>
          <p:cNvSpPr>
            <a:spLocks noChangeShapeType="1"/>
          </p:cNvSpPr>
          <p:nvPr/>
        </p:nvSpPr>
        <p:spPr bwMode="auto">
          <a:xfrm>
            <a:off x="36893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8" name="Line 50"/>
          <p:cNvSpPr>
            <a:spLocks noChangeShapeType="1"/>
          </p:cNvSpPr>
          <p:nvPr/>
        </p:nvSpPr>
        <p:spPr bwMode="auto">
          <a:xfrm>
            <a:off x="36893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9" name="Text Box 51"/>
          <p:cNvSpPr txBox="1">
            <a:spLocks noChangeArrowheads="1"/>
          </p:cNvSpPr>
          <p:nvPr/>
        </p:nvSpPr>
        <p:spPr bwMode="auto">
          <a:xfrm>
            <a:off x="3367088" y="2936875"/>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8900" name="Text Box 52"/>
          <p:cNvSpPr txBox="1">
            <a:spLocks noChangeArrowheads="1"/>
          </p:cNvSpPr>
          <p:nvPr/>
        </p:nvSpPr>
        <p:spPr bwMode="auto">
          <a:xfrm>
            <a:off x="5729288" y="17018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8901" name="Text Box 53"/>
          <p:cNvSpPr txBox="1">
            <a:spLocks noChangeArrowheads="1"/>
          </p:cNvSpPr>
          <p:nvPr/>
        </p:nvSpPr>
        <p:spPr bwMode="auto">
          <a:xfrm>
            <a:off x="4148138" y="2943225"/>
            <a:ext cx="849312"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8902" name="Text Box 54"/>
          <p:cNvSpPr txBox="1">
            <a:spLocks noChangeArrowheads="1"/>
          </p:cNvSpPr>
          <p:nvPr/>
        </p:nvSpPr>
        <p:spPr bwMode="auto">
          <a:xfrm>
            <a:off x="4154488" y="21336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8903" name="Text Box 55"/>
          <p:cNvSpPr txBox="1">
            <a:spLocks noChangeArrowheads="1"/>
          </p:cNvSpPr>
          <p:nvPr/>
        </p:nvSpPr>
        <p:spPr bwMode="auto">
          <a:xfrm>
            <a:off x="1887538" y="3335338"/>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8904" name="Text Box 56"/>
          <p:cNvSpPr txBox="1">
            <a:spLocks noChangeArrowheads="1"/>
          </p:cNvSpPr>
          <p:nvPr/>
        </p:nvSpPr>
        <p:spPr bwMode="auto">
          <a:xfrm>
            <a:off x="1619250" y="4797425"/>
            <a:ext cx="5400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“URL”</a:t>
            </a:r>
            <a:r>
              <a:rPr lang="zh-CN" altLang="en-US" sz="2800">
                <a:solidFill>
                  <a:srgbClr val="333399"/>
                </a:solidFill>
                <a:latin typeface="黑体" pitchFamily="49" charset="-122"/>
                <a:ea typeface="黑体" pitchFamily="49" charset="-122"/>
              </a:rPr>
              <a:t>是所请求的资源的</a:t>
            </a:r>
            <a:r>
              <a:rPr lang="zh-CN" altLang="en-US" sz="28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URL</a:t>
            </a:r>
            <a:r>
              <a:rPr lang="zh-CN" altLang="en-US" sz="2800">
                <a:solidFill>
                  <a:srgbClr val="333399"/>
                </a:solidFill>
                <a:latin typeface="Arial" pitchFamily="34" charset="0"/>
                <a:ea typeface="黑体" pitchFamily="49" charset="-122"/>
              </a:rPr>
              <a:t>。</a:t>
            </a:r>
          </a:p>
        </p:txBody>
      </p:sp>
      <p:sp>
        <p:nvSpPr>
          <p:cNvPr id="655417" name="Rectangle 57"/>
          <p:cNvSpPr>
            <a:spLocks noChangeArrowheads="1"/>
          </p:cNvSpPr>
          <p:nvPr/>
        </p:nvSpPr>
        <p:spPr bwMode="auto">
          <a:xfrm>
            <a:off x="3132138" y="1628775"/>
            <a:ext cx="1439862" cy="5762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541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54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7" grpId="0" animBg="1"/>
      <p:bldP spid="655417" grpId="1"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1884363" y="2935288"/>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5" name="Rectangle 3"/>
          <p:cNvSpPr>
            <a:spLocks noChangeArrowheads="1"/>
          </p:cNvSpPr>
          <p:nvPr/>
        </p:nvSpPr>
        <p:spPr bwMode="auto">
          <a:xfrm>
            <a:off x="1884363" y="2119313"/>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6" name="Rectangle 4"/>
          <p:cNvSpPr>
            <a:spLocks noChangeArrowheads="1"/>
          </p:cNvSpPr>
          <p:nvPr/>
        </p:nvSpPr>
        <p:spPr bwMode="auto">
          <a:xfrm>
            <a:off x="1884363" y="1712913"/>
            <a:ext cx="4802187"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7" name="Rectangle 5"/>
          <p:cNvSpPr>
            <a:spLocks noGrp="1" noChangeArrowheads="1"/>
          </p:cNvSpPr>
          <p:nvPr>
            <p:ph type="title"/>
          </p:nvPr>
        </p:nvSpPr>
        <p:spPr>
          <a:xfrm>
            <a:off x="1042988" y="188913"/>
            <a:ext cx="7793037" cy="839787"/>
          </a:xfrm>
        </p:spPr>
        <p:txBody>
          <a:bodyPr/>
          <a:lstStyle/>
          <a:p>
            <a:pPr algn="ctr" eaLnBrk="1" hangingPunct="1"/>
            <a:r>
              <a:rPr lang="en-US" altLang="zh-CN" sz="4000" smtClean="0"/>
              <a:t>HTTP </a:t>
            </a:r>
            <a:r>
              <a:rPr lang="zh-CN" altLang="en-US" sz="4000" smtClean="0"/>
              <a:t>的报文结构（请求报文） </a:t>
            </a:r>
          </a:p>
        </p:txBody>
      </p:sp>
      <p:sp>
        <p:nvSpPr>
          <p:cNvPr id="79878" name="Rectangle 6"/>
          <p:cNvSpPr>
            <a:spLocks noChangeArrowheads="1"/>
          </p:cNvSpPr>
          <p:nvPr/>
        </p:nvSpPr>
        <p:spPr bwMode="auto">
          <a:xfrm>
            <a:off x="4133850" y="2944813"/>
            <a:ext cx="887413"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9" name="Rectangle 7"/>
          <p:cNvSpPr>
            <a:spLocks noChangeArrowheads="1"/>
          </p:cNvSpPr>
          <p:nvPr/>
        </p:nvSpPr>
        <p:spPr bwMode="auto">
          <a:xfrm>
            <a:off x="1890713" y="3362325"/>
            <a:ext cx="909637"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0" name="Rectangle 8"/>
          <p:cNvSpPr>
            <a:spLocks noChangeArrowheads="1"/>
          </p:cNvSpPr>
          <p:nvPr/>
        </p:nvSpPr>
        <p:spPr bwMode="auto">
          <a:xfrm>
            <a:off x="4133850" y="2128838"/>
            <a:ext cx="887413"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1" name="Rectangle 9"/>
          <p:cNvSpPr>
            <a:spLocks noChangeArrowheads="1"/>
          </p:cNvSpPr>
          <p:nvPr/>
        </p:nvSpPr>
        <p:spPr bwMode="auto">
          <a:xfrm>
            <a:off x="3578225" y="2944813"/>
            <a:ext cx="120650"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2" name="Rectangle 10"/>
          <p:cNvSpPr>
            <a:spLocks noChangeArrowheads="1"/>
          </p:cNvSpPr>
          <p:nvPr/>
        </p:nvSpPr>
        <p:spPr bwMode="auto">
          <a:xfrm>
            <a:off x="3578225" y="2128838"/>
            <a:ext cx="11112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3" name="Line 11"/>
          <p:cNvSpPr>
            <a:spLocks noChangeShapeType="1"/>
          </p:cNvSpPr>
          <p:nvPr/>
        </p:nvSpPr>
        <p:spPr bwMode="auto">
          <a:xfrm>
            <a:off x="3440113"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4" name="Line 12"/>
          <p:cNvSpPr>
            <a:spLocks noChangeShapeType="1"/>
          </p:cNvSpPr>
          <p:nvPr/>
        </p:nvSpPr>
        <p:spPr bwMode="auto">
          <a:xfrm>
            <a:off x="41338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5" name="Line 13"/>
          <p:cNvSpPr>
            <a:spLocks noChangeShapeType="1"/>
          </p:cNvSpPr>
          <p:nvPr/>
        </p:nvSpPr>
        <p:spPr bwMode="auto">
          <a:xfrm>
            <a:off x="3578225"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6" name="Rectangle 14"/>
          <p:cNvSpPr>
            <a:spLocks noChangeArrowheads="1"/>
          </p:cNvSpPr>
          <p:nvPr/>
        </p:nvSpPr>
        <p:spPr bwMode="auto">
          <a:xfrm>
            <a:off x="5770563" y="1722438"/>
            <a:ext cx="915987"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7" name="Rectangle 15"/>
          <p:cNvSpPr>
            <a:spLocks noChangeArrowheads="1"/>
          </p:cNvSpPr>
          <p:nvPr/>
        </p:nvSpPr>
        <p:spPr bwMode="auto">
          <a:xfrm>
            <a:off x="4438650"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8" name="Rectangle 16"/>
          <p:cNvSpPr>
            <a:spLocks noChangeArrowheads="1"/>
          </p:cNvSpPr>
          <p:nvPr/>
        </p:nvSpPr>
        <p:spPr bwMode="auto">
          <a:xfrm>
            <a:off x="3106738"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9" name="Text Box 17"/>
          <p:cNvSpPr txBox="1">
            <a:spLocks noChangeArrowheads="1"/>
          </p:cNvSpPr>
          <p:nvPr/>
        </p:nvSpPr>
        <p:spPr bwMode="auto">
          <a:xfrm>
            <a:off x="2055813" y="1701800"/>
            <a:ext cx="90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方   法</a:t>
            </a:r>
          </a:p>
        </p:txBody>
      </p:sp>
      <p:sp>
        <p:nvSpPr>
          <p:cNvPr id="79890" name="Line 18"/>
          <p:cNvSpPr>
            <a:spLocks noChangeShapeType="1"/>
          </p:cNvSpPr>
          <p:nvPr/>
        </p:nvSpPr>
        <p:spPr bwMode="auto">
          <a:xfrm>
            <a:off x="3106738"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1" name="Line 19"/>
          <p:cNvSpPr>
            <a:spLocks noChangeShapeType="1"/>
          </p:cNvSpPr>
          <p:nvPr/>
        </p:nvSpPr>
        <p:spPr bwMode="auto">
          <a:xfrm>
            <a:off x="32178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2" name="Line 20"/>
          <p:cNvSpPr>
            <a:spLocks noChangeShapeType="1"/>
          </p:cNvSpPr>
          <p:nvPr/>
        </p:nvSpPr>
        <p:spPr bwMode="auto">
          <a:xfrm>
            <a:off x="4438650"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3" name="Line 21"/>
          <p:cNvSpPr>
            <a:spLocks noChangeShapeType="1"/>
          </p:cNvSpPr>
          <p:nvPr/>
        </p:nvSpPr>
        <p:spPr bwMode="auto">
          <a:xfrm>
            <a:off x="4549775"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4" name="Line 22"/>
          <p:cNvSpPr>
            <a:spLocks noChangeShapeType="1"/>
          </p:cNvSpPr>
          <p:nvPr/>
        </p:nvSpPr>
        <p:spPr bwMode="auto">
          <a:xfrm>
            <a:off x="57705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5" name="Text Box 23"/>
          <p:cNvSpPr txBox="1">
            <a:spLocks noChangeArrowheads="1"/>
          </p:cNvSpPr>
          <p:nvPr/>
        </p:nvSpPr>
        <p:spPr bwMode="auto">
          <a:xfrm>
            <a:off x="3430588" y="1701800"/>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URL</a:t>
            </a:r>
          </a:p>
        </p:txBody>
      </p:sp>
      <p:sp>
        <p:nvSpPr>
          <p:cNvPr id="79896" name="Text Box 24"/>
          <p:cNvSpPr txBox="1">
            <a:spLocks noChangeArrowheads="1"/>
          </p:cNvSpPr>
          <p:nvPr/>
        </p:nvSpPr>
        <p:spPr bwMode="auto">
          <a:xfrm>
            <a:off x="4676775" y="1701800"/>
            <a:ext cx="90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版   本</a:t>
            </a:r>
          </a:p>
        </p:txBody>
      </p:sp>
      <p:sp>
        <p:nvSpPr>
          <p:cNvPr id="79897" name="Text Box 25"/>
          <p:cNvSpPr txBox="1">
            <a:spLocks noChangeArrowheads="1"/>
          </p:cNvSpPr>
          <p:nvPr/>
        </p:nvSpPr>
        <p:spPr bwMode="auto">
          <a:xfrm>
            <a:off x="1892300" y="2114550"/>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9898" name="Line 26"/>
          <p:cNvSpPr>
            <a:spLocks noChangeShapeType="1"/>
          </p:cNvSpPr>
          <p:nvPr/>
        </p:nvSpPr>
        <p:spPr bwMode="auto">
          <a:xfrm>
            <a:off x="3440113"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9" name="Line 27"/>
          <p:cNvSpPr>
            <a:spLocks noChangeShapeType="1"/>
          </p:cNvSpPr>
          <p:nvPr/>
        </p:nvSpPr>
        <p:spPr bwMode="auto">
          <a:xfrm>
            <a:off x="41338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0" name="Text Box 28"/>
          <p:cNvSpPr txBox="1">
            <a:spLocks noChangeArrowheads="1"/>
          </p:cNvSpPr>
          <p:nvPr/>
        </p:nvSpPr>
        <p:spPr bwMode="auto">
          <a:xfrm>
            <a:off x="5251450" y="2530475"/>
            <a:ext cx="947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首部行</a:t>
            </a:r>
          </a:p>
        </p:txBody>
      </p:sp>
      <p:sp>
        <p:nvSpPr>
          <p:cNvPr id="79901" name="Line 29"/>
          <p:cNvSpPr>
            <a:spLocks noChangeShapeType="1"/>
          </p:cNvSpPr>
          <p:nvPr/>
        </p:nvSpPr>
        <p:spPr bwMode="auto">
          <a:xfrm>
            <a:off x="3578225"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2" name="Text Box 30"/>
          <p:cNvSpPr txBox="1">
            <a:spLocks noChangeArrowheads="1"/>
          </p:cNvSpPr>
          <p:nvPr/>
        </p:nvSpPr>
        <p:spPr bwMode="auto">
          <a:xfrm>
            <a:off x="3367088" y="2116138"/>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9903" name="Text Box 31"/>
          <p:cNvSpPr txBox="1">
            <a:spLocks noChangeArrowheads="1"/>
          </p:cNvSpPr>
          <p:nvPr/>
        </p:nvSpPr>
        <p:spPr bwMode="auto">
          <a:xfrm>
            <a:off x="3700463" y="21224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9904" name="Text Box 32"/>
          <p:cNvSpPr txBox="1">
            <a:spLocks noChangeArrowheads="1"/>
          </p:cNvSpPr>
          <p:nvPr/>
        </p:nvSpPr>
        <p:spPr bwMode="auto">
          <a:xfrm>
            <a:off x="1887538" y="2922588"/>
            <a:ext cx="1455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79905" name="Text Box 33"/>
          <p:cNvSpPr txBox="1">
            <a:spLocks noChangeArrowheads="1"/>
          </p:cNvSpPr>
          <p:nvPr/>
        </p:nvSpPr>
        <p:spPr bwMode="auto">
          <a:xfrm>
            <a:off x="3724275" y="2935288"/>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79906" name="Text Box 34"/>
          <p:cNvSpPr txBox="1">
            <a:spLocks noChangeArrowheads="1"/>
          </p:cNvSpPr>
          <p:nvPr/>
        </p:nvSpPr>
        <p:spPr bwMode="auto">
          <a:xfrm>
            <a:off x="3328988" y="3554413"/>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9907" name="Text Box 35"/>
          <p:cNvSpPr txBox="1">
            <a:spLocks noChangeArrowheads="1"/>
          </p:cNvSpPr>
          <p:nvPr/>
        </p:nvSpPr>
        <p:spPr bwMode="auto">
          <a:xfrm rot="-5400000">
            <a:off x="2634457" y="2559844"/>
            <a:ext cx="439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9908" name="AutoShape 36"/>
          <p:cNvSpPr>
            <a:spLocks/>
          </p:cNvSpPr>
          <p:nvPr/>
        </p:nvSpPr>
        <p:spPr bwMode="auto">
          <a:xfrm>
            <a:off x="5091113" y="2171700"/>
            <a:ext cx="222250"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9" name="Rectangle 37"/>
          <p:cNvSpPr>
            <a:spLocks noChangeArrowheads="1"/>
          </p:cNvSpPr>
          <p:nvPr/>
        </p:nvSpPr>
        <p:spPr bwMode="auto">
          <a:xfrm>
            <a:off x="1884363" y="3749675"/>
            <a:ext cx="4997450"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0" name="Text Box 38"/>
          <p:cNvSpPr txBox="1">
            <a:spLocks noChangeArrowheads="1"/>
          </p:cNvSpPr>
          <p:nvPr/>
        </p:nvSpPr>
        <p:spPr bwMode="auto">
          <a:xfrm>
            <a:off x="3478213" y="3843338"/>
            <a:ext cx="1708150"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实体主体</a:t>
            </a:r>
          </a:p>
          <a:p>
            <a:pPr algn="ctr" eaLnBrk="1" hangingPunct="1"/>
            <a:r>
              <a:rPr kumimoji="1" lang="zh-CN" altLang="en-US" sz="2000">
                <a:solidFill>
                  <a:srgbClr val="333399"/>
                </a:solidFill>
                <a:latin typeface="Arial" pitchFamily="34" charset="0"/>
                <a:ea typeface="黑体" pitchFamily="49" charset="-122"/>
              </a:rPr>
              <a:t>（通常不用）</a:t>
            </a:r>
          </a:p>
        </p:txBody>
      </p:sp>
      <p:sp>
        <p:nvSpPr>
          <p:cNvPr id="79911" name="Text Box 39"/>
          <p:cNvSpPr txBox="1">
            <a:spLocks noChangeArrowheads="1"/>
          </p:cNvSpPr>
          <p:nvPr/>
        </p:nvSpPr>
        <p:spPr bwMode="auto">
          <a:xfrm>
            <a:off x="6650038" y="1701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请求行</a:t>
            </a:r>
          </a:p>
        </p:txBody>
      </p:sp>
      <p:sp>
        <p:nvSpPr>
          <p:cNvPr id="79912" name="Line 40"/>
          <p:cNvSpPr>
            <a:spLocks noChangeShapeType="1"/>
          </p:cNvSpPr>
          <p:nvPr/>
        </p:nvSpPr>
        <p:spPr bwMode="auto">
          <a:xfrm>
            <a:off x="18843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3" name="Line 41"/>
          <p:cNvSpPr>
            <a:spLocks noChangeShapeType="1"/>
          </p:cNvSpPr>
          <p:nvPr/>
        </p:nvSpPr>
        <p:spPr bwMode="auto">
          <a:xfrm>
            <a:off x="1884363"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4" name="Line 42"/>
          <p:cNvSpPr>
            <a:spLocks noChangeShapeType="1"/>
          </p:cNvSpPr>
          <p:nvPr/>
        </p:nvSpPr>
        <p:spPr bwMode="auto">
          <a:xfrm>
            <a:off x="2800350"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5" name="Line 43"/>
          <p:cNvSpPr>
            <a:spLocks noChangeShapeType="1"/>
          </p:cNvSpPr>
          <p:nvPr/>
        </p:nvSpPr>
        <p:spPr bwMode="auto">
          <a:xfrm>
            <a:off x="50212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6" name="Text Box 44"/>
          <p:cNvSpPr txBox="1">
            <a:spLocks noChangeArrowheads="1"/>
          </p:cNvSpPr>
          <p:nvPr/>
        </p:nvSpPr>
        <p:spPr bwMode="auto">
          <a:xfrm>
            <a:off x="3449638" y="1052513"/>
            <a:ext cx="690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空格</a:t>
            </a:r>
          </a:p>
        </p:txBody>
      </p:sp>
      <p:sp>
        <p:nvSpPr>
          <p:cNvPr id="79917" name="Text Box 45"/>
          <p:cNvSpPr txBox="1">
            <a:spLocks noChangeArrowheads="1"/>
          </p:cNvSpPr>
          <p:nvPr/>
        </p:nvSpPr>
        <p:spPr bwMode="auto">
          <a:xfrm>
            <a:off x="5386388" y="1052513"/>
            <a:ext cx="1201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回车换行</a:t>
            </a:r>
          </a:p>
        </p:txBody>
      </p:sp>
      <p:sp>
        <p:nvSpPr>
          <p:cNvPr id="79918" name="Line 46"/>
          <p:cNvSpPr>
            <a:spLocks noChangeShapeType="1"/>
          </p:cNvSpPr>
          <p:nvPr/>
        </p:nvSpPr>
        <p:spPr bwMode="auto">
          <a:xfrm>
            <a:off x="4059238" y="1406525"/>
            <a:ext cx="407987"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9" name="Line 47"/>
          <p:cNvSpPr>
            <a:spLocks noChangeShapeType="1"/>
          </p:cNvSpPr>
          <p:nvPr/>
        </p:nvSpPr>
        <p:spPr bwMode="auto">
          <a:xfrm flipH="1">
            <a:off x="3133725" y="1406525"/>
            <a:ext cx="44450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20" name="Line 48"/>
          <p:cNvSpPr>
            <a:spLocks noChangeShapeType="1"/>
          </p:cNvSpPr>
          <p:nvPr/>
        </p:nvSpPr>
        <p:spPr bwMode="auto">
          <a:xfrm>
            <a:off x="5983288" y="1406525"/>
            <a:ext cx="22225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21" name="Line 49"/>
          <p:cNvSpPr>
            <a:spLocks noChangeShapeType="1"/>
          </p:cNvSpPr>
          <p:nvPr/>
        </p:nvSpPr>
        <p:spPr bwMode="auto">
          <a:xfrm>
            <a:off x="36893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22" name="Line 50"/>
          <p:cNvSpPr>
            <a:spLocks noChangeShapeType="1"/>
          </p:cNvSpPr>
          <p:nvPr/>
        </p:nvSpPr>
        <p:spPr bwMode="auto">
          <a:xfrm>
            <a:off x="36893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23" name="Text Box 51"/>
          <p:cNvSpPr txBox="1">
            <a:spLocks noChangeArrowheads="1"/>
          </p:cNvSpPr>
          <p:nvPr/>
        </p:nvSpPr>
        <p:spPr bwMode="auto">
          <a:xfrm>
            <a:off x="3367088" y="2936875"/>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79924" name="Text Box 52"/>
          <p:cNvSpPr txBox="1">
            <a:spLocks noChangeArrowheads="1"/>
          </p:cNvSpPr>
          <p:nvPr/>
        </p:nvSpPr>
        <p:spPr bwMode="auto">
          <a:xfrm>
            <a:off x="5729288" y="17018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9925" name="Text Box 53"/>
          <p:cNvSpPr txBox="1">
            <a:spLocks noChangeArrowheads="1"/>
          </p:cNvSpPr>
          <p:nvPr/>
        </p:nvSpPr>
        <p:spPr bwMode="auto">
          <a:xfrm>
            <a:off x="4148138" y="2943225"/>
            <a:ext cx="849312"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9926" name="Text Box 54"/>
          <p:cNvSpPr txBox="1">
            <a:spLocks noChangeArrowheads="1"/>
          </p:cNvSpPr>
          <p:nvPr/>
        </p:nvSpPr>
        <p:spPr bwMode="auto">
          <a:xfrm>
            <a:off x="4154488" y="21336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9927" name="Text Box 55"/>
          <p:cNvSpPr txBox="1">
            <a:spLocks noChangeArrowheads="1"/>
          </p:cNvSpPr>
          <p:nvPr/>
        </p:nvSpPr>
        <p:spPr bwMode="auto">
          <a:xfrm>
            <a:off x="1887538" y="3335338"/>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79928" name="Text Box 56"/>
          <p:cNvSpPr txBox="1">
            <a:spLocks noChangeArrowheads="1"/>
          </p:cNvSpPr>
          <p:nvPr/>
        </p:nvSpPr>
        <p:spPr bwMode="auto">
          <a:xfrm>
            <a:off x="2268538" y="4797425"/>
            <a:ext cx="4248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a:t>
            </a:r>
            <a:r>
              <a:rPr lang="zh-CN" altLang="en-US" sz="2800">
                <a:solidFill>
                  <a:srgbClr val="333399"/>
                </a:solidFill>
                <a:latin typeface="Arial" pitchFamily="34" charset="0"/>
                <a:ea typeface="黑体" pitchFamily="49" charset="-122"/>
              </a:rPr>
              <a:t>版本”</a:t>
            </a:r>
            <a:r>
              <a:rPr lang="zh-CN" altLang="en-US" sz="2800">
                <a:solidFill>
                  <a:srgbClr val="333399"/>
                </a:solidFill>
                <a:latin typeface="黑体" pitchFamily="49" charset="-122"/>
                <a:ea typeface="黑体" pitchFamily="49" charset="-122"/>
              </a:rPr>
              <a:t>是</a:t>
            </a:r>
            <a:r>
              <a:rPr lang="zh-CN" altLang="en-US" sz="28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HTTP </a:t>
            </a:r>
            <a:r>
              <a:rPr lang="zh-CN" altLang="en-US" sz="2800">
                <a:solidFill>
                  <a:srgbClr val="333399"/>
                </a:solidFill>
                <a:latin typeface="黑体" pitchFamily="49" charset="-122"/>
                <a:ea typeface="黑体" pitchFamily="49" charset="-122"/>
              </a:rPr>
              <a:t>的版本</a:t>
            </a:r>
            <a:r>
              <a:rPr lang="zh-CN" altLang="en-US" sz="2800">
                <a:solidFill>
                  <a:srgbClr val="333399"/>
                </a:solidFill>
                <a:latin typeface="Arial" pitchFamily="34" charset="0"/>
                <a:ea typeface="黑体" pitchFamily="49" charset="-122"/>
              </a:rPr>
              <a:t>。</a:t>
            </a:r>
          </a:p>
        </p:txBody>
      </p:sp>
      <p:sp>
        <p:nvSpPr>
          <p:cNvPr id="656441" name="Rectangle 57"/>
          <p:cNvSpPr>
            <a:spLocks noChangeArrowheads="1"/>
          </p:cNvSpPr>
          <p:nvPr/>
        </p:nvSpPr>
        <p:spPr bwMode="auto">
          <a:xfrm>
            <a:off x="4427538" y="1628775"/>
            <a:ext cx="1439862" cy="5762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644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64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441" grpId="0" animBg="1"/>
      <p:bldP spid="656441" grpId="1"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1884363" y="2935288"/>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899" name="Rectangle 3"/>
          <p:cNvSpPr>
            <a:spLocks noChangeArrowheads="1"/>
          </p:cNvSpPr>
          <p:nvPr/>
        </p:nvSpPr>
        <p:spPr bwMode="auto">
          <a:xfrm>
            <a:off x="1884363" y="2119313"/>
            <a:ext cx="31369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0" name="Rectangle 4"/>
          <p:cNvSpPr>
            <a:spLocks noChangeArrowheads="1"/>
          </p:cNvSpPr>
          <p:nvPr/>
        </p:nvSpPr>
        <p:spPr bwMode="auto">
          <a:xfrm>
            <a:off x="1884363" y="1712913"/>
            <a:ext cx="4802187"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1" name="Rectangle 5"/>
          <p:cNvSpPr>
            <a:spLocks noGrp="1" noChangeArrowheads="1"/>
          </p:cNvSpPr>
          <p:nvPr>
            <p:ph type="title"/>
          </p:nvPr>
        </p:nvSpPr>
        <p:spPr>
          <a:xfrm>
            <a:off x="1042988" y="188913"/>
            <a:ext cx="7793037" cy="839787"/>
          </a:xfrm>
        </p:spPr>
        <p:txBody>
          <a:bodyPr/>
          <a:lstStyle/>
          <a:p>
            <a:pPr algn="ctr" eaLnBrk="1" hangingPunct="1"/>
            <a:r>
              <a:rPr lang="en-US" altLang="zh-CN" sz="4000" smtClean="0"/>
              <a:t>HTTP </a:t>
            </a:r>
            <a:r>
              <a:rPr lang="zh-CN" altLang="en-US" sz="4000" smtClean="0"/>
              <a:t>的报文结构（响应报文） </a:t>
            </a:r>
          </a:p>
        </p:txBody>
      </p:sp>
      <p:sp>
        <p:nvSpPr>
          <p:cNvPr id="80902" name="Rectangle 6"/>
          <p:cNvSpPr>
            <a:spLocks noChangeArrowheads="1"/>
          </p:cNvSpPr>
          <p:nvPr/>
        </p:nvSpPr>
        <p:spPr bwMode="auto">
          <a:xfrm>
            <a:off x="4133850" y="2944813"/>
            <a:ext cx="887413"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3" name="Rectangle 7"/>
          <p:cNvSpPr>
            <a:spLocks noChangeArrowheads="1"/>
          </p:cNvSpPr>
          <p:nvPr/>
        </p:nvSpPr>
        <p:spPr bwMode="auto">
          <a:xfrm>
            <a:off x="1890713" y="3362325"/>
            <a:ext cx="909637"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4" name="Rectangle 8"/>
          <p:cNvSpPr>
            <a:spLocks noChangeArrowheads="1"/>
          </p:cNvSpPr>
          <p:nvPr/>
        </p:nvSpPr>
        <p:spPr bwMode="auto">
          <a:xfrm>
            <a:off x="4133850" y="2128838"/>
            <a:ext cx="887413"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5" name="Rectangle 9"/>
          <p:cNvSpPr>
            <a:spLocks noChangeArrowheads="1"/>
          </p:cNvSpPr>
          <p:nvPr/>
        </p:nvSpPr>
        <p:spPr bwMode="auto">
          <a:xfrm>
            <a:off x="3578225" y="2944813"/>
            <a:ext cx="120650"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6" name="Rectangle 10"/>
          <p:cNvSpPr>
            <a:spLocks noChangeArrowheads="1"/>
          </p:cNvSpPr>
          <p:nvPr/>
        </p:nvSpPr>
        <p:spPr bwMode="auto">
          <a:xfrm>
            <a:off x="3578225" y="2128838"/>
            <a:ext cx="11112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7" name="Line 11"/>
          <p:cNvSpPr>
            <a:spLocks noChangeShapeType="1"/>
          </p:cNvSpPr>
          <p:nvPr/>
        </p:nvSpPr>
        <p:spPr bwMode="auto">
          <a:xfrm>
            <a:off x="3440113"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8" name="Line 12"/>
          <p:cNvSpPr>
            <a:spLocks noChangeShapeType="1"/>
          </p:cNvSpPr>
          <p:nvPr/>
        </p:nvSpPr>
        <p:spPr bwMode="auto">
          <a:xfrm>
            <a:off x="41338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9" name="Line 13"/>
          <p:cNvSpPr>
            <a:spLocks noChangeShapeType="1"/>
          </p:cNvSpPr>
          <p:nvPr/>
        </p:nvSpPr>
        <p:spPr bwMode="auto">
          <a:xfrm>
            <a:off x="3578225"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0" name="Rectangle 14"/>
          <p:cNvSpPr>
            <a:spLocks noChangeArrowheads="1"/>
          </p:cNvSpPr>
          <p:nvPr/>
        </p:nvSpPr>
        <p:spPr bwMode="auto">
          <a:xfrm>
            <a:off x="5770563" y="1722438"/>
            <a:ext cx="915987"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1" name="Rectangle 15"/>
          <p:cNvSpPr>
            <a:spLocks noChangeArrowheads="1"/>
          </p:cNvSpPr>
          <p:nvPr/>
        </p:nvSpPr>
        <p:spPr bwMode="auto">
          <a:xfrm>
            <a:off x="4438650"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2" name="Rectangle 16"/>
          <p:cNvSpPr>
            <a:spLocks noChangeArrowheads="1"/>
          </p:cNvSpPr>
          <p:nvPr/>
        </p:nvSpPr>
        <p:spPr bwMode="auto">
          <a:xfrm>
            <a:off x="3106738" y="1722438"/>
            <a:ext cx="11112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3" name="Text Box 17"/>
          <p:cNvSpPr txBox="1">
            <a:spLocks noChangeArrowheads="1"/>
          </p:cNvSpPr>
          <p:nvPr/>
        </p:nvSpPr>
        <p:spPr bwMode="auto">
          <a:xfrm>
            <a:off x="2055813" y="1701800"/>
            <a:ext cx="90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版   本</a:t>
            </a:r>
          </a:p>
        </p:txBody>
      </p:sp>
      <p:sp>
        <p:nvSpPr>
          <p:cNvPr id="80914" name="Line 18"/>
          <p:cNvSpPr>
            <a:spLocks noChangeShapeType="1"/>
          </p:cNvSpPr>
          <p:nvPr/>
        </p:nvSpPr>
        <p:spPr bwMode="auto">
          <a:xfrm>
            <a:off x="3106738"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5" name="Line 19"/>
          <p:cNvSpPr>
            <a:spLocks noChangeShapeType="1"/>
          </p:cNvSpPr>
          <p:nvPr/>
        </p:nvSpPr>
        <p:spPr bwMode="auto">
          <a:xfrm>
            <a:off x="32178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6" name="Line 20"/>
          <p:cNvSpPr>
            <a:spLocks noChangeShapeType="1"/>
          </p:cNvSpPr>
          <p:nvPr/>
        </p:nvSpPr>
        <p:spPr bwMode="auto">
          <a:xfrm>
            <a:off x="4438650"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7" name="Line 21"/>
          <p:cNvSpPr>
            <a:spLocks noChangeShapeType="1"/>
          </p:cNvSpPr>
          <p:nvPr/>
        </p:nvSpPr>
        <p:spPr bwMode="auto">
          <a:xfrm>
            <a:off x="4549775"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8" name="Line 22"/>
          <p:cNvSpPr>
            <a:spLocks noChangeShapeType="1"/>
          </p:cNvSpPr>
          <p:nvPr/>
        </p:nvSpPr>
        <p:spPr bwMode="auto">
          <a:xfrm>
            <a:off x="5770563" y="171291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9" name="Text Box 23"/>
          <p:cNvSpPr txBox="1">
            <a:spLocks noChangeArrowheads="1"/>
          </p:cNvSpPr>
          <p:nvPr/>
        </p:nvSpPr>
        <p:spPr bwMode="auto">
          <a:xfrm>
            <a:off x="3348038" y="168751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状态码</a:t>
            </a:r>
          </a:p>
        </p:txBody>
      </p:sp>
      <p:sp>
        <p:nvSpPr>
          <p:cNvPr id="80920" name="Text Box 24"/>
          <p:cNvSpPr txBox="1">
            <a:spLocks noChangeArrowheads="1"/>
          </p:cNvSpPr>
          <p:nvPr/>
        </p:nvSpPr>
        <p:spPr bwMode="auto">
          <a:xfrm>
            <a:off x="4676775" y="1701800"/>
            <a:ext cx="90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短   语</a:t>
            </a:r>
          </a:p>
        </p:txBody>
      </p:sp>
      <p:sp>
        <p:nvSpPr>
          <p:cNvPr id="80921" name="Text Box 25"/>
          <p:cNvSpPr txBox="1">
            <a:spLocks noChangeArrowheads="1"/>
          </p:cNvSpPr>
          <p:nvPr/>
        </p:nvSpPr>
        <p:spPr bwMode="auto">
          <a:xfrm>
            <a:off x="1892300" y="2114550"/>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80922" name="Line 26"/>
          <p:cNvSpPr>
            <a:spLocks noChangeShapeType="1"/>
          </p:cNvSpPr>
          <p:nvPr/>
        </p:nvSpPr>
        <p:spPr bwMode="auto">
          <a:xfrm>
            <a:off x="3440113"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3" name="Line 27"/>
          <p:cNvSpPr>
            <a:spLocks noChangeShapeType="1"/>
          </p:cNvSpPr>
          <p:nvPr/>
        </p:nvSpPr>
        <p:spPr bwMode="auto">
          <a:xfrm>
            <a:off x="41338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4" name="Text Box 28"/>
          <p:cNvSpPr txBox="1">
            <a:spLocks noChangeArrowheads="1"/>
          </p:cNvSpPr>
          <p:nvPr/>
        </p:nvSpPr>
        <p:spPr bwMode="auto">
          <a:xfrm>
            <a:off x="5251450" y="2530475"/>
            <a:ext cx="947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首部行</a:t>
            </a:r>
          </a:p>
        </p:txBody>
      </p:sp>
      <p:sp>
        <p:nvSpPr>
          <p:cNvPr id="80925" name="Line 29"/>
          <p:cNvSpPr>
            <a:spLocks noChangeShapeType="1"/>
          </p:cNvSpPr>
          <p:nvPr/>
        </p:nvSpPr>
        <p:spPr bwMode="auto">
          <a:xfrm>
            <a:off x="3578225"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6" name="Text Box 30"/>
          <p:cNvSpPr txBox="1">
            <a:spLocks noChangeArrowheads="1"/>
          </p:cNvSpPr>
          <p:nvPr/>
        </p:nvSpPr>
        <p:spPr bwMode="auto">
          <a:xfrm>
            <a:off x="3367088" y="2116138"/>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80927" name="Text Box 31"/>
          <p:cNvSpPr txBox="1">
            <a:spLocks noChangeArrowheads="1"/>
          </p:cNvSpPr>
          <p:nvPr/>
        </p:nvSpPr>
        <p:spPr bwMode="auto">
          <a:xfrm>
            <a:off x="3700463" y="21224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80928" name="Text Box 32"/>
          <p:cNvSpPr txBox="1">
            <a:spLocks noChangeArrowheads="1"/>
          </p:cNvSpPr>
          <p:nvPr/>
        </p:nvSpPr>
        <p:spPr bwMode="auto">
          <a:xfrm>
            <a:off x="1887538" y="2922588"/>
            <a:ext cx="1455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首部字段名</a:t>
            </a:r>
          </a:p>
        </p:txBody>
      </p:sp>
      <p:sp>
        <p:nvSpPr>
          <p:cNvPr id="80929" name="Text Box 33"/>
          <p:cNvSpPr txBox="1">
            <a:spLocks noChangeArrowheads="1"/>
          </p:cNvSpPr>
          <p:nvPr/>
        </p:nvSpPr>
        <p:spPr bwMode="auto">
          <a:xfrm>
            <a:off x="3724275" y="2935288"/>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值</a:t>
            </a:r>
          </a:p>
        </p:txBody>
      </p:sp>
      <p:sp>
        <p:nvSpPr>
          <p:cNvPr id="80930" name="Text Box 34"/>
          <p:cNvSpPr txBox="1">
            <a:spLocks noChangeArrowheads="1"/>
          </p:cNvSpPr>
          <p:nvPr/>
        </p:nvSpPr>
        <p:spPr bwMode="auto">
          <a:xfrm>
            <a:off x="3328988" y="3554413"/>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80931" name="Text Box 35"/>
          <p:cNvSpPr txBox="1">
            <a:spLocks noChangeArrowheads="1"/>
          </p:cNvSpPr>
          <p:nvPr/>
        </p:nvSpPr>
        <p:spPr bwMode="auto">
          <a:xfrm rot="-5400000">
            <a:off x="2634457" y="2559844"/>
            <a:ext cx="439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80932" name="AutoShape 36"/>
          <p:cNvSpPr>
            <a:spLocks/>
          </p:cNvSpPr>
          <p:nvPr/>
        </p:nvSpPr>
        <p:spPr bwMode="auto">
          <a:xfrm>
            <a:off x="5091113" y="2171700"/>
            <a:ext cx="222250"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3" name="Rectangle 37"/>
          <p:cNvSpPr>
            <a:spLocks noChangeArrowheads="1"/>
          </p:cNvSpPr>
          <p:nvPr/>
        </p:nvSpPr>
        <p:spPr bwMode="auto">
          <a:xfrm>
            <a:off x="1884363" y="3749675"/>
            <a:ext cx="4997450"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4" name="Text Box 38"/>
          <p:cNvSpPr txBox="1">
            <a:spLocks noChangeArrowheads="1"/>
          </p:cNvSpPr>
          <p:nvPr/>
        </p:nvSpPr>
        <p:spPr bwMode="auto">
          <a:xfrm>
            <a:off x="2970213" y="3843338"/>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实体主体</a:t>
            </a:r>
          </a:p>
          <a:p>
            <a:pPr algn="ctr" eaLnBrk="1" hangingPunct="1"/>
            <a:r>
              <a:rPr kumimoji="1" lang="zh-CN" altLang="en-US" sz="2000">
                <a:solidFill>
                  <a:srgbClr val="333399"/>
                </a:solidFill>
                <a:latin typeface="Arial" pitchFamily="34" charset="0"/>
                <a:ea typeface="黑体" pitchFamily="49" charset="-122"/>
              </a:rPr>
              <a:t>（有些响应报文不用）</a:t>
            </a:r>
          </a:p>
        </p:txBody>
      </p:sp>
      <p:sp>
        <p:nvSpPr>
          <p:cNvPr id="80935" name="Text Box 39"/>
          <p:cNvSpPr txBox="1">
            <a:spLocks noChangeArrowheads="1"/>
          </p:cNvSpPr>
          <p:nvPr/>
        </p:nvSpPr>
        <p:spPr bwMode="auto">
          <a:xfrm>
            <a:off x="6650038" y="1701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状态行</a:t>
            </a:r>
          </a:p>
        </p:txBody>
      </p:sp>
      <p:sp>
        <p:nvSpPr>
          <p:cNvPr id="80936" name="Line 40"/>
          <p:cNvSpPr>
            <a:spLocks noChangeShapeType="1"/>
          </p:cNvSpPr>
          <p:nvPr/>
        </p:nvSpPr>
        <p:spPr bwMode="auto">
          <a:xfrm>
            <a:off x="18843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7" name="Line 41"/>
          <p:cNvSpPr>
            <a:spLocks noChangeShapeType="1"/>
          </p:cNvSpPr>
          <p:nvPr/>
        </p:nvSpPr>
        <p:spPr bwMode="auto">
          <a:xfrm>
            <a:off x="1884363"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8" name="Line 42"/>
          <p:cNvSpPr>
            <a:spLocks noChangeShapeType="1"/>
          </p:cNvSpPr>
          <p:nvPr/>
        </p:nvSpPr>
        <p:spPr bwMode="auto">
          <a:xfrm>
            <a:off x="2800350" y="334327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9" name="Line 43"/>
          <p:cNvSpPr>
            <a:spLocks noChangeShapeType="1"/>
          </p:cNvSpPr>
          <p:nvPr/>
        </p:nvSpPr>
        <p:spPr bwMode="auto">
          <a:xfrm>
            <a:off x="5021263" y="252730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0" name="Text Box 44"/>
          <p:cNvSpPr txBox="1">
            <a:spLocks noChangeArrowheads="1"/>
          </p:cNvSpPr>
          <p:nvPr/>
        </p:nvSpPr>
        <p:spPr bwMode="auto">
          <a:xfrm>
            <a:off x="3449638" y="1052513"/>
            <a:ext cx="690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空格</a:t>
            </a:r>
          </a:p>
        </p:txBody>
      </p:sp>
      <p:sp>
        <p:nvSpPr>
          <p:cNvPr id="80941" name="Text Box 45"/>
          <p:cNvSpPr txBox="1">
            <a:spLocks noChangeArrowheads="1"/>
          </p:cNvSpPr>
          <p:nvPr/>
        </p:nvSpPr>
        <p:spPr bwMode="auto">
          <a:xfrm>
            <a:off x="5386388" y="1052513"/>
            <a:ext cx="1201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回车换行</a:t>
            </a:r>
          </a:p>
        </p:txBody>
      </p:sp>
      <p:sp>
        <p:nvSpPr>
          <p:cNvPr id="80942" name="Line 46"/>
          <p:cNvSpPr>
            <a:spLocks noChangeShapeType="1"/>
          </p:cNvSpPr>
          <p:nvPr/>
        </p:nvSpPr>
        <p:spPr bwMode="auto">
          <a:xfrm>
            <a:off x="4059238" y="1406525"/>
            <a:ext cx="407987"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3" name="Line 47"/>
          <p:cNvSpPr>
            <a:spLocks noChangeShapeType="1"/>
          </p:cNvSpPr>
          <p:nvPr/>
        </p:nvSpPr>
        <p:spPr bwMode="auto">
          <a:xfrm flipH="1">
            <a:off x="3133725" y="1406525"/>
            <a:ext cx="44450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4" name="Line 48"/>
          <p:cNvSpPr>
            <a:spLocks noChangeShapeType="1"/>
          </p:cNvSpPr>
          <p:nvPr/>
        </p:nvSpPr>
        <p:spPr bwMode="auto">
          <a:xfrm>
            <a:off x="5983288" y="1406525"/>
            <a:ext cx="222250"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5" name="Line 49"/>
          <p:cNvSpPr>
            <a:spLocks noChangeShapeType="1"/>
          </p:cNvSpPr>
          <p:nvPr/>
        </p:nvSpPr>
        <p:spPr bwMode="auto">
          <a:xfrm>
            <a:off x="3689350" y="2935288"/>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6" name="Line 50"/>
          <p:cNvSpPr>
            <a:spLocks noChangeShapeType="1"/>
          </p:cNvSpPr>
          <p:nvPr/>
        </p:nvSpPr>
        <p:spPr bwMode="auto">
          <a:xfrm>
            <a:off x="3689350" y="2119313"/>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7" name="Text Box 51"/>
          <p:cNvSpPr txBox="1">
            <a:spLocks noChangeArrowheads="1"/>
          </p:cNvSpPr>
          <p:nvPr/>
        </p:nvSpPr>
        <p:spPr bwMode="auto">
          <a:xfrm>
            <a:off x="3367088" y="2936875"/>
            <a:ext cx="268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rgbClr val="333399"/>
                </a:solidFill>
                <a:latin typeface="Arial" pitchFamily="34" charset="0"/>
                <a:ea typeface="黑体" pitchFamily="49" charset="-122"/>
              </a:rPr>
              <a:t>:</a:t>
            </a:r>
          </a:p>
        </p:txBody>
      </p:sp>
      <p:sp>
        <p:nvSpPr>
          <p:cNvPr id="80948" name="Text Box 52"/>
          <p:cNvSpPr txBox="1">
            <a:spLocks noChangeArrowheads="1"/>
          </p:cNvSpPr>
          <p:nvPr/>
        </p:nvSpPr>
        <p:spPr bwMode="auto">
          <a:xfrm>
            <a:off x="5729288" y="17018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80949" name="Text Box 53"/>
          <p:cNvSpPr txBox="1">
            <a:spLocks noChangeArrowheads="1"/>
          </p:cNvSpPr>
          <p:nvPr/>
        </p:nvSpPr>
        <p:spPr bwMode="auto">
          <a:xfrm>
            <a:off x="4148138" y="2943225"/>
            <a:ext cx="849312"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80950" name="Text Box 54"/>
          <p:cNvSpPr txBox="1">
            <a:spLocks noChangeArrowheads="1"/>
          </p:cNvSpPr>
          <p:nvPr/>
        </p:nvSpPr>
        <p:spPr bwMode="auto">
          <a:xfrm>
            <a:off x="4154488" y="2133600"/>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80951" name="Text Box 55"/>
          <p:cNvSpPr txBox="1">
            <a:spLocks noChangeArrowheads="1"/>
          </p:cNvSpPr>
          <p:nvPr/>
        </p:nvSpPr>
        <p:spPr bwMode="auto">
          <a:xfrm>
            <a:off x="1887538" y="3335338"/>
            <a:ext cx="849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CRLF</a:t>
            </a:r>
          </a:p>
        </p:txBody>
      </p:sp>
      <p:sp>
        <p:nvSpPr>
          <p:cNvPr id="80952" name="Text Box 56"/>
          <p:cNvSpPr txBox="1">
            <a:spLocks noChangeArrowheads="1"/>
          </p:cNvSpPr>
          <p:nvPr/>
        </p:nvSpPr>
        <p:spPr bwMode="auto">
          <a:xfrm>
            <a:off x="539750" y="4797425"/>
            <a:ext cx="8208963"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黑体" pitchFamily="49" charset="-122"/>
                <a:ea typeface="黑体" pitchFamily="49" charset="-122"/>
              </a:rPr>
              <a:t>响应报文的开始行是</a:t>
            </a:r>
            <a:r>
              <a:rPr lang="zh-CN" altLang="en-US" sz="2800">
                <a:solidFill>
                  <a:schemeClr val="hlink"/>
                </a:solidFill>
                <a:latin typeface="黑体" pitchFamily="49" charset="-122"/>
                <a:ea typeface="黑体" pitchFamily="49" charset="-122"/>
              </a:rPr>
              <a:t>状态行</a:t>
            </a:r>
            <a:r>
              <a:rPr lang="zh-CN" altLang="en-US" sz="2800">
                <a:solidFill>
                  <a:srgbClr val="333399"/>
                </a:solidFill>
                <a:latin typeface="Arial" pitchFamily="34" charset="0"/>
                <a:ea typeface="黑体" pitchFamily="49" charset="-122"/>
              </a:rPr>
              <a:t>。</a:t>
            </a:r>
          </a:p>
          <a:p>
            <a:pPr eaLnBrk="1" hangingPunct="1"/>
            <a:r>
              <a:rPr lang="zh-CN" altLang="en-US" sz="2800">
                <a:solidFill>
                  <a:srgbClr val="333399"/>
                </a:solidFill>
                <a:latin typeface="Arial" pitchFamily="34" charset="0"/>
                <a:ea typeface="黑体" pitchFamily="49" charset="-122"/>
              </a:rPr>
              <a:t>状态行包括三项内容，即 </a:t>
            </a:r>
            <a:r>
              <a:rPr lang="en-US" altLang="zh-CN" sz="2800">
                <a:solidFill>
                  <a:schemeClr val="hlink"/>
                </a:solidFill>
                <a:latin typeface="Arial" pitchFamily="34" charset="0"/>
                <a:ea typeface="黑体" pitchFamily="49" charset="-122"/>
              </a:rPr>
              <a:t>HTTP </a:t>
            </a:r>
            <a:r>
              <a:rPr lang="zh-CN" altLang="en-US" sz="2800">
                <a:solidFill>
                  <a:schemeClr val="hlink"/>
                </a:solidFill>
                <a:latin typeface="Arial" pitchFamily="34" charset="0"/>
                <a:ea typeface="黑体" pitchFamily="49" charset="-122"/>
              </a:rPr>
              <a:t>的版本</a:t>
            </a:r>
            <a:r>
              <a:rPr lang="zh-CN" altLang="en-US" sz="2800">
                <a:solidFill>
                  <a:srgbClr val="333399"/>
                </a:solidFill>
                <a:latin typeface="Arial" pitchFamily="34" charset="0"/>
                <a:ea typeface="黑体" pitchFamily="49" charset="-122"/>
              </a:rPr>
              <a:t>，</a:t>
            </a:r>
            <a:r>
              <a:rPr lang="zh-CN" altLang="en-US" sz="2800">
                <a:solidFill>
                  <a:schemeClr val="hlink"/>
                </a:solidFill>
                <a:latin typeface="Arial" pitchFamily="34" charset="0"/>
                <a:ea typeface="黑体" pitchFamily="49" charset="-122"/>
              </a:rPr>
              <a:t>状态码</a:t>
            </a:r>
            <a:r>
              <a:rPr lang="zh-CN" altLang="en-US" sz="2800">
                <a:solidFill>
                  <a:srgbClr val="333399"/>
                </a:solidFill>
                <a:latin typeface="Arial" pitchFamily="34" charset="0"/>
                <a:ea typeface="黑体" pitchFamily="49" charset="-122"/>
              </a:rPr>
              <a:t>，以及解释状态码的</a:t>
            </a:r>
            <a:r>
              <a:rPr lang="zh-CN" altLang="en-US" sz="2800">
                <a:solidFill>
                  <a:schemeClr val="hlink"/>
                </a:solidFill>
                <a:latin typeface="Arial" pitchFamily="34" charset="0"/>
                <a:ea typeface="黑体" pitchFamily="49" charset="-122"/>
              </a:rPr>
              <a:t>简单短语</a:t>
            </a:r>
            <a:r>
              <a:rPr lang="zh-CN" altLang="en-US" sz="2800">
                <a:solidFill>
                  <a:srgbClr val="333399"/>
                </a:solidFill>
                <a:latin typeface="Arial" pitchFamily="34" charset="0"/>
                <a:ea typeface="黑体" pitchFamily="49" charset="-122"/>
              </a:rPr>
              <a:t>。</a:t>
            </a:r>
            <a:r>
              <a:rPr lang="zh-CN" altLang="en-US" sz="2800"/>
              <a:t> </a:t>
            </a:r>
          </a:p>
        </p:txBody>
      </p:sp>
      <p:grpSp>
        <p:nvGrpSpPr>
          <p:cNvPr id="652346" name="Group 58"/>
          <p:cNvGrpSpPr>
            <a:grpSpLocks/>
          </p:cNvGrpSpPr>
          <p:nvPr/>
        </p:nvGrpSpPr>
        <p:grpSpPr bwMode="auto">
          <a:xfrm>
            <a:off x="374650" y="1628775"/>
            <a:ext cx="7869238" cy="576263"/>
            <a:chOff x="236" y="1026"/>
            <a:chExt cx="4957" cy="363"/>
          </a:xfrm>
        </p:grpSpPr>
        <p:sp>
          <p:nvSpPr>
            <p:cNvPr id="80954" name="Rectangle 59"/>
            <p:cNvSpPr>
              <a:spLocks noChangeArrowheads="1"/>
            </p:cNvSpPr>
            <p:nvPr/>
          </p:nvSpPr>
          <p:spPr bwMode="auto">
            <a:xfrm>
              <a:off x="1111" y="1026"/>
              <a:ext cx="4082" cy="3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55" name="Text Box 60"/>
            <p:cNvSpPr txBox="1">
              <a:spLocks noChangeArrowheads="1"/>
            </p:cNvSpPr>
            <p:nvPr/>
          </p:nvSpPr>
          <p:spPr bwMode="auto">
            <a:xfrm>
              <a:off x="236" y="1027"/>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开始行</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652346"/>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500"/>
                                  </p:stCondLst>
                                  <p:childTnLst>
                                    <p:anim calcmode="discrete" valueType="str">
                                      <p:cBhvr>
                                        <p:cTn id="9" dur="1000" fill="hold"/>
                                        <p:tgtEl>
                                          <p:spTgt spid="65234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755650" y="788988"/>
            <a:ext cx="7793038" cy="839787"/>
          </a:xfrm>
        </p:spPr>
        <p:txBody>
          <a:bodyPr/>
          <a:lstStyle/>
          <a:p>
            <a:pPr algn="ctr" eaLnBrk="1" hangingPunct="1"/>
            <a:r>
              <a:rPr lang="zh-CN" altLang="en-US" sz="4000" smtClean="0"/>
              <a:t>状态码都是三位数字 </a:t>
            </a:r>
          </a:p>
        </p:txBody>
      </p:sp>
      <p:sp>
        <p:nvSpPr>
          <p:cNvPr id="81923" name="Rectangle 111"/>
          <p:cNvSpPr>
            <a:spLocks noGrp="1" noChangeArrowheads="1"/>
          </p:cNvSpPr>
          <p:nvPr>
            <p:ph type="body" idx="1"/>
          </p:nvPr>
        </p:nvSpPr>
        <p:spPr>
          <a:xfrm>
            <a:off x="1042988" y="2051050"/>
            <a:ext cx="7772400" cy="4114800"/>
          </a:xfrm>
        </p:spPr>
        <p:txBody>
          <a:bodyPr/>
          <a:lstStyle/>
          <a:p>
            <a:pPr eaLnBrk="1" hangingPunct="1">
              <a:lnSpc>
                <a:spcPct val="90000"/>
              </a:lnSpc>
            </a:pPr>
            <a:r>
              <a:rPr lang="en-US" altLang="zh-CN" sz="2800" smtClean="0"/>
              <a:t>1xx </a:t>
            </a:r>
            <a:r>
              <a:rPr lang="zh-CN" altLang="en-US" sz="2800" smtClean="0"/>
              <a:t>表示通知信息的，如请求收到了或正在进行处理。</a:t>
            </a:r>
          </a:p>
          <a:p>
            <a:pPr eaLnBrk="1" hangingPunct="1">
              <a:lnSpc>
                <a:spcPct val="90000"/>
              </a:lnSpc>
            </a:pPr>
            <a:r>
              <a:rPr lang="en-US" altLang="zh-CN" sz="2800" smtClean="0"/>
              <a:t>2xx </a:t>
            </a:r>
            <a:r>
              <a:rPr lang="zh-CN" altLang="en-US" sz="2800" smtClean="0"/>
              <a:t>表示成功，如接受或知道了。</a:t>
            </a:r>
          </a:p>
          <a:p>
            <a:pPr eaLnBrk="1" hangingPunct="1">
              <a:lnSpc>
                <a:spcPct val="90000"/>
              </a:lnSpc>
            </a:pPr>
            <a:r>
              <a:rPr lang="en-US" altLang="zh-CN" sz="2800" smtClean="0"/>
              <a:t>3xx </a:t>
            </a:r>
            <a:r>
              <a:rPr lang="zh-CN" altLang="en-US" sz="2800" smtClean="0"/>
              <a:t>表示重定向，表示要完成请求还必须采取进一步的行动。</a:t>
            </a:r>
          </a:p>
          <a:p>
            <a:pPr eaLnBrk="1" hangingPunct="1">
              <a:lnSpc>
                <a:spcPct val="90000"/>
              </a:lnSpc>
            </a:pPr>
            <a:r>
              <a:rPr lang="en-US" altLang="zh-CN" sz="2800" smtClean="0"/>
              <a:t>4xx </a:t>
            </a:r>
            <a:r>
              <a:rPr lang="zh-CN" altLang="en-US" sz="2800" smtClean="0"/>
              <a:t>表示客户的差错，如请求中有错误的语法或不能完成。</a:t>
            </a:r>
          </a:p>
          <a:p>
            <a:pPr eaLnBrk="1" hangingPunct="1">
              <a:lnSpc>
                <a:spcPct val="90000"/>
              </a:lnSpc>
            </a:pPr>
            <a:r>
              <a:rPr lang="en-US" altLang="zh-CN" sz="2800" smtClean="0"/>
              <a:t>5xx </a:t>
            </a:r>
            <a:r>
              <a:rPr lang="zh-CN" altLang="en-US" sz="2800" smtClean="0"/>
              <a:t>表示服务器的差错，如服务器失效无法完成请求。</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algn="ctr" eaLnBrk="1" hangingPunct="1"/>
            <a:r>
              <a:rPr lang="en-US" altLang="zh-CN" smtClean="0"/>
              <a:t>4. </a:t>
            </a:r>
            <a:r>
              <a:rPr lang="zh-CN" altLang="en-US" smtClean="0"/>
              <a:t>在服务器上存放用户的信息</a:t>
            </a:r>
          </a:p>
        </p:txBody>
      </p:sp>
      <p:sp>
        <p:nvSpPr>
          <p:cNvPr id="82947" name="Rectangle 3"/>
          <p:cNvSpPr>
            <a:spLocks noGrp="1" noChangeArrowheads="1"/>
          </p:cNvSpPr>
          <p:nvPr>
            <p:ph type="body" idx="1"/>
          </p:nvPr>
        </p:nvSpPr>
        <p:spPr>
          <a:xfrm>
            <a:off x="1042988" y="1835150"/>
            <a:ext cx="7777162" cy="3538538"/>
          </a:xfrm>
        </p:spPr>
        <p:txBody>
          <a:bodyPr/>
          <a:lstStyle/>
          <a:p>
            <a:pPr eaLnBrk="1" hangingPunct="1"/>
            <a:r>
              <a:rPr lang="zh-CN" altLang="en-US" smtClean="0"/>
              <a:t>万维网站点使用 </a:t>
            </a:r>
            <a:r>
              <a:rPr lang="en-US" altLang="zh-CN" smtClean="0"/>
              <a:t>Cookie </a:t>
            </a:r>
            <a:r>
              <a:rPr lang="zh-CN" altLang="en-US" smtClean="0"/>
              <a:t>来跟踪用户。</a:t>
            </a:r>
          </a:p>
          <a:p>
            <a:pPr eaLnBrk="1" hangingPunct="1"/>
            <a:r>
              <a:rPr lang="en-US" altLang="zh-CN" smtClean="0"/>
              <a:t>Cookie </a:t>
            </a:r>
            <a:r>
              <a:rPr lang="zh-CN" altLang="en-US" smtClean="0"/>
              <a:t>表示在 </a:t>
            </a:r>
            <a:r>
              <a:rPr lang="en-US" altLang="zh-CN" smtClean="0"/>
              <a:t>HTTP </a:t>
            </a:r>
            <a:r>
              <a:rPr lang="zh-CN" altLang="en-US" smtClean="0"/>
              <a:t>服务器和客户之间传递的状态信息。</a:t>
            </a:r>
          </a:p>
          <a:p>
            <a:pPr eaLnBrk="1" hangingPunct="1"/>
            <a:r>
              <a:rPr lang="zh-CN" altLang="en-US" smtClean="0"/>
              <a:t>使用 </a:t>
            </a:r>
            <a:r>
              <a:rPr lang="en-US" altLang="zh-CN" smtClean="0"/>
              <a:t>Cookie </a:t>
            </a:r>
            <a:r>
              <a:rPr lang="zh-CN" altLang="en-US" smtClean="0"/>
              <a:t>的网站服务器为用户产生一个唯一的识别码。利用此识别码，网站就能够跟踪该用户在该网站的活动。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algn="ctr" eaLnBrk="1" hangingPunct="1"/>
            <a:r>
              <a:rPr lang="en-US" altLang="zh-CN" smtClean="0"/>
              <a:t>6.4.4  </a:t>
            </a:r>
            <a:r>
              <a:rPr lang="zh-CN" altLang="en-US" smtClean="0"/>
              <a:t>万维网的文档</a:t>
            </a:r>
            <a:br>
              <a:rPr lang="zh-CN" altLang="en-US" smtClean="0"/>
            </a:br>
            <a:r>
              <a:rPr lang="en-US" altLang="zh-CN" sz="4000" smtClean="0"/>
              <a:t>1. </a:t>
            </a:r>
            <a:r>
              <a:rPr lang="zh-CN" altLang="en-US" sz="4000" smtClean="0"/>
              <a:t>超文本标记语言 </a:t>
            </a:r>
            <a:r>
              <a:rPr lang="en-US" altLang="zh-CN" sz="4000" smtClean="0"/>
              <a:t>HTML</a:t>
            </a:r>
          </a:p>
        </p:txBody>
      </p:sp>
      <p:sp>
        <p:nvSpPr>
          <p:cNvPr id="657411" name="Rectangle 3"/>
          <p:cNvSpPr>
            <a:spLocks noGrp="1" noChangeArrowheads="1"/>
          </p:cNvSpPr>
          <p:nvPr>
            <p:ph type="body" idx="1"/>
          </p:nvPr>
        </p:nvSpPr>
        <p:spPr>
          <a:xfrm>
            <a:off x="1042988" y="1844675"/>
            <a:ext cx="7705725" cy="5013325"/>
          </a:xfrm>
        </p:spPr>
        <p:txBody>
          <a:bodyPr/>
          <a:lstStyle/>
          <a:p>
            <a:pPr eaLnBrk="1" hangingPunct="1"/>
            <a:r>
              <a:rPr lang="zh-CN" altLang="en-US" smtClean="0"/>
              <a:t>超文本标记语言 </a:t>
            </a:r>
            <a:r>
              <a:rPr lang="en-US" altLang="zh-CN" smtClean="0"/>
              <a:t>HTML </a:t>
            </a:r>
            <a:r>
              <a:rPr lang="zh-CN" altLang="en-US" smtClean="0"/>
              <a:t>中的 </a:t>
            </a:r>
            <a:r>
              <a:rPr lang="en-US" altLang="zh-CN" smtClean="0"/>
              <a:t>Markup </a:t>
            </a:r>
            <a:r>
              <a:rPr lang="zh-CN" altLang="en-US" smtClean="0"/>
              <a:t>的意思就是“设置标记”。</a:t>
            </a:r>
          </a:p>
          <a:p>
            <a:pPr eaLnBrk="1" hangingPunct="1"/>
            <a:r>
              <a:rPr lang="en-US" altLang="zh-CN" smtClean="0"/>
              <a:t>HTML </a:t>
            </a:r>
            <a:r>
              <a:rPr lang="zh-CN" altLang="en-US" smtClean="0"/>
              <a:t>定义了许多用于排版的命令（即标签）。</a:t>
            </a:r>
          </a:p>
          <a:p>
            <a:pPr eaLnBrk="1" hangingPunct="1"/>
            <a:r>
              <a:rPr lang="en-US" altLang="zh-CN" smtClean="0"/>
              <a:t>HTML </a:t>
            </a:r>
            <a:r>
              <a:rPr lang="zh-CN" altLang="en-US" smtClean="0"/>
              <a:t>把各种标签嵌入到万维网的页面中。这样就构成了所谓的 </a:t>
            </a:r>
            <a:r>
              <a:rPr lang="en-US" altLang="zh-CN" smtClean="0"/>
              <a:t>HTML </a:t>
            </a:r>
            <a:r>
              <a:rPr lang="zh-CN" altLang="en-US" smtClean="0"/>
              <a:t>文档。</a:t>
            </a:r>
            <a:r>
              <a:rPr lang="en-US" altLang="zh-CN" smtClean="0"/>
              <a:t>HTML </a:t>
            </a:r>
            <a:r>
              <a:rPr lang="zh-CN" altLang="en-US" smtClean="0"/>
              <a:t>文档是一种可以用任何文本编辑器创建的 </a:t>
            </a:r>
            <a:r>
              <a:rPr lang="en-US" altLang="zh-CN" smtClean="0"/>
              <a:t>ASCII </a:t>
            </a:r>
            <a:r>
              <a:rPr lang="zh-CN" altLang="en-US" smtClean="0"/>
              <a:t>码文件。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algn="ctr" eaLnBrk="1" hangingPunct="1"/>
            <a:r>
              <a:rPr lang="en-US" altLang="zh-CN" smtClean="0"/>
              <a:t>HTML </a:t>
            </a:r>
            <a:r>
              <a:rPr lang="zh-CN" altLang="en-US" smtClean="0"/>
              <a:t>文档 </a:t>
            </a:r>
          </a:p>
        </p:txBody>
      </p:sp>
      <p:sp>
        <p:nvSpPr>
          <p:cNvPr id="658435" name="Rectangle 3"/>
          <p:cNvSpPr>
            <a:spLocks noGrp="1" noChangeArrowheads="1"/>
          </p:cNvSpPr>
          <p:nvPr>
            <p:ph type="body" idx="1"/>
          </p:nvPr>
        </p:nvSpPr>
        <p:spPr>
          <a:xfrm>
            <a:off x="1042988" y="1906588"/>
            <a:ext cx="7772400" cy="4475162"/>
          </a:xfrm>
        </p:spPr>
        <p:txBody>
          <a:bodyPr/>
          <a:lstStyle/>
          <a:p>
            <a:pPr algn="just" eaLnBrk="1" hangingPunct="1">
              <a:spcAft>
                <a:spcPct val="10000"/>
              </a:spcAft>
            </a:pPr>
            <a:r>
              <a:rPr lang="zh-CN" altLang="en-US" sz="2800" smtClean="0"/>
              <a:t>仅当 </a:t>
            </a:r>
            <a:r>
              <a:rPr lang="en-US" altLang="zh-CN" sz="2800" smtClean="0"/>
              <a:t>HTML </a:t>
            </a:r>
            <a:r>
              <a:rPr lang="zh-CN" altLang="en-US" sz="2800" smtClean="0"/>
              <a:t>文档是以</a:t>
            </a:r>
            <a:r>
              <a:rPr lang="en-US" altLang="zh-CN" sz="2800" smtClean="0"/>
              <a:t>.html </a:t>
            </a:r>
            <a:r>
              <a:rPr lang="zh-CN" altLang="en-US" sz="2800" smtClean="0"/>
              <a:t>或 </a:t>
            </a:r>
            <a:r>
              <a:rPr lang="en-US" altLang="zh-CN" sz="2800" smtClean="0"/>
              <a:t>.htm </a:t>
            </a:r>
            <a:r>
              <a:rPr lang="zh-CN" altLang="en-US" sz="2800" smtClean="0"/>
              <a:t>为后缀时，浏览器才对此 文档的各种标签进行解释。</a:t>
            </a:r>
          </a:p>
          <a:p>
            <a:pPr algn="just" eaLnBrk="1" hangingPunct="1">
              <a:spcAft>
                <a:spcPct val="10000"/>
              </a:spcAft>
            </a:pPr>
            <a:r>
              <a:rPr lang="zh-CN" altLang="en-US" sz="2800" smtClean="0"/>
              <a:t>如 </a:t>
            </a:r>
            <a:r>
              <a:rPr lang="en-US" altLang="zh-CN" sz="2800" smtClean="0"/>
              <a:t>HTML </a:t>
            </a:r>
            <a:r>
              <a:rPr lang="zh-CN" altLang="en-US" sz="2800" smtClean="0"/>
              <a:t>文档改换以 </a:t>
            </a:r>
            <a:r>
              <a:rPr lang="en-US" altLang="zh-CN" sz="2800" smtClean="0"/>
              <a:t>.txt </a:t>
            </a:r>
            <a:r>
              <a:rPr lang="zh-CN" altLang="en-US" sz="2800" smtClean="0"/>
              <a:t>为其后缀，则 </a:t>
            </a:r>
            <a:r>
              <a:rPr lang="en-US" altLang="zh-CN" sz="2800" smtClean="0"/>
              <a:t>HTML </a:t>
            </a:r>
            <a:r>
              <a:rPr lang="zh-CN" altLang="en-US" sz="2800" smtClean="0"/>
              <a:t>解释程序就不对标签进行解释，而浏览器只能看见原来的文本文件。</a:t>
            </a:r>
          </a:p>
          <a:p>
            <a:pPr algn="just" eaLnBrk="1" hangingPunct="1">
              <a:spcAft>
                <a:spcPct val="10000"/>
              </a:spcAft>
            </a:pPr>
            <a:r>
              <a:rPr lang="zh-CN" altLang="en-US" sz="2800" smtClean="0"/>
              <a:t>当浏览器从服务器读取 </a:t>
            </a:r>
            <a:r>
              <a:rPr lang="en-US" altLang="zh-CN" sz="2800" smtClean="0"/>
              <a:t>HTML </a:t>
            </a:r>
            <a:r>
              <a:rPr lang="zh-CN" altLang="en-US" sz="2800" smtClean="0"/>
              <a:t>文档后，就按照 </a:t>
            </a:r>
            <a:r>
              <a:rPr lang="en-US" altLang="zh-CN" sz="2800" smtClean="0"/>
              <a:t>HTML </a:t>
            </a:r>
            <a:r>
              <a:rPr lang="zh-CN" altLang="en-US" sz="2800" smtClean="0"/>
              <a:t>文档中的各种标签，根据浏览器所使用的显示器的尺寸和分辨率大小，重新进行排版并恢复出所读取的页面。</a:t>
            </a:r>
            <a:endParaRPr lang="zh-CN" alt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86019" name="Text Box 4"/>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grpSp>
        <p:nvGrpSpPr>
          <p:cNvPr id="661513" name="Group 9"/>
          <p:cNvGrpSpPr>
            <a:grpSpLocks/>
          </p:cNvGrpSpPr>
          <p:nvPr/>
        </p:nvGrpSpPr>
        <p:grpSpPr bwMode="auto">
          <a:xfrm>
            <a:off x="1835150" y="1049338"/>
            <a:ext cx="6804025" cy="547687"/>
            <a:chOff x="1156" y="661"/>
            <a:chExt cx="4286" cy="345"/>
          </a:xfrm>
        </p:grpSpPr>
        <p:sp>
          <p:nvSpPr>
            <p:cNvPr id="86021" name="Text Box 5"/>
            <p:cNvSpPr txBox="1">
              <a:spLocks noChangeArrowheads="1"/>
            </p:cNvSpPr>
            <p:nvPr/>
          </p:nvSpPr>
          <p:spPr bwMode="auto">
            <a:xfrm>
              <a:off x="3739" y="661"/>
              <a:ext cx="1703" cy="345"/>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文档开始</a:t>
              </a:r>
            </a:p>
          </p:txBody>
        </p:sp>
        <p:sp>
          <p:nvSpPr>
            <p:cNvPr id="86022" name="Line 6"/>
            <p:cNvSpPr>
              <a:spLocks noChangeShapeType="1"/>
            </p:cNvSpPr>
            <p:nvPr/>
          </p:nvSpPr>
          <p:spPr bwMode="auto">
            <a:xfrm flipH="1">
              <a:off x="1156" y="832"/>
              <a:ext cx="2594" cy="13"/>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1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87043"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87044" name="Text Box 5"/>
          <p:cNvSpPr txBox="1">
            <a:spLocks noChangeArrowheads="1"/>
          </p:cNvSpPr>
          <p:nvPr/>
        </p:nvSpPr>
        <p:spPr bwMode="auto">
          <a:xfrm>
            <a:off x="6410325" y="1463675"/>
            <a:ext cx="1635125" cy="547688"/>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首部开始</a:t>
            </a:r>
            <a:endParaRPr lang="zh-CN" altLang="en-US" sz="2800">
              <a:solidFill>
                <a:srgbClr val="333399"/>
              </a:solidFill>
            </a:endParaRPr>
          </a:p>
        </p:txBody>
      </p:sp>
      <p:sp>
        <p:nvSpPr>
          <p:cNvPr id="87045" name="Line 6"/>
          <p:cNvSpPr>
            <a:spLocks noChangeShapeType="1"/>
          </p:cNvSpPr>
          <p:nvPr/>
        </p:nvSpPr>
        <p:spPr bwMode="auto">
          <a:xfrm flipH="1">
            <a:off x="1908175" y="1773238"/>
            <a:ext cx="4506913" cy="3175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Rectangle 8"/>
          <p:cNvSpPr>
            <a:spLocks noChangeArrowheads="1"/>
          </p:cNvSpPr>
          <p:nvPr/>
        </p:nvSpPr>
        <p:spPr bwMode="auto">
          <a:xfrm>
            <a:off x="2282825" y="1989138"/>
            <a:ext cx="3101975" cy="522287"/>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7"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88068"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88069" name="Text Box 5"/>
          <p:cNvSpPr txBox="1">
            <a:spLocks noChangeArrowheads="1"/>
          </p:cNvSpPr>
          <p:nvPr/>
        </p:nvSpPr>
        <p:spPr bwMode="auto">
          <a:xfrm>
            <a:off x="6443663" y="1112838"/>
            <a:ext cx="923925" cy="547687"/>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标题</a:t>
            </a:r>
            <a:endParaRPr lang="zh-CN" altLang="en-US" sz="2800">
              <a:solidFill>
                <a:srgbClr val="333399"/>
              </a:solidFill>
            </a:endParaRPr>
          </a:p>
        </p:txBody>
      </p:sp>
      <p:sp>
        <p:nvSpPr>
          <p:cNvPr id="88070" name="Freeform 6"/>
          <p:cNvSpPr>
            <a:spLocks/>
          </p:cNvSpPr>
          <p:nvPr/>
        </p:nvSpPr>
        <p:spPr bwMode="auto">
          <a:xfrm>
            <a:off x="4949825" y="1422400"/>
            <a:ext cx="1465263" cy="581025"/>
          </a:xfrm>
          <a:custGeom>
            <a:avLst/>
            <a:gdLst>
              <a:gd name="T0" fmla="*/ 2147483647 w 923"/>
              <a:gd name="T1" fmla="*/ 0 h 366"/>
              <a:gd name="T2" fmla="*/ 0 w 923"/>
              <a:gd name="T3" fmla="*/ 922377188 h 366"/>
              <a:gd name="T4" fmla="*/ 0 60000 65536"/>
              <a:gd name="T5" fmla="*/ 0 60000 65536"/>
            </a:gdLst>
            <a:ahLst/>
            <a:cxnLst>
              <a:cxn ang="T4">
                <a:pos x="T0" y="T1"/>
              </a:cxn>
              <a:cxn ang="T5">
                <a:pos x="T2" y="T3"/>
              </a:cxn>
            </a:cxnLst>
            <a:rect l="0" t="0" r="r" b="b"/>
            <a:pathLst>
              <a:path w="923" h="366">
                <a:moveTo>
                  <a:pt x="923" y="0"/>
                </a:moveTo>
                <a:lnTo>
                  <a:pt x="0" y="366"/>
                </a:lnTo>
              </a:path>
            </a:pathLst>
          </a:custGeom>
          <a:noFill/>
          <a:ln w="28575" cmpd="sng">
            <a:solidFill>
              <a:schemeClr val="hlink"/>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89091"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89092" name="Text Box 5"/>
          <p:cNvSpPr txBox="1">
            <a:spLocks noChangeArrowheads="1"/>
          </p:cNvSpPr>
          <p:nvPr/>
        </p:nvSpPr>
        <p:spPr bwMode="auto">
          <a:xfrm>
            <a:off x="6481763" y="2422525"/>
            <a:ext cx="1635125" cy="547688"/>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首部结束</a:t>
            </a:r>
            <a:endParaRPr lang="zh-CN" altLang="en-US" sz="2800">
              <a:solidFill>
                <a:srgbClr val="333399"/>
              </a:solidFill>
            </a:endParaRPr>
          </a:p>
        </p:txBody>
      </p:sp>
      <p:sp>
        <p:nvSpPr>
          <p:cNvPr id="89093" name="Line 6"/>
          <p:cNvSpPr>
            <a:spLocks noChangeShapeType="1"/>
          </p:cNvSpPr>
          <p:nvPr/>
        </p:nvSpPr>
        <p:spPr bwMode="auto">
          <a:xfrm flipH="1">
            <a:off x="1924050" y="2735263"/>
            <a:ext cx="4581525" cy="14287"/>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90115"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90116" name="Text Box 5"/>
          <p:cNvSpPr txBox="1">
            <a:spLocks noChangeArrowheads="1"/>
          </p:cNvSpPr>
          <p:nvPr/>
        </p:nvSpPr>
        <p:spPr bwMode="auto">
          <a:xfrm>
            <a:off x="6410325" y="2868613"/>
            <a:ext cx="1635125" cy="547687"/>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主体开始</a:t>
            </a:r>
            <a:endParaRPr lang="zh-CN" altLang="en-US" sz="2800">
              <a:solidFill>
                <a:srgbClr val="333399"/>
              </a:solidFill>
            </a:endParaRPr>
          </a:p>
        </p:txBody>
      </p:sp>
      <p:sp>
        <p:nvSpPr>
          <p:cNvPr id="90117" name="Line 6"/>
          <p:cNvSpPr>
            <a:spLocks noChangeShapeType="1"/>
          </p:cNvSpPr>
          <p:nvPr/>
        </p:nvSpPr>
        <p:spPr bwMode="auto">
          <a:xfrm flipH="1">
            <a:off x="1924050" y="3184525"/>
            <a:ext cx="4494213" cy="2540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7"/>
          <p:cNvSpPr>
            <a:spLocks noChangeArrowheads="1"/>
          </p:cNvSpPr>
          <p:nvPr/>
        </p:nvSpPr>
        <p:spPr bwMode="auto">
          <a:xfrm>
            <a:off x="1785938" y="3381375"/>
            <a:ext cx="2974975" cy="55245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39"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91140"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91141" name="Text Box 4"/>
          <p:cNvSpPr txBox="1">
            <a:spLocks noChangeArrowheads="1"/>
          </p:cNvSpPr>
          <p:nvPr/>
        </p:nvSpPr>
        <p:spPr bwMode="auto">
          <a:xfrm>
            <a:off x="6280150" y="2787650"/>
            <a:ext cx="1520825" cy="547688"/>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1</a:t>
            </a:r>
            <a:r>
              <a:rPr lang="en-US" altLang="zh-CN" sz="1200">
                <a:solidFill>
                  <a:srgbClr val="333399"/>
                </a:solidFill>
                <a:latin typeface="Arial" pitchFamily="34" charset="0"/>
                <a:ea typeface="黑体" pitchFamily="49" charset="-122"/>
              </a:rPr>
              <a:t> </a:t>
            </a:r>
            <a:r>
              <a:rPr lang="zh-CN" altLang="en-US" sz="2800">
                <a:solidFill>
                  <a:srgbClr val="333399"/>
                </a:solidFill>
                <a:ea typeface="黑体" pitchFamily="49" charset="-122"/>
              </a:rPr>
              <a:t>级标题</a:t>
            </a:r>
            <a:endParaRPr lang="zh-CN" altLang="en-US" sz="2800">
              <a:solidFill>
                <a:srgbClr val="333399"/>
              </a:solidFill>
            </a:endParaRPr>
          </a:p>
        </p:txBody>
      </p:sp>
      <p:sp>
        <p:nvSpPr>
          <p:cNvPr id="91142" name="Freeform 5"/>
          <p:cNvSpPr>
            <a:spLocks/>
          </p:cNvSpPr>
          <p:nvPr/>
        </p:nvSpPr>
        <p:spPr bwMode="auto">
          <a:xfrm>
            <a:off x="4760913" y="3062288"/>
            <a:ext cx="1509712" cy="450850"/>
          </a:xfrm>
          <a:custGeom>
            <a:avLst/>
            <a:gdLst>
              <a:gd name="T0" fmla="*/ 2147483647 w 951"/>
              <a:gd name="T1" fmla="*/ 0 h 284"/>
              <a:gd name="T2" fmla="*/ 0 w 951"/>
              <a:gd name="T3" fmla="*/ 715724375 h 284"/>
              <a:gd name="T4" fmla="*/ 0 60000 65536"/>
              <a:gd name="T5" fmla="*/ 0 60000 65536"/>
            </a:gdLst>
            <a:ahLst/>
            <a:cxnLst>
              <a:cxn ang="T4">
                <a:pos x="T0" y="T1"/>
              </a:cxn>
              <a:cxn ang="T5">
                <a:pos x="T2" y="T3"/>
              </a:cxn>
            </a:cxnLst>
            <a:rect l="0" t="0" r="r" b="b"/>
            <a:pathLst>
              <a:path w="951" h="284">
                <a:moveTo>
                  <a:pt x="951" y="0"/>
                </a:moveTo>
                <a:lnTo>
                  <a:pt x="0" y="284"/>
                </a:lnTo>
              </a:path>
            </a:pathLst>
          </a:custGeom>
          <a:noFill/>
          <a:ln w="28575" cmpd="sng">
            <a:solidFill>
              <a:schemeClr val="hlink"/>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Text Box 4"/>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92163" name="Freeform 7"/>
          <p:cNvSpPr>
            <a:spLocks/>
          </p:cNvSpPr>
          <p:nvPr/>
        </p:nvSpPr>
        <p:spPr bwMode="auto">
          <a:xfrm>
            <a:off x="900113" y="3860800"/>
            <a:ext cx="4751387" cy="1008063"/>
          </a:xfrm>
          <a:custGeom>
            <a:avLst/>
            <a:gdLst>
              <a:gd name="T0" fmla="*/ 0 w 2993"/>
              <a:gd name="T1" fmla="*/ 1600300806 h 635"/>
              <a:gd name="T2" fmla="*/ 0 w 2993"/>
              <a:gd name="T3" fmla="*/ 801410085 h 635"/>
              <a:gd name="T4" fmla="*/ 1141629867 w 2993"/>
              <a:gd name="T5" fmla="*/ 801410085 h 635"/>
              <a:gd name="T6" fmla="*/ 1151710491 w 2993"/>
              <a:gd name="T7" fmla="*/ 0 h 635"/>
              <a:gd name="T8" fmla="*/ 2147483647 w 2993"/>
              <a:gd name="T9" fmla="*/ 22682211 h 635"/>
              <a:gd name="T10" fmla="*/ 2147483647 w 2993"/>
              <a:gd name="T11" fmla="*/ 914817966 h 635"/>
              <a:gd name="T12" fmla="*/ 2147483647 w 2993"/>
              <a:gd name="T13" fmla="*/ 914817966 h 635"/>
              <a:gd name="T14" fmla="*/ 2147483647 w 2993"/>
              <a:gd name="T15" fmla="*/ 1600300806 h 635"/>
              <a:gd name="T16" fmla="*/ 0 w 2993"/>
              <a:gd name="T17" fmla="*/ 1600300806 h 6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93" h="635">
                <a:moveTo>
                  <a:pt x="0" y="635"/>
                </a:moveTo>
                <a:lnTo>
                  <a:pt x="0" y="318"/>
                </a:lnTo>
                <a:lnTo>
                  <a:pt x="453" y="318"/>
                </a:lnTo>
                <a:lnTo>
                  <a:pt x="457" y="0"/>
                </a:lnTo>
                <a:lnTo>
                  <a:pt x="2990" y="9"/>
                </a:lnTo>
                <a:lnTo>
                  <a:pt x="2993" y="363"/>
                </a:lnTo>
                <a:lnTo>
                  <a:pt x="2540" y="363"/>
                </a:lnTo>
                <a:lnTo>
                  <a:pt x="2540" y="635"/>
                </a:lnTo>
                <a:lnTo>
                  <a:pt x="0" y="635"/>
                </a:lnTo>
                <a:close/>
              </a:path>
            </a:pathLst>
          </a:custGeom>
          <a:noFill/>
          <a:ln w="28575"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64" name="Rectangle 3"/>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92165" name="Text Box 5"/>
          <p:cNvSpPr txBox="1">
            <a:spLocks noChangeArrowheads="1"/>
          </p:cNvSpPr>
          <p:nvPr/>
        </p:nvSpPr>
        <p:spPr bwMode="auto">
          <a:xfrm>
            <a:off x="6280150" y="2767013"/>
            <a:ext cx="1990725" cy="547687"/>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第一个段落</a:t>
            </a:r>
            <a:endParaRPr lang="zh-CN" altLang="en-US" sz="2800">
              <a:solidFill>
                <a:srgbClr val="333399"/>
              </a:solidFill>
            </a:endParaRPr>
          </a:p>
        </p:txBody>
      </p:sp>
      <p:sp>
        <p:nvSpPr>
          <p:cNvPr id="92166" name="Freeform 6"/>
          <p:cNvSpPr>
            <a:spLocks/>
          </p:cNvSpPr>
          <p:nvPr/>
        </p:nvSpPr>
        <p:spPr bwMode="auto">
          <a:xfrm>
            <a:off x="5651500" y="3284538"/>
            <a:ext cx="1657350" cy="865187"/>
          </a:xfrm>
          <a:custGeom>
            <a:avLst/>
            <a:gdLst>
              <a:gd name="T0" fmla="*/ 2147483647 w 951"/>
              <a:gd name="T1" fmla="*/ 0 h 284"/>
              <a:gd name="T2" fmla="*/ 0 w 951"/>
              <a:gd name="T3" fmla="*/ 2147483647 h 284"/>
              <a:gd name="T4" fmla="*/ 0 60000 65536"/>
              <a:gd name="T5" fmla="*/ 0 60000 65536"/>
            </a:gdLst>
            <a:ahLst/>
            <a:cxnLst>
              <a:cxn ang="T4">
                <a:pos x="T0" y="T1"/>
              </a:cxn>
              <a:cxn ang="T5">
                <a:pos x="T2" y="T3"/>
              </a:cxn>
            </a:cxnLst>
            <a:rect l="0" t="0" r="r" b="b"/>
            <a:pathLst>
              <a:path w="951" h="284">
                <a:moveTo>
                  <a:pt x="951" y="0"/>
                </a:moveTo>
                <a:lnTo>
                  <a:pt x="0" y="284"/>
                </a:lnTo>
              </a:path>
            </a:pathLst>
          </a:custGeom>
          <a:noFill/>
          <a:ln w="28575" cmpd="sng">
            <a:solidFill>
              <a:schemeClr val="hlink"/>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Rectangle 7"/>
          <p:cNvSpPr>
            <a:spLocks noChangeArrowheads="1"/>
          </p:cNvSpPr>
          <p:nvPr/>
        </p:nvSpPr>
        <p:spPr bwMode="auto">
          <a:xfrm>
            <a:off x="1566863" y="4819650"/>
            <a:ext cx="2887662" cy="506413"/>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87" name="Text Box 2"/>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93188" name="Rectangle 4"/>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93189" name="Text Box 5"/>
          <p:cNvSpPr txBox="1">
            <a:spLocks noChangeArrowheads="1"/>
          </p:cNvSpPr>
          <p:nvPr/>
        </p:nvSpPr>
        <p:spPr bwMode="auto">
          <a:xfrm>
            <a:off x="6265863" y="3732213"/>
            <a:ext cx="1990725" cy="547687"/>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第二个段落</a:t>
            </a:r>
            <a:endParaRPr lang="zh-CN" altLang="en-US" sz="2800">
              <a:solidFill>
                <a:srgbClr val="333399"/>
              </a:solidFill>
            </a:endParaRPr>
          </a:p>
        </p:txBody>
      </p:sp>
      <p:sp>
        <p:nvSpPr>
          <p:cNvPr id="93190" name="Freeform 6"/>
          <p:cNvSpPr>
            <a:spLocks/>
          </p:cNvSpPr>
          <p:nvPr/>
        </p:nvSpPr>
        <p:spPr bwMode="auto">
          <a:xfrm>
            <a:off x="4427538" y="4076700"/>
            <a:ext cx="1800225" cy="938213"/>
          </a:xfrm>
          <a:custGeom>
            <a:avLst/>
            <a:gdLst>
              <a:gd name="T0" fmla="*/ 2147483647 w 951"/>
              <a:gd name="T1" fmla="*/ 0 h 284"/>
              <a:gd name="T2" fmla="*/ 0 w 951"/>
              <a:gd name="T3" fmla="*/ 2147483647 h 284"/>
              <a:gd name="T4" fmla="*/ 0 60000 65536"/>
              <a:gd name="T5" fmla="*/ 0 60000 65536"/>
            </a:gdLst>
            <a:ahLst/>
            <a:cxnLst>
              <a:cxn ang="T4">
                <a:pos x="T0" y="T1"/>
              </a:cxn>
              <a:cxn ang="T5">
                <a:pos x="T2" y="T3"/>
              </a:cxn>
            </a:cxnLst>
            <a:rect l="0" t="0" r="r" b="b"/>
            <a:pathLst>
              <a:path w="951" h="284">
                <a:moveTo>
                  <a:pt x="951" y="0"/>
                </a:moveTo>
                <a:lnTo>
                  <a:pt x="0" y="284"/>
                </a:lnTo>
              </a:path>
            </a:pathLst>
          </a:custGeom>
          <a:noFill/>
          <a:ln w="28575" cmpd="sng">
            <a:solidFill>
              <a:schemeClr val="hlink"/>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94211"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94212" name="Text Box 4"/>
          <p:cNvSpPr txBox="1">
            <a:spLocks noChangeArrowheads="1"/>
          </p:cNvSpPr>
          <p:nvPr/>
        </p:nvSpPr>
        <p:spPr bwMode="auto">
          <a:xfrm>
            <a:off x="6410325" y="5216525"/>
            <a:ext cx="1635125" cy="547688"/>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主体结束</a:t>
            </a:r>
            <a:endParaRPr lang="zh-CN" altLang="en-US" sz="2800">
              <a:solidFill>
                <a:srgbClr val="333399"/>
              </a:solidFill>
            </a:endParaRPr>
          </a:p>
        </p:txBody>
      </p:sp>
      <p:sp>
        <p:nvSpPr>
          <p:cNvPr id="94213" name="Line 5"/>
          <p:cNvSpPr>
            <a:spLocks noChangeShapeType="1"/>
          </p:cNvSpPr>
          <p:nvPr/>
        </p:nvSpPr>
        <p:spPr bwMode="auto">
          <a:xfrm flipH="1">
            <a:off x="1924050" y="5532438"/>
            <a:ext cx="4494213" cy="2540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150938" y="44450"/>
            <a:ext cx="7793037" cy="839788"/>
          </a:xfrm>
        </p:spPr>
        <p:txBody>
          <a:bodyPr/>
          <a:lstStyle/>
          <a:p>
            <a:pPr algn="ctr" eaLnBrk="1" hangingPunct="1"/>
            <a:r>
              <a:rPr lang="en-US" altLang="zh-CN" sz="4000" smtClean="0"/>
              <a:t>HTML </a:t>
            </a:r>
            <a:r>
              <a:rPr lang="zh-CN" altLang="en-US" sz="4000" smtClean="0"/>
              <a:t>文档中标签的用法 </a:t>
            </a:r>
          </a:p>
        </p:txBody>
      </p:sp>
      <p:sp>
        <p:nvSpPr>
          <p:cNvPr id="95235" name="Text Box 3"/>
          <p:cNvSpPr txBox="1">
            <a:spLocks noChangeArrowheads="1"/>
          </p:cNvSpPr>
          <p:nvPr/>
        </p:nvSpPr>
        <p:spPr bwMode="auto">
          <a:xfrm>
            <a:off x="303213" y="1020763"/>
            <a:ext cx="8445500"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10000"/>
              </a:lnSpc>
            </a:pPr>
            <a:r>
              <a:rPr lang="en-US" altLang="zh-CN" sz="2800">
                <a:solidFill>
                  <a:srgbClr val="333399"/>
                </a:solidFill>
                <a:latin typeface="Arial" pitchFamily="34" charset="0"/>
                <a:ea typeface="黑体" pitchFamily="49" charset="-122"/>
              </a:rPr>
              <a:t>&lt;HTML&gt;                                          </a:t>
            </a:r>
          </a:p>
          <a:p>
            <a:pPr eaLnBrk="1" hangingPunct="1">
              <a:lnSpc>
                <a:spcPct val="110000"/>
              </a:lnSpc>
            </a:pPr>
            <a:r>
              <a:rPr lang="en-US" altLang="zh-CN" sz="2800">
                <a:solidFill>
                  <a:srgbClr val="333399"/>
                </a:solidFill>
                <a:latin typeface="Arial" pitchFamily="34" charset="0"/>
                <a:ea typeface="黑体" pitchFamily="49" charset="-122"/>
              </a:rPr>
              <a:t>&lt;HEAD&gt;                                         </a:t>
            </a:r>
            <a:br>
              <a:rPr lang="en-US" altLang="zh-CN" sz="2800">
                <a:solidFill>
                  <a:srgbClr val="333399"/>
                </a:solidFill>
                <a:latin typeface="Arial" pitchFamily="34" charset="0"/>
                <a:ea typeface="黑体" pitchFamily="49" charset="-122"/>
              </a:rPr>
            </a:br>
            <a:r>
              <a:rPr lang="en-US" altLang="zh-CN" sz="2800">
                <a:solidFill>
                  <a:srgbClr val="333399"/>
                </a:solidFill>
                <a:latin typeface="Arial" pitchFamily="34" charset="0"/>
                <a:ea typeface="黑体" pitchFamily="49" charset="-122"/>
              </a:rPr>
              <a:t>      &lt;TITLE&gt;</a:t>
            </a:r>
            <a:r>
              <a:rPr lang="zh-CN" altLang="en-US" sz="2800">
                <a:solidFill>
                  <a:srgbClr val="333399"/>
                </a:solidFill>
                <a:latin typeface="Arial" pitchFamily="34" charset="0"/>
                <a:ea typeface="黑体" pitchFamily="49" charset="-122"/>
              </a:rPr>
              <a:t>一个 </a:t>
            </a:r>
            <a:r>
              <a:rPr lang="en-US" altLang="zh-CN" sz="2800">
                <a:solidFill>
                  <a:srgbClr val="333399"/>
                </a:solidFill>
                <a:latin typeface="Arial" pitchFamily="34" charset="0"/>
                <a:ea typeface="黑体" pitchFamily="49" charset="-122"/>
              </a:rPr>
              <a:t>HTML </a:t>
            </a:r>
            <a:r>
              <a:rPr lang="zh-CN" altLang="en-US" sz="2800">
                <a:solidFill>
                  <a:srgbClr val="333399"/>
                </a:solidFill>
                <a:latin typeface="Arial" pitchFamily="34" charset="0"/>
                <a:ea typeface="黑体" pitchFamily="49" charset="-122"/>
              </a:rPr>
              <a:t>的例子</a:t>
            </a:r>
            <a:r>
              <a:rPr lang="en-US" altLang="zh-CN" sz="2800">
                <a:solidFill>
                  <a:srgbClr val="333399"/>
                </a:solidFill>
                <a:latin typeface="Arial" pitchFamily="34" charset="0"/>
                <a:ea typeface="黑体" pitchFamily="49" charset="-122"/>
              </a:rPr>
              <a:t>&lt;/TITLE&gt;</a:t>
            </a:r>
          </a:p>
          <a:p>
            <a:pPr eaLnBrk="1" hangingPunct="1">
              <a:lnSpc>
                <a:spcPct val="110000"/>
              </a:lnSpc>
            </a:pPr>
            <a:r>
              <a:rPr lang="en-US" altLang="zh-CN" sz="2800">
                <a:solidFill>
                  <a:srgbClr val="333399"/>
                </a:solidFill>
                <a:latin typeface="Arial" pitchFamily="34" charset="0"/>
                <a:ea typeface="黑体" pitchFamily="49" charset="-122"/>
              </a:rPr>
              <a:t>&lt;/HEAD&gt;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      &lt;H1&gt;HTML </a:t>
            </a:r>
            <a:r>
              <a:rPr lang="zh-CN" altLang="en-US" sz="2800">
                <a:solidFill>
                  <a:srgbClr val="333399"/>
                </a:solidFill>
                <a:latin typeface="Arial" pitchFamily="34" charset="0"/>
                <a:ea typeface="黑体" pitchFamily="49" charset="-122"/>
              </a:rPr>
              <a:t>很容易掌握</a:t>
            </a:r>
            <a:r>
              <a:rPr lang="en-US" altLang="zh-CN" sz="2800">
                <a:solidFill>
                  <a:srgbClr val="333399"/>
                </a:solidFill>
                <a:latin typeface="Arial" pitchFamily="34" charset="0"/>
                <a:ea typeface="黑体" pitchFamily="49" charset="-122"/>
              </a:rPr>
              <a:t>&lt;/H1&gt;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这是第一个段落。虽然很</a:t>
            </a:r>
          </a:p>
          <a:p>
            <a:pPr eaLnBrk="1" hangingPunct="1">
              <a:lnSpc>
                <a:spcPct val="110000"/>
              </a:lnSpc>
            </a:pPr>
            <a:r>
              <a:rPr lang="zh-CN" altLang="en-US" sz="2800">
                <a:solidFill>
                  <a:srgbClr val="333399"/>
                </a:solidFill>
                <a:latin typeface="Arial" pitchFamily="34" charset="0"/>
                <a:ea typeface="黑体" pitchFamily="49" charset="-122"/>
              </a:rPr>
              <a:t>       短，但它仍是一个段落。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      &lt;P&gt;</a:t>
            </a:r>
            <a:r>
              <a:rPr lang="zh-CN" altLang="en-US" sz="2800">
                <a:solidFill>
                  <a:srgbClr val="333399"/>
                </a:solidFill>
                <a:latin typeface="Arial" pitchFamily="34" charset="0"/>
                <a:ea typeface="黑体" pitchFamily="49" charset="-122"/>
              </a:rPr>
              <a:t>这是第二个段落。</a:t>
            </a:r>
            <a:r>
              <a:rPr lang="en-US" altLang="zh-CN" sz="2800">
                <a:solidFill>
                  <a:srgbClr val="333399"/>
                </a:solidFill>
                <a:latin typeface="Arial" pitchFamily="34" charset="0"/>
                <a:ea typeface="黑体" pitchFamily="49" charset="-122"/>
              </a:rPr>
              <a:t>&lt;/P&gt;</a:t>
            </a:r>
          </a:p>
          <a:p>
            <a:pPr eaLnBrk="1" hangingPunct="1">
              <a:lnSpc>
                <a:spcPct val="110000"/>
              </a:lnSpc>
            </a:pPr>
            <a:r>
              <a:rPr lang="en-US" altLang="zh-CN" sz="2800">
                <a:solidFill>
                  <a:srgbClr val="333399"/>
                </a:solidFill>
                <a:latin typeface="Arial" pitchFamily="34" charset="0"/>
                <a:ea typeface="黑体" pitchFamily="49" charset="-122"/>
              </a:rPr>
              <a:t>&lt;/BODY&gt;</a:t>
            </a:r>
          </a:p>
          <a:p>
            <a:pPr eaLnBrk="1" hangingPunct="1">
              <a:lnSpc>
                <a:spcPct val="110000"/>
              </a:lnSpc>
            </a:pPr>
            <a:r>
              <a:rPr lang="en-US" altLang="zh-CN" sz="2800">
                <a:solidFill>
                  <a:srgbClr val="333399"/>
                </a:solidFill>
                <a:latin typeface="Arial" pitchFamily="34" charset="0"/>
                <a:ea typeface="黑体" pitchFamily="49" charset="-122"/>
              </a:rPr>
              <a:t>&lt;/HTML&gt;</a:t>
            </a:r>
          </a:p>
        </p:txBody>
      </p:sp>
      <p:sp>
        <p:nvSpPr>
          <p:cNvPr id="95236" name="Text Box 4"/>
          <p:cNvSpPr txBox="1">
            <a:spLocks noChangeArrowheads="1"/>
          </p:cNvSpPr>
          <p:nvPr/>
        </p:nvSpPr>
        <p:spPr bwMode="auto">
          <a:xfrm>
            <a:off x="5795963" y="5689600"/>
            <a:ext cx="2644775" cy="547688"/>
          </a:xfrm>
          <a:prstGeom prst="rect">
            <a:avLst/>
          </a:prstGeom>
          <a:solidFill>
            <a:srgbClr val="FFFF99"/>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800">
                <a:solidFill>
                  <a:srgbClr val="333399"/>
                </a:solidFill>
                <a:ea typeface="黑体" pitchFamily="49" charset="-122"/>
              </a:rPr>
              <a:t>HTML </a:t>
            </a:r>
            <a:r>
              <a:rPr lang="zh-CN" altLang="en-US" sz="2800">
                <a:solidFill>
                  <a:srgbClr val="333399"/>
                </a:solidFill>
                <a:ea typeface="黑体" pitchFamily="49" charset="-122"/>
              </a:rPr>
              <a:t>文档结束</a:t>
            </a:r>
            <a:endParaRPr lang="zh-CN" altLang="en-US" sz="2800">
              <a:solidFill>
                <a:srgbClr val="333399"/>
              </a:solidFill>
            </a:endParaRPr>
          </a:p>
        </p:txBody>
      </p:sp>
      <p:sp>
        <p:nvSpPr>
          <p:cNvPr id="95237" name="Line 5"/>
          <p:cNvSpPr>
            <a:spLocks noChangeShapeType="1"/>
          </p:cNvSpPr>
          <p:nvPr/>
        </p:nvSpPr>
        <p:spPr bwMode="auto">
          <a:xfrm flipH="1">
            <a:off x="1924050" y="6007100"/>
            <a:ext cx="3870325" cy="11113"/>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a:spLocks noGrp="1" noChangeArrowheads="1"/>
          </p:cNvSpPr>
          <p:nvPr>
            <p:ph type="title"/>
          </p:nvPr>
        </p:nvSpPr>
        <p:spPr/>
        <p:txBody>
          <a:bodyPr/>
          <a:lstStyle/>
          <a:p>
            <a:pPr algn="ctr" eaLnBrk="1" hangingPunct="1"/>
            <a:r>
              <a:rPr lang="zh-CN" altLang="en-US" smtClean="0"/>
              <a:t>两种不同的链接</a:t>
            </a:r>
          </a:p>
        </p:txBody>
      </p:sp>
      <p:sp>
        <p:nvSpPr>
          <p:cNvPr id="96259" name="Rectangle 5"/>
          <p:cNvSpPr>
            <a:spLocks noGrp="1" noChangeArrowheads="1"/>
          </p:cNvSpPr>
          <p:nvPr>
            <p:ph type="body" idx="1"/>
          </p:nvPr>
        </p:nvSpPr>
        <p:spPr>
          <a:xfrm>
            <a:off x="1042988" y="1978025"/>
            <a:ext cx="7772400" cy="4114800"/>
          </a:xfrm>
        </p:spPr>
        <p:txBody>
          <a:bodyPr/>
          <a:lstStyle/>
          <a:p>
            <a:pPr eaLnBrk="1" hangingPunct="1"/>
            <a:r>
              <a:rPr lang="zh-CN" altLang="en-US" smtClean="0"/>
              <a:t>远程链接：超链的终点是其他网点上的页面。</a:t>
            </a:r>
          </a:p>
          <a:p>
            <a:pPr eaLnBrk="1" hangingPunct="1"/>
            <a:r>
              <a:rPr lang="zh-CN" altLang="en-US" smtClean="0"/>
              <a:t>本地链接：超链指向本计算机中的某个文件。</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827088" y="214313"/>
            <a:ext cx="8116887" cy="1462087"/>
          </a:xfrm>
        </p:spPr>
        <p:txBody>
          <a:bodyPr/>
          <a:lstStyle/>
          <a:p>
            <a:pPr algn="ctr" eaLnBrk="1" hangingPunct="1"/>
            <a:r>
              <a:rPr lang="en-US" altLang="zh-CN" sz="4000" smtClean="0"/>
              <a:t>2.  </a:t>
            </a:r>
            <a:r>
              <a:rPr lang="zh-CN" altLang="en-US" sz="4000" smtClean="0"/>
              <a:t>动态万维网文档</a:t>
            </a:r>
            <a:r>
              <a:rPr lang="zh-CN" altLang="en-US" smtClean="0"/>
              <a:t> </a:t>
            </a:r>
          </a:p>
        </p:txBody>
      </p:sp>
      <p:sp>
        <p:nvSpPr>
          <p:cNvPr id="692227" name="Rectangle 3"/>
          <p:cNvSpPr>
            <a:spLocks noGrp="1" noChangeArrowheads="1"/>
          </p:cNvSpPr>
          <p:nvPr>
            <p:ph type="body" idx="1"/>
          </p:nvPr>
        </p:nvSpPr>
        <p:spPr>
          <a:xfrm>
            <a:off x="611188" y="1916113"/>
            <a:ext cx="8204200" cy="4797425"/>
          </a:xfrm>
        </p:spPr>
        <p:txBody>
          <a:bodyPr/>
          <a:lstStyle/>
          <a:p>
            <a:pPr eaLnBrk="1" hangingPunct="1"/>
            <a:r>
              <a:rPr lang="zh-CN" altLang="en-US" smtClean="0">
                <a:solidFill>
                  <a:schemeClr val="hlink"/>
                </a:solidFill>
              </a:rPr>
              <a:t>静态文档</a:t>
            </a:r>
            <a:r>
              <a:rPr lang="zh-CN" altLang="en-US" smtClean="0"/>
              <a:t>是指该文档创作完毕后就存放在万维网服务器中，在被用户浏览的过程中，内容不会改变。 </a:t>
            </a:r>
          </a:p>
          <a:p>
            <a:pPr eaLnBrk="1" hangingPunct="1"/>
            <a:r>
              <a:rPr lang="zh-CN" altLang="en-US" smtClean="0">
                <a:solidFill>
                  <a:schemeClr val="hlink"/>
                </a:solidFill>
              </a:rPr>
              <a:t>动态文档</a:t>
            </a:r>
            <a:r>
              <a:rPr lang="zh-CN" altLang="en-US" smtClean="0"/>
              <a:t>是指文档的内容是在浏览器访问万维网服务器时才由应用程序动态创建。</a:t>
            </a:r>
          </a:p>
          <a:p>
            <a:pPr eaLnBrk="1" hangingPunct="1"/>
            <a:r>
              <a:rPr lang="zh-CN" altLang="en-US" smtClean="0"/>
              <a:t>动态文档和静态文档之间的主要差别体现在</a:t>
            </a:r>
            <a:r>
              <a:rPr lang="zh-CN" altLang="en-US" smtClean="0">
                <a:solidFill>
                  <a:schemeClr val="hlink"/>
                </a:solidFill>
              </a:rPr>
              <a:t>服务器</a:t>
            </a:r>
            <a:r>
              <a:rPr lang="zh-CN" altLang="en-US" smtClean="0"/>
              <a:t>一端。这主要是文档内容的生成方法不同。而从浏览器的角度看，这两种文档并没有区别。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150938" y="404813"/>
            <a:ext cx="7308850" cy="911225"/>
          </a:xfrm>
        </p:spPr>
        <p:txBody>
          <a:bodyPr/>
          <a:lstStyle/>
          <a:p>
            <a:pPr algn="ctr" eaLnBrk="1" hangingPunct="1"/>
            <a:r>
              <a:rPr lang="zh-CN" altLang="en-US" smtClean="0"/>
              <a:t>万维网服务器功能的扩充 </a:t>
            </a:r>
          </a:p>
        </p:txBody>
      </p:sp>
      <p:sp>
        <p:nvSpPr>
          <p:cNvPr id="98307" name="Rectangle 3"/>
          <p:cNvSpPr>
            <a:spLocks noGrp="1" noChangeArrowheads="1"/>
          </p:cNvSpPr>
          <p:nvPr>
            <p:ph type="body" idx="1"/>
          </p:nvPr>
        </p:nvSpPr>
        <p:spPr>
          <a:xfrm>
            <a:off x="1042988" y="1978025"/>
            <a:ext cx="7772400" cy="4114800"/>
          </a:xfrm>
        </p:spPr>
        <p:txBody>
          <a:bodyPr/>
          <a:lstStyle/>
          <a:p>
            <a:pPr eaLnBrk="1" hangingPunct="1">
              <a:buFont typeface="Wingdings" pitchFamily="2" charset="2"/>
              <a:buNone/>
            </a:pPr>
            <a:r>
              <a:rPr lang="en-US" altLang="zh-CN" smtClean="0"/>
              <a:t>(1) </a:t>
            </a:r>
            <a:r>
              <a:rPr lang="zh-CN" altLang="en-US" smtClean="0"/>
              <a:t>应增加另一个应用程序，用来处理浏览器发来的数据，并创建动态文档。</a:t>
            </a:r>
          </a:p>
          <a:p>
            <a:pPr eaLnBrk="1" hangingPunct="1">
              <a:buFont typeface="Wingdings" pitchFamily="2" charset="2"/>
              <a:buNone/>
            </a:pPr>
            <a:r>
              <a:rPr lang="en-US" altLang="zh-CN" smtClean="0"/>
              <a:t>(2) </a:t>
            </a:r>
            <a:r>
              <a:rPr lang="zh-CN" altLang="en-US" smtClean="0"/>
              <a:t>应增加一个机制，用来使万维网服务器把浏览器发来的数据传送给这个应用程序，然后万维网服务器能够解释这个应用程序的输出，并向浏览器返回 </a:t>
            </a:r>
            <a:r>
              <a:rPr lang="en-US" altLang="zh-CN" smtClean="0"/>
              <a:t>HTML </a:t>
            </a:r>
            <a:r>
              <a:rPr lang="zh-CN" altLang="en-US" smtClean="0"/>
              <a:t>文档。</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0975" y="2184400"/>
            <a:ext cx="1471613" cy="256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94321" name="Group 49"/>
          <p:cNvGrpSpPr>
            <a:grpSpLocks/>
          </p:cNvGrpSpPr>
          <p:nvPr/>
        </p:nvGrpSpPr>
        <p:grpSpPr bwMode="auto">
          <a:xfrm>
            <a:off x="5603875" y="3027363"/>
            <a:ext cx="1825625" cy="1122362"/>
            <a:chOff x="3530" y="1904"/>
            <a:chExt cx="1150" cy="707"/>
          </a:xfrm>
        </p:grpSpPr>
        <p:sp>
          <p:nvSpPr>
            <p:cNvPr id="99366" name="AutoShape 5"/>
            <p:cNvSpPr>
              <a:spLocks noChangeArrowheads="1"/>
            </p:cNvSpPr>
            <p:nvPr/>
          </p:nvSpPr>
          <p:spPr bwMode="auto">
            <a:xfrm>
              <a:off x="4238" y="1904"/>
              <a:ext cx="442" cy="289"/>
            </a:xfrm>
            <a:prstGeom prst="can">
              <a:avLst>
                <a:gd name="adj" fmla="val 39583"/>
              </a:avLst>
            </a:prstGeom>
            <a:gradFill rotWithShape="1">
              <a:gsLst>
                <a:gs pos="0">
                  <a:srgbClr val="666666"/>
                </a:gs>
                <a:gs pos="50000">
                  <a:srgbClr val="DDDDDD"/>
                </a:gs>
                <a:gs pos="100000">
                  <a:srgbClr val="6666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67" name="Line 14"/>
            <p:cNvSpPr>
              <a:spLocks noChangeShapeType="1"/>
            </p:cNvSpPr>
            <p:nvPr/>
          </p:nvSpPr>
          <p:spPr bwMode="auto">
            <a:xfrm flipV="1">
              <a:off x="3985" y="2177"/>
              <a:ext cx="393" cy="232"/>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68" name="Line 18"/>
            <p:cNvSpPr>
              <a:spLocks noChangeShapeType="1"/>
            </p:cNvSpPr>
            <p:nvPr/>
          </p:nvSpPr>
          <p:spPr bwMode="auto">
            <a:xfrm>
              <a:off x="3530" y="2276"/>
              <a:ext cx="186" cy="181"/>
            </a:xfrm>
            <a:prstGeom prst="line">
              <a:avLst/>
            </a:prstGeom>
            <a:noFill/>
            <a:ln w="254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69" name="Oval 13"/>
            <p:cNvSpPr>
              <a:spLocks noChangeArrowheads="1"/>
            </p:cNvSpPr>
            <p:nvPr/>
          </p:nvSpPr>
          <p:spPr bwMode="auto">
            <a:xfrm>
              <a:off x="3651" y="2385"/>
              <a:ext cx="450" cy="22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olidFill>
                    <a:schemeClr val="folHlink"/>
                  </a:solidFill>
                  <a:latin typeface="Arial" pitchFamily="34" charset="0"/>
                </a:rPr>
                <a:t>CGI</a:t>
              </a:r>
            </a:p>
          </p:txBody>
        </p:sp>
      </p:grpSp>
      <p:grpSp>
        <p:nvGrpSpPr>
          <p:cNvPr id="694317" name="Group 45"/>
          <p:cNvGrpSpPr>
            <a:grpSpLocks/>
          </p:cNvGrpSpPr>
          <p:nvPr/>
        </p:nvGrpSpPr>
        <p:grpSpPr bwMode="auto">
          <a:xfrm>
            <a:off x="1054100" y="4959350"/>
            <a:ext cx="5534025" cy="1709738"/>
            <a:chOff x="664" y="3124"/>
            <a:chExt cx="3486" cy="1077"/>
          </a:xfrm>
        </p:grpSpPr>
        <p:sp>
          <p:nvSpPr>
            <p:cNvPr id="99360" name="Line 32"/>
            <p:cNvSpPr>
              <a:spLocks noChangeShapeType="1"/>
            </p:cNvSpPr>
            <p:nvPr/>
          </p:nvSpPr>
          <p:spPr bwMode="auto">
            <a:xfrm flipH="1" flipV="1">
              <a:off x="664" y="3680"/>
              <a:ext cx="2965" cy="11"/>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1" name="Text Box 34"/>
            <p:cNvSpPr txBox="1">
              <a:spLocks noChangeArrowheads="1"/>
            </p:cNvSpPr>
            <p:nvPr/>
          </p:nvSpPr>
          <p:spPr bwMode="auto">
            <a:xfrm>
              <a:off x="2336" y="3124"/>
              <a:ext cx="709" cy="1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sp>
          <p:nvSpPr>
            <p:cNvPr id="99362" name="Text Box 36"/>
            <p:cNvSpPr txBox="1">
              <a:spLocks noChangeArrowheads="1"/>
            </p:cNvSpPr>
            <p:nvPr/>
          </p:nvSpPr>
          <p:spPr bwMode="auto">
            <a:xfrm>
              <a:off x="2830" y="3217"/>
              <a:ext cx="132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响应动态文档</a:t>
              </a:r>
            </a:p>
          </p:txBody>
        </p:sp>
        <p:grpSp>
          <p:nvGrpSpPr>
            <p:cNvPr id="99363" name="Group 37"/>
            <p:cNvGrpSpPr>
              <a:grpSpLocks/>
            </p:cNvGrpSpPr>
            <p:nvPr/>
          </p:nvGrpSpPr>
          <p:grpSpPr bwMode="auto">
            <a:xfrm flipH="1">
              <a:off x="1039" y="3509"/>
              <a:ext cx="1433" cy="321"/>
              <a:chOff x="1152" y="1824"/>
              <a:chExt cx="1296" cy="240"/>
            </a:xfrm>
          </p:grpSpPr>
          <p:sp>
            <p:nvSpPr>
              <p:cNvPr id="99364" name="AutoShape 38"/>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65" name="Rectangle 39"/>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响应报文</a:t>
                </a:r>
              </a:p>
            </p:txBody>
          </p:sp>
        </p:grpSp>
      </p:grpSp>
      <p:sp>
        <p:nvSpPr>
          <p:cNvPr id="99333" name="Rectangle 2"/>
          <p:cNvSpPr>
            <a:spLocks noGrp="1" noChangeArrowheads="1"/>
          </p:cNvSpPr>
          <p:nvPr>
            <p:ph type="title"/>
          </p:nvPr>
        </p:nvSpPr>
        <p:spPr/>
        <p:txBody>
          <a:bodyPr/>
          <a:lstStyle/>
          <a:p>
            <a:pPr algn="ctr" eaLnBrk="1" hangingPunct="1"/>
            <a:r>
              <a:rPr lang="zh-CN" altLang="en-US" smtClean="0"/>
              <a:t>扩充了功能的万维网服务器 </a:t>
            </a:r>
          </a:p>
        </p:txBody>
      </p:sp>
      <p:sp>
        <p:nvSpPr>
          <p:cNvPr id="99334" name="Rectangle 6"/>
          <p:cNvSpPr>
            <a:spLocks noChangeArrowheads="1"/>
          </p:cNvSpPr>
          <p:nvPr/>
        </p:nvSpPr>
        <p:spPr bwMode="auto">
          <a:xfrm>
            <a:off x="5184775" y="1882775"/>
            <a:ext cx="170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000">
                <a:solidFill>
                  <a:srgbClr val="333399"/>
                </a:solidFill>
                <a:latin typeface="Arial" pitchFamily="34" charset="0"/>
                <a:ea typeface="黑体" pitchFamily="49" charset="-122"/>
              </a:rPr>
              <a:t>万维网服务器</a:t>
            </a:r>
          </a:p>
        </p:txBody>
      </p:sp>
      <p:sp>
        <p:nvSpPr>
          <p:cNvPr id="99335" name="Oval 7"/>
          <p:cNvSpPr>
            <a:spLocks noChangeArrowheads="1"/>
          </p:cNvSpPr>
          <p:nvPr/>
        </p:nvSpPr>
        <p:spPr bwMode="auto">
          <a:xfrm>
            <a:off x="5351463" y="3408363"/>
            <a:ext cx="423862" cy="223837"/>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6" name="Rectangle 8"/>
          <p:cNvSpPr>
            <a:spLocks noChangeArrowheads="1"/>
          </p:cNvSpPr>
          <p:nvPr/>
        </p:nvSpPr>
        <p:spPr bwMode="auto">
          <a:xfrm>
            <a:off x="1987550" y="2573338"/>
            <a:ext cx="9429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90000"/>
              </a:lnSpc>
            </a:pPr>
            <a:r>
              <a:rPr kumimoji="1" lang="zh-CN" altLang="en-US" sz="2000">
                <a:solidFill>
                  <a:srgbClr val="333399"/>
                </a:solidFill>
                <a:latin typeface="Arial" pitchFamily="34" charset="0"/>
                <a:ea typeface="黑体" pitchFamily="49" charset="-122"/>
              </a:rPr>
              <a:t>浏览器</a:t>
            </a:r>
          </a:p>
          <a:p>
            <a:pPr eaLnBrk="0" hangingPunct="0">
              <a:lnSpc>
                <a:spcPct val="90000"/>
              </a:lnSpc>
            </a:pPr>
            <a:r>
              <a:rPr kumimoji="1" lang="zh-CN" altLang="en-US" sz="2000">
                <a:solidFill>
                  <a:srgbClr val="333399"/>
                </a:solidFill>
                <a:latin typeface="Arial" pitchFamily="34" charset="0"/>
                <a:ea typeface="黑体" pitchFamily="49" charset="-122"/>
              </a:rPr>
              <a:t> 程序</a:t>
            </a:r>
          </a:p>
        </p:txBody>
      </p:sp>
      <p:sp>
        <p:nvSpPr>
          <p:cNvPr id="99337" name="Rectangle 9"/>
          <p:cNvSpPr>
            <a:spLocks noChangeArrowheads="1"/>
          </p:cNvSpPr>
          <p:nvPr/>
        </p:nvSpPr>
        <p:spPr bwMode="auto">
          <a:xfrm>
            <a:off x="495300" y="2244725"/>
            <a:ext cx="1450975"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000">
                <a:solidFill>
                  <a:srgbClr val="333399"/>
                </a:solidFill>
                <a:latin typeface="Arial" pitchFamily="34" charset="0"/>
                <a:ea typeface="黑体" pitchFamily="49" charset="-122"/>
              </a:rPr>
              <a:t>万维网客户</a:t>
            </a:r>
          </a:p>
        </p:txBody>
      </p:sp>
      <p:sp>
        <p:nvSpPr>
          <p:cNvPr id="99338" name="Line 10"/>
          <p:cNvSpPr>
            <a:spLocks noChangeShapeType="1"/>
          </p:cNvSpPr>
          <p:nvPr/>
        </p:nvSpPr>
        <p:spPr bwMode="auto">
          <a:xfrm>
            <a:off x="4706938" y="3175000"/>
            <a:ext cx="777875" cy="34290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9" name="Rectangle 11"/>
          <p:cNvSpPr>
            <a:spLocks noChangeArrowheads="1"/>
          </p:cNvSpPr>
          <p:nvPr/>
        </p:nvSpPr>
        <p:spPr bwMode="auto">
          <a:xfrm>
            <a:off x="3927475" y="2794000"/>
            <a:ext cx="9429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90000"/>
              </a:lnSpc>
            </a:pPr>
            <a:r>
              <a:rPr kumimoji="1" lang="zh-CN" altLang="en-US" sz="2000">
                <a:solidFill>
                  <a:srgbClr val="333399"/>
                </a:solidFill>
                <a:latin typeface="Arial" pitchFamily="34" charset="0"/>
                <a:ea typeface="黑体" pitchFamily="49" charset="-122"/>
              </a:rPr>
              <a:t>服务器</a:t>
            </a:r>
          </a:p>
          <a:p>
            <a:pPr eaLnBrk="0" hangingPunct="0">
              <a:lnSpc>
                <a:spcPct val="90000"/>
              </a:lnSpc>
            </a:pPr>
            <a:r>
              <a:rPr kumimoji="1" lang="zh-CN" altLang="en-US" sz="2000">
                <a:solidFill>
                  <a:srgbClr val="333399"/>
                </a:solidFill>
                <a:latin typeface="Arial" pitchFamily="34" charset="0"/>
                <a:ea typeface="黑体" pitchFamily="49" charset="-122"/>
              </a:rPr>
              <a:t> 程序</a:t>
            </a:r>
          </a:p>
        </p:txBody>
      </p:sp>
      <p:sp>
        <p:nvSpPr>
          <p:cNvPr id="99340" name="Rectangle 12"/>
          <p:cNvSpPr>
            <a:spLocks noChangeArrowheads="1"/>
          </p:cNvSpPr>
          <p:nvPr/>
        </p:nvSpPr>
        <p:spPr bwMode="auto">
          <a:xfrm>
            <a:off x="2933700" y="3141663"/>
            <a:ext cx="8461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en-US" altLang="zh-CN" sz="2000">
                <a:solidFill>
                  <a:srgbClr val="333399"/>
                </a:solidFill>
                <a:latin typeface="Arial" pitchFamily="34" charset="0"/>
                <a:ea typeface="黑体" pitchFamily="49" charset="-122"/>
              </a:rPr>
              <a:t>HTTP</a:t>
            </a:r>
          </a:p>
        </p:txBody>
      </p:sp>
      <p:sp>
        <p:nvSpPr>
          <p:cNvPr id="99341" name="Rectangle 16"/>
          <p:cNvSpPr>
            <a:spLocks noChangeArrowheads="1"/>
          </p:cNvSpPr>
          <p:nvPr/>
        </p:nvSpPr>
        <p:spPr bwMode="auto">
          <a:xfrm>
            <a:off x="6686550" y="263683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000">
                <a:solidFill>
                  <a:srgbClr val="333399"/>
                </a:solidFill>
                <a:latin typeface="Arial" pitchFamily="34" charset="0"/>
                <a:ea typeface="黑体" pitchFamily="49" charset="-122"/>
              </a:rPr>
              <a:t>数据库</a:t>
            </a:r>
          </a:p>
        </p:txBody>
      </p:sp>
      <p:pic>
        <p:nvPicPr>
          <p:cNvPr id="99342" name="Picture 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88" y="2592388"/>
            <a:ext cx="1030287"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9343" name="Oval 20"/>
          <p:cNvSpPr>
            <a:spLocks noChangeArrowheads="1"/>
          </p:cNvSpPr>
          <p:nvPr/>
        </p:nvSpPr>
        <p:spPr bwMode="auto">
          <a:xfrm>
            <a:off x="1065213" y="3421063"/>
            <a:ext cx="430212" cy="211137"/>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44" name="Line 21"/>
          <p:cNvSpPr>
            <a:spLocks noChangeShapeType="1"/>
          </p:cNvSpPr>
          <p:nvPr/>
        </p:nvSpPr>
        <p:spPr bwMode="auto">
          <a:xfrm flipH="1">
            <a:off x="1311275" y="3089275"/>
            <a:ext cx="860425" cy="422275"/>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45" name="Freeform 22" descr="横虚线"/>
          <p:cNvSpPr>
            <a:spLocks/>
          </p:cNvSpPr>
          <p:nvPr/>
        </p:nvSpPr>
        <p:spPr bwMode="auto">
          <a:xfrm>
            <a:off x="852488" y="2794000"/>
            <a:ext cx="544512" cy="393700"/>
          </a:xfrm>
          <a:custGeom>
            <a:avLst/>
            <a:gdLst>
              <a:gd name="T0" fmla="*/ 23512804 w 463"/>
              <a:gd name="T1" fmla="*/ 0 h 322"/>
              <a:gd name="T2" fmla="*/ 638991300 w 463"/>
              <a:gd name="T3" fmla="*/ 0 h 322"/>
              <a:gd name="T4" fmla="*/ 612712422 w 463"/>
              <a:gd name="T5" fmla="*/ 479870170 h 322"/>
              <a:gd name="T6" fmla="*/ 0 w 463"/>
              <a:gd name="T7" fmla="*/ 454456958 h 322"/>
              <a:gd name="T8" fmla="*/ 23512804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pattFill prst="dashHorz">
            <a:fgClr>
              <a:schemeClr val="bg2"/>
            </a:fgClr>
            <a:bgClr>
              <a:schemeClr val="bg1"/>
            </a:bgClr>
          </a:patt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94322" name="Group 50"/>
          <p:cNvGrpSpPr>
            <a:grpSpLocks/>
          </p:cNvGrpSpPr>
          <p:nvPr/>
        </p:nvGrpSpPr>
        <p:grpSpPr bwMode="auto">
          <a:xfrm>
            <a:off x="684213" y="4371975"/>
            <a:ext cx="5091112" cy="1793875"/>
            <a:chOff x="431" y="2754"/>
            <a:chExt cx="3207" cy="1130"/>
          </a:xfrm>
        </p:grpSpPr>
        <p:sp>
          <p:nvSpPr>
            <p:cNvPr id="99352" name="Line 27"/>
            <p:cNvSpPr>
              <a:spLocks noChangeShapeType="1"/>
            </p:cNvSpPr>
            <p:nvPr/>
          </p:nvSpPr>
          <p:spPr bwMode="auto">
            <a:xfrm>
              <a:off x="664" y="2791"/>
              <a:ext cx="0" cy="109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53" name="Line 28"/>
            <p:cNvSpPr>
              <a:spLocks noChangeShapeType="1"/>
            </p:cNvSpPr>
            <p:nvPr/>
          </p:nvSpPr>
          <p:spPr bwMode="auto">
            <a:xfrm>
              <a:off x="3638" y="2855"/>
              <a:ext cx="0" cy="1029"/>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9354" name="Group 44"/>
            <p:cNvGrpSpPr>
              <a:grpSpLocks/>
            </p:cNvGrpSpPr>
            <p:nvPr/>
          </p:nvGrpSpPr>
          <p:grpSpPr bwMode="auto">
            <a:xfrm>
              <a:off x="431" y="2754"/>
              <a:ext cx="3207" cy="487"/>
              <a:chOff x="431" y="2754"/>
              <a:chExt cx="3207" cy="487"/>
            </a:xfrm>
          </p:grpSpPr>
          <p:sp>
            <p:nvSpPr>
              <p:cNvPr id="99355" name="Line 23"/>
              <p:cNvSpPr>
                <a:spLocks noChangeShapeType="1"/>
              </p:cNvSpPr>
              <p:nvPr/>
            </p:nvSpPr>
            <p:spPr bwMode="auto">
              <a:xfrm flipV="1">
                <a:off x="673" y="3080"/>
                <a:ext cx="2965" cy="11"/>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9356" name="Group 24"/>
              <p:cNvGrpSpPr>
                <a:grpSpLocks/>
              </p:cNvGrpSpPr>
              <p:nvPr/>
            </p:nvGrpSpPr>
            <p:grpSpPr bwMode="auto">
              <a:xfrm>
                <a:off x="1419" y="2919"/>
                <a:ext cx="1461" cy="322"/>
                <a:chOff x="1152" y="1824"/>
                <a:chExt cx="1296" cy="240"/>
              </a:xfrm>
            </p:grpSpPr>
            <p:sp>
              <p:nvSpPr>
                <p:cNvPr id="99358" name="AutoShape 25"/>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59" name="Rectangle 26"/>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请求报文</a:t>
                  </a:r>
                </a:p>
              </p:txBody>
            </p:sp>
          </p:grpSp>
          <p:sp>
            <p:nvSpPr>
              <p:cNvPr id="99357" name="Text Box 29"/>
              <p:cNvSpPr txBox="1">
                <a:spLocks noChangeArrowheads="1"/>
              </p:cNvSpPr>
              <p:nvPr/>
            </p:nvSpPr>
            <p:spPr bwMode="auto">
              <a:xfrm>
                <a:off x="431" y="2754"/>
                <a:ext cx="1000" cy="32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请求文档</a:t>
                </a:r>
              </a:p>
            </p:txBody>
          </p:sp>
        </p:grpSp>
      </p:grpSp>
      <p:grpSp>
        <p:nvGrpSpPr>
          <p:cNvPr id="694314" name="Group 42"/>
          <p:cNvGrpSpPr>
            <a:grpSpLocks/>
          </p:cNvGrpSpPr>
          <p:nvPr/>
        </p:nvGrpSpPr>
        <p:grpSpPr bwMode="auto">
          <a:xfrm>
            <a:off x="6361113" y="4100513"/>
            <a:ext cx="2603500" cy="1920875"/>
            <a:chOff x="3909" y="2533"/>
            <a:chExt cx="1640" cy="1210"/>
          </a:xfrm>
        </p:grpSpPr>
        <p:sp>
          <p:nvSpPr>
            <p:cNvPr id="99349" name="Line 30"/>
            <p:cNvSpPr>
              <a:spLocks noChangeShapeType="1"/>
            </p:cNvSpPr>
            <p:nvPr/>
          </p:nvSpPr>
          <p:spPr bwMode="auto">
            <a:xfrm>
              <a:off x="3909" y="2533"/>
              <a:ext cx="324" cy="579"/>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50" name="Text Box 31"/>
            <p:cNvSpPr txBox="1">
              <a:spLocks noChangeArrowheads="1"/>
            </p:cNvSpPr>
            <p:nvPr/>
          </p:nvSpPr>
          <p:spPr bwMode="auto">
            <a:xfrm>
              <a:off x="4221" y="2552"/>
              <a:ext cx="1328"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CGI </a:t>
              </a:r>
              <a:r>
                <a:rPr kumimoji="1" lang="zh-CN" altLang="en-US" sz="2000">
                  <a:solidFill>
                    <a:srgbClr val="333399"/>
                  </a:solidFill>
                  <a:latin typeface="Arial" pitchFamily="34" charset="0"/>
                  <a:ea typeface="黑体" pitchFamily="49" charset="-122"/>
                </a:rPr>
                <a:t>程序创建</a:t>
              </a:r>
            </a:p>
            <a:p>
              <a:pPr algn="ctr" eaLnBrk="1" hangingPunct="1"/>
              <a:r>
                <a:rPr kumimoji="1" lang="zh-CN" altLang="en-US" sz="2000">
                  <a:solidFill>
                    <a:srgbClr val="333399"/>
                  </a:solidFill>
                  <a:latin typeface="Arial" pitchFamily="34" charset="0"/>
                  <a:ea typeface="黑体" pitchFamily="49" charset="-122"/>
                </a:rPr>
                <a:t>动态文档</a:t>
              </a:r>
            </a:p>
          </p:txBody>
        </p:sp>
        <p:sp>
          <p:nvSpPr>
            <p:cNvPr id="99351" name="Text Box 35"/>
            <p:cNvSpPr txBox="1">
              <a:spLocks noChangeArrowheads="1"/>
            </p:cNvSpPr>
            <p:nvPr/>
          </p:nvSpPr>
          <p:spPr bwMode="auto">
            <a:xfrm>
              <a:off x="4035" y="2667"/>
              <a:ext cx="709" cy="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grpSp>
      <p:sp>
        <p:nvSpPr>
          <p:cNvPr id="99348" name="Line 15"/>
          <p:cNvSpPr>
            <a:spLocks noChangeShapeType="1"/>
          </p:cNvSpPr>
          <p:nvPr/>
        </p:nvSpPr>
        <p:spPr bwMode="auto">
          <a:xfrm>
            <a:off x="1397000" y="3511550"/>
            <a:ext cx="4035425" cy="0"/>
          </a:xfrm>
          <a:prstGeom prst="line">
            <a:avLst/>
          </a:prstGeom>
          <a:noFill/>
          <a:ln w="38100">
            <a:solidFill>
              <a:schemeClr val="hlink"/>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4322"/>
                                        </p:tgtEl>
                                        <p:attrNameLst>
                                          <p:attrName>style.visibility</p:attrName>
                                        </p:attrNameLst>
                                      </p:cBhvr>
                                      <p:to>
                                        <p:strVal val="visible"/>
                                      </p:to>
                                    </p:set>
                                    <p:animEffect transition="in" filter="wipe(left)">
                                      <p:cBhvr>
                                        <p:cTn id="7" dur="1000"/>
                                        <p:tgtEl>
                                          <p:spTgt spid="694322"/>
                                        </p:tgtEl>
                                      </p:cBhvr>
                                    </p:animEffect>
                                  </p:childTnLst>
                                </p:cTn>
                              </p:par>
                            </p:childTnLst>
                          </p:cTn>
                        </p:par>
                        <p:par>
                          <p:cTn id="8" fill="hold" nodeType="afterGroup">
                            <p:stCondLst>
                              <p:cond delay="1000"/>
                            </p:stCondLst>
                            <p:childTnLst>
                              <p:par>
                                <p:cTn id="9" presetID="1" presetClass="entr" presetSubtype="0" fill="hold" nodeType="afterEffect">
                                  <p:stCondLst>
                                    <p:cond delay="500"/>
                                  </p:stCondLst>
                                  <p:childTnLst>
                                    <p:set>
                                      <p:cBhvr>
                                        <p:cTn id="10" dur="1" fill="hold">
                                          <p:stCondLst>
                                            <p:cond delay="0"/>
                                          </p:stCondLst>
                                        </p:cTn>
                                        <p:tgtEl>
                                          <p:spTgt spid="694321"/>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1" fill="hold" nodeType="afterEffect">
                                  <p:stCondLst>
                                    <p:cond delay="500"/>
                                  </p:stCondLst>
                                  <p:childTnLst>
                                    <p:set>
                                      <p:cBhvr>
                                        <p:cTn id="13" dur="1" fill="hold">
                                          <p:stCondLst>
                                            <p:cond delay="0"/>
                                          </p:stCondLst>
                                        </p:cTn>
                                        <p:tgtEl>
                                          <p:spTgt spid="694314"/>
                                        </p:tgtEl>
                                        <p:attrNameLst>
                                          <p:attrName>style.visibility</p:attrName>
                                        </p:attrNameLst>
                                      </p:cBhvr>
                                      <p:to>
                                        <p:strVal val="visible"/>
                                      </p:to>
                                    </p:set>
                                    <p:animEffect transition="in" filter="wipe(up)">
                                      <p:cBhvr>
                                        <p:cTn id="14" dur="2000"/>
                                        <p:tgtEl>
                                          <p:spTgt spid="694314"/>
                                        </p:tgtEl>
                                      </p:cBhvr>
                                    </p:animEffect>
                                  </p:childTnLst>
                                </p:cTn>
                              </p:par>
                            </p:childTnLst>
                          </p:cTn>
                        </p:par>
                        <p:par>
                          <p:cTn id="15" fill="hold" nodeType="afterGroup">
                            <p:stCondLst>
                              <p:cond delay="4000"/>
                            </p:stCondLst>
                            <p:childTnLst>
                              <p:par>
                                <p:cTn id="16" presetID="22" presetClass="entr" presetSubtype="2" fill="hold" nodeType="afterEffect">
                                  <p:stCondLst>
                                    <p:cond delay="500"/>
                                  </p:stCondLst>
                                  <p:childTnLst>
                                    <p:set>
                                      <p:cBhvr>
                                        <p:cTn id="17" dur="1" fill="hold">
                                          <p:stCondLst>
                                            <p:cond delay="0"/>
                                          </p:stCondLst>
                                        </p:cTn>
                                        <p:tgtEl>
                                          <p:spTgt spid="694317"/>
                                        </p:tgtEl>
                                        <p:attrNameLst>
                                          <p:attrName>style.visibility</p:attrName>
                                        </p:attrNameLst>
                                      </p:cBhvr>
                                      <p:to>
                                        <p:strVal val="visible"/>
                                      </p:to>
                                    </p:set>
                                    <p:animEffect transition="in" filter="wipe(right)">
                                      <p:cBhvr>
                                        <p:cTn id="18" dur="1000"/>
                                        <p:tgtEl>
                                          <p:spTgt spid="694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通用网关接口 </a:t>
            </a:r>
            <a:r>
              <a:rPr lang="en-US" altLang="zh-CN" smtClean="0"/>
              <a:t>CGI</a:t>
            </a:r>
            <a:br>
              <a:rPr lang="en-US" altLang="zh-CN" smtClean="0"/>
            </a:br>
            <a:r>
              <a:rPr lang="en-US" altLang="zh-CN" sz="3600" smtClean="0"/>
              <a:t>(Common Gateway Interface)</a:t>
            </a:r>
            <a:r>
              <a:rPr lang="en-US" altLang="zh-CN" smtClean="0"/>
              <a:t> </a:t>
            </a:r>
          </a:p>
        </p:txBody>
      </p:sp>
      <p:sp>
        <p:nvSpPr>
          <p:cNvPr id="696323"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CGI </a:t>
            </a:r>
            <a:r>
              <a:rPr lang="zh-CN" altLang="en-US" sz="2800" smtClean="0"/>
              <a:t>是一种标准，它定义了动态文档应如何创建。</a:t>
            </a:r>
          </a:p>
          <a:p>
            <a:pPr eaLnBrk="1" hangingPunct="1"/>
            <a:r>
              <a:rPr lang="zh-CN" altLang="en-US" sz="2800" smtClean="0"/>
              <a:t>万维网服务器与 </a:t>
            </a:r>
            <a:r>
              <a:rPr lang="en-US" altLang="zh-CN" sz="2800" smtClean="0"/>
              <a:t>CGI </a:t>
            </a:r>
            <a:r>
              <a:rPr lang="zh-CN" altLang="en-US" sz="2800" smtClean="0"/>
              <a:t>的通信遵循 </a:t>
            </a:r>
            <a:r>
              <a:rPr lang="en-US" altLang="zh-CN" sz="2800" smtClean="0"/>
              <a:t>CGI </a:t>
            </a:r>
            <a:r>
              <a:rPr lang="zh-CN" altLang="en-US" sz="2800" smtClean="0"/>
              <a:t>标准。</a:t>
            </a:r>
          </a:p>
          <a:p>
            <a:pPr eaLnBrk="1" hangingPunct="1"/>
            <a:r>
              <a:rPr lang="zh-CN" altLang="en-US" sz="2800" smtClean="0"/>
              <a:t>“</a:t>
            </a:r>
            <a:r>
              <a:rPr lang="zh-CN" altLang="en-US" sz="2800" smtClean="0">
                <a:solidFill>
                  <a:schemeClr val="hlink"/>
                </a:solidFill>
              </a:rPr>
              <a:t>通用</a:t>
            </a:r>
            <a:r>
              <a:rPr lang="zh-CN" altLang="en-US" sz="2800" smtClean="0"/>
              <a:t>”：</a:t>
            </a:r>
            <a:r>
              <a:rPr lang="en-US" altLang="zh-CN" sz="2800" smtClean="0"/>
              <a:t>CGI </a:t>
            </a:r>
            <a:r>
              <a:rPr lang="zh-CN" altLang="en-US" sz="2800" smtClean="0"/>
              <a:t>标准所定义的规则对其他任何语言都是通用的。</a:t>
            </a:r>
          </a:p>
          <a:p>
            <a:pPr eaLnBrk="1" hangingPunct="1"/>
            <a:r>
              <a:rPr lang="zh-CN" altLang="en-US" sz="2800" smtClean="0"/>
              <a:t>“</a:t>
            </a:r>
            <a:r>
              <a:rPr lang="zh-CN" altLang="en-US" sz="2800" smtClean="0">
                <a:solidFill>
                  <a:schemeClr val="hlink"/>
                </a:solidFill>
              </a:rPr>
              <a:t>网关</a:t>
            </a:r>
            <a:r>
              <a:rPr lang="zh-CN" altLang="en-US" sz="2800" smtClean="0"/>
              <a:t>”：</a:t>
            </a:r>
            <a:r>
              <a:rPr lang="en-US" altLang="zh-CN" sz="2800" smtClean="0"/>
              <a:t>CGI </a:t>
            </a:r>
            <a:r>
              <a:rPr lang="zh-CN" altLang="en-US" sz="2800" smtClean="0"/>
              <a:t>程序的作用像网关。</a:t>
            </a:r>
          </a:p>
          <a:p>
            <a:pPr eaLnBrk="1" hangingPunct="1"/>
            <a:r>
              <a:rPr lang="zh-CN" altLang="en-US" sz="2800" smtClean="0"/>
              <a:t>“</a:t>
            </a:r>
            <a:r>
              <a:rPr lang="zh-CN" altLang="en-US" sz="2800" smtClean="0">
                <a:solidFill>
                  <a:schemeClr val="hlink"/>
                </a:solidFill>
              </a:rPr>
              <a:t>接口</a:t>
            </a:r>
            <a:r>
              <a:rPr lang="zh-CN" altLang="en-US" sz="2800" smtClean="0"/>
              <a:t>”：有一些已定义好的变量和调用等可供其他 </a:t>
            </a:r>
            <a:r>
              <a:rPr lang="en-US" altLang="zh-CN" sz="2800" smtClean="0"/>
              <a:t>CGI </a:t>
            </a:r>
            <a:r>
              <a:rPr lang="zh-CN" altLang="en-US" sz="2800" smtClean="0"/>
              <a:t>程序使用。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algn="ctr" eaLnBrk="1" hangingPunct="1"/>
            <a:r>
              <a:rPr lang="en-US" altLang="zh-CN" smtClean="0"/>
              <a:t>CGI </a:t>
            </a:r>
            <a:r>
              <a:rPr lang="zh-CN" altLang="en-US" smtClean="0"/>
              <a:t>程序</a:t>
            </a:r>
          </a:p>
        </p:txBody>
      </p:sp>
      <p:sp>
        <p:nvSpPr>
          <p:cNvPr id="697347" name="Rectangle 3"/>
          <p:cNvSpPr>
            <a:spLocks noGrp="1" noChangeArrowheads="1"/>
          </p:cNvSpPr>
          <p:nvPr>
            <p:ph type="body" idx="1"/>
          </p:nvPr>
        </p:nvSpPr>
        <p:spPr>
          <a:xfrm>
            <a:off x="755650" y="2051050"/>
            <a:ext cx="8059738" cy="4114800"/>
          </a:xfrm>
        </p:spPr>
        <p:txBody>
          <a:bodyPr/>
          <a:lstStyle/>
          <a:p>
            <a:pPr eaLnBrk="1" hangingPunct="1">
              <a:lnSpc>
                <a:spcPct val="90000"/>
              </a:lnSpc>
            </a:pPr>
            <a:r>
              <a:rPr lang="en-US" altLang="zh-CN" smtClean="0"/>
              <a:t>CGI </a:t>
            </a:r>
            <a:r>
              <a:rPr lang="zh-CN" altLang="en-US" smtClean="0"/>
              <a:t>程序的正式名字是 </a:t>
            </a:r>
            <a:r>
              <a:rPr lang="en-US" altLang="zh-CN" smtClean="0"/>
              <a:t>CGI</a:t>
            </a:r>
            <a:r>
              <a:rPr lang="en-US" altLang="zh-CN" smtClean="0">
                <a:solidFill>
                  <a:schemeClr val="hlink"/>
                </a:solidFill>
              </a:rPr>
              <a:t> </a:t>
            </a:r>
            <a:r>
              <a:rPr lang="zh-CN" altLang="en-US" smtClean="0">
                <a:solidFill>
                  <a:schemeClr val="hlink"/>
                </a:solidFill>
              </a:rPr>
              <a:t>脚本</a:t>
            </a:r>
            <a:r>
              <a:rPr lang="en-US" altLang="zh-CN" smtClean="0"/>
              <a:t>(script)</a:t>
            </a:r>
            <a:r>
              <a:rPr lang="zh-CN" altLang="en-US" smtClean="0"/>
              <a:t>。</a:t>
            </a:r>
          </a:p>
          <a:p>
            <a:pPr eaLnBrk="1" hangingPunct="1">
              <a:lnSpc>
                <a:spcPct val="90000"/>
              </a:lnSpc>
            </a:pPr>
            <a:r>
              <a:rPr lang="zh-CN" altLang="en-US" smtClean="0"/>
              <a:t>“</a:t>
            </a:r>
            <a:r>
              <a:rPr lang="zh-CN" altLang="en-US" smtClean="0">
                <a:solidFill>
                  <a:schemeClr val="hlink"/>
                </a:solidFill>
              </a:rPr>
              <a:t>脚本</a:t>
            </a:r>
            <a:r>
              <a:rPr lang="zh-CN" altLang="en-US" smtClean="0"/>
              <a:t>”指的是一个程序，它被另一个程序（解释程序）而不是计算机的处理机来解释或执行。</a:t>
            </a:r>
          </a:p>
          <a:p>
            <a:pPr eaLnBrk="1" hangingPunct="1">
              <a:lnSpc>
                <a:spcPct val="90000"/>
              </a:lnSpc>
            </a:pPr>
            <a:r>
              <a:rPr lang="zh-CN" altLang="en-US" smtClean="0"/>
              <a:t>脚本运行起来要比一般的编译程序要慢，因为它的每一条指令先要被另一个程序来处理（这就要一些附加的指令），而不是直接被指令处理器来处理。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73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6"/>
          <p:cNvSpPr>
            <a:spLocks noGrp="1"/>
          </p:cNvSpPr>
          <p:nvPr>
            <p:ph type="title"/>
          </p:nvPr>
        </p:nvSpPr>
        <p:spPr>
          <a:xfrm>
            <a:off x="652463" y="320675"/>
            <a:ext cx="4064000" cy="1050925"/>
          </a:xfrm>
        </p:spPr>
        <p:txBody>
          <a:bodyPr/>
          <a:lstStyle/>
          <a:p>
            <a:r>
              <a:rPr lang="zh-CN" altLang="en-US" sz="2800" smtClean="0">
                <a:solidFill>
                  <a:srgbClr val="FF0000"/>
                </a:solidFill>
              </a:rPr>
              <a:t>实例：</a:t>
            </a:r>
            <a:r>
              <a:rPr lang="en-US" altLang="zh-CN" sz="2800" smtClean="0">
                <a:solidFill>
                  <a:srgbClr val="FF0000"/>
                </a:solidFill>
              </a:rPr>
              <a:t/>
            </a:r>
            <a:br>
              <a:rPr lang="en-US" altLang="zh-CN" sz="2800" smtClean="0">
                <a:solidFill>
                  <a:srgbClr val="FF0000"/>
                </a:solidFill>
              </a:rPr>
            </a:br>
            <a:r>
              <a:rPr lang="en-US" altLang="zh-CN" sz="2800" smtClean="0">
                <a:solidFill>
                  <a:srgbClr val="FF0000"/>
                </a:solidFill>
              </a:rPr>
              <a:t>javascript</a:t>
            </a:r>
            <a:r>
              <a:rPr lang="zh-CN" altLang="en-US" sz="2800" smtClean="0">
                <a:solidFill>
                  <a:srgbClr val="FF0000"/>
                </a:solidFill>
              </a:rPr>
              <a:t>嵌入</a:t>
            </a:r>
            <a:r>
              <a:rPr lang="en-US" altLang="zh-CN" sz="2800" smtClean="0">
                <a:solidFill>
                  <a:srgbClr val="FF0000"/>
                </a:solidFill>
              </a:rPr>
              <a:t>html</a:t>
            </a:r>
            <a:endParaRPr lang="zh-CN" altLang="en-US" sz="2800" smtClean="0">
              <a:solidFill>
                <a:srgbClr val="FF0000"/>
              </a:solidFill>
            </a:endParaRPr>
          </a:p>
        </p:txBody>
      </p:sp>
      <p:sp>
        <p:nvSpPr>
          <p:cNvPr id="5" name="内容占位符 4"/>
          <p:cNvSpPr>
            <a:spLocks noGrp="1"/>
          </p:cNvSpPr>
          <p:nvPr>
            <p:ph sz="half" idx="1"/>
          </p:nvPr>
        </p:nvSpPr>
        <p:spPr>
          <a:xfrm>
            <a:off x="539750" y="2060575"/>
            <a:ext cx="3932238" cy="4389438"/>
          </a:xfrm>
        </p:spPr>
        <p:txBody>
          <a:bodyPr>
            <a:normAutofit/>
          </a:bodyPr>
          <a:lstStyle/>
          <a:p>
            <a:pPr marL="0" indent="0">
              <a:buFont typeface="Wingdings" pitchFamily="2" charset="2"/>
              <a:buNone/>
              <a:defRPr/>
            </a:pPr>
            <a:r>
              <a:rPr lang="en-US" altLang="zh-CN" sz="2000"/>
              <a:t>&lt;html&gt;</a:t>
            </a:r>
          </a:p>
          <a:p>
            <a:pPr marL="0" indent="0">
              <a:buFont typeface="Wingdings" pitchFamily="2" charset="2"/>
              <a:buNone/>
              <a:defRPr/>
            </a:pPr>
            <a:r>
              <a:rPr lang="en-US" altLang="zh-CN" sz="2000"/>
              <a:t>&lt;head&gt;</a:t>
            </a:r>
          </a:p>
          <a:p>
            <a:pPr marL="0" indent="0">
              <a:buFont typeface="Wingdings" pitchFamily="2" charset="2"/>
              <a:buNone/>
              <a:defRPr/>
            </a:pPr>
            <a:r>
              <a:rPr lang="en-US" altLang="zh-CN" sz="2000"/>
              <a:t>&lt;script type="text/javascript"&gt;</a:t>
            </a:r>
          </a:p>
          <a:p>
            <a:pPr marL="0" indent="0">
              <a:buFont typeface="Wingdings" pitchFamily="2" charset="2"/>
              <a:buNone/>
              <a:defRPr/>
            </a:pPr>
            <a:r>
              <a:rPr lang="en-US" altLang="zh-CN" sz="2000"/>
              <a:t>function show_confirm()</a:t>
            </a:r>
          </a:p>
          <a:p>
            <a:pPr marL="0" indent="0">
              <a:buFont typeface="Wingdings" pitchFamily="2" charset="2"/>
              <a:buNone/>
              <a:defRPr/>
            </a:pPr>
            <a:r>
              <a:rPr lang="en-US" altLang="zh-CN" sz="2000"/>
              <a:t>{</a:t>
            </a:r>
          </a:p>
          <a:p>
            <a:pPr marL="0" indent="0">
              <a:buFont typeface="Wingdings" pitchFamily="2" charset="2"/>
              <a:buNone/>
              <a:defRPr/>
            </a:pPr>
            <a:r>
              <a:rPr lang="en-US" altLang="zh-CN" sz="2000"/>
              <a:t>var r=confirm("Press a button!");</a:t>
            </a:r>
          </a:p>
          <a:p>
            <a:pPr marL="0" indent="0">
              <a:buFont typeface="Wingdings" pitchFamily="2" charset="2"/>
              <a:buNone/>
              <a:defRPr/>
            </a:pPr>
            <a:r>
              <a:rPr lang="en-US" altLang="zh-CN" sz="2000"/>
              <a:t>if (r==true)</a:t>
            </a:r>
          </a:p>
          <a:p>
            <a:pPr marL="0" indent="0">
              <a:buFont typeface="Wingdings" pitchFamily="2" charset="2"/>
              <a:buNone/>
              <a:defRPr/>
            </a:pPr>
            <a:r>
              <a:rPr lang="en-US" altLang="zh-CN" sz="2000"/>
              <a:t>  </a:t>
            </a:r>
            <a:r>
              <a:rPr lang="en-US" altLang="zh-CN" sz="2000" smtClean="0"/>
              <a:t>{</a:t>
            </a:r>
            <a:r>
              <a:rPr lang="en-US" altLang="zh-CN" sz="2000"/>
              <a:t>alert("You pressed OK!");</a:t>
            </a:r>
          </a:p>
          <a:p>
            <a:pPr marL="0" indent="0">
              <a:buFont typeface="Wingdings" pitchFamily="2" charset="2"/>
              <a:buNone/>
              <a:defRPr/>
            </a:pPr>
            <a:r>
              <a:rPr lang="en-US" altLang="zh-CN" sz="2000"/>
              <a:t>  }</a:t>
            </a:r>
          </a:p>
          <a:p>
            <a:pPr>
              <a:defRPr/>
            </a:pPr>
            <a:endParaRPr lang="zh-CN" altLang="en-US"/>
          </a:p>
        </p:txBody>
      </p:sp>
      <p:sp>
        <p:nvSpPr>
          <p:cNvPr id="102404" name="内容占位符 5"/>
          <p:cNvSpPr>
            <a:spLocks noGrp="1"/>
          </p:cNvSpPr>
          <p:nvPr>
            <p:ph sz="half" idx="2"/>
          </p:nvPr>
        </p:nvSpPr>
        <p:spPr>
          <a:xfrm>
            <a:off x="5207000" y="692150"/>
            <a:ext cx="3932238" cy="5110163"/>
          </a:xfrm>
        </p:spPr>
        <p:txBody>
          <a:bodyPr/>
          <a:lstStyle/>
          <a:p>
            <a:pPr marL="0" indent="0">
              <a:buFont typeface="Wingdings" pitchFamily="2" charset="2"/>
              <a:buNone/>
            </a:pPr>
            <a:r>
              <a:rPr lang="en-US" altLang="zh-CN" sz="1800" smtClean="0"/>
              <a:t>else</a:t>
            </a:r>
          </a:p>
          <a:p>
            <a:pPr marL="0" indent="0">
              <a:buFont typeface="Wingdings" pitchFamily="2" charset="2"/>
              <a:buNone/>
            </a:pPr>
            <a:r>
              <a:rPr lang="en-US" altLang="zh-CN" sz="1800" smtClean="0"/>
              <a:t>  {</a:t>
            </a:r>
          </a:p>
          <a:p>
            <a:pPr marL="0" indent="0">
              <a:buFont typeface="Wingdings" pitchFamily="2" charset="2"/>
              <a:buNone/>
            </a:pPr>
            <a:r>
              <a:rPr lang="en-US" altLang="zh-CN" sz="1800" smtClean="0"/>
              <a:t>  alert("You pressed Cancel!");</a:t>
            </a:r>
          </a:p>
          <a:p>
            <a:pPr marL="0" indent="0">
              <a:buFont typeface="Wingdings" pitchFamily="2" charset="2"/>
              <a:buNone/>
            </a:pPr>
            <a:r>
              <a:rPr lang="en-US" altLang="zh-CN" sz="1800" smtClean="0"/>
              <a:t>  }</a:t>
            </a:r>
          </a:p>
          <a:p>
            <a:pPr marL="0" indent="0">
              <a:buFont typeface="Wingdings" pitchFamily="2" charset="2"/>
              <a:buNone/>
            </a:pPr>
            <a:r>
              <a:rPr lang="en-US" altLang="zh-CN" sz="1800" smtClean="0"/>
              <a:t>}</a:t>
            </a:r>
          </a:p>
          <a:p>
            <a:pPr marL="0" indent="0">
              <a:buFont typeface="Wingdings" pitchFamily="2" charset="2"/>
              <a:buNone/>
            </a:pPr>
            <a:r>
              <a:rPr lang="en-US" altLang="zh-CN" sz="1800" smtClean="0"/>
              <a:t>&lt;/script&gt;</a:t>
            </a:r>
          </a:p>
          <a:p>
            <a:pPr marL="0" indent="0">
              <a:buFont typeface="Wingdings" pitchFamily="2" charset="2"/>
              <a:buNone/>
            </a:pPr>
            <a:r>
              <a:rPr lang="en-US" altLang="zh-CN" sz="1800" smtClean="0"/>
              <a:t>&lt;/head&gt;</a:t>
            </a:r>
          </a:p>
          <a:p>
            <a:pPr marL="0" indent="0">
              <a:buFont typeface="Wingdings" pitchFamily="2" charset="2"/>
              <a:buNone/>
            </a:pPr>
            <a:r>
              <a:rPr lang="en-US" altLang="zh-CN" sz="1800" smtClean="0"/>
              <a:t>&lt;body&gt;</a:t>
            </a:r>
          </a:p>
          <a:p>
            <a:pPr marL="0" indent="0">
              <a:buFont typeface="Wingdings" pitchFamily="2" charset="2"/>
              <a:buNone/>
            </a:pPr>
            <a:endParaRPr lang="en-US" altLang="zh-CN" sz="1800" smtClean="0"/>
          </a:p>
          <a:p>
            <a:pPr marL="0" indent="0">
              <a:buFont typeface="Wingdings" pitchFamily="2" charset="2"/>
              <a:buNone/>
            </a:pPr>
            <a:r>
              <a:rPr lang="en-US" altLang="zh-CN" sz="1800" smtClean="0"/>
              <a:t>&lt;input type="button" onclick="show_confirm()" value="Show a confirm box" /&gt;</a:t>
            </a:r>
          </a:p>
          <a:p>
            <a:pPr marL="0" indent="0">
              <a:buFont typeface="Wingdings" pitchFamily="2" charset="2"/>
              <a:buNone/>
            </a:pPr>
            <a:endParaRPr lang="en-US" altLang="zh-CN" sz="1800" smtClean="0"/>
          </a:p>
          <a:p>
            <a:pPr marL="0" indent="0">
              <a:buFont typeface="Wingdings" pitchFamily="2" charset="2"/>
              <a:buNone/>
            </a:pPr>
            <a:r>
              <a:rPr lang="en-US" altLang="zh-CN" sz="1800" smtClean="0"/>
              <a:t>&lt;/body&gt;</a:t>
            </a:r>
          </a:p>
          <a:p>
            <a:pPr marL="0" indent="0">
              <a:buFont typeface="Wingdings" pitchFamily="2" charset="2"/>
              <a:buNone/>
            </a:pPr>
            <a:r>
              <a:rPr lang="en-US" altLang="zh-CN" sz="1800" smtClean="0"/>
              <a:t>&lt;/html&gt;</a:t>
            </a:r>
            <a:endParaRPr lang="zh-CN" altLang="en-US" sz="1800" smtClean="0"/>
          </a:p>
        </p:txBody>
      </p:sp>
      <p:sp>
        <p:nvSpPr>
          <p:cNvPr id="102405" name="日期占位符 1"/>
          <p:cNvSpPr>
            <a:spLocks noGrp="1"/>
          </p:cNvSpPr>
          <p:nvPr>
            <p:ph type="dt" sz="quarter" idx="10"/>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EB0EFE3A-9493-47BF-86C0-F53682EAC366}" type="datetime10">
              <a:rPr lang="zh-CN" altLang="en-US" sz="1400" smtClean="0"/>
              <a:pPr eaLnBrk="1" hangingPunct="1"/>
              <a:t>18:54</a:t>
            </a:fld>
            <a:endParaRPr lang="zh-CN" altLang="en-US" sz="1400" smtClean="0"/>
          </a:p>
        </p:txBody>
      </p:sp>
      <p:sp>
        <p:nvSpPr>
          <p:cNvPr id="102406" name="灯片编号占位符 2"/>
          <p:cNvSpPr>
            <a:spLocks noGrp="1"/>
          </p:cNvSpPr>
          <p:nvPr>
            <p:ph type="sldNum" sz="quarter" idx="11"/>
          </p:nvPr>
        </p:nvSpPr>
        <p:spPr>
          <a:xfrm>
            <a:off x="8372475" y="6135688"/>
            <a:ext cx="457200" cy="365125"/>
          </a:xfrm>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D496669-6420-43D0-A89E-C32F812FDE44}" type="slidenum">
              <a:rPr lang="zh-CN" altLang="en-US" sz="1400" smtClean="0"/>
              <a:pPr eaLnBrk="1" hangingPunct="1"/>
              <a:t>98</a:t>
            </a:fld>
            <a:endParaRPr lang="zh-CN" altLang="en-US" sz="1400" smtClean="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539750" y="260350"/>
            <a:ext cx="8183563" cy="1052513"/>
          </a:xfrm>
        </p:spPr>
        <p:txBody>
          <a:bodyPr/>
          <a:lstStyle/>
          <a:p>
            <a:r>
              <a:rPr lang="zh-CN" altLang="en-US" smtClean="0"/>
              <a:t>解释与编译</a:t>
            </a:r>
            <a:r>
              <a:rPr lang="zh-CN" altLang="en-US" sz="2400" smtClean="0"/>
              <a:t>（脚本语言是解释性语言</a:t>
            </a:r>
          </a:p>
        </p:txBody>
      </p:sp>
      <p:sp>
        <p:nvSpPr>
          <p:cNvPr id="103427" name="内容占位符 2"/>
          <p:cNvSpPr>
            <a:spLocks noGrp="1"/>
          </p:cNvSpPr>
          <p:nvPr>
            <p:ph idx="1"/>
          </p:nvPr>
        </p:nvSpPr>
        <p:spPr>
          <a:xfrm>
            <a:off x="468313" y="1412875"/>
            <a:ext cx="8207375" cy="5111750"/>
          </a:xfrm>
        </p:spPr>
        <p:txBody>
          <a:bodyPr/>
          <a:lstStyle/>
          <a:p>
            <a:r>
              <a:rPr lang="zh-CN" altLang="en-US" sz="2400" smtClean="0"/>
              <a:t> 计算机不能直接理解高级语言，只能直接理解机器语言，因此必须将高级语言翻译成机器语言，翻译的过程分为两种，一种是解释，一种是编译。两种方式的区别在于翻译的时间，编译是在程序运行之前，需要一个专门的过程，将程序编译成为机器语言的文件，比如</a:t>
            </a:r>
            <a:r>
              <a:rPr lang="en-US" altLang="zh-CN" sz="2400" smtClean="0"/>
              <a:t>EXE</a:t>
            </a:r>
            <a:r>
              <a:rPr lang="zh-CN" altLang="en-US" sz="2400" smtClean="0"/>
              <a:t>文件，以后要运行的话就不用再重新编译了，直接使用之前的编译结果就行了，因为只翻译一次，运行时不需要再翻译，所以编译型语言的程序执行效率高。</a:t>
            </a:r>
          </a:p>
          <a:p>
            <a:r>
              <a:rPr lang="zh-CN" altLang="en-US" sz="2400" smtClean="0"/>
              <a:t>      解释性语言则不同，解释性语言不需要编译，其程序在运行时才翻译，每个语句都是执行时才翻译。这样解释性语言每执行一次就要翻译一次，其执行效率则相对较低。</a:t>
            </a:r>
            <a:endParaRPr lang="en-US" altLang="zh-CN" sz="2400" smtClean="0"/>
          </a:p>
          <a:p>
            <a:r>
              <a:rPr lang="en-US" altLang="zh-CN" sz="2400" smtClean="0"/>
              <a:t>C</a:t>
            </a:r>
            <a:r>
              <a:rPr lang="zh-CN" altLang="en-US" sz="2400" smtClean="0"/>
              <a:t>是编译型语言。</a:t>
            </a:r>
            <a:r>
              <a:rPr lang="zh-CN" altLang="en-US" sz="2400" smtClean="0">
                <a:solidFill>
                  <a:srgbClr val="FF0000"/>
                </a:solidFill>
              </a:rPr>
              <a:t>脚本语言是解释性语言。</a:t>
            </a:r>
            <a:r>
              <a:rPr lang="zh-CN" altLang="en-US" sz="2400" smtClean="0"/>
              <a:t>一个脚本通常是解释执行而非编译。</a:t>
            </a:r>
            <a:endParaRPr lang="zh-CN" altLang="en-US" sz="2400" smtClean="0">
              <a:solidFill>
                <a:srgbClr val="FF0000"/>
              </a:solidFill>
            </a:endParaRPr>
          </a:p>
        </p:txBody>
      </p:sp>
      <p:sp>
        <p:nvSpPr>
          <p:cNvPr id="103428" name="日期占位符 3"/>
          <p:cNvSpPr>
            <a:spLocks noGrp="1"/>
          </p:cNvSpPr>
          <p:nvPr>
            <p:ph type="dt" sz="quarter" idx="10"/>
          </p:nvPr>
        </p:nvSpPr>
        <p:spPr>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4B542B7D-5000-428B-8524-E84987E395B0}" type="datetime10">
              <a:rPr lang="zh-CN" altLang="en-US" sz="1400" smtClean="0"/>
              <a:pPr eaLnBrk="1" hangingPunct="1"/>
              <a:t>18:54</a:t>
            </a:fld>
            <a:endParaRPr lang="zh-CN" altLang="en-US" sz="1400" smtClean="0"/>
          </a:p>
        </p:txBody>
      </p:sp>
      <p:sp>
        <p:nvSpPr>
          <p:cNvPr id="103429" name="灯片编号占位符 4"/>
          <p:cNvSpPr>
            <a:spLocks noGrp="1"/>
          </p:cNvSpPr>
          <p:nvPr>
            <p:ph type="sldNum" sz="quarter" idx="11"/>
          </p:nvPr>
        </p:nvSpPr>
        <p:spPr>
          <a:xfrm>
            <a:off x="8027988" y="6135688"/>
            <a:ext cx="801687" cy="365125"/>
          </a:xfrm>
          <a:noFill/>
        </p:spPr>
        <p:txBody>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fld id="{AB0C890C-475D-4748-B002-0DA6EF408B80}" type="slidenum">
              <a:rPr lang="zh-CN" altLang="en-US" sz="1400" smtClean="0"/>
              <a:pPr eaLnBrk="1" hangingPunct="1"/>
              <a:t>99</a:t>
            </a:fld>
            <a:endParaRPr lang="zh-CN" altLang="en-US" sz="1400" smtClean="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algn="ctr" eaLnBrk="1" hangingPunct="1"/>
            <a:r>
              <a:rPr lang="en-US" altLang="zh-CN" smtClean="0"/>
              <a:t>3.  </a:t>
            </a:r>
            <a:r>
              <a:rPr lang="zh-CN" altLang="en-US" smtClean="0"/>
              <a:t>活动万维网文档</a:t>
            </a:r>
          </a:p>
        </p:txBody>
      </p:sp>
      <p:sp>
        <p:nvSpPr>
          <p:cNvPr id="702467"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solidFill>
                  <a:schemeClr val="hlink"/>
                </a:solidFill>
              </a:rPr>
              <a:t>活动文档</a:t>
            </a:r>
            <a:r>
              <a:rPr lang="en-US" altLang="zh-CN" sz="2800" smtClean="0"/>
              <a:t>(active document)</a:t>
            </a:r>
            <a:r>
              <a:rPr lang="zh-CN" altLang="en-US" sz="2800" smtClean="0"/>
              <a:t>技术把所有的工作都转移给浏览器端。</a:t>
            </a:r>
          </a:p>
          <a:p>
            <a:pPr eaLnBrk="1" hangingPunct="1"/>
            <a:r>
              <a:rPr lang="zh-CN" altLang="en-US" sz="2800" smtClean="0"/>
              <a:t>每当浏览器请求一个活动文档时，服务器就返回一段程序副本在浏览器端运行。</a:t>
            </a:r>
          </a:p>
          <a:p>
            <a:pPr eaLnBrk="1" hangingPunct="1"/>
            <a:r>
              <a:rPr lang="zh-CN" altLang="en-US" sz="2800" smtClean="0"/>
              <a:t>活动文档程序可与用户直接交互，并可连续地改变屏幕的显示。</a:t>
            </a:r>
          </a:p>
          <a:p>
            <a:pPr eaLnBrk="1" hangingPunct="1"/>
            <a:r>
              <a:rPr lang="zh-CN" altLang="en-US" sz="2800" smtClean="0"/>
              <a:t>由于活动文档技术不需要服务器的连续更新传送，对网络带宽的要求也不会太高。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2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2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24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586" name="Group 74"/>
          <p:cNvGrpSpPr>
            <a:grpSpLocks/>
          </p:cNvGrpSpPr>
          <p:nvPr/>
        </p:nvGrpSpPr>
        <p:grpSpPr bwMode="auto">
          <a:xfrm>
            <a:off x="2093913" y="4292600"/>
            <a:ext cx="5505450" cy="1706563"/>
            <a:chOff x="1319" y="2704"/>
            <a:chExt cx="3468" cy="1075"/>
          </a:xfrm>
        </p:grpSpPr>
        <p:sp>
          <p:nvSpPr>
            <p:cNvPr id="105512" name="Line 27"/>
            <p:cNvSpPr>
              <a:spLocks noChangeShapeType="1"/>
            </p:cNvSpPr>
            <p:nvPr/>
          </p:nvSpPr>
          <p:spPr bwMode="auto">
            <a:xfrm flipH="1" flipV="1">
              <a:off x="1319" y="3253"/>
              <a:ext cx="2934" cy="9"/>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13" name="Text Box 29"/>
            <p:cNvSpPr txBox="1">
              <a:spLocks noChangeArrowheads="1"/>
            </p:cNvSpPr>
            <p:nvPr/>
          </p:nvSpPr>
          <p:spPr bwMode="auto">
            <a:xfrm>
              <a:off x="3787" y="2881"/>
              <a:ext cx="10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响应程序</a:t>
              </a:r>
            </a:p>
          </p:txBody>
        </p:sp>
        <p:grpSp>
          <p:nvGrpSpPr>
            <p:cNvPr id="105514" name="Group 56"/>
            <p:cNvGrpSpPr>
              <a:grpSpLocks/>
            </p:cNvGrpSpPr>
            <p:nvPr/>
          </p:nvGrpSpPr>
          <p:grpSpPr bwMode="auto">
            <a:xfrm flipH="1">
              <a:off x="1934" y="3121"/>
              <a:ext cx="1445" cy="270"/>
              <a:chOff x="1152" y="1824"/>
              <a:chExt cx="1296" cy="240"/>
            </a:xfrm>
          </p:grpSpPr>
          <p:sp>
            <p:nvSpPr>
              <p:cNvPr id="105521" name="AutoShape 57"/>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22" name="Rectangle 58"/>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响应报文</a:t>
                </a:r>
              </a:p>
            </p:txBody>
          </p:sp>
        </p:grpSp>
        <p:grpSp>
          <p:nvGrpSpPr>
            <p:cNvPr id="105515" name="Group 63"/>
            <p:cNvGrpSpPr>
              <a:grpSpLocks/>
            </p:cNvGrpSpPr>
            <p:nvPr/>
          </p:nvGrpSpPr>
          <p:grpSpPr bwMode="auto">
            <a:xfrm>
              <a:off x="3243" y="2704"/>
              <a:ext cx="709" cy="1075"/>
              <a:chOff x="975" y="3203"/>
              <a:chExt cx="709" cy="1075"/>
            </a:xfrm>
          </p:grpSpPr>
          <p:sp>
            <p:nvSpPr>
              <p:cNvPr id="105516" name="Rectangle 64"/>
              <p:cNvSpPr>
                <a:spLocks noChangeArrowheads="1"/>
              </p:cNvSpPr>
              <p:nvPr/>
            </p:nvSpPr>
            <p:spPr bwMode="auto">
              <a:xfrm>
                <a:off x="1123" y="3806"/>
                <a:ext cx="401" cy="9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17" name="Text Box 65"/>
              <p:cNvSpPr txBox="1">
                <a:spLocks noChangeArrowheads="1"/>
              </p:cNvSpPr>
              <p:nvPr/>
            </p:nvSpPr>
            <p:spPr bwMode="auto">
              <a:xfrm>
                <a:off x="975" y="3203"/>
                <a:ext cx="709" cy="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grpSp>
            <p:nvGrpSpPr>
              <p:cNvPr id="105518" name="Group 66"/>
              <p:cNvGrpSpPr>
                <a:grpSpLocks/>
              </p:cNvGrpSpPr>
              <p:nvPr/>
            </p:nvGrpSpPr>
            <p:grpSpPr bwMode="auto">
              <a:xfrm>
                <a:off x="1111" y="3612"/>
                <a:ext cx="436" cy="250"/>
                <a:chOff x="2154" y="3884"/>
                <a:chExt cx="436" cy="250"/>
              </a:xfrm>
            </p:grpSpPr>
            <p:sp>
              <p:nvSpPr>
                <p:cNvPr id="105519" name="Rectangle 67"/>
                <p:cNvSpPr>
                  <a:spLocks noChangeArrowheads="1"/>
                </p:cNvSpPr>
                <p:nvPr/>
              </p:nvSpPr>
              <p:spPr bwMode="auto">
                <a:xfrm>
                  <a:off x="2175" y="3927"/>
                  <a:ext cx="375" cy="1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20" name="Text Box 68"/>
                <p:cNvSpPr txBox="1">
                  <a:spLocks noChangeArrowheads="1"/>
                </p:cNvSpPr>
                <p:nvPr/>
              </p:nvSpPr>
              <p:spPr bwMode="auto">
                <a:xfrm>
                  <a:off x="2154" y="3884"/>
                  <a:ext cx="43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程序</a:t>
                  </a:r>
                </a:p>
              </p:txBody>
            </p:sp>
          </p:grpSp>
        </p:grpSp>
      </p:grpSp>
      <p:sp>
        <p:nvSpPr>
          <p:cNvPr id="105475" name="Rectangle 2"/>
          <p:cNvSpPr>
            <a:spLocks noGrp="1" noChangeArrowheads="1"/>
          </p:cNvSpPr>
          <p:nvPr>
            <p:ph type="title"/>
          </p:nvPr>
        </p:nvSpPr>
        <p:spPr>
          <a:xfrm>
            <a:off x="1150938" y="549275"/>
            <a:ext cx="7793037" cy="768350"/>
          </a:xfrm>
        </p:spPr>
        <p:txBody>
          <a:bodyPr/>
          <a:lstStyle/>
          <a:p>
            <a:pPr algn="ctr" eaLnBrk="1" hangingPunct="1"/>
            <a:r>
              <a:rPr lang="zh-CN" altLang="en-US" sz="4000" smtClean="0"/>
              <a:t>活动文档在客户端创建 </a:t>
            </a:r>
          </a:p>
        </p:txBody>
      </p:sp>
      <p:pic>
        <p:nvPicPr>
          <p:cNvPr id="105476"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338" y="2092325"/>
            <a:ext cx="1455737" cy="215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77" name="AutoShape 5"/>
          <p:cNvSpPr>
            <a:spLocks noChangeArrowheads="1"/>
          </p:cNvSpPr>
          <p:nvPr/>
        </p:nvSpPr>
        <p:spPr bwMode="auto">
          <a:xfrm>
            <a:off x="7869238" y="3292475"/>
            <a:ext cx="693737" cy="385763"/>
          </a:xfrm>
          <a:prstGeom prst="can">
            <a:avLst>
              <a:gd name="adj" fmla="val 39583"/>
            </a:avLst>
          </a:prstGeom>
          <a:gradFill rotWithShape="1">
            <a:gsLst>
              <a:gs pos="0">
                <a:srgbClr val="666666"/>
              </a:gs>
              <a:gs pos="50000">
                <a:srgbClr val="DDDDDD"/>
              </a:gs>
              <a:gs pos="100000">
                <a:srgbClr val="6666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78" name="Rectangle 6"/>
          <p:cNvSpPr>
            <a:spLocks noChangeArrowheads="1"/>
          </p:cNvSpPr>
          <p:nvPr/>
        </p:nvSpPr>
        <p:spPr bwMode="auto">
          <a:xfrm>
            <a:off x="6181725" y="1778000"/>
            <a:ext cx="17065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000">
                <a:solidFill>
                  <a:srgbClr val="333399"/>
                </a:solidFill>
                <a:latin typeface="Arial" pitchFamily="34" charset="0"/>
                <a:ea typeface="黑体" pitchFamily="49" charset="-122"/>
              </a:rPr>
              <a:t>万维网服务器</a:t>
            </a:r>
          </a:p>
        </p:txBody>
      </p:sp>
      <p:sp>
        <p:nvSpPr>
          <p:cNvPr id="105479" name="Oval 7"/>
          <p:cNvSpPr>
            <a:spLocks noChangeArrowheads="1"/>
          </p:cNvSpPr>
          <p:nvPr/>
        </p:nvSpPr>
        <p:spPr bwMode="auto">
          <a:xfrm>
            <a:off x="6346825" y="3121025"/>
            <a:ext cx="419100" cy="188913"/>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0" name="Rectangle 8"/>
          <p:cNvSpPr>
            <a:spLocks noChangeArrowheads="1"/>
          </p:cNvSpPr>
          <p:nvPr/>
        </p:nvSpPr>
        <p:spPr bwMode="auto">
          <a:xfrm>
            <a:off x="3017838" y="2419350"/>
            <a:ext cx="9429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90000"/>
              </a:lnSpc>
            </a:pPr>
            <a:r>
              <a:rPr kumimoji="1" lang="zh-CN" altLang="en-US" sz="2000">
                <a:solidFill>
                  <a:srgbClr val="333399"/>
                </a:solidFill>
                <a:latin typeface="Arial" pitchFamily="34" charset="0"/>
                <a:ea typeface="黑体" pitchFamily="49" charset="-122"/>
              </a:rPr>
              <a:t>浏览器</a:t>
            </a:r>
          </a:p>
          <a:p>
            <a:pPr eaLnBrk="0" hangingPunct="0">
              <a:lnSpc>
                <a:spcPct val="90000"/>
              </a:lnSpc>
            </a:pPr>
            <a:r>
              <a:rPr kumimoji="1" lang="zh-CN" altLang="en-US" sz="2000">
                <a:solidFill>
                  <a:srgbClr val="333399"/>
                </a:solidFill>
                <a:latin typeface="Arial" pitchFamily="34" charset="0"/>
                <a:ea typeface="黑体" pitchFamily="49" charset="-122"/>
              </a:rPr>
              <a:t> 程序</a:t>
            </a:r>
          </a:p>
        </p:txBody>
      </p:sp>
      <p:sp>
        <p:nvSpPr>
          <p:cNvPr id="105481" name="Rectangle 9"/>
          <p:cNvSpPr>
            <a:spLocks noChangeArrowheads="1"/>
          </p:cNvSpPr>
          <p:nvPr/>
        </p:nvSpPr>
        <p:spPr bwMode="auto">
          <a:xfrm>
            <a:off x="1476375" y="2049463"/>
            <a:ext cx="1450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zh-CN" altLang="en-US" sz="2000">
                <a:solidFill>
                  <a:srgbClr val="333399"/>
                </a:solidFill>
                <a:latin typeface="Arial" pitchFamily="34" charset="0"/>
                <a:ea typeface="黑体" pitchFamily="49" charset="-122"/>
              </a:rPr>
              <a:t>万维网客户</a:t>
            </a:r>
          </a:p>
        </p:txBody>
      </p:sp>
      <p:sp>
        <p:nvSpPr>
          <p:cNvPr id="105482" name="Line 10"/>
          <p:cNvSpPr>
            <a:spLocks noChangeShapeType="1"/>
          </p:cNvSpPr>
          <p:nvPr/>
        </p:nvSpPr>
        <p:spPr bwMode="auto">
          <a:xfrm>
            <a:off x="5707063" y="2925763"/>
            <a:ext cx="769937" cy="287337"/>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3" name="Rectangle 11"/>
          <p:cNvSpPr>
            <a:spLocks noChangeArrowheads="1"/>
          </p:cNvSpPr>
          <p:nvPr/>
        </p:nvSpPr>
        <p:spPr bwMode="auto">
          <a:xfrm>
            <a:off x="4937125" y="2605088"/>
            <a:ext cx="9429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90000"/>
              </a:lnSpc>
            </a:pPr>
            <a:r>
              <a:rPr kumimoji="1" lang="zh-CN" altLang="en-US" sz="2000">
                <a:solidFill>
                  <a:srgbClr val="333399"/>
                </a:solidFill>
                <a:latin typeface="Arial" pitchFamily="34" charset="0"/>
                <a:ea typeface="黑体" pitchFamily="49" charset="-122"/>
              </a:rPr>
              <a:t>服务器</a:t>
            </a:r>
          </a:p>
          <a:p>
            <a:pPr eaLnBrk="0" hangingPunct="0">
              <a:lnSpc>
                <a:spcPct val="90000"/>
              </a:lnSpc>
            </a:pPr>
            <a:r>
              <a:rPr kumimoji="1" lang="zh-CN" altLang="en-US" sz="2000">
                <a:solidFill>
                  <a:srgbClr val="333399"/>
                </a:solidFill>
                <a:latin typeface="Arial" pitchFamily="34" charset="0"/>
                <a:ea typeface="黑体" pitchFamily="49" charset="-122"/>
              </a:rPr>
              <a:t> 程序</a:t>
            </a:r>
          </a:p>
        </p:txBody>
      </p:sp>
      <p:sp>
        <p:nvSpPr>
          <p:cNvPr id="105484" name="Rectangle 12"/>
          <p:cNvSpPr>
            <a:spLocks noChangeArrowheads="1"/>
          </p:cNvSpPr>
          <p:nvPr/>
        </p:nvSpPr>
        <p:spPr bwMode="auto">
          <a:xfrm>
            <a:off x="4054475" y="2854325"/>
            <a:ext cx="8461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1" lang="en-US" altLang="zh-CN" sz="2000">
                <a:solidFill>
                  <a:srgbClr val="333399"/>
                </a:solidFill>
                <a:latin typeface="Arial" pitchFamily="34" charset="0"/>
                <a:ea typeface="黑体" pitchFamily="49" charset="-122"/>
              </a:rPr>
              <a:t>HTTP</a:t>
            </a:r>
          </a:p>
        </p:txBody>
      </p:sp>
      <p:sp>
        <p:nvSpPr>
          <p:cNvPr id="105485" name="Line 13"/>
          <p:cNvSpPr>
            <a:spLocks noChangeShapeType="1"/>
          </p:cNvSpPr>
          <p:nvPr/>
        </p:nvSpPr>
        <p:spPr bwMode="auto">
          <a:xfrm>
            <a:off x="6680200" y="3292475"/>
            <a:ext cx="1274763" cy="25717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5486" name="Picture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0050" y="2435225"/>
            <a:ext cx="1019175"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87" name="Oval 16"/>
          <p:cNvSpPr>
            <a:spLocks noChangeArrowheads="1"/>
          </p:cNvSpPr>
          <p:nvPr/>
        </p:nvSpPr>
        <p:spPr bwMode="auto">
          <a:xfrm>
            <a:off x="2106613" y="3132138"/>
            <a:ext cx="423862" cy="177800"/>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8" name="Line 17"/>
          <p:cNvSpPr>
            <a:spLocks noChangeShapeType="1"/>
          </p:cNvSpPr>
          <p:nvPr/>
        </p:nvSpPr>
        <p:spPr bwMode="auto">
          <a:xfrm flipH="1">
            <a:off x="2349500" y="2854325"/>
            <a:ext cx="850900" cy="3524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9" name="Freeform 18" descr="横虚线"/>
          <p:cNvSpPr>
            <a:spLocks/>
          </p:cNvSpPr>
          <p:nvPr/>
        </p:nvSpPr>
        <p:spPr bwMode="auto">
          <a:xfrm>
            <a:off x="1895475" y="2605088"/>
            <a:ext cx="538163" cy="330200"/>
          </a:xfrm>
          <a:custGeom>
            <a:avLst/>
            <a:gdLst>
              <a:gd name="T0" fmla="*/ 22967820 w 463"/>
              <a:gd name="T1" fmla="*/ 0 h 322"/>
              <a:gd name="T2" fmla="*/ 624177255 w 463"/>
              <a:gd name="T3" fmla="*/ 0 h 322"/>
              <a:gd name="T4" fmla="*/ 598506996 w 463"/>
              <a:gd name="T5" fmla="*/ 337557717 h 322"/>
              <a:gd name="T6" fmla="*/ 0 w 463"/>
              <a:gd name="T7" fmla="*/ 319680771 h 322"/>
              <a:gd name="T8" fmla="*/ 22967820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pattFill prst="dashHorz">
            <a:fgClr>
              <a:schemeClr val="bg2"/>
            </a:fgClr>
            <a:bgClr>
              <a:schemeClr val="bg1"/>
            </a:bgClr>
          </a:patt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4585" name="Group 73"/>
          <p:cNvGrpSpPr>
            <a:grpSpLocks/>
          </p:cNvGrpSpPr>
          <p:nvPr/>
        </p:nvGrpSpPr>
        <p:grpSpPr bwMode="auto">
          <a:xfrm>
            <a:off x="2051050" y="3846513"/>
            <a:ext cx="4714875" cy="1589087"/>
            <a:chOff x="1292" y="2423"/>
            <a:chExt cx="2970" cy="1001"/>
          </a:xfrm>
        </p:grpSpPr>
        <p:sp>
          <p:nvSpPr>
            <p:cNvPr id="105505" name="Line 19"/>
            <p:cNvSpPr>
              <a:spLocks noChangeShapeType="1"/>
            </p:cNvSpPr>
            <p:nvPr/>
          </p:nvSpPr>
          <p:spPr bwMode="auto">
            <a:xfrm flipV="1">
              <a:off x="1328" y="2749"/>
              <a:ext cx="2934" cy="9"/>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5506" name="Group 20"/>
            <p:cNvGrpSpPr>
              <a:grpSpLocks/>
            </p:cNvGrpSpPr>
            <p:nvPr/>
          </p:nvGrpSpPr>
          <p:grpSpPr bwMode="auto">
            <a:xfrm>
              <a:off x="2298" y="2614"/>
              <a:ext cx="1444" cy="270"/>
              <a:chOff x="1152" y="1824"/>
              <a:chExt cx="1296" cy="240"/>
            </a:xfrm>
          </p:grpSpPr>
          <p:sp>
            <p:nvSpPr>
              <p:cNvPr id="105510" name="AutoShape 21"/>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11" name="Rectangle 22"/>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HTTP </a:t>
                </a:r>
                <a:r>
                  <a:rPr kumimoji="1" lang="zh-CN" altLang="en-US" sz="2000">
                    <a:solidFill>
                      <a:srgbClr val="333399"/>
                    </a:solidFill>
                    <a:latin typeface="Arial" pitchFamily="34" charset="0"/>
                    <a:ea typeface="黑体" pitchFamily="49" charset="-122"/>
                  </a:rPr>
                  <a:t>请求报文</a:t>
                </a:r>
              </a:p>
            </p:txBody>
          </p:sp>
        </p:grpSp>
        <p:sp>
          <p:nvSpPr>
            <p:cNvPr id="105507" name="Line 23"/>
            <p:cNvSpPr>
              <a:spLocks noChangeShapeType="1"/>
            </p:cNvSpPr>
            <p:nvPr/>
          </p:nvSpPr>
          <p:spPr bwMode="auto">
            <a:xfrm>
              <a:off x="1319" y="2506"/>
              <a:ext cx="0" cy="81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08" name="Line 24"/>
            <p:cNvSpPr>
              <a:spLocks noChangeShapeType="1"/>
            </p:cNvSpPr>
            <p:nvPr/>
          </p:nvSpPr>
          <p:spPr bwMode="auto">
            <a:xfrm>
              <a:off x="4262" y="2560"/>
              <a:ext cx="0" cy="864"/>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09" name="Text Box 25"/>
            <p:cNvSpPr txBox="1">
              <a:spLocks noChangeArrowheads="1"/>
            </p:cNvSpPr>
            <p:nvPr/>
          </p:nvSpPr>
          <p:spPr bwMode="auto">
            <a:xfrm>
              <a:off x="1292" y="2423"/>
              <a:ext cx="10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请求文档</a:t>
              </a:r>
            </a:p>
          </p:txBody>
        </p:sp>
      </p:grpSp>
      <p:sp>
        <p:nvSpPr>
          <p:cNvPr id="105491" name="Text Box 26"/>
          <p:cNvSpPr txBox="1">
            <a:spLocks noChangeArrowheads="1"/>
          </p:cNvSpPr>
          <p:nvPr/>
        </p:nvSpPr>
        <p:spPr bwMode="auto">
          <a:xfrm>
            <a:off x="7164388" y="3717925"/>
            <a:ext cx="2016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程序事先被编译成二进制代码，存放为文件</a:t>
            </a:r>
          </a:p>
        </p:txBody>
      </p:sp>
      <p:sp>
        <p:nvSpPr>
          <p:cNvPr id="105492" name="Text Box 28"/>
          <p:cNvSpPr txBox="1">
            <a:spLocks noChangeArrowheads="1"/>
          </p:cNvSpPr>
          <p:nvPr/>
        </p:nvSpPr>
        <p:spPr bwMode="auto">
          <a:xfrm>
            <a:off x="7672388" y="1700213"/>
            <a:ext cx="1123950" cy="170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grpSp>
        <p:nvGrpSpPr>
          <p:cNvPr id="105493" name="Group 72"/>
          <p:cNvGrpSpPr>
            <a:grpSpLocks/>
          </p:cNvGrpSpPr>
          <p:nvPr/>
        </p:nvGrpSpPr>
        <p:grpSpPr bwMode="auto">
          <a:xfrm>
            <a:off x="7885113" y="2600325"/>
            <a:ext cx="692150" cy="396875"/>
            <a:chOff x="5029" y="853"/>
            <a:chExt cx="436" cy="250"/>
          </a:xfrm>
        </p:grpSpPr>
        <p:sp>
          <p:nvSpPr>
            <p:cNvPr id="105503" name="Rectangle 38"/>
            <p:cNvSpPr>
              <a:spLocks noChangeArrowheads="1"/>
            </p:cNvSpPr>
            <p:nvPr/>
          </p:nvSpPr>
          <p:spPr bwMode="auto">
            <a:xfrm>
              <a:off x="5074" y="903"/>
              <a:ext cx="350" cy="1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4" name="Text Box 39"/>
            <p:cNvSpPr txBox="1">
              <a:spLocks noChangeArrowheads="1"/>
            </p:cNvSpPr>
            <p:nvPr/>
          </p:nvSpPr>
          <p:spPr bwMode="auto">
            <a:xfrm>
              <a:off x="5029" y="853"/>
              <a:ext cx="43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程序</a:t>
              </a:r>
            </a:p>
          </p:txBody>
        </p:sp>
      </p:grpSp>
      <p:grpSp>
        <p:nvGrpSpPr>
          <p:cNvPr id="704583" name="Group 71"/>
          <p:cNvGrpSpPr>
            <a:grpSpLocks/>
          </p:cNvGrpSpPr>
          <p:nvPr/>
        </p:nvGrpSpPr>
        <p:grpSpPr bwMode="auto">
          <a:xfrm>
            <a:off x="34925" y="4868863"/>
            <a:ext cx="2638425" cy="1706562"/>
            <a:chOff x="22" y="3203"/>
            <a:chExt cx="1662" cy="1075"/>
          </a:xfrm>
        </p:grpSpPr>
        <p:sp>
          <p:nvSpPr>
            <p:cNvPr id="105496" name="Text Box 30"/>
            <p:cNvSpPr txBox="1">
              <a:spLocks noChangeArrowheads="1"/>
            </p:cNvSpPr>
            <p:nvPr/>
          </p:nvSpPr>
          <p:spPr bwMode="auto">
            <a:xfrm>
              <a:off x="22" y="3386"/>
              <a:ext cx="1134" cy="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en-US" altLang="zh-CN" sz="2800">
                  <a:solidFill>
                    <a:srgbClr val="333399"/>
                  </a:solidFill>
                  <a:latin typeface="Arial" pitchFamily="34" charset="0"/>
                  <a:ea typeface="黑体" pitchFamily="49" charset="-122"/>
                  <a:sym typeface="Wingdings" pitchFamily="2" charset="2"/>
                </a:rPr>
                <a:t></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此程序在</a:t>
              </a:r>
            </a:p>
            <a:p>
              <a:pPr algn="ctr" eaLnBrk="1" hangingPunct="1"/>
              <a:r>
                <a:rPr kumimoji="1" lang="zh-CN" altLang="en-US" sz="2000">
                  <a:solidFill>
                    <a:srgbClr val="333399"/>
                  </a:solidFill>
                  <a:latin typeface="Arial" pitchFamily="34" charset="0"/>
                  <a:ea typeface="黑体" pitchFamily="49" charset="-122"/>
                </a:rPr>
                <a:t>客户端创建</a:t>
              </a:r>
            </a:p>
            <a:p>
              <a:pPr algn="ctr" eaLnBrk="1" hangingPunct="1"/>
              <a:r>
                <a:rPr kumimoji="1" lang="zh-CN" altLang="en-US" sz="2000">
                  <a:solidFill>
                    <a:srgbClr val="333399"/>
                  </a:solidFill>
                  <a:latin typeface="Arial" pitchFamily="34" charset="0"/>
                  <a:ea typeface="黑体" pitchFamily="49" charset="-122"/>
                </a:rPr>
                <a:t>出活动文档</a:t>
              </a:r>
            </a:p>
          </p:txBody>
        </p:sp>
        <p:grpSp>
          <p:nvGrpSpPr>
            <p:cNvPr id="105497" name="Group 62"/>
            <p:cNvGrpSpPr>
              <a:grpSpLocks/>
            </p:cNvGrpSpPr>
            <p:nvPr/>
          </p:nvGrpSpPr>
          <p:grpSpPr bwMode="auto">
            <a:xfrm>
              <a:off x="975" y="3203"/>
              <a:ext cx="709" cy="1075"/>
              <a:chOff x="975" y="3203"/>
              <a:chExt cx="709" cy="1075"/>
            </a:xfrm>
          </p:grpSpPr>
          <p:sp>
            <p:nvSpPr>
              <p:cNvPr id="105498" name="Rectangle 41"/>
              <p:cNvSpPr>
                <a:spLocks noChangeArrowheads="1"/>
              </p:cNvSpPr>
              <p:nvPr/>
            </p:nvSpPr>
            <p:spPr bwMode="auto">
              <a:xfrm>
                <a:off x="1123" y="3806"/>
                <a:ext cx="401" cy="9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9" name="Text Box 42"/>
              <p:cNvSpPr txBox="1">
                <a:spLocks noChangeArrowheads="1"/>
              </p:cNvSpPr>
              <p:nvPr/>
            </p:nvSpPr>
            <p:spPr bwMode="auto">
              <a:xfrm>
                <a:off x="975" y="3203"/>
                <a:ext cx="709" cy="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0600">
                    <a:solidFill>
                      <a:srgbClr val="333399"/>
                    </a:solidFill>
                    <a:latin typeface="Arial" pitchFamily="34" charset="0"/>
                    <a:ea typeface="黑体" pitchFamily="49" charset="-122"/>
                    <a:sym typeface="Wingdings" pitchFamily="2" charset="2"/>
                  </a:rPr>
                  <a:t></a:t>
                </a:r>
                <a:endParaRPr kumimoji="1" lang="en-US" altLang="zh-CN" sz="10600">
                  <a:solidFill>
                    <a:srgbClr val="333399"/>
                  </a:solidFill>
                  <a:latin typeface="Arial" pitchFamily="34" charset="0"/>
                  <a:ea typeface="黑体" pitchFamily="49" charset="-122"/>
                </a:endParaRPr>
              </a:p>
            </p:txBody>
          </p:sp>
          <p:grpSp>
            <p:nvGrpSpPr>
              <p:cNvPr id="105500" name="Group 60"/>
              <p:cNvGrpSpPr>
                <a:grpSpLocks/>
              </p:cNvGrpSpPr>
              <p:nvPr/>
            </p:nvGrpSpPr>
            <p:grpSpPr bwMode="auto">
              <a:xfrm>
                <a:off x="1111" y="3612"/>
                <a:ext cx="436" cy="250"/>
                <a:chOff x="2154" y="3884"/>
                <a:chExt cx="436" cy="250"/>
              </a:xfrm>
            </p:grpSpPr>
            <p:sp>
              <p:nvSpPr>
                <p:cNvPr id="105501" name="Rectangle 44"/>
                <p:cNvSpPr>
                  <a:spLocks noChangeArrowheads="1"/>
                </p:cNvSpPr>
                <p:nvPr/>
              </p:nvSpPr>
              <p:spPr bwMode="auto">
                <a:xfrm>
                  <a:off x="2175" y="3927"/>
                  <a:ext cx="375" cy="1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2" name="Text Box 45"/>
                <p:cNvSpPr txBox="1">
                  <a:spLocks noChangeArrowheads="1"/>
                </p:cNvSpPr>
                <p:nvPr/>
              </p:nvSpPr>
              <p:spPr bwMode="auto">
                <a:xfrm>
                  <a:off x="2154" y="3884"/>
                  <a:ext cx="43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文档</a:t>
                  </a:r>
                </a:p>
              </p:txBody>
            </p:sp>
          </p:grpSp>
        </p:grpSp>
      </p:grpSp>
      <p:sp>
        <p:nvSpPr>
          <p:cNvPr id="105495" name="Line 14"/>
          <p:cNvSpPr>
            <a:spLocks noChangeShapeType="1"/>
          </p:cNvSpPr>
          <p:nvPr/>
        </p:nvSpPr>
        <p:spPr bwMode="auto">
          <a:xfrm>
            <a:off x="2433638" y="3206750"/>
            <a:ext cx="3992562" cy="0"/>
          </a:xfrm>
          <a:prstGeom prst="line">
            <a:avLst/>
          </a:prstGeom>
          <a:noFill/>
          <a:ln w="28575">
            <a:solidFill>
              <a:schemeClr val="hlink"/>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4585"/>
                                        </p:tgtEl>
                                        <p:attrNameLst>
                                          <p:attrName>style.visibility</p:attrName>
                                        </p:attrNameLst>
                                      </p:cBhvr>
                                      <p:to>
                                        <p:strVal val="visible"/>
                                      </p:to>
                                    </p:set>
                                    <p:animEffect transition="in" filter="wipe(left)">
                                      <p:cBhvr>
                                        <p:cTn id="7" dur="1000"/>
                                        <p:tgtEl>
                                          <p:spTgt spid="704585"/>
                                        </p:tgtEl>
                                      </p:cBhvr>
                                    </p:animEffect>
                                  </p:childTnLst>
                                </p:cTn>
                              </p:par>
                            </p:childTnLst>
                          </p:cTn>
                        </p:par>
                        <p:par>
                          <p:cTn id="8" fill="hold" nodeType="afterGroup">
                            <p:stCondLst>
                              <p:cond delay="1000"/>
                            </p:stCondLst>
                            <p:childTnLst>
                              <p:par>
                                <p:cTn id="9" presetID="22" presetClass="entr" presetSubtype="2" fill="hold" nodeType="afterEffect">
                                  <p:stCondLst>
                                    <p:cond delay="500"/>
                                  </p:stCondLst>
                                  <p:childTnLst>
                                    <p:set>
                                      <p:cBhvr>
                                        <p:cTn id="10" dur="1" fill="hold">
                                          <p:stCondLst>
                                            <p:cond delay="0"/>
                                          </p:stCondLst>
                                        </p:cTn>
                                        <p:tgtEl>
                                          <p:spTgt spid="704586"/>
                                        </p:tgtEl>
                                        <p:attrNameLst>
                                          <p:attrName>style.visibility</p:attrName>
                                        </p:attrNameLst>
                                      </p:cBhvr>
                                      <p:to>
                                        <p:strVal val="visible"/>
                                      </p:to>
                                    </p:set>
                                    <p:animEffect transition="in" filter="wipe(right)">
                                      <p:cBhvr>
                                        <p:cTn id="11" dur="1000"/>
                                        <p:tgtEl>
                                          <p:spTgt spid="704586"/>
                                        </p:tgtEl>
                                      </p:cBhvr>
                                    </p:animEffect>
                                  </p:childTnLst>
                                </p:cTn>
                              </p:par>
                            </p:childTnLst>
                          </p:cTn>
                        </p:par>
                        <p:par>
                          <p:cTn id="12" fill="hold" nodeType="afterGroup">
                            <p:stCondLst>
                              <p:cond delay="2500"/>
                            </p:stCondLst>
                            <p:childTnLst>
                              <p:par>
                                <p:cTn id="13" presetID="1" presetClass="entr" presetSubtype="0" fill="hold" nodeType="afterEffect">
                                  <p:stCondLst>
                                    <p:cond delay="500"/>
                                  </p:stCondLst>
                                  <p:childTnLst>
                                    <p:set>
                                      <p:cBhvr>
                                        <p:cTn id="14" dur="1" fill="hold">
                                          <p:stCondLst>
                                            <p:cond delay="0"/>
                                          </p:stCondLst>
                                        </p:cTn>
                                        <p:tgtEl>
                                          <p:spTgt spid="70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93700" y="214313"/>
            <a:ext cx="8642350" cy="1462087"/>
          </a:xfrm>
        </p:spPr>
        <p:txBody>
          <a:bodyPr/>
          <a:lstStyle/>
          <a:p>
            <a:pPr algn="ctr" eaLnBrk="1" hangingPunct="1"/>
            <a:r>
              <a:rPr lang="en-US" altLang="zh-CN" smtClean="0"/>
              <a:t>6.5  </a:t>
            </a:r>
            <a:r>
              <a:rPr lang="zh-CN" altLang="en-US" smtClean="0"/>
              <a:t>电子邮件</a:t>
            </a:r>
            <a:br>
              <a:rPr lang="zh-CN" altLang="en-US" smtClean="0"/>
            </a:br>
            <a:r>
              <a:rPr lang="en-US" altLang="zh-CN" sz="4000" smtClean="0"/>
              <a:t>6.5.1  </a:t>
            </a:r>
            <a:r>
              <a:rPr lang="zh-CN" altLang="en-US" sz="4000" smtClean="0"/>
              <a:t>概述</a:t>
            </a:r>
          </a:p>
        </p:txBody>
      </p:sp>
      <p:sp>
        <p:nvSpPr>
          <p:cNvPr id="1132547" name="Rectangle 3"/>
          <p:cNvSpPr>
            <a:spLocks noGrp="1" noChangeArrowheads="1"/>
          </p:cNvSpPr>
          <p:nvPr>
            <p:ph type="body" idx="1"/>
          </p:nvPr>
        </p:nvSpPr>
        <p:spPr>
          <a:xfrm>
            <a:off x="468313" y="1916113"/>
            <a:ext cx="8351837" cy="4537075"/>
          </a:xfrm>
        </p:spPr>
        <p:txBody>
          <a:bodyPr/>
          <a:lstStyle/>
          <a:p>
            <a:pPr marL="457200" indent="-457200" eaLnBrk="1" hangingPunct="1"/>
            <a:r>
              <a:rPr lang="zh-CN" altLang="en-US" sz="2800" smtClean="0">
                <a:solidFill>
                  <a:schemeClr val="hlink"/>
                </a:solidFill>
              </a:rPr>
              <a:t>电子邮件</a:t>
            </a:r>
            <a:r>
              <a:rPr lang="en-US" altLang="zh-CN" sz="2800" smtClean="0"/>
              <a:t>(e-mail)</a:t>
            </a:r>
            <a:r>
              <a:rPr lang="zh-CN" altLang="en-US" sz="2800" smtClean="0"/>
              <a:t>是因特网上使用得最多的和最受用户欢迎的一种应用。</a:t>
            </a:r>
          </a:p>
          <a:p>
            <a:pPr marL="457200" indent="-457200" eaLnBrk="1" hangingPunct="1"/>
            <a:r>
              <a:rPr lang="zh-CN" altLang="en-US" sz="2800" smtClean="0"/>
              <a:t>电子邮件把邮件发送到收件人使用的邮件服务器，并放在其中的收件人邮箱中，收件人可随时上网到自己使用的邮件服务器进行读取。</a:t>
            </a:r>
          </a:p>
          <a:p>
            <a:pPr marL="457200" indent="-457200" eaLnBrk="1" hangingPunct="1"/>
            <a:r>
              <a:rPr lang="zh-CN" altLang="en-US" sz="2800" smtClean="0"/>
              <a:t>电子邮件不仅使用方便，而且还具有传递迅速和费用低廉的优点。</a:t>
            </a:r>
          </a:p>
          <a:p>
            <a:pPr marL="457200" indent="-457200" eaLnBrk="1" hangingPunct="1"/>
            <a:r>
              <a:rPr lang="zh-CN" altLang="en-US" sz="2800" smtClean="0"/>
              <a:t>现在电子邮件不仅可传送文字信息，而且还可附上声音和图像。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393700" y="214313"/>
            <a:ext cx="8642350" cy="1462087"/>
          </a:xfrm>
        </p:spPr>
        <p:txBody>
          <a:bodyPr/>
          <a:lstStyle/>
          <a:p>
            <a:pPr algn="ctr" eaLnBrk="1" hangingPunct="1"/>
            <a:r>
              <a:rPr lang="zh-CN" altLang="en-US" smtClean="0"/>
              <a:t>电子邮件的一些标准</a:t>
            </a:r>
            <a:endParaRPr lang="zh-CN" altLang="en-US" sz="4000" smtClean="0"/>
          </a:p>
        </p:txBody>
      </p:sp>
      <p:sp>
        <p:nvSpPr>
          <p:cNvPr id="1134595" name="Rectangle 3"/>
          <p:cNvSpPr>
            <a:spLocks noGrp="1" noChangeArrowheads="1"/>
          </p:cNvSpPr>
          <p:nvPr>
            <p:ph type="body" idx="1"/>
          </p:nvPr>
        </p:nvSpPr>
        <p:spPr>
          <a:xfrm>
            <a:off x="684213" y="1916113"/>
            <a:ext cx="7775575" cy="4537075"/>
          </a:xfrm>
        </p:spPr>
        <p:txBody>
          <a:bodyPr/>
          <a:lstStyle/>
          <a:p>
            <a:pPr marL="457200" indent="-457200" algn="just" eaLnBrk="1" hangingPunct="1"/>
            <a:r>
              <a:rPr lang="zh-CN" altLang="en-US" smtClean="0"/>
              <a:t>发送邮件的协议：</a:t>
            </a:r>
            <a:r>
              <a:rPr lang="en-US" altLang="zh-CN" smtClean="0"/>
              <a:t>SMTP</a:t>
            </a:r>
          </a:p>
          <a:p>
            <a:pPr marL="457200" indent="-457200" algn="just" eaLnBrk="1" hangingPunct="1"/>
            <a:r>
              <a:rPr lang="zh-CN" altLang="en-US" smtClean="0"/>
              <a:t>读取邮件的协议：</a:t>
            </a:r>
            <a:r>
              <a:rPr lang="en-US" altLang="zh-CN" smtClean="0"/>
              <a:t>POP3 </a:t>
            </a:r>
            <a:r>
              <a:rPr lang="zh-CN" altLang="en-US" smtClean="0"/>
              <a:t>和 </a:t>
            </a:r>
            <a:r>
              <a:rPr lang="en-US" altLang="zh-CN" smtClean="0"/>
              <a:t>IMAP</a:t>
            </a:r>
          </a:p>
          <a:p>
            <a:pPr marL="457200" indent="-457200" algn="just" eaLnBrk="1" hangingPunct="1"/>
            <a:r>
              <a:rPr lang="en-US" altLang="zh-CN" smtClean="0"/>
              <a:t>MIME </a:t>
            </a:r>
            <a:r>
              <a:rPr lang="zh-CN" altLang="en-US" smtClean="0"/>
              <a:t>在其邮件首部中说明了邮件的数据类型</a:t>
            </a:r>
            <a:r>
              <a:rPr lang="en-US" altLang="zh-CN" smtClean="0"/>
              <a:t>(</a:t>
            </a:r>
            <a:r>
              <a:rPr lang="zh-CN" altLang="en-US" smtClean="0"/>
              <a:t>如文本、声音、图像、视像等</a:t>
            </a:r>
            <a:r>
              <a:rPr lang="en-US" altLang="zh-CN" smtClean="0"/>
              <a:t>)</a:t>
            </a:r>
            <a:r>
              <a:rPr lang="zh-CN" altLang="en-US" smtClean="0"/>
              <a:t>，使用</a:t>
            </a:r>
            <a:r>
              <a:rPr lang="zh-CN" altLang="en-US" sz="1800" smtClean="0"/>
              <a:t> </a:t>
            </a:r>
            <a:r>
              <a:rPr lang="en-US" altLang="zh-CN" smtClean="0"/>
              <a:t>MIME</a:t>
            </a:r>
            <a:r>
              <a:rPr lang="en-US" altLang="zh-CN" sz="1800" smtClean="0"/>
              <a:t> </a:t>
            </a:r>
            <a:r>
              <a:rPr lang="zh-CN" altLang="en-US" smtClean="0"/>
              <a:t>可在邮件中同时传送多种类型的数据。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45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5" grpId="0" build="p"/>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900113" y="0"/>
            <a:ext cx="7793037" cy="768350"/>
          </a:xfrm>
        </p:spPr>
        <p:txBody>
          <a:bodyPr/>
          <a:lstStyle/>
          <a:p>
            <a:pPr algn="ctr" eaLnBrk="1" hangingPunct="1"/>
            <a:r>
              <a:rPr lang="zh-CN" altLang="en-US" sz="3200" smtClean="0"/>
              <a:t>电子邮件的最主要的组成构件 </a:t>
            </a:r>
          </a:p>
        </p:txBody>
      </p:sp>
      <p:sp>
        <p:nvSpPr>
          <p:cNvPr id="108547" name="Line 3"/>
          <p:cNvSpPr>
            <a:spLocks noChangeShapeType="1"/>
          </p:cNvSpPr>
          <p:nvPr/>
        </p:nvSpPr>
        <p:spPr bwMode="auto">
          <a:xfrm flipH="1" flipV="1">
            <a:off x="1098550" y="4886325"/>
            <a:ext cx="762000" cy="7620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48" name="Freeform 4"/>
          <p:cNvSpPr>
            <a:spLocks/>
          </p:cNvSpPr>
          <p:nvPr/>
        </p:nvSpPr>
        <p:spPr bwMode="auto">
          <a:xfrm>
            <a:off x="7480300" y="4821238"/>
            <a:ext cx="762000" cy="142875"/>
          </a:xfrm>
          <a:custGeom>
            <a:avLst/>
            <a:gdLst>
              <a:gd name="T0" fmla="*/ 1209675000 w 480"/>
              <a:gd name="T1" fmla="*/ 0 h 90"/>
              <a:gd name="T2" fmla="*/ 0 w 480"/>
              <a:gd name="T3" fmla="*/ 226814063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49" name="Line 5"/>
          <p:cNvSpPr>
            <a:spLocks noChangeShapeType="1"/>
          </p:cNvSpPr>
          <p:nvPr/>
        </p:nvSpPr>
        <p:spPr bwMode="auto">
          <a:xfrm flipH="1" flipV="1">
            <a:off x="5880100" y="5038725"/>
            <a:ext cx="781050" cy="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50" name="Line 6"/>
          <p:cNvSpPr>
            <a:spLocks noChangeShapeType="1"/>
          </p:cNvSpPr>
          <p:nvPr/>
        </p:nvSpPr>
        <p:spPr bwMode="auto">
          <a:xfrm flipH="1" flipV="1">
            <a:off x="2851150" y="5026025"/>
            <a:ext cx="781050" cy="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51" name="Text Box 7"/>
          <p:cNvSpPr txBox="1">
            <a:spLocks noChangeArrowheads="1"/>
          </p:cNvSpPr>
          <p:nvPr/>
        </p:nvSpPr>
        <p:spPr bwMode="auto">
          <a:xfrm>
            <a:off x="107950" y="406558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发送方</a:t>
            </a:r>
          </a:p>
        </p:txBody>
      </p:sp>
      <p:sp>
        <p:nvSpPr>
          <p:cNvPr id="108552" name="Text Box 8"/>
          <p:cNvSpPr txBox="1">
            <a:spLocks noChangeArrowheads="1"/>
          </p:cNvSpPr>
          <p:nvPr/>
        </p:nvSpPr>
        <p:spPr bwMode="auto">
          <a:xfrm>
            <a:off x="1092200" y="592613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邮件缓存</a:t>
            </a:r>
          </a:p>
        </p:txBody>
      </p:sp>
      <p:sp>
        <p:nvSpPr>
          <p:cNvPr id="108553" name="Text Box 9"/>
          <p:cNvSpPr txBox="1">
            <a:spLocks noChangeArrowheads="1"/>
          </p:cNvSpPr>
          <p:nvPr/>
        </p:nvSpPr>
        <p:spPr bwMode="auto">
          <a:xfrm>
            <a:off x="5518150" y="59563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   </a:t>
            </a:r>
            <a:r>
              <a:rPr kumimoji="1" lang="zh-CN" altLang="en-US" sz="1800">
                <a:solidFill>
                  <a:srgbClr val="333399"/>
                </a:solidFill>
                <a:latin typeface="Arial" pitchFamily="34" charset="0"/>
                <a:ea typeface="黑体" pitchFamily="49" charset="-122"/>
              </a:rPr>
              <a:t>接收端</a:t>
            </a:r>
          </a:p>
          <a:p>
            <a:pPr eaLnBrk="1" hangingPunct="1"/>
            <a:r>
              <a:rPr kumimoji="1" lang="zh-CN" altLang="en-US" sz="1800">
                <a:solidFill>
                  <a:srgbClr val="333399"/>
                </a:solidFill>
                <a:latin typeface="Arial" pitchFamily="34" charset="0"/>
                <a:ea typeface="黑体" pitchFamily="49" charset="-122"/>
              </a:rPr>
              <a:t>邮件服务器</a:t>
            </a:r>
          </a:p>
        </p:txBody>
      </p:sp>
      <p:sp>
        <p:nvSpPr>
          <p:cNvPr id="108554" name="Oval 10"/>
          <p:cNvSpPr>
            <a:spLocks noChangeArrowheads="1"/>
          </p:cNvSpPr>
          <p:nvPr/>
        </p:nvSpPr>
        <p:spPr bwMode="auto">
          <a:xfrm>
            <a:off x="6356350" y="4351338"/>
            <a:ext cx="1296988" cy="1296987"/>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endParaRPr lang="zh-CN" altLang="en-US"/>
          </a:p>
        </p:txBody>
      </p:sp>
      <p:grpSp>
        <p:nvGrpSpPr>
          <p:cNvPr id="108555" name="Group 11"/>
          <p:cNvGrpSpPr>
            <a:grpSpLocks/>
          </p:cNvGrpSpPr>
          <p:nvPr/>
        </p:nvGrpSpPr>
        <p:grpSpPr bwMode="auto">
          <a:xfrm>
            <a:off x="6738938" y="4460875"/>
            <a:ext cx="457200" cy="457200"/>
            <a:chOff x="2351" y="2975"/>
            <a:chExt cx="481" cy="433"/>
          </a:xfrm>
        </p:grpSpPr>
        <p:sp>
          <p:nvSpPr>
            <p:cNvPr id="108925" name="Rectangle 12"/>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8926" name="Line 13"/>
            <p:cNvSpPr>
              <a:spLocks noChangeShapeType="1"/>
            </p:cNvSpPr>
            <p:nvPr/>
          </p:nvSpPr>
          <p:spPr bwMode="auto">
            <a:xfrm rot="10800000">
              <a:off x="2351" y="332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27" name="Line 14"/>
            <p:cNvSpPr>
              <a:spLocks noChangeShapeType="1"/>
            </p:cNvSpPr>
            <p:nvPr/>
          </p:nvSpPr>
          <p:spPr bwMode="auto">
            <a:xfrm rot="10800000">
              <a:off x="2351" y="32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28" name="Line 15"/>
            <p:cNvSpPr>
              <a:spLocks noChangeShapeType="1"/>
            </p:cNvSpPr>
            <p:nvPr/>
          </p:nvSpPr>
          <p:spPr bwMode="auto">
            <a:xfrm rot="10800000">
              <a:off x="2351" y="31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29" name="Line 16"/>
            <p:cNvSpPr>
              <a:spLocks noChangeShapeType="1"/>
            </p:cNvSpPr>
            <p:nvPr/>
          </p:nvSpPr>
          <p:spPr bwMode="auto">
            <a:xfrm rot="10800000">
              <a:off x="2351" y="306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30" name="Line 17"/>
            <p:cNvSpPr>
              <a:spLocks noChangeShapeType="1"/>
            </p:cNvSpPr>
            <p:nvPr/>
          </p:nvSpPr>
          <p:spPr bwMode="auto">
            <a:xfrm rot="5400000">
              <a:off x="2519"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31" name="Line 18"/>
            <p:cNvSpPr>
              <a:spLocks noChangeShapeType="1"/>
            </p:cNvSpPr>
            <p:nvPr/>
          </p:nvSpPr>
          <p:spPr bwMode="auto">
            <a:xfrm rot="5400000">
              <a:off x="2423"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32" name="Line 19"/>
            <p:cNvSpPr>
              <a:spLocks noChangeShapeType="1"/>
            </p:cNvSpPr>
            <p:nvPr/>
          </p:nvSpPr>
          <p:spPr bwMode="auto">
            <a:xfrm rot="5400000">
              <a:off x="2327"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33" name="Line 20"/>
            <p:cNvSpPr>
              <a:spLocks noChangeShapeType="1"/>
            </p:cNvSpPr>
            <p:nvPr/>
          </p:nvSpPr>
          <p:spPr bwMode="auto">
            <a:xfrm rot="5400000">
              <a:off x="2231"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556" name="Group 21"/>
          <p:cNvGrpSpPr>
            <a:grpSpLocks/>
          </p:cNvGrpSpPr>
          <p:nvPr/>
        </p:nvGrpSpPr>
        <p:grpSpPr bwMode="auto">
          <a:xfrm>
            <a:off x="6634163" y="5013325"/>
            <a:ext cx="730250" cy="457200"/>
            <a:chOff x="1296" y="768"/>
            <a:chExt cx="556" cy="336"/>
          </a:xfrm>
        </p:grpSpPr>
        <p:sp>
          <p:nvSpPr>
            <p:cNvPr id="108902" name="Rectangle 22"/>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a:endParaRPr kumimoji="1" lang="zh-CN" altLang="zh-CN" sz="1800">
                <a:solidFill>
                  <a:srgbClr val="333399"/>
                </a:solidFill>
                <a:latin typeface="Arial" pitchFamily="34" charset="0"/>
                <a:ea typeface="黑体" pitchFamily="49" charset="-122"/>
              </a:endParaRPr>
            </a:p>
          </p:txBody>
        </p:sp>
        <p:grpSp>
          <p:nvGrpSpPr>
            <p:cNvPr id="108903" name="Group 23"/>
            <p:cNvGrpSpPr>
              <a:grpSpLocks/>
            </p:cNvGrpSpPr>
            <p:nvPr/>
          </p:nvGrpSpPr>
          <p:grpSpPr bwMode="auto">
            <a:xfrm>
              <a:off x="1367" y="829"/>
              <a:ext cx="393" cy="214"/>
              <a:chOff x="2928" y="3744"/>
              <a:chExt cx="528" cy="336"/>
            </a:xfrm>
          </p:grpSpPr>
          <p:grpSp>
            <p:nvGrpSpPr>
              <p:cNvPr id="108904" name="Group 24"/>
              <p:cNvGrpSpPr>
                <a:grpSpLocks/>
              </p:cNvGrpSpPr>
              <p:nvPr/>
            </p:nvGrpSpPr>
            <p:grpSpPr bwMode="auto">
              <a:xfrm>
                <a:off x="3024" y="3744"/>
                <a:ext cx="432" cy="240"/>
                <a:chOff x="2736" y="3648"/>
                <a:chExt cx="432" cy="240"/>
              </a:xfrm>
            </p:grpSpPr>
            <p:grpSp>
              <p:nvGrpSpPr>
                <p:cNvPr id="108919" name="Group 25"/>
                <p:cNvGrpSpPr>
                  <a:grpSpLocks/>
                </p:cNvGrpSpPr>
                <p:nvPr/>
              </p:nvGrpSpPr>
              <p:grpSpPr bwMode="auto">
                <a:xfrm>
                  <a:off x="2736" y="3648"/>
                  <a:ext cx="432" cy="240"/>
                  <a:chOff x="2592" y="3504"/>
                  <a:chExt cx="576" cy="384"/>
                </a:xfrm>
              </p:grpSpPr>
              <p:sp>
                <p:nvSpPr>
                  <p:cNvPr id="108921" name="Rectangle 26"/>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22" name="Freeform 27"/>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23" name="Line 28"/>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24" name="Line 29"/>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920" name="Line 30"/>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905" name="Group 31"/>
              <p:cNvGrpSpPr>
                <a:grpSpLocks/>
              </p:cNvGrpSpPr>
              <p:nvPr/>
            </p:nvGrpSpPr>
            <p:grpSpPr bwMode="auto">
              <a:xfrm>
                <a:off x="2976" y="3792"/>
                <a:ext cx="432" cy="240"/>
                <a:chOff x="2736" y="3648"/>
                <a:chExt cx="432" cy="240"/>
              </a:xfrm>
            </p:grpSpPr>
            <p:grpSp>
              <p:nvGrpSpPr>
                <p:cNvPr id="108913" name="Group 32"/>
                <p:cNvGrpSpPr>
                  <a:grpSpLocks/>
                </p:cNvGrpSpPr>
                <p:nvPr/>
              </p:nvGrpSpPr>
              <p:grpSpPr bwMode="auto">
                <a:xfrm>
                  <a:off x="2736" y="3648"/>
                  <a:ext cx="432" cy="240"/>
                  <a:chOff x="2592" y="3504"/>
                  <a:chExt cx="576" cy="384"/>
                </a:xfrm>
              </p:grpSpPr>
              <p:sp>
                <p:nvSpPr>
                  <p:cNvPr id="108915" name="Rectangle 33"/>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16" name="Freeform 34"/>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17" name="Line 35"/>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18" name="Line 36"/>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914" name="Line 37"/>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906" name="Group 38"/>
              <p:cNvGrpSpPr>
                <a:grpSpLocks/>
              </p:cNvGrpSpPr>
              <p:nvPr/>
            </p:nvGrpSpPr>
            <p:grpSpPr bwMode="auto">
              <a:xfrm>
                <a:off x="2928" y="3840"/>
                <a:ext cx="432" cy="240"/>
                <a:chOff x="2736" y="3648"/>
                <a:chExt cx="432" cy="240"/>
              </a:xfrm>
            </p:grpSpPr>
            <p:grpSp>
              <p:nvGrpSpPr>
                <p:cNvPr id="108907" name="Group 39"/>
                <p:cNvGrpSpPr>
                  <a:grpSpLocks/>
                </p:cNvGrpSpPr>
                <p:nvPr/>
              </p:nvGrpSpPr>
              <p:grpSpPr bwMode="auto">
                <a:xfrm>
                  <a:off x="2736" y="3648"/>
                  <a:ext cx="432" cy="240"/>
                  <a:chOff x="2592" y="3504"/>
                  <a:chExt cx="576" cy="384"/>
                </a:xfrm>
              </p:grpSpPr>
              <p:sp>
                <p:nvSpPr>
                  <p:cNvPr id="108909" name="Rectangle 40"/>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10" name="Freeform 41"/>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11" name="Line 42"/>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12" name="Line 43"/>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908" name="Line 44"/>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108557" name="Group 45"/>
          <p:cNvGrpSpPr>
            <a:grpSpLocks/>
          </p:cNvGrpSpPr>
          <p:nvPr/>
        </p:nvGrpSpPr>
        <p:grpSpPr bwMode="auto">
          <a:xfrm>
            <a:off x="422275" y="4567238"/>
            <a:ext cx="884238" cy="1014412"/>
            <a:chOff x="246" y="1767"/>
            <a:chExt cx="557" cy="639"/>
          </a:xfrm>
        </p:grpSpPr>
        <p:grpSp>
          <p:nvGrpSpPr>
            <p:cNvPr id="108843" name="Group 46"/>
            <p:cNvGrpSpPr>
              <a:grpSpLocks/>
            </p:cNvGrpSpPr>
            <p:nvPr/>
          </p:nvGrpSpPr>
          <p:grpSpPr bwMode="auto">
            <a:xfrm>
              <a:off x="246" y="1943"/>
              <a:ext cx="557" cy="463"/>
              <a:chOff x="246" y="1943"/>
              <a:chExt cx="557" cy="463"/>
            </a:xfrm>
          </p:grpSpPr>
          <p:sp>
            <p:nvSpPr>
              <p:cNvPr id="108896" name="Freeform 47"/>
              <p:cNvSpPr>
                <a:spLocks/>
              </p:cNvSpPr>
              <p:nvPr/>
            </p:nvSpPr>
            <p:spPr bwMode="auto">
              <a:xfrm>
                <a:off x="373" y="2005"/>
                <a:ext cx="196" cy="295"/>
              </a:xfrm>
              <a:custGeom>
                <a:avLst/>
                <a:gdLst>
                  <a:gd name="T0" fmla="*/ 26 w 982"/>
                  <a:gd name="T1" fmla="*/ 1 h 1477"/>
                  <a:gd name="T2" fmla="*/ 39 w 982"/>
                  <a:gd name="T3" fmla="*/ 54 h 1477"/>
                  <a:gd name="T4" fmla="*/ 0 w 982"/>
                  <a:gd name="T5" fmla="*/ 59 h 1477"/>
                  <a:gd name="T6" fmla="*/ 1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8897" name="Group 48"/>
              <p:cNvGrpSpPr>
                <a:grpSpLocks/>
              </p:cNvGrpSpPr>
              <p:nvPr/>
            </p:nvGrpSpPr>
            <p:grpSpPr bwMode="auto">
              <a:xfrm>
                <a:off x="246" y="1943"/>
                <a:ext cx="551" cy="121"/>
                <a:chOff x="246" y="1943"/>
                <a:chExt cx="551" cy="121"/>
              </a:xfrm>
            </p:grpSpPr>
            <p:sp>
              <p:nvSpPr>
                <p:cNvPr id="108899" name="Freeform 49"/>
                <p:cNvSpPr>
                  <a:spLocks/>
                </p:cNvSpPr>
                <p:nvPr/>
              </p:nvSpPr>
              <p:spPr bwMode="auto">
                <a:xfrm>
                  <a:off x="246" y="1943"/>
                  <a:ext cx="551" cy="104"/>
                </a:xfrm>
                <a:custGeom>
                  <a:avLst/>
                  <a:gdLst>
                    <a:gd name="T0" fmla="*/ 110 w 2751"/>
                    <a:gd name="T1" fmla="*/ 11 h 522"/>
                    <a:gd name="T2" fmla="*/ 41 w 2751"/>
                    <a:gd name="T3" fmla="*/ 21 h 522"/>
                    <a:gd name="T4" fmla="*/ 0 w 2751"/>
                    <a:gd name="T5" fmla="*/ 5 h 522"/>
                    <a:gd name="T6" fmla="*/ 52 w 2751"/>
                    <a:gd name="T7" fmla="*/ 0 h 522"/>
                    <a:gd name="T8" fmla="*/ 110 w 2751"/>
                    <a:gd name="T9" fmla="*/ 11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108900" name="Freeform 50"/>
                <p:cNvSpPr>
                  <a:spLocks/>
                </p:cNvSpPr>
                <p:nvPr/>
              </p:nvSpPr>
              <p:spPr bwMode="auto">
                <a:xfrm>
                  <a:off x="450" y="1997"/>
                  <a:ext cx="345" cy="67"/>
                </a:xfrm>
                <a:custGeom>
                  <a:avLst/>
                  <a:gdLst>
                    <a:gd name="T0" fmla="*/ 69 w 1728"/>
                    <a:gd name="T1" fmla="*/ 0 h 337"/>
                    <a:gd name="T2" fmla="*/ 0 w 1728"/>
                    <a:gd name="T3" fmla="*/ 10 h 337"/>
                    <a:gd name="T4" fmla="*/ 0 w 1728"/>
                    <a:gd name="T5" fmla="*/ 13 h 337"/>
                    <a:gd name="T6" fmla="*/ 69 w 1728"/>
                    <a:gd name="T7" fmla="*/ 3 h 337"/>
                    <a:gd name="T8" fmla="*/ 69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headEnd/>
                  <a:tailEnd/>
                </a:ln>
              </p:spPr>
              <p:txBody>
                <a:bodyPr/>
                <a:lstStyle/>
                <a:p>
                  <a:endParaRPr lang="zh-CN" altLang="en-US"/>
                </a:p>
              </p:txBody>
            </p:sp>
            <p:sp>
              <p:nvSpPr>
                <p:cNvPr id="108901" name="Freeform 51"/>
                <p:cNvSpPr>
                  <a:spLocks/>
                </p:cNvSpPr>
                <p:nvPr/>
              </p:nvSpPr>
              <p:spPr bwMode="auto">
                <a:xfrm>
                  <a:off x="246" y="1969"/>
                  <a:ext cx="204" cy="95"/>
                </a:xfrm>
                <a:custGeom>
                  <a:avLst/>
                  <a:gdLst>
                    <a:gd name="T0" fmla="*/ 41 w 1016"/>
                    <a:gd name="T1" fmla="*/ 19 h 476"/>
                    <a:gd name="T2" fmla="*/ 41 w 1016"/>
                    <a:gd name="T3" fmla="*/ 16 h 476"/>
                    <a:gd name="T4" fmla="*/ 0 w 1016"/>
                    <a:gd name="T5" fmla="*/ 0 h 476"/>
                    <a:gd name="T6" fmla="*/ 0 w 1016"/>
                    <a:gd name="T7" fmla="*/ 2 h 476"/>
                    <a:gd name="T8" fmla="*/ 41 w 1016"/>
                    <a:gd name="T9" fmla="*/ 19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108898" name="Freeform 52"/>
              <p:cNvSpPr>
                <a:spLocks/>
              </p:cNvSpPr>
              <p:nvPr/>
            </p:nvSpPr>
            <p:spPr bwMode="auto">
              <a:xfrm>
                <a:off x="564" y="2028"/>
                <a:ext cx="239" cy="378"/>
              </a:xfrm>
              <a:custGeom>
                <a:avLst/>
                <a:gdLst>
                  <a:gd name="T0" fmla="*/ 26 w 1195"/>
                  <a:gd name="T1" fmla="*/ 0 h 1893"/>
                  <a:gd name="T2" fmla="*/ 48 w 1195"/>
                  <a:gd name="T3" fmla="*/ 70 h 1893"/>
                  <a:gd name="T4" fmla="*/ 0 w 1195"/>
                  <a:gd name="T5" fmla="*/ 75 h 1893"/>
                  <a:gd name="T6" fmla="*/ 8 w 1195"/>
                  <a:gd name="T7" fmla="*/ 1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08844" name="Group 53"/>
            <p:cNvGrpSpPr>
              <a:grpSpLocks/>
            </p:cNvGrpSpPr>
            <p:nvPr/>
          </p:nvGrpSpPr>
          <p:grpSpPr bwMode="auto">
            <a:xfrm>
              <a:off x="325" y="1767"/>
              <a:ext cx="383" cy="268"/>
              <a:chOff x="325" y="1767"/>
              <a:chExt cx="383" cy="268"/>
            </a:xfrm>
          </p:grpSpPr>
          <p:grpSp>
            <p:nvGrpSpPr>
              <p:cNvPr id="108845" name="Group 54"/>
              <p:cNvGrpSpPr>
                <a:grpSpLocks/>
              </p:cNvGrpSpPr>
              <p:nvPr/>
            </p:nvGrpSpPr>
            <p:grpSpPr bwMode="auto">
              <a:xfrm>
                <a:off x="412" y="1767"/>
                <a:ext cx="296" cy="243"/>
                <a:chOff x="412" y="1767"/>
                <a:chExt cx="296" cy="243"/>
              </a:xfrm>
            </p:grpSpPr>
            <p:grpSp>
              <p:nvGrpSpPr>
                <p:cNvPr id="108878" name="Group 55"/>
                <p:cNvGrpSpPr>
                  <a:grpSpLocks/>
                </p:cNvGrpSpPr>
                <p:nvPr/>
              </p:nvGrpSpPr>
              <p:grpSpPr bwMode="auto">
                <a:xfrm>
                  <a:off x="412" y="1767"/>
                  <a:ext cx="296" cy="243"/>
                  <a:chOff x="412" y="1767"/>
                  <a:chExt cx="296" cy="243"/>
                </a:xfrm>
              </p:grpSpPr>
              <p:grpSp>
                <p:nvGrpSpPr>
                  <p:cNvPr id="108887" name="Group 56"/>
                  <p:cNvGrpSpPr>
                    <a:grpSpLocks/>
                  </p:cNvGrpSpPr>
                  <p:nvPr/>
                </p:nvGrpSpPr>
                <p:grpSpPr bwMode="auto">
                  <a:xfrm>
                    <a:off x="412" y="1904"/>
                    <a:ext cx="296" cy="106"/>
                    <a:chOff x="412" y="1904"/>
                    <a:chExt cx="296" cy="106"/>
                  </a:xfrm>
                </p:grpSpPr>
                <p:sp>
                  <p:nvSpPr>
                    <p:cNvPr id="108893" name="Freeform 57"/>
                    <p:cNvSpPr>
                      <a:spLocks/>
                    </p:cNvSpPr>
                    <p:nvPr/>
                  </p:nvSpPr>
                  <p:spPr bwMode="auto">
                    <a:xfrm>
                      <a:off x="412" y="1904"/>
                      <a:ext cx="170" cy="106"/>
                    </a:xfrm>
                    <a:custGeom>
                      <a:avLst/>
                      <a:gdLst>
                        <a:gd name="T0" fmla="*/ 34 w 848"/>
                        <a:gd name="T1" fmla="*/ 6 h 530"/>
                        <a:gd name="T2" fmla="*/ 34 w 848"/>
                        <a:gd name="T3" fmla="*/ 21 h 530"/>
                        <a:gd name="T4" fmla="*/ 0 w 848"/>
                        <a:gd name="T5" fmla="*/ 10 h 530"/>
                        <a:gd name="T6" fmla="*/ 0 w 848"/>
                        <a:gd name="T7" fmla="*/ 0 h 530"/>
                        <a:gd name="T8" fmla="*/ 34 w 848"/>
                        <a:gd name="T9" fmla="*/ 6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108894" name="Freeform 58"/>
                    <p:cNvSpPr>
                      <a:spLocks/>
                    </p:cNvSpPr>
                    <p:nvPr/>
                  </p:nvSpPr>
                  <p:spPr bwMode="auto">
                    <a:xfrm>
                      <a:off x="582" y="1929"/>
                      <a:ext cx="126" cy="81"/>
                    </a:xfrm>
                    <a:custGeom>
                      <a:avLst/>
                      <a:gdLst>
                        <a:gd name="T0" fmla="*/ 0 w 631"/>
                        <a:gd name="T1" fmla="*/ 1 h 404"/>
                        <a:gd name="T2" fmla="*/ 0 w 631"/>
                        <a:gd name="T3" fmla="*/ 16 h 404"/>
                        <a:gd name="T4" fmla="*/ 25 w 631"/>
                        <a:gd name="T5" fmla="*/ 13 h 404"/>
                        <a:gd name="T6" fmla="*/ 25 w 631"/>
                        <a:gd name="T7" fmla="*/ 0 h 404"/>
                        <a:gd name="T8" fmla="*/ 0 w 631"/>
                        <a:gd name="T9" fmla="*/ 1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108895" name="Freeform 59"/>
                    <p:cNvSpPr>
                      <a:spLocks/>
                    </p:cNvSpPr>
                    <p:nvPr/>
                  </p:nvSpPr>
                  <p:spPr bwMode="auto">
                    <a:xfrm>
                      <a:off x="412" y="1904"/>
                      <a:ext cx="296" cy="32"/>
                    </a:xfrm>
                    <a:custGeom>
                      <a:avLst/>
                      <a:gdLst>
                        <a:gd name="T0" fmla="*/ 59 w 1479"/>
                        <a:gd name="T1" fmla="*/ 5 h 162"/>
                        <a:gd name="T2" fmla="*/ 34 w 1479"/>
                        <a:gd name="T3" fmla="*/ 6 h 162"/>
                        <a:gd name="T4" fmla="*/ 0 w 1479"/>
                        <a:gd name="T5" fmla="*/ 0 h 162"/>
                        <a:gd name="T6" fmla="*/ 25 w 1479"/>
                        <a:gd name="T7" fmla="*/ 0 h 162"/>
                        <a:gd name="T8" fmla="*/ 59 w 1479"/>
                        <a:gd name="T9" fmla="*/ 5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108888" name="Freeform 60"/>
                  <p:cNvSpPr>
                    <a:spLocks/>
                  </p:cNvSpPr>
                  <p:nvPr/>
                </p:nvSpPr>
                <p:spPr bwMode="auto">
                  <a:xfrm>
                    <a:off x="504" y="1895"/>
                    <a:ext cx="108" cy="30"/>
                  </a:xfrm>
                  <a:custGeom>
                    <a:avLst/>
                    <a:gdLst>
                      <a:gd name="T0" fmla="*/ 22 w 538"/>
                      <a:gd name="T1" fmla="*/ 3 h 151"/>
                      <a:gd name="T2" fmla="*/ 22 w 538"/>
                      <a:gd name="T3" fmla="*/ 5 h 151"/>
                      <a:gd name="T4" fmla="*/ 12 w 538"/>
                      <a:gd name="T5" fmla="*/ 6 h 151"/>
                      <a:gd name="T6" fmla="*/ 0 w 538"/>
                      <a:gd name="T7" fmla="*/ 4 h 151"/>
                      <a:gd name="T8" fmla="*/ 0 w 538"/>
                      <a:gd name="T9" fmla="*/ 0 h 151"/>
                      <a:gd name="T10" fmla="*/ 22 w 538"/>
                      <a:gd name="T11" fmla="*/ 3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headEnd/>
                    <a:tailEnd/>
                  </a:ln>
                </p:spPr>
                <p:txBody>
                  <a:bodyPr/>
                  <a:lstStyle/>
                  <a:p>
                    <a:endParaRPr lang="zh-CN" altLang="en-US"/>
                  </a:p>
                </p:txBody>
              </p:sp>
              <p:grpSp>
                <p:nvGrpSpPr>
                  <p:cNvPr id="108889" name="Group 61"/>
                  <p:cNvGrpSpPr>
                    <a:grpSpLocks/>
                  </p:cNvGrpSpPr>
                  <p:nvPr/>
                </p:nvGrpSpPr>
                <p:grpSpPr bwMode="auto">
                  <a:xfrm>
                    <a:off x="446" y="1767"/>
                    <a:ext cx="239" cy="151"/>
                    <a:chOff x="446" y="1767"/>
                    <a:chExt cx="239" cy="151"/>
                  </a:xfrm>
                </p:grpSpPr>
                <p:sp>
                  <p:nvSpPr>
                    <p:cNvPr id="108890" name="Freeform 62"/>
                    <p:cNvSpPr>
                      <a:spLocks/>
                    </p:cNvSpPr>
                    <p:nvPr/>
                  </p:nvSpPr>
                  <p:spPr bwMode="auto">
                    <a:xfrm>
                      <a:off x="446" y="1767"/>
                      <a:ext cx="137" cy="148"/>
                    </a:xfrm>
                    <a:custGeom>
                      <a:avLst/>
                      <a:gdLst>
                        <a:gd name="T0" fmla="*/ 24 w 686"/>
                        <a:gd name="T1" fmla="*/ 30 h 740"/>
                        <a:gd name="T2" fmla="*/ 27 w 686"/>
                        <a:gd name="T3" fmla="*/ 1 h 740"/>
                        <a:gd name="T4" fmla="*/ 4 w 686"/>
                        <a:gd name="T5" fmla="*/ 0 h 740"/>
                        <a:gd name="T6" fmla="*/ 0 w 686"/>
                        <a:gd name="T7" fmla="*/ 26 h 740"/>
                        <a:gd name="T8" fmla="*/ 24 w 686"/>
                        <a:gd name="T9" fmla="*/ 3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108891" name="Freeform 63"/>
                    <p:cNvSpPr>
                      <a:spLocks/>
                    </p:cNvSpPr>
                    <p:nvPr/>
                  </p:nvSpPr>
                  <p:spPr bwMode="auto">
                    <a:xfrm>
                      <a:off x="564" y="1771"/>
                      <a:ext cx="121" cy="147"/>
                    </a:xfrm>
                    <a:custGeom>
                      <a:avLst/>
                      <a:gdLst>
                        <a:gd name="T0" fmla="*/ 4 w 608"/>
                        <a:gd name="T1" fmla="*/ 0 h 735"/>
                        <a:gd name="T2" fmla="*/ 24 w 608"/>
                        <a:gd name="T3" fmla="*/ 7 h 735"/>
                        <a:gd name="T4" fmla="*/ 21 w 608"/>
                        <a:gd name="T5" fmla="*/ 29 h 735"/>
                        <a:gd name="T6" fmla="*/ 0 w 608"/>
                        <a:gd name="T7" fmla="*/ 29 h 735"/>
                        <a:gd name="T8" fmla="*/ 4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108892" name="Freeform 64"/>
                    <p:cNvSpPr>
                      <a:spLocks/>
                    </p:cNvSpPr>
                    <p:nvPr/>
                  </p:nvSpPr>
                  <p:spPr bwMode="auto">
                    <a:xfrm>
                      <a:off x="462" y="1781"/>
                      <a:ext cx="98" cy="112"/>
                    </a:xfrm>
                    <a:custGeom>
                      <a:avLst/>
                      <a:gdLst>
                        <a:gd name="T0" fmla="*/ 19 w 493"/>
                        <a:gd name="T1" fmla="*/ 1 h 557"/>
                        <a:gd name="T2" fmla="*/ 17 w 493"/>
                        <a:gd name="T3" fmla="*/ 23 h 557"/>
                        <a:gd name="T4" fmla="*/ 0 w 493"/>
                        <a:gd name="T5" fmla="*/ 20 h 557"/>
                        <a:gd name="T6" fmla="*/ 3 w 493"/>
                        <a:gd name="T7" fmla="*/ 0 h 557"/>
                        <a:gd name="T8" fmla="*/ 19 w 493"/>
                        <a:gd name="T9" fmla="*/ 1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headEnd/>
                      <a:tailEnd/>
                    </a:ln>
                  </p:spPr>
                  <p:txBody>
                    <a:bodyPr/>
                    <a:lstStyle/>
                    <a:p>
                      <a:endParaRPr lang="zh-CN" altLang="en-US"/>
                    </a:p>
                  </p:txBody>
                </p:sp>
              </p:grpSp>
            </p:grpSp>
            <p:grpSp>
              <p:nvGrpSpPr>
                <p:cNvPr id="108879" name="Group 65"/>
                <p:cNvGrpSpPr>
                  <a:grpSpLocks/>
                </p:cNvGrpSpPr>
                <p:nvPr/>
              </p:nvGrpSpPr>
              <p:grpSpPr bwMode="auto">
                <a:xfrm>
                  <a:off x="424" y="1915"/>
                  <a:ext cx="97" cy="69"/>
                  <a:chOff x="424" y="1915"/>
                  <a:chExt cx="97" cy="69"/>
                </a:xfrm>
              </p:grpSpPr>
              <p:sp>
                <p:nvSpPr>
                  <p:cNvPr id="108880" name="Freeform 66"/>
                  <p:cNvSpPr>
                    <a:spLocks/>
                  </p:cNvSpPr>
                  <p:nvPr/>
                </p:nvSpPr>
                <p:spPr bwMode="auto">
                  <a:xfrm>
                    <a:off x="424" y="1915"/>
                    <a:ext cx="97" cy="69"/>
                  </a:xfrm>
                  <a:custGeom>
                    <a:avLst/>
                    <a:gdLst>
                      <a:gd name="T0" fmla="*/ 0 w 483"/>
                      <a:gd name="T1" fmla="*/ 0 h 346"/>
                      <a:gd name="T2" fmla="*/ 19 w 483"/>
                      <a:gd name="T3" fmla="*/ 4 h 346"/>
                      <a:gd name="T4" fmla="*/ 19 w 483"/>
                      <a:gd name="T5" fmla="*/ 14 h 346"/>
                      <a:gd name="T6" fmla="*/ 0 w 483"/>
                      <a:gd name="T7" fmla="*/ 8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108881" name="Line 67"/>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82" name="Line 68"/>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83" name="Line 69"/>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84" name="Line 70"/>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85" name="Line 71"/>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86" name="Line 72"/>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8846" name="Group 73"/>
              <p:cNvGrpSpPr>
                <a:grpSpLocks/>
              </p:cNvGrpSpPr>
              <p:nvPr/>
            </p:nvGrpSpPr>
            <p:grpSpPr bwMode="auto">
              <a:xfrm>
                <a:off x="325" y="1917"/>
                <a:ext cx="231" cy="118"/>
                <a:chOff x="325" y="1917"/>
                <a:chExt cx="231" cy="118"/>
              </a:xfrm>
            </p:grpSpPr>
            <p:grpSp>
              <p:nvGrpSpPr>
                <p:cNvPr id="108847" name="Group 74"/>
                <p:cNvGrpSpPr>
                  <a:grpSpLocks/>
                </p:cNvGrpSpPr>
                <p:nvPr/>
              </p:nvGrpSpPr>
              <p:grpSpPr bwMode="auto">
                <a:xfrm>
                  <a:off x="504" y="1981"/>
                  <a:ext cx="37" cy="28"/>
                  <a:chOff x="504" y="1981"/>
                  <a:chExt cx="37" cy="28"/>
                </a:xfrm>
              </p:grpSpPr>
              <p:sp>
                <p:nvSpPr>
                  <p:cNvPr id="108876" name="Freeform 75"/>
                  <p:cNvSpPr>
                    <a:spLocks/>
                  </p:cNvSpPr>
                  <p:nvPr/>
                </p:nvSpPr>
                <p:spPr bwMode="auto">
                  <a:xfrm>
                    <a:off x="531" y="1981"/>
                    <a:ext cx="10" cy="28"/>
                  </a:xfrm>
                  <a:custGeom>
                    <a:avLst/>
                    <a:gdLst>
                      <a:gd name="T0" fmla="*/ 1 w 53"/>
                      <a:gd name="T1" fmla="*/ 0 h 140"/>
                      <a:gd name="T2" fmla="*/ 2 w 53"/>
                      <a:gd name="T3" fmla="*/ 5 h 140"/>
                      <a:gd name="T4" fmla="*/ 1 w 53"/>
                      <a:gd name="T5" fmla="*/ 6 h 140"/>
                      <a:gd name="T6" fmla="*/ 0 w 53"/>
                      <a:gd name="T7" fmla="*/ 0 h 140"/>
                      <a:gd name="T8" fmla="*/ 1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108877" name="Freeform 76"/>
                  <p:cNvSpPr>
                    <a:spLocks/>
                  </p:cNvSpPr>
                  <p:nvPr/>
                </p:nvSpPr>
                <p:spPr bwMode="auto">
                  <a:xfrm>
                    <a:off x="504" y="1985"/>
                    <a:ext cx="29" cy="24"/>
                  </a:xfrm>
                  <a:custGeom>
                    <a:avLst/>
                    <a:gdLst>
                      <a:gd name="T0" fmla="*/ 5 w 148"/>
                      <a:gd name="T1" fmla="*/ 0 h 122"/>
                      <a:gd name="T2" fmla="*/ 6 w 148"/>
                      <a:gd name="T3" fmla="*/ 5 h 122"/>
                      <a:gd name="T4" fmla="*/ 0 w 148"/>
                      <a:gd name="T5" fmla="*/ 2 h 122"/>
                      <a:gd name="T6" fmla="*/ 2 w 148"/>
                      <a:gd name="T7" fmla="*/ 2 h 122"/>
                      <a:gd name="T8" fmla="*/ 4 w 148"/>
                      <a:gd name="T9" fmla="*/ 3 h 122"/>
                      <a:gd name="T10" fmla="*/ 4 w 148"/>
                      <a:gd name="T11" fmla="*/ 0 h 122"/>
                      <a:gd name="T12" fmla="*/ 5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headEnd/>
                    <a:tailEnd/>
                  </a:ln>
                </p:spPr>
                <p:txBody>
                  <a:bodyPr/>
                  <a:lstStyle/>
                  <a:p>
                    <a:endParaRPr lang="zh-CN" altLang="en-US"/>
                  </a:p>
                </p:txBody>
              </p:sp>
            </p:grpSp>
            <p:grpSp>
              <p:nvGrpSpPr>
                <p:cNvPr id="108848" name="Group 77"/>
                <p:cNvGrpSpPr>
                  <a:grpSpLocks/>
                </p:cNvGrpSpPr>
                <p:nvPr/>
              </p:nvGrpSpPr>
              <p:grpSpPr bwMode="auto">
                <a:xfrm>
                  <a:off x="325" y="1917"/>
                  <a:ext cx="231" cy="118"/>
                  <a:chOff x="325" y="1917"/>
                  <a:chExt cx="231" cy="118"/>
                </a:xfrm>
              </p:grpSpPr>
              <p:sp>
                <p:nvSpPr>
                  <p:cNvPr id="108849" name="Freeform 78"/>
                  <p:cNvSpPr>
                    <a:spLocks/>
                  </p:cNvSpPr>
                  <p:nvPr/>
                </p:nvSpPr>
                <p:spPr bwMode="auto">
                  <a:xfrm>
                    <a:off x="326" y="1917"/>
                    <a:ext cx="226" cy="105"/>
                  </a:xfrm>
                  <a:custGeom>
                    <a:avLst/>
                    <a:gdLst>
                      <a:gd name="T0" fmla="*/ 45 w 1132"/>
                      <a:gd name="T1" fmla="*/ 9 h 525"/>
                      <a:gd name="T2" fmla="*/ 24 w 1132"/>
                      <a:gd name="T3" fmla="*/ 21 h 525"/>
                      <a:gd name="T4" fmla="*/ 0 w 1132"/>
                      <a:gd name="T5" fmla="*/ 9 h 525"/>
                      <a:gd name="T6" fmla="*/ 18 w 1132"/>
                      <a:gd name="T7" fmla="*/ 0 h 525"/>
                      <a:gd name="T8" fmla="*/ 45 w 1132"/>
                      <a:gd name="T9" fmla="*/ 9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108850" name="Freeform 79"/>
                  <p:cNvSpPr>
                    <a:spLocks/>
                  </p:cNvSpPr>
                  <p:nvPr/>
                </p:nvSpPr>
                <p:spPr bwMode="auto">
                  <a:xfrm>
                    <a:off x="443" y="1961"/>
                    <a:ext cx="113" cy="74"/>
                  </a:xfrm>
                  <a:custGeom>
                    <a:avLst/>
                    <a:gdLst>
                      <a:gd name="T0" fmla="*/ 22 w 566"/>
                      <a:gd name="T1" fmla="*/ 0 h 371"/>
                      <a:gd name="T2" fmla="*/ 0 w 566"/>
                      <a:gd name="T3" fmla="*/ 12 h 371"/>
                      <a:gd name="T4" fmla="*/ 1 w 566"/>
                      <a:gd name="T5" fmla="*/ 15 h 371"/>
                      <a:gd name="T6" fmla="*/ 23 w 566"/>
                      <a:gd name="T7" fmla="*/ 2 h 371"/>
                      <a:gd name="T8" fmla="*/ 22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108851" name="Freeform 80"/>
                  <p:cNvSpPr>
                    <a:spLocks/>
                  </p:cNvSpPr>
                  <p:nvPr/>
                </p:nvSpPr>
                <p:spPr bwMode="auto">
                  <a:xfrm>
                    <a:off x="325" y="1963"/>
                    <a:ext cx="121" cy="72"/>
                  </a:xfrm>
                  <a:custGeom>
                    <a:avLst/>
                    <a:gdLst>
                      <a:gd name="T0" fmla="*/ 24 w 605"/>
                      <a:gd name="T1" fmla="*/ 14 h 363"/>
                      <a:gd name="T2" fmla="*/ 23 w 605"/>
                      <a:gd name="T3" fmla="*/ 12 h 363"/>
                      <a:gd name="T4" fmla="*/ 0 w 605"/>
                      <a:gd name="T5" fmla="*/ 0 h 363"/>
                      <a:gd name="T6" fmla="*/ 1 w 605"/>
                      <a:gd name="T7" fmla="*/ 2 h 363"/>
                      <a:gd name="T8" fmla="*/ 24 w 605"/>
                      <a:gd name="T9" fmla="*/ 14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108852" name="Freeform 81"/>
                  <p:cNvSpPr>
                    <a:spLocks/>
                  </p:cNvSpPr>
                  <p:nvPr/>
                </p:nvSpPr>
                <p:spPr bwMode="auto">
                  <a:xfrm>
                    <a:off x="417" y="1966"/>
                    <a:ext cx="90" cy="46"/>
                  </a:xfrm>
                  <a:custGeom>
                    <a:avLst/>
                    <a:gdLst>
                      <a:gd name="T0" fmla="*/ 18 w 454"/>
                      <a:gd name="T1" fmla="*/ 2 h 230"/>
                      <a:gd name="T2" fmla="*/ 12 w 454"/>
                      <a:gd name="T3" fmla="*/ 0 h 230"/>
                      <a:gd name="T4" fmla="*/ 0 w 454"/>
                      <a:gd name="T5" fmla="*/ 6 h 230"/>
                      <a:gd name="T6" fmla="*/ 6 w 454"/>
                      <a:gd name="T7" fmla="*/ 9 h 230"/>
                      <a:gd name="T8" fmla="*/ 18 w 454"/>
                      <a:gd name="T9" fmla="*/ 2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53" name="Freeform 82"/>
                  <p:cNvSpPr>
                    <a:spLocks/>
                  </p:cNvSpPr>
                  <p:nvPr/>
                </p:nvSpPr>
                <p:spPr bwMode="auto">
                  <a:xfrm>
                    <a:off x="336" y="1934"/>
                    <a:ext cx="134" cy="61"/>
                  </a:xfrm>
                  <a:custGeom>
                    <a:avLst/>
                    <a:gdLst>
                      <a:gd name="T0" fmla="*/ 27 w 669"/>
                      <a:gd name="T1" fmla="*/ 6 h 309"/>
                      <a:gd name="T2" fmla="*/ 15 w 669"/>
                      <a:gd name="T3" fmla="*/ 12 h 309"/>
                      <a:gd name="T4" fmla="*/ 0 w 669"/>
                      <a:gd name="T5" fmla="*/ 5 h 309"/>
                      <a:gd name="T6" fmla="*/ 11 w 669"/>
                      <a:gd name="T7" fmla="*/ 0 h 309"/>
                      <a:gd name="T8" fmla="*/ 27 w 669"/>
                      <a:gd name="T9" fmla="*/ 6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54" name="Freeform 83"/>
                  <p:cNvSpPr>
                    <a:spLocks/>
                  </p:cNvSpPr>
                  <p:nvPr/>
                </p:nvSpPr>
                <p:spPr bwMode="auto">
                  <a:xfrm>
                    <a:off x="393" y="1920"/>
                    <a:ext cx="148" cy="57"/>
                  </a:xfrm>
                  <a:custGeom>
                    <a:avLst/>
                    <a:gdLst>
                      <a:gd name="T0" fmla="*/ 23 w 738"/>
                      <a:gd name="T1" fmla="*/ 11 h 283"/>
                      <a:gd name="T2" fmla="*/ 30 w 738"/>
                      <a:gd name="T3" fmla="*/ 8 h 283"/>
                      <a:gd name="T4" fmla="*/ 5 w 738"/>
                      <a:gd name="T5" fmla="*/ 0 h 283"/>
                      <a:gd name="T6" fmla="*/ 0 w 738"/>
                      <a:gd name="T7" fmla="*/ 2 h 283"/>
                      <a:gd name="T8" fmla="*/ 23 w 738"/>
                      <a:gd name="T9" fmla="*/ 11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55" name="Line 84"/>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56" name="Line 85"/>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57" name="Line 86"/>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58" name="Line 87"/>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59" name="Line 88"/>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0" name="Line 89"/>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1" name="Line 90"/>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2" name="Line 91"/>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3" name="Line 92"/>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4" name="Line 93"/>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5" name="Line 94"/>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6" name="Line 95"/>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7" name="Line 96"/>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8" name="Line 97"/>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69" name="Line 98"/>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70" name="Line 99"/>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71" name="Line 100"/>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72" name="Line 101"/>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73" name="Line 102"/>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74" name="Line 103"/>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875" name="Line 104"/>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grpSp>
        <p:nvGrpSpPr>
          <p:cNvPr id="108558" name="Group 105"/>
          <p:cNvGrpSpPr>
            <a:grpSpLocks/>
          </p:cNvGrpSpPr>
          <p:nvPr/>
        </p:nvGrpSpPr>
        <p:grpSpPr bwMode="auto">
          <a:xfrm>
            <a:off x="487363" y="4733925"/>
            <a:ext cx="87312" cy="171450"/>
            <a:chOff x="287" y="1872"/>
            <a:chExt cx="55" cy="108"/>
          </a:xfrm>
        </p:grpSpPr>
        <p:sp>
          <p:nvSpPr>
            <p:cNvPr id="108841" name="Freeform 106"/>
            <p:cNvSpPr>
              <a:spLocks/>
            </p:cNvSpPr>
            <p:nvPr/>
          </p:nvSpPr>
          <p:spPr bwMode="auto">
            <a:xfrm>
              <a:off x="287" y="1872"/>
              <a:ext cx="55" cy="108"/>
            </a:xfrm>
            <a:custGeom>
              <a:avLst/>
              <a:gdLst>
                <a:gd name="T0" fmla="*/ 0 w 276"/>
                <a:gd name="T1" fmla="*/ 8 h 540"/>
                <a:gd name="T2" fmla="*/ 2 w 276"/>
                <a:gd name="T3" fmla="*/ 5 h 540"/>
                <a:gd name="T4" fmla="*/ 4 w 276"/>
                <a:gd name="T5" fmla="*/ 3 h 540"/>
                <a:gd name="T6" fmla="*/ 5 w 276"/>
                <a:gd name="T7" fmla="*/ 1 h 540"/>
                <a:gd name="T8" fmla="*/ 5 w 276"/>
                <a:gd name="T9" fmla="*/ 0 h 540"/>
                <a:gd name="T10" fmla="*/ 8 w 276"/>
                <a:gd name="T11" fmla="*/ 0 h 540"/>
                <a:gd name="T12" fmla="*/ 11 w 276"/>
                <a:gd name="T13" fmla="*/ 2 h 540"/>
                <a:gd name="T14" fmla="*/ 10 w 276"/>
                <a:gd name="T15" fmla="*/ 6 h 540"/>
                <a:gd name="T16" fmla="*/ 9 w 276"/>
                <a:gd name="T17" fmla="*/ 8 h 540"/>
                <a:gd name="T18" fmla="*/ 7 w 276"/>
                <a:gd name="T19" fmla="*/ 15 h 540"/>
                <a:gd name="T20" fmla="*/ 4 w 276"/>
                <a:gd name="T21" fmla="*/ 22 h 540"/>
                <a:gd name="T22" fmla="*/ 0 w 276"/>
                <a:gd name="T23" fmla="*/ 8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108842" name="Freeform 107"/>
            <p:cNvSpPr>
              <a:spLocks/>
            </p:cNvSpPr>
            <p:nvPr/>
          </p:nvSpPr>
          <p:spPr bwMode="auto">
            <a:xfrm>
              <a:off x="296" y="1880"/>
              <a:ext cx="43" cy="77"/>
            </a:xfrm>
            <a:custGeom>
              <a:avLst/>
              <a:gdLst>
                <a:gd name="T0" fmla="*/ 4 w 216"/>
                <a:gd name="T1" fmla="*/ 0 h 385"/>
                <a:gd name="T2" fmla="*/ 5 w 216"/>
                <a:gd name="T3" fmla="*/ 1 h 385"/>
                <a:gd name="T4" fmla="*/ 7 w 216"/>
                <a:gd name="T5" fmla="*/ 2 h 385"/>
                <a:gd name="T6" fmla="*/ 9 w 216"/>
                <a:gd name="T7" fmla="*/ 2 h 385"/>
                <a:gd name="T8" fmla="*/ 7 w 216"/>
                <a:gd name="T9" fmla="*/ 5 h 385"/>
                <a:gd name="T10" fmla="*/ 6 w 216"/>
                <a:gd name="T11" fmla="*/ 5 h 385"/>
                <a:gd name="T12" fmla="*/ 5 w 216"/>
                <a:gd name="T13" fmla="*/ 4 h 385"/>
                <a:gd name="T14" fmla="*/ 5 w 216"/>
                <a:gd name="T15" fmla="*/ 6 h 385"/>
                <a:gd name="T16" fmla="*/ 7 w 216"/>
                <a:gd name="T17" fmla="*/ 6 h 385"/>
                <a:gd name="T18" fmla="*/ 6 w 216"/>
                <a:gd name="T19" fmla="*/ 10 h 385"/>
                <a:gd name="T20" fmla="*/ 5 w 216"/>
                <a:gd name="T21" fmla="*/ 12 h 385"/>
                <a:gd name="T22" fmla="*/ 5 w 216"/>
                <a:gd name="T23" fmla="*/ 11 h 385"/>
                <a:gd name="T24" fmla="*/ 4 w 216"/>
                <a:gd name="T25" fmla="*/ 8 h 385"/>
                <a:gd name="T26" fmla="*/ 4 w 216"/>
                <a:gd name="T27" fmla="*/ 6 h 385"/>
                <a:gd name="T28" fmla="*/ 4 w 216"/>
                <a:gd name="T29" fmla="*/ 7 h 385"/>
                <a:gd name="T30" fmla="*/ 4 w 216"/>
                <a:gd name="T31" fmla="*/ 9 h 385"/>
                <a:gd name="T32" fmla="*/ 4 w 216"/>
                <a:gd name="T33" fmla="*/ 12 h 385"/>
                <a:gd name="T34" fmla="*/ 4 w 216"/>
                <a:gd name="T35" fmla="*/ 13 h 385"/>
                <a:gd name="T36" fmla="*/ 4 w 216"/>
                <a:gd name="T37" fmla="*/ 15 h 385"/>
                <a:gd name="T38" fmla="*/ 2 w 216"/>
                <a:gd name="T39" fmla="*/ 10 h 385"/>
                <a:gd name="T40" fmla="*/ 2 w 216"/>
                <a:gd name="T41" fmla="*/ 8 h 385"/>
                <a:gd name="T42" fmla="*/ 0 w 216"/>
                <a:gd name="T43" fmla="*/ 5 h 385"/>
                <a:gd name="T44" fmla="*/ 0 w 216"/>
                <a:gd name="T45" fmla="*/ 5 h 385"/>
                <a:gd name="T46" fmla="*/ 1 w 216"/>
                <a:gd name="T47" fmla="*/ 4 h 385"/>
                <a:gd name="T48" fmla="*/ 3 w 216"/>
                <a:gd name="T49" fmla="*/ 3 h 385"/>
                <a:gd name="T50" fmla="*/ 3 w 216"/>
                <a:gd name="T51" fmla="*/ 3 h 385"/>
                <a:gd name="T52" fmla="*/ 3 w 216"/>
                <a:gd name="T53" fmla="*/ 2 h 385"/>
                <a:gd name="T54" fmla="*/ 4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59" name="Group 108"/>
          <p:cNvGrpSpPr>
            <a:grpSpLocks/>
          </p:cNvGrpSpPr>
          <p:nvPr/>
        </p:nvGrpSpPr>
        <p:grpSpPr bwMode="auto">
          <a:xfrm>
            <a:off x="473075" y="4635500"/>
            <a:ext cx="111125" cy="120650"/>
            <a:chOff x="278" y="1810"/>
            <a:chExt cx="70" cy="76"/>
          </a:xfrm>
        </p:grpSpPr>
        <p:sp>
          <p:nvSpPr>
            <p:cNvPr id="108826" name="Freeform 109"/>
            <p:cNvSpPr>
              <a:spLocks/>
            </p:cNvSpPr>
            <p:nvPr/>
          </p:nvSpPr>
          <p:spPr bwMode="auto">
            <a:xfrm>
              <a:off x="297" y="1815"/>
              <a:ext cx="51" cy="71"/>
            </a:xfrm>
            <a:custGeom>
              <a:avLst/>
              <a:gdLst>
                <a:gd name="T0" fmla="*/ 0 w 256"/>
                <a:gd name="T1" fmla="*/ 5 h 356"/>
                <a:gd name="T2" fmla="*/ 0 w 256"/>
                <a:gd name="T3" fmla="*/ 6 h 356"/>
                <a:gd name="T4" fmla="*/ 1 w 256"/>
                <a:gd name="T5" fmla="*/ 7 h 356"/>
                <a:gd name="T6" fmla="*/ 1 w 256"/>
                <a:gd name="T7" fmla="*/ 7 h 356"/>
                <a:gd name="T8" fmla="*/ 2 w 256"/>
                <a:gd name="T9" fmla="*/ 8 h 356"/>
                <a:gd name="T10" fmla="*/ 2 w 256"/>
                <a:gd name="T11" fmla="*/ 9 h 356"/>
                <a:gd name="T12" fmla="*/ 3 w 256"/>
                <a:gd name="T13" fmla="*/ 9 h 356"/>
                <a:gd name="T14" fmla="*/ 4 w 256"/>
                <a:gd name="T15" fmla="*/ 9 h 356"/>
                <a:gd name="T16" fmla="*/ 4 w 256"/>
                <a:gd name="T17" fmla="*/ 10 h 356"/>
                <a:gd name="T18" fmla="*/ 4 w 256"/>
                <a:gd name="T19" fmla="*/ 11 h 356"/>
                <a:gd name="T20" fmla="*/ 4 w 256"/>
                <a:gd name="T21" fmla="*/ 13 h 356"/>
                <a:gd name="T22" fmla="*/ 5 w 256"/>
                <a:gd name="T23" fmla="*/ 14 h 356"/>
                <a:gd name="T24" fmla="*/ 6 w 256"/>
                <a:gd name="T25" fmla="*/ 14 h 356"/>
                <a:gd name="T26" fmla="*/ 7 w 256"/>
                <a:gd name="T27" fmla="*/ 14 h 356"/>
                <a:gd name="T28" fmla="*/ 8 w 256"/>
                <a:gd name="T29" fmla="*/ 14 h 356"/>
                <a:gd name="T30" fmla="*/ 9 w 256"/>
                <a:gd name="T31" fmla="*/ 13 h 356"/>
                <a:gd name="T32" fmla="*/ 9 w 256"/>
                <a:gd name="T33" fmla="*/ 10 h 356"/>
                <a:gd name="T34" fmla="*/ 9 w 256"/>
                <a:gd name="T35" fmla="*/ 9 h 356"/>
                <a:gd name="T36" fmla="*/ 10 w 256"/>
                <a:gd name="T37" fmla="*/ 8 h 356"/>
                <a:gd name="T38" fmla="*/ 10 w 256"/>
                <a:gd name="T39" fmla="*/ 7 h 356"/>
                <a:gd name="T40" fmla="*/ 10 w 256"/>
                <a:gd name="T41" fmla="*/ 5 h 356"/>
                <a:gd name="T42" fmla="*/ 10 w 256"/>
                <a:gd name="T43" fmla="*/ 4 h 356"/>
                <a:gd name="T44" fmla="*/ 10 w 256"/>
                <a:gd name="T45" fmla="*/ 4 h 356"/>
                <a:gd name="T46" fmla="*/ 10 w 256"/>
                <a:gd name="T47" fmla="*/ 3 h 356"/>
                <a:gd name="T48" fmla="*/ 9 w 256"/>
                <a:gd name="T49" fmla="*/ 2 h 356"/>
                <a:gd name="T50" fmla="*/ 9 w 256"/>
                <a:gd name="T51" fmla="*/ 2 h 356"/>
                <a:gd name="T52" fmla="*/ 8 w 256"/>
                <a:gd name="T53" fmla="*/ 1 h 356"/>
                <a:gd name="T54" fmla="*/ 8 w 256"/>
                <a:gd name="T55" fmla="*/ 1 h 356"/>
                <a:gd name="T56" fmla="*/ 7 w 256"/>
                <a:gd name="T57" fmla="*/ 1 h 356"/>
                <a:gd name="T58" fmla="*/ 6 w 256"/>
                <a:gd name="T59" fmla="*/ 0 h 356"/>
                <a:gd name="T60" fmla="*/ 6 w 256"/>
                <a:gd name="T61" fmla="*/ 0 h 356"/>
                <a:gd name="T62" fmla="*/ 5 w 256"/>
                <a:gd name="T63" fmla="*/ 1 h 356"/>
                <a:gd name="T64" fmla="*/ 4 w 256"/>
                <a:gd name="T65" fmla="*/ 0 h 356"/>
                <a:gd name="T66" fmla="*/ 3 w 256"/>
                <a:gd name="T67" fmla="*/ 0 h 356"/>
                <a:gd name="T68" fmla="*/ 3 w 256"/>
                <a:gd name="T69" fmla="*/ 2 h 356"/>
                <a:gd name="T70" fmla="*/ 2 w 256"/>
                <a:gd name="T71" fmla="*/ 3 h 356"/>
                <a:gd name="T72" fmla="*/ 2 w 256"/>
                <a:gd name="T73" fmla="*/ 4 h 356"/>
                <a:gd name="T74" fmla="*/ 2 w 256"/>
                <a:gd name="T75" fmla="*/ 5 h 356"/>
                <a:gd name="T76" fmla="*/ 2 w 256"/>
                <a:gd name="T77" fmla="*/ 5 h 356"/>
                <a:gd name="T78" fmla="*/ 2 w 256"/>
                <a:gd name="T79" fmla="*/ 4 h 356"/>
                <a:gd name="T80" fmla="*/ 1 w 256"/>
                <a:gd name="T81" fmla="*/ 3 h 356"/>
                <a:gd name="T82" fmla="*/ 1 w 256"/>
                <a:gd name="T83" fmla="*/ 2 h 356"/>
                <a:gd name="T84" fmla="*/ 0 w 256"/>
                <a:gd name="T85" fmla="*/ 2 h 356"/>
                <a:gd name="T86" fmla="*/ 0 w 256"/>
                <a:gd name="T87" fmla="*/ 2 h 356"/>
                <a:gd name="T88" fmla="*/ 0 w 256"/>
                <a:gd name="T89" fmla="*/ 3 h 356"/>
                <a:gd name="T90" fmla="*/ 0 w 256"/>
                <a:gd name="T91" fmla="*/ 3 h 356"/>
                <a:gd name="T92" fmla="*/ 0 w 256"/>
                <a:gd name="T93" fmla="*/ 4 h 356"/>
                <a:gd name="T94" fmla="*/ 0 w 256"/>
                <a:gd name="T95" fmla="*/ 5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108827" name="Freeform 110"/>
            <p:cNvSpPr>
              <a:spLocks/>
            </p:cNvSpPr>
            <p:nvPr/>
          </p:nvSpPr>
          <p:spPr bwMode="auto">
            <a:xfrm>
              <a:off x="320" y="1820"/>
              <a:ext cx="26" cy="27"/>
            </a:xfrm>
            <a:custGeom>
              <a:avLst/>
              <a:gdLst>
                <a:gd name="T0" fmla="*/ 0 w 129"/>
                <a:gd name="T1" fmla="*/ 0 h 134"/>
                <a:gd name="T2" fmla="*/ 1 w 129"/>
                <a:gd name="T3" fmla="*/ 1 h 134"/>
                <a:gd name="T4" fmla="*/ 1 w 129"/>
                <a:gd name="T5" fmla="*/ 2 h 134"/>
                <a:gd name="T6" fmla="*/ 0 w 129"/>
                <a:gd name="T7" fmla="*/ 4 h 134"/>
                <a:gd name="T8" fmla="*/ 1 w 129"/>
                <a:gd name="T9" fmla="*/ 4 h 134"/>
                <a:gd name="T10" fmla="*/ 1 w 129"/>
                <a:gd name="T11" fmla="*/ 4 h 134"/>
                <a:gd name="T12" fmla="*/ 2 w 129"/>
                <a:gd name="T13" fmla="*/ 4 h 134"/>
                <a:gd name="T14" fmla="*/ 2 w 129"/>
                <a:gd name="T15" fmla="*/ 3 h 134"/>
                <a:gd name="T16" fmla="*/ 2 w 129"/>
                <a:gd name="T17" fmla="*/ 2 h 134"/>
                <a:gd name="T18" fmla="*/ 2 w 129"/>
                <a:gd name="T19" fmla="*/ 1 h 134"/>
                <a:gd name="T20" fmla="*/ 2 w 129"/>
                <a:gd name="T21" fmla="*/ 0 h 134"/>
                <a:gd name="T22" fmla="*/ 2 w 129"/>
                <a:gd name="T23" fmla="*/ 0 h 134"/>
                <a:gd name="T24" fmla="*/ 2 w 129"/>
                <a:gd name="T25" fmla="*/ 1 h 134"/>
                <a:gd name="T26" fmla="*/ 3 w 129"/>
                <a:gd name="T27" fmla="*/ 2 h 134"/>
                <a:gd name="T28" fmla="*/ 3 w 129"/>
                <a:gd name="T29" fmla="*/ 3 h 134"/>
                <a:gd name="T30" fmla="*/ 2 w 129"/>
                <a:gd name="T31" fmla="*/ 3 h 134"/>
                <a:gd name="T32" fmla="*/ 2 w 129"/>
                <a:gd name="T33" fmla="*/ 4 h 134"/>
                <a:gd name="T34" fmla="*/ 2 w 129"/>
                <a:gd name="T35" fmla="*/ 5 h 134"/>
                <a:gd name="T36" fmla="*/ 2 w 129"/>
                <a:gd name="T37" fmla="*/ 5 h 134"/>
                <a:gd name="T38" fmla="*/ 3 w 129"/>
                <a:gd name="T39" fmla="*/ 5 h 134"/>
                <a:gd name="T40" fmla="*/ 3 w 129"/>
                <a:gd name="T41" fmla="*/ 4 h 134"/>
                <a:gd name="T42" fmla="*/ 4 w 129"/>
                <a:gd name="T43" fmla="*/ 3 h 134"/>
                <a:gd name="T44" fmla="*/ 4 w 129"/>
                <a:gd name="T45" fmla="*/ 3 h 134"/>
                <a:gd name="T46" fmla="*/ 4 w 129"/>
                <a:gd name="T47" fmla="*/ 2 h 134"/>
                <a:gd name="T48" fmla="*/ 4 w 129"/>
                <a:gd name="T49" fmla="*/ 3 h 134"/>
                <a:gd name="T50" fmla="*/ 4 w 129"/>
                <a:gd name="T51" fmla="*/ 3 h 134"/>
                <a:gd name="T52" fmla="*/ 4 w 129"/>
                <a:gd name="T53" fmla="*/ 4 h 134"/>
                <a:gd name="T54" fmla="*/ 4 w 129"/>
                <a:gd name="T55" fmla="*/ 5 h 134"/>
                <a:gd name="T56" fmla="*/ 4 w 129"/>
                <a:gd name="T57" fmla="*/ 5 h 134"/>
                <a:gd name="T58" fmla="*/ 4 w 129"/>
                <a:gd name="T59" fmla="*/ 5 h 134"/>
                <a:gd name="T60" fmla="*/ 5 w 129"/>
                <a:gd name="T61" fmla="*/ 5 h 134"/>
                <a:gd name="T62" fmla="*/ 5 w 129"/>
                <a:gd name="T63" fmla="*/ 4 h 134"/>
                <a:gd name="T64" fmla="*/ 5 w 129"/>
                <a:gd name="T65" fmla="*/ 5 h 134"/>
                <a:gd name="T66" fmla="*/ 4 w 129"/>
                <a:gd name="T67" fmla="*/ 5 h 134"/>
                <a:gd name="T68" fmla="*/ 4 w 129"/>
                <a:gd name="T69" fmla="*/ 5 h 134"/>
                <a:gd name="T70" fmla="*/ 4 w 129"/>
                <a:gd name="T71" fmla="*/ 5 h 134"/>
                <a:gd name="T72" fmla="*/ 4 w 129"/>
                <a:gd name="T73" fmla="*/ 5 h 134"/>
                <a:gd name="T74" fmla="*/ 3 w 129"/>
                <a:gd name="T75" fmla="*/ 5 h 134"/>
                <a:gd name="T76" fmla="*/ 3 w 129"/>
                <a:gd name="T77" fmla="*/ 5 h 134"/>
                <a:gd name="T78" fmla="*/ 2 w 129"/>
                <a:gd name="T79" fmla="*/ 5 h 134"/>
                <a:gd name="T80" fmla="*/ 2 w 129"/>
                <a:gd name="T81" fmla="*/ 5 h 134"/>
                <a:gd name="T82" fmla="*/ 2 w 129"/>
                <a:gd name="T83" fmla="*/ 4 h 134"/>
                <a:gd name="T84" fmla="*/ 1 w 129"/>
                <a:gd name="T85" fmla="*/ 4 h 134"/>
                <a:gd name="T86" fmla="*/ 1 w 129"/>
                <a:gd name="T87" fmla="*/ 4 h 134"/>
                <a:gd name="T88" fmla="*/ 0 w 129"/>
                <a:gd name="T89" fmla="*/ 4 h 134"/>
                <a:gd name="T90" fmla="*/ 0 w 129"/>
                <a:gd name="T91" fmla="*/ 3 h 134"/>
                <a:gd name="T92" fmla="*/ 1 w 129"/>
                <a:gd name="T93" fmla="*/ 2 h 134"/>
                <a:gd name="T94" fmla="*/ 0 w 129"/>
                <a:gd name="T95" fmla="*/ 1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28" name="Freeform 111"/>
            <p:cNvSpPr>
              <a:spLocks/>
            </p:cNvSpPr>
            <p:nvPr/>
          </p:nvSpPr>
          <p:spPr bwMode="auto">
            <a:xfrm>
              <a:off x="325" y="1834"/>
              <a:ext cx="4" cy="1"/>
            </a:xfrm>
            <a:custGeom>
              <a:avLst/>
              <a:gdLst>
                <a:gd name="T0" fmla="*/ 0 w 20"/>
                <a:gd name="T1" fmla="*/ 0 h 5"/>
                <a:gd name="T2" fmla="*/ 0 w 20"/>
                <a:gd name="T3" fmla="*/ 0 h 5"/>
                <a:gd name="T4" fmla="*/ 1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29" name="Freeform 112"/>
            <p:cNvSpPr>
              <a:spLocks/>
            </p:cNvSpPr>
            <p:nvPr/>
          </p:nvSpPr>
          <p:spPr bwMode="auto">
            <a:xfrm>
              <a:off x="330" y="1838"/>
              <a:ext cx="6" cy="2"/>
            </a:xfrm>
            <a:custGeom>
              <a:avLst/>
              <a:gdLst>
                <a:gd name="T0" fmla="*/ 1 w 27"/>
                <a:gd name="T1" fmla="*/ 0 h 9"/>
                <a:gd name="T2" fmla="*/ 1 w 27"/>
                <a:gd name="T3" fmla="*/ 0 h 9"/>
                <a:gd name="T4" fmla="*/ 1 w 27"/>
                <a:gd name="T5" fmla="*/ 0 h 9"/>
                <a:gd name="T6" fmla="*/ 0 w 27"/>
                <a:gd name="T7" fmla="*/ 0 h 9"/>
                <a:gd name="T8" fmla="*/ 0 w 27"/>
                <a:gd name="T9" fmla="*/ 0 h 9"/>
                <a:gd name="T10" fmla="*/ 0 w 27"/>
                <a:gd name="T11" fmla="*/ 0 h 9"/>
                <a:gd name="T12" fmla="*/ 1 w 27"/>
                <a:gd name="T13" fmla="*/ 0 h 9"/>
                <a:gd name="T14" fmla="*/ 1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0" name="Freeform 113"/>
            <p:cNvSpPr>
              <a:spLocks/>
            </p:cNvSpPr>
            <p:nvPr/>
          </p:nvSpPr>
          <p:spPr bwMode="auto">
            <a:xfrm>
              <a:off x="340" y="1841"/>
              <a:ext cx="4" cy="1"/>
            </a:xfrm>
            <a:custGeom>
              <a:avLst/>
              <a:gdLst>
                <a:gd name="T0" fmla="*/ 0 w 20"/>
                <a:gd name="T1" fmla="*/ 0 h 4"/>
                <a:gd name="T2" fmla="*/ 0 w 20"/>
                <a:gd name="T3" fmla="*/ 0 h 4"/>
                <a:gd name="T4" fmla="*/ 0 w 20"/>
                <a:gd name="T5" fmla="*/ 0 h 4"/>
                <a:gd name="T6" fmla="*/ 1 w 20"/>
                <a:gd name="T7" fmla="*/ 0 h 4"/>
                <a:gd name="T8" fmla="*/ 1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1" name="Freeform 114"/>
            <p:cNvSpPr>
              <a:spLocks/>
            </p:cNvSpPr>
            <p:nvPr/>
          </p:nvSpPr>
          <p:spPr bwMode="auto">
            <a:xfrm>
              <a:off x="323" y="1845"/>
              <a:ext cx="6" cy="15"/>
            </a:xfrm>
            <a:custGeom>
              <a:avLst/>
              <a:gdLst>
                <a:gd name="T0" fmla="*/ 0 w 31"/>
                <a:gd name="T1" fmla="*/ 0 h 74"/>
                <a:gd name="T2" fmla="*/ 1 w 31"/>
                <a:gd name="T3" fmla="*/ 1 h 74"/>
                <a:gd name="T4" fmla="*/ 1 w 31"/>
                <a:gd name="T5" fmla="*/ 2 h 74"/>
                <a:gd name="T6" fmla="*/ 1 w 31"/>
                <a:gd name="T7" fmla="*/ 3 h 74"/>
                <a:gd name="T8" fmla="*/ 1 w 31"/>
                <a:gd name="T9" fmla="*/ 2 h 74"/>
                <a:gd name="T10" fmla="*/ 1 w 31"/>
                <a:gd name="T11" fmla="*/ 1 h 74"/>
                <a:gd name="T12" fmla="*/ 1 w 31"/>
                <a:gd name="T13" fmla="*/ 1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2" name="Freeform 115"/>
            <p:cNvSpPr>
              <a:spLocks/>
            </p:cNvSpPr>
            <p:nvPr/>
          </p:nvSpPr>
          <p:spPr bwMode="auto">
            <a:xfrm>
              <a:off x="308" y="1839"/>
              <a:ext cx="10" cy="5"/>
            </a:xfrm>
            <a:custGeom>
              <a:avLst/>
              <a:gdLst>
                <a:gd name="T0" fmla="*/ 0 w 50"/>
                <a:gd name="T1" fmla="*/ 0 h 25"/>
                <a:gd name="T2" fmla="*/ 1 w 50"/>
                <a:gd name="T3" fmla="*/ 1 h 25"/>
                <a:gd name="T4" fmla="*/ 2 w 50"/>
                <a:gd name="T5" fmla="*/ 1 h 25"/>
                <a:gd name="T6" fmla="*/ 1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3" name="Freeform 116"/>
            <p:cNvSpPr>
              <a:spLocks/>
            </p:cNvSpPr>
            <p:nvPr/>
          </p:nvSpPr>
          <p:spPr bwMode="auto">
            <a:xfrm>
              <a:off x="321" y="1862"/>
              <a:ext cx="7" cy="7"/>
            </a:xfrm>
            <a:custGeom>
              <a:avLst/>
              <a:gdLst>
                <a:gd name="T0" fmla="*/ 1 w 39"/>
                <a:gd name="T1" fmla="*/ 0 h 33"/>
                <a:gd name="T2" fmla="*/ 1 w 39"/>
                <a:gd name="T3" fmla="*/ 1 h 33"/>
                <a:gd name="T4" fmla="*/ 0 w 39"/>
                <a:gd name="T5" fmla="*/ 1 h 33"/>
                <a:gd name="T6" fmla="*/ 1 w 39"/>
                <a:gd name="T7" fmla="*/ 1 h 33"/>
                <a:gd name="T8" fmla="*/ 1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4" name="Freeform 117"/>
            <p:cNvSpPr>
              <a:spLocks/>
            </p:cNvSpPr>
            <p:nvPr/>
          </p:nvSpPr>
          <p:spPr bwMode="auto">
            <a:xfrm>
              <a:off x="332" y="1858"/>
              <a:ext cx="7" cy="7"/>
            </a:xfrm>
            <a:custGeom>
              <a:avLst/>
              <a:gdLst>
                <a:gd name="T0" fmla="*/ 0 w 38"/>
                <a:gd name="T1" fmla="*/ 0 h 35"/>
                <a:gd name="T2" fmla="*/ 0 w 38"/>
                <a:gd name="T3" fmla="*/ 1 h 35"/>
                <a:gd name="T4" fmla="*/ 1 w 38"/>
                <a:gd name="T5" fmla="*/ 1 h 35"/>
                <a:gd name="T6" fmla="*/ 1 w 38"/>
                <a:gd name="T7" fmla="*/ 1 h 35"/>
                <a:gd name="T8" fmla="*/ 0 w 38"/>
                <a:gd name="T9" fmla="*/ 1 h 35"/>
                <a:gd name="T10" fmla="*/ 0 w 38"/>
                <a:gd name="T11" fmla="*/ 1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5" name="Freeform 118"/>
            <p:cNvSpPr>
              <a:spLocks/>
            </p:cNvSpPr>
            <p:nvPr/>
          </p:nvSpPr>
          <p:spPr bwMode="auto">
            <a:xfrm>
              <a:off x="278" y="1810"/>
              <a:ext cx="41" cy="31"/>
            </a:xfrm>
            <a:custGeom>
              <a:avLst/>
              <a:gdLst>
                <a:gd name="T0" fmla="*/ 7 w 201"/>
                <a:gd name="T1" fmla="*/ 6 h 158"/>
                <a:gd name="T2" fmla="*/ 8 w 201"/>
                <a:gd name="T3" fmla="*/ 3 h 158"/>
                <a:gd name="T4" fmla="*/ 6 w 201"/>
                <a:gd name="T5" fmla="*/ 1 h 158"/>
                <a:gd name="T6" fmla="*/ 1 w 201"/>
                <a:gd name="T7" fmla="*/ 0 h 158"/>
                <a:gd name="T8" fmla="*/ 0 w 201"/>
                <a:gd name="T9" fmla="*/ 3 h 158"/>
                <a:gd name="T10" fmla="*/ 4 w 201"/>
                <a:gd name="T11" fmla="*/ 4 h 158"/>
                <a:gd name="T12" fmla="*/ 7 w 201"/>
                <a:gd name="T13" fmla="*/ 6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108836" name="Oval 119"/>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p>
              <a:endParaRPr lang="zh-CN" altLang="en-US"/>
            </a:p>
          </p:txBody>
        </p:sp>
        <p:sp>
          <p:nvSpPr>
            <p:cNvPr id="108837" name="Freeform 120"/>
            <p:cNvSpPr>
              <a:spLocks/>
            </p:cNvSpPr>
            <p:nvPr/>
          </p:nvSpPr>
          <p:spPr bwMode="auto">
            <a:xfrm>
              <a:off x="297" y="1826"/>
              <a:ext cx="10" cy="22"/>
            </a:xfrm>
            <a:custGeom>
              <a:avLst/>
              <a:gdLst>
                <a:gd name="T0" fmla="*/ 0 w 52"/>
                <a:gd name="T1" fmla="*/ 3 h 111"/>
                <a:gd name="T2" fmla="*/ 0 w 52"/>
                <a:gd name="T3" fmla="*/ 2 h 111"/>
                <a:gd name="T4" fmla="*/ 0 w 52"/>
                <a:gd name="T5" fmla="*/ 1 h 111"/>
                <a:gd name="T6" fmla="*/ 0 w 52"/>
                <a:gd name="T7" fmla="*/ 1 h 111"/>
                <a:gd name="T8" fmla="*/ 0 w 52"/>
                <a:gd name="T9" fmla="*/ 1 h 111"/>
                <a:gd name="T10" fmla="*/ 0 w 52"/>
                <a:gd name="T11" fmla="*/ 0 h 111"/>
                <a:gd name="T12" fmla="*/ 0 w 52"/>
                <a:gd name="T13" fmla="*/ 0 h 111"/>
                <a:gd name="T14" fmla="*/ 1 w 52"/>
                <a:gd name="T15" fmla="*/ 0 h 111"/>
                <a:gd name="T16" fmla="*/ 1 w 52"/>
                <a:gd name="T17" fmla="*/ 1 h 111"/>
                <a:gd name="T18" fmla="*/ 1 w 52"/>
                <a:gd name="T19" fmla="*/ 1 h 111"/>
                <a:gd name="T20" fmla="*/ 2 w 52"/>
                <a:gd name="T21" fmla="*/ 2 h 111"/>
                <a:gd name="T22" fmla="*/ 2 w 52"/>
                <a:gd name="T23" fmla="*/ 2 h 111"/>
                <a:gd name="T24" fmla="*/ 2 w 52"/>
                <a:gd name="T25" fmla="*/ 3 h 111"/>
                <a:gd name="T26" fmla="*/ 1 w 52"/>
                <a:gd name="T27" fmla="*/ 4 h 111"/>
                <a:gd name="T28" fmla="*/ 0 w 52"/>
                <a:gd name="T29" fmla="*/ 4 h 111"/>
                <a:gd name="T30" fmla="*/ 0 w 52"/>
                <a:gd name="T31" fmla="*/ 3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108838" name="Freeform 121"/>
            <p:cNvSpPr>
              <a:spLocks/>
            </p:cNvSpPr>
            <p:nvPr/>
          </p:nvSpPr>
          <p:spPr bwMode="auto">
            <a:xfrm>
              <a:off x="301" y="1841"/>
              <a:ext cx="7" cy="7"/>
            </a:xfrm>
            <a:custGeom>
              <a:avLst/>
              <a:gdLst>
                <a:gd name="T0" fmla="*/ 1 w 35"/>
                <a:gd name="T1" fmla="*/ 0 h 34"/>
                <a:gd name="T2" fmla="*/ 1 w 35"/>
                <a:gd name="T3" fmla="*/ 0 h 34"/>
                <a:gd name="T4" fmla="*/ 0 w 35"/>
                <a:gd name="T5" fmla="*/ 1 h 34"/>
                <a:gd name="T6" fmla="*/ 0 w 35"/>
                <a:gd name="T7" fmla="*/ 1 h 34"/>
                <a:gd name="T8" fmla="*/ 1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39" name="Freeform 122"/>
            <p:cNvSpPr>
              <a:spLocks/>
            </p:cNvSpPr>
            <p:nvPr/>
          </p:nvSpPr>
          <p:spPr bwMode="auto">
            <a:xfrm>
              <a:off x="312" y="1815"/>
              <a:ext cx="9" cy="20"/>
            </a:xfrm>
            <a:custGeom>
              <a:avLst/>
              <a:gdLst>
                <a:gd name="T0" fmla="*/ 0 w 48"/>
                <a:gd name="T1" fmla="*/ 1 h 97"/>
                <a:gd name="T2" fmla="*/ 0 w 48"/>
                <a:gd name="T3" fmla="*/ 2 h 97"/>
                <a:gd name="T4" fmla="*/ 0 w 48"/>
                <a:gd name="T5" fmla="*/ 2 h 97"/>
                <a:gd name="T6" fmla="*/ 0 w 48"/>
                <a:gd name="T7" fmla="*/ 3 h 97"/>
                <a:gd name="T8" fmla="*/ 0 w 48"/>
                <a:gd name="T9" fmla="*/ 3 h 97"/>
                <a:gd name="T10" fmla="*/ 0 w 48"/>
                <a:gd name="T11" fmla="*/ 4 h 97"/>
                <a:gd name="T12" fmla="*/ 1 w 48"/>
                <a:gd name="T13" fmla="*/ 4 h 97"/>
                <a:gd name="T14" fmla="*/ 1 w 48"/>
                <a:gd name="T15" fmla="*/ 4 h 97"/>
                <a:gd name="T16" fmla="*/ 1 w 48"/>
                <a:gd name="T17" fmla="*/ 4 h 97"/>
                <a:gd name="T18" fmla="*/ 2 w 48"/>
                <a:gd name="T19" fmla="*/ 4 h 97"/>
                <a:gd name="T20" fmla="*/ 2 w 48"/>
                <a:gd name="T21" fmla="*/ 4 h 97"/>
                <a:gd name="T22" fmla="*/ 2 w 48"/>
                <a:gd name="T23" fmla="*/ 3 h 97"/>
                <a:gd name="T24" fmla="*/ 2 w 48"/>
                <a:gd name="T25" fmla="*/ 2 h 97"/>
                <a:gd name="T26" fmla="*/ 2 w 48"/>
                <a:gd name="T27" fmla="*/ 2 h 97"/>
                <a:gd name="T28" fmla="*/ 2 w 48"/>
                <a:gd name="T29" fmla="*/ 1 h 97"/>
                <a:gd name="T30" fmla="*/ 2 w 48"/>
                <a:gd name="T31" fmla="*/ 1 h 97"/>
                <a:gd name="T32" fmla="*/ 1 w 48"/>
                <a:gd name="T33" fmla="*/ 0 h 97"/>
                <a:gd name="T34" fmla="*/ 0 w 48"/>
                <a:gd name="T35" fmla="*/ 0 h 97"/>
                <a:gd name="T36" fmla="*/ 0 w 48"/>
                <a:gd name="T37" fmla="*/ 1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108840" name="Freeform 123"/>
            <p:cNvSpPr>
              <a:spLocks/>
            </p:cNvSpPr>
            <p:nvPr/>
          </p:nvSpPr>
          <p:spPr bwMode="auto">
            <a:xfrm>
              <a:off x="315" y="1828"/>
              <a:ext cx="5" cy="4"/>
            </a:xfrm>
            <a:custGeom>
              <a:avLst/>
              <a:gdLst>
                <a:gd name="T0" fmla="*/ 1 w 24"/>
                <a:gd name="T1" fmla="*/ 0 h 20"/>
                <a:gd name="T2" fmla="*/ 1 w 24"/>
                <a:gd name="T3" fmla="*/ 0 h 20"/>
                <a:gd name="T4" fmla="*/ 0 w 24"/>
                <a:gd name="T5" fmla="*/ 0 h 20"/>
                <a:gd name="T6" fmla="*/ 0 w 24"/>
                <a:gd name="T7" fmla="*/ 0 h 20"/>
                <a:gd name="T8" fmla="*/ 0 w 24"/>
                <a:gd name="T9" fmla="*/ 1 h 20"/>
                <a:gd name="T10" fmla="*/ 0 w 24"/>
                <a:gd name="T11" fmla="*/ 0 h 20"/>
                <a:gd name="T12" fmla="*/ 0 w 24"/>
                <a:gd name="T13" fmla="*/ 0 h 20"/>
                <a:gd name="T14" fmla="*/ 1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60" name="Group 124"/>
          <p:cNvGrpSpPr>
            <a:grpSpLocks/>
          </p:cNvGrpSpPr>
          <p:nvPr/>
        </p:nvGrpSpPr>
        <p:grpSpPr bwMode="auto">
          <a:xfrm>
            <a:off x="627063" y="5437188"/>
            <a:ext cx="220662" cy="112712"/>
            <a:chOff x="375" y="2315"/>
            <a:chExt cx="139" cy="71"/>
          </a:xfrm>
        </p:grpSpPr>
        <p:sp>
          <p:nvSpPr>
            <p:cNvPr id="108821" name="Freeform 125"/>
            <p:cNvSpPr>
              <a:spLocks/>
            </p:cNvSpPr>
            <p:nvPr/>
          </p:nvSpPr>
          <p:spPr bwMode="auto">
            <a:xfrm>
              <a:off x="375" y="2315"/>
              <a:ext cx="139" cy="71"/>
            </a:xfrm>
            <a:custGeom>
              <a:avLst/>
              <a:gdLst>
                <a:gd name="T0" fmla="*/ 11 w 691"/>
                <a:gd name="T1" fmla="*/ 0 h 355"/>
                <a:gd name="T2" fmla="*/ 11 w 691"/>
                <a:gd name="T3" fmla="*/ 4 h 355"/>
                <a:gd name="T4" fmla="*/ 19 w 691"/>
                <a:gd name="T5" fmla="*/ 8 h 355"/>
                <a:gd name="T6" fmla="*/ 25 w 691"/>
                <a:gd name="T7" fmla="*/ 9 h 355"/>
                <a:gd name="T8" fmla="*/ 28 w 691"/>
                <a:gd name="T9" fmla="*/ 11 h 355"/>
                <a:gd name="T10" fmla="*/ 28 w 691"/>
                <a:gd name="T11" fmla="*/ 13 h 355"/>
                <a:gd name="T12" fmla="*/ 23 w 691"/>
                <a:gd name="T13" fmla="*/ 14 h 355"/>
                <a:gd name="T14" fmla="*/ 17 w 691"/>
                <a:gd name="T15" fmla="*/ 14 h 355"/>
                <a:gd name="T16" fmla="*/ 11 w 691"/>
                <a:gd name="T17" fmla="*/ 13 h 355"/>
                <a:gd name="T18" fmla="*/ 8 w 691"/>
                <a:gd name="T19" fmla="*/ 12 h 355"/>
                <a:gd name="T20" fmla="*/ 7 w 691"/>
                <a:gd name="T21" fmla="*/ 13 h 355"/>
                <a:gd name="T22" fmla="*/ 3 w 691"/>
                <a:gd name="T23" fmla="*/ 13 h 355"/>
                <a:gd name="T24" fmla="*/ 0 w 691"/>
                <a:gd name="T25" fmla="*/ 13 h 355"/>
                <a:gd name="T26" fmla="*/ 0 w 691"/>
                <a:gd name="T27" fmla="*/ 11 h 355"/>
                <a:gd name="T28" fmla="*/ 0 w 691"/>
                <a:gd name="T29" fmla="*/ 10 h 355"/>
                <a:gd name="T30" fmla="*/ 0 w 691"/>
                <a:gd name="T31" fmla="*/ 7 h 355"/>
                <a:gd name="T32" fmla="*/ 1 w 691"/>
                <a:gd name="T33" fmla="*/ 5 h 355"/>
                <a:gd name="T34" fmla="*/ 2 w 691"/>
                <a:gd name="T35" fmla="*/ 4 h 355"/>
                <a:gd name="T36" fmla="*/ 2 w 691"/>
                <a:gd name="T37" fmla="*/ 0 h 355"/>
                <a:gd name="T38" fmla="*/ 11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108822" name="Freeform 126"/>
            <p:cNvSpPr>
              <a:spLocks/>
            </p:cNvSpPr>
            <p:nvPr/>
          </p:nvSpPr>
          <p:spPr bwMode="auto">
            <a:xfrm>
              <a:off x="421" y="2341"/>
              <a:ext cx="42" cy="22"/>
            </a:xfrm>
            <a:custGeom>
              <a:avLst/>
              <a:gdLst>
                <a:gd name="T0" fmla="*/ 2 w 208"/>
                <a:gd name="T1" fmla="*/ 0 h 110"/>
                <a:gd name="T2" fmla="*/ 0 w 208"/>
                <a:gd name="T3" fmla="*/ 2 h 110"/>
                <a:gd name="T4" fmla="*/ 8 w 208"/>
                <a:gd name="T5" fmla="*/ 4 h 110"/>
                <a:gd name="T6" fmla="*/ 8 w 208"/>
                <a:gd name="T7" fmla="*/ 3 h 110"/>
                <a:gd name="T8" fmla="*/ 2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23" name="Freeform 127"/>
            <p:cNvSpPr>
              <a:spLocks/>
            </p:cNvSpPr>
            <p:nvPr/>
          </p:nvSpPr>
          <p:spPr bwMode="auto">
            <a:xfrm>
              <a:off x="463" y="2356"/>
              <a:ext cx="46" cy="13"/>
            </a:xfrm>
            <a:custGeom>
              <a:avLst/>
              <a:gdLst>
                <a:gd name="T0" fmla="*/ 1 w 233"/>
                <a:gd name="T1" fmla="*/ 0 h 67"/>
                <a:gd name="T2" fmla="*/ 0 w 233"/>
                <a:gd name="T3" fmla="*/ 1 h 67"/>
                <a:gd name="T4" fmla="*/ 5 w 233"/>
                <a:gd name="T5" fmla="*/ 2 h 67"/>
                <a:gd name="T6" fmla="*/ 7 w 233"/>
                <a:gd name="T7" fmla="*/ 3 h 67"/>
                <a:gd name="T8" fmla="*/ 9 w 233"/>
                <a:gd name="T9" fmla="*/ 2 h 67"/>
                <a:gd name="T10" fmla="*/ 7 w 233"/>
                <a:gd name="T11" fmla="*/ 1 h 67"/>
                <a:gd name="T12" fmla="*/ 1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24" name="Freeform 128"/>
            <p:cNvSpPr>
              <a:spLocks/>
            </p:cNvSpPr>
            <p:nvPr/>
          </p:nvSpPr>
          <p:spPr bwMode="auto">
            <a:xfrm>
              <a:off x="376" y="2341"/>
              <a:ext cx="134" cy="41"/>
            </a:xfrm>
            <a:custGeom>
              <a:avLst/>
              <a:gdLst>
                <a:gd name="T0" fmla="*/ 27 w 670"/>
                <a:gd name="T1" fmla="*/ 7 h 209"/>
                <a:gd name="T2" fmla="*/ 27 w 670"/>
                <a:gd name="T3" fmla="*/ 6 h 209"/>
                <a:gd name="T4" fmla="*/ 23 w 670"/>
                <a:gd name="T5" fmla="*/ 6 h 209"/>
                <a:gd name="T6" fmla="*/ 18 w 670"/>
                <a:gd name="T7" fmla="*/ 5 h 209"/>
                <a:gd name="T8" fmla="*/ 14 w 670"/>
                <a:gd name="T9" fmla="*/ 5 h 209"/>
                <a:gd name="T10" fmla="*/ 8 w 670"/>
                <a:gd name="T11" fmla="*/ 3 h 209"/>
                <a:gd name="T12" fmla="*/ 6 w 670"/>
                <a:gd name="T13" fmla="*/ 2 h 209"/>
                <a:gd name="T14" fmla="*/ 3 w 670"/>
                <a:gd name="T15" fmla="*/ 1 h 209"/>
                <a:gd name="T16" fmla="*/ 2 w 670"/>
                <a:gd name="T17" fmla="*/ 0 h 209"/>
                <a:gd name="T18" fmla="*/ 0 w 670"/>
                <a:gd name="T19" fmla="*/ 2 h 209"/>
                <a:gd name="T20" fmla="*/ 0 w 670"/>
                <a:gd name="T21" fmla="*/ 5 h 209"/>
                <a:gd name="T22" fmla="*/ 2 w 670"/>
                <a:gd name="T23" fmla="*/ 6 h 209"/>
                <a:gd name="T24" fmla="*/ 7 w 670"/>
                <a:gd name="T25" fmla="*/ 6 h 209"/>
                <a:gd name="T26" fmla="*/ 9 w 670"/>
                <a:gd name="T27" fmla="*/ 6 h 209"/>
                <a:gd name="T28" fmla="*/ 12 w 670"/>
                <a:gd name="T29" fmla="*/ 7 h 209"/>
                <a:gd name="T30" fmla="*/ 16 w 670"/>
                <a:gd name="T31" fmla="*/ 8 h 209"/>
                <a:gd name="T32" fmla="*/ 18 w 670"/>
                <a:gd name="T33" fmla="*/ 8 h 209"/>
                <a:gd name="T34" fmla="*/ 22 w 670"/>
                <a:gd name="T35" fmla="*/ 8 h 209"/>
                <a:gd name="T36" fmla="*/ 27 w 670"/>
                <a:gd name="T37" fmla="*/ 7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25" name="Freeform 129"/>
            <p:cNvSpPr>
              <a:spLocks/>
            </p:cNvSpPr>
            <p:nvPr/>
          </p:nvSpPr>
          <p:spPr bwMode="auto">
            <a:xfrm>
              <a:off x="386" y="2317"/>
              <a:ext cx="44" cy="34"/>
            </a:xfrm>
            <a:custGeom>
              <a:avLst/>
              <a:gdLst>
                <a:gd name="T0" fmla="*/ 9 w 219"/>
                <a:gd name="T1" fmla="*/ 0 h 171"/>
                <a:gd name="T2" fmla="*/ 8 w 219"/>
                <a:gd name="T3" fmla="*/ 4 h 171"/>
                <a:gd name="T4" fmla="*/ 9 w 219"/>
                <a:gd name="T5" fmla="*/ 5 h 171"/>
                <a:gd name="T6" fmla="*/ 7 w 219"/>
                <a:gd name="T7" fmla="*/ 7 h 171"/>
                <a:gd name="T8" fmla="*/ 4 w 219"/>
                <a:gd name="T9" fmla="*/ 7 h 171"/>
                <a:gd name="T10" fmla="*/ 1 w 219"/>
                <a:gd name="T11" fmla="*/ 6 h 171"/>
                <a:gd name="T12" fmla="*/ 0 w 219"/>
                <a:gd name="T13" fmla="*/ 4 h 171"/>
                <a:gd name="T14" fmla="*/ 1 w 219"/>
                <a:gd name="T15" fmla="*/ 4 h 171"/>
                <a:gd name="T16" fmla="*/ 1 w 219"/>
                <a:gd name="T17" fmla="*/ 0 h 171"/>
                <a:gd name="T18" fmla="*/ 9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61" name="Group 130"/>
          <p:cNvGrpSpPr>
            <a:grpSpLocks/>
          </p:cNvGrpSpPr>
          <p:nvPr/>
        </p:nvGrpSpPr>
        <p:grpSpPr bwMode="auto">
          <a:xfrm>
            <a:off x="631825" y="5240338"/>
            <a:ext cx="92075" cy="225425"/>
            <a:chOff x="378" y="2191"/>
            <a:chExt cx="58" cy="142"/>
          </a:xfrm>
        </p:grpSpPr>
        <p:sp>
          <p:nvSpPr>
            <p:cNvPr id="108819" name="Freeform 131"/>
            <p:cNvSpPr>
              <a:spLocks/>
            </p:cNvSpPr>
            <p:nvPr/>
          </p:nvSpPr>
          <p:spPr bwMode="auto">
            <a:xfrm>
              <a:off x="378" y="2191"/>
              <a:ext cx="58" cy="142"/>
            </a:xfrm>
            <a:custGeom>
              <a:avLst/>
              <a:gdLst>
                <a:gd name="T0" fmla="*/ 1 w 292"/>
                <a:gd name="T1" fmla="*/ 1 h 710"/>
                <a:gd name="T2" fmla="*/ 0 w 292"/>
                <a:gd name="T3" fmla="*/ 10 h 710"/>
                <a:gd name="T4" fmla="*/ 0 w 292"/>
                <a:gd name="T5" fmla="*/ 18 h 710"/>
                <a:gd name="T6" fmla="*/ 0 w 292"/>
                <a:gd name="T7" fmla="*/ 27 h 710"/>
                <a:gd name="T8" fmla="*/ 6 w 292"/>
                <a:gd name="T9" fmla="*/ 28 h 710"/>
                <a:gd name="T10" fmla="*/ 11 w 292"/>
                <a:gd name="T11" fmla="*/ 28 h 710"/>
                <a:gd name="T12" fmla="*/ 12 w 292"/>
                <a:gd name="T13" fmla="*/ 0 h 710"/>
                <a:gd name="T14" fmla="*/ 1 w 292"/>
                <a:gd name="T15" fmla="*/ 1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108820" name="Freeform 132"/>
            <p:cNvSpPr>
              <a:spLocks/>
            </p:cNvSpPr>
            <p:nvPr/>
          </p:nvSpPr>
          <p:spPr bwMode="auto">
            <a:xfrm>
              <a:off x="383" y="2193"/>
              <a:ext cx="50" cy="136"/>
            </a:xfrm>
            <a:custGeom>
              <a:avLst/>
              <a:gdLst>
                <a:gd name="T0" fmla="*/ 1 w 252"/>
                <a:gd name="T1" fmla="*/ 1 h 681"/>
                <a:gd name="T2" fmla="*/ 0 w 252"/>
                <a:gd name="T3" fmla="*/ 9 h 681"/>
                <a:gd name="T4" fmla="*/ 0 w 252"/>
                <a:gd name="T5" fmla="*/ 15 h 681"/>
                <a:gd name="T6" fmla="*/ 0 w 252"/>
                <a:gd name="T7" fmla="*/ 25 h 681"/>
                <a:gd name="T8" fmla="*/ 5 w 252"/>
                <a:gd name="T9" fmla="*/ 27 h 681"/>
                <a:gd name="T10" fmla="*/ 9 w 252"/>
                <a:gd name="T11" fmla="*/ 27 h 681"/>
                <a:gd name="T12" fmla="*/ 10 w 252"/>
                <a:gd name="T13" fmla="*/ 0 h 681"/>
                <a:gd name="T14" fmla="*/ 1 w 252"/>
                <a:gd name="T15" fmla="*/ 1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62" name="Group 133"/>
          <p:cNvGrpSpPr>
            <a:grpSpLocks/>
          </p:cNvGrpSpPr>
          <p:nvPr/>
        </p:nvGrpSpPr>
        <p:grpSpPr bwMode="auto">
          <a:xfrm>
            <a:off x="679450" y="5468938"/>
            <a:ext cx="223838" cy="112712"/>
            <a:chOff x="408" y="2335"/>
            <a:chExt cx="141" cy="71"/>
          </a:xfrm>
        </p:grpSpPr>
        <p:sp>
          <p:nvSpPr>
            <p:cNvPr id="108814" name="Freeform 134"/>
            <p:cNvSpPr>
              <a:spLocks/>
            </p:cNvSpPr>
            <p:nvPr/>
          </p:nvSpPr>
          <p:spPr bwMode="auto">
            <a:xfrm>
              <a:off x="408" y="2335"/>
              <a:ext cx="141" cy="71"/>
            </a:xfrm>
            <a:custGeom>
              <a:avLst/>
              <a:gdLst>
                <a:gd name="T0" fmla="*/ 11 w 703"/>
                <a:gd name="T1" fmla="*/ 1 h 356"/>
                <a:gd name="T2" fmla="*/ 11 w 703"/>
                <a:gd name="T3" fmla="*/ 4 h 356"/>
                <a:gd name="T4" fmla="*/ 19 w 703"/>
                <a:gd name="T5" fmla="*/ 8 h 356"/>
                <a:gd name="T6" fmla="*/ 25 w 703"/>
                <a:gd name="T7" fmla="*/ 9 h 356"/>
                <a:gd name="T8" fmla="*/ 28 w 703"/>
                <a:gd name="T9" fmla="*/ 11 h 356"/>
                <a:gd name="T10" fmla="*/ 28 w 703"/>
                <a:gd name="T11" fmla="*/ 13 h 356"/>
                <a:gd name="T12" fmla="*/ 24 w 703"/>
                <a:gd name="T13" fmla="*/ 14 h 356"/>
                <a:gd name="T14" fmla="*/ 17 w 703"/>
                <a:gd name="T15" fmla="*/ 14 h 356"/>
                <a:gd name="T16" fmla="*/ 11 w 703"/>
                <a:gd name="T17" fmla="*/ 13 h 356"/>
                <a:gd name="T18" fmla="*/ 8 w 703"/>
                <a:gd name="T19" fmla="*/ 12 h 356"/>
                <a:gd name="T20" fmla="*/ 8 w 703"/>
                <a:gd name="T21" fmla="*/ 13 h 356"/>
                <a:gd name="T22" fmla="*/ 3 w 703"/>
                <a:gd name="T23" fmla="*/ 13 h 356"/>
                <a:gd name="T24" fmla="*/ 0 w 703"/>
                <a:gd name="T25" fmla="*/ 13 h 356"/>
                <a:gd name="T26" fmla="*/ 0 w 703"/>
                <a:gd name="T27" fmla="*/ 11 h 356"/>
                <a:gd name="T28" fmla="*/ 0 w 703"/>
                <a:gd name="T29" fmla="*/ 10 h 356"/>
                <a:gd name="T30" fmla="*/ 0 w 703"/>
                <a:gd name="T31" fmla="*/ 7 h 356"/>
                <a:gd name="T32" fmla="*/ 1 w 703"/>
                <a:gd name="T33" fmla="*/ 5 h 356"/>
                <a:gd name="T34" fmla="*/ 2 w 703"/>
                <a:gd name="T35" fmla="*/ 4 h 356"/>
                <a:gd name="T36" fmla="*/ 3 w 703"/>
                <a:gd name="T37" fmla="*/ 0 h 356"/>
                <a:gd name="T38" fmla="*/ 11 w 703"/>
                <a:gd name="T39" fmla="*/ 1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108815" name="Freeform 135"/>
            <p:cNvSpPr>
              <a:spLocks/>
            </p:cNvSpPr>
            <p:nvPr/>
          </p:nvSpPr>
          <p:spPr bwMode="auto">
            <a:xfrm>
              <a:off x="455" y="2361"/>
              <a:ext cx="42" cy="22"/>
            </a:xfrm>
            <a:custGeom>
              <a:avLst/>
              <a:gdLst>
                <a:gd name="T0" fmla="*/ 2 w 210"/>
                <a:gd name="T1" fmla="*/ 0 h 111"/>
                <a:gd name="T2" fmla="*/ 0 w 210"/>
                <a:gd name="T3" fmla="*/ 2 h 111"/>
                <a:gd name="T4" fmla="*/ 7 w 210"/>
                <a:gd name="T5" fmla="*/ 4 h 111"/>
                <a:gd name="T6" fmla="*/ 8 w 210"/>
                <a:gd name="T7" fmla="*/ 3 h 111"/>
                <a:gd name="T8" fmla="*/ 2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16" name="Freeform 136"/>
            <p:cNvSpPr>
              <a:spLocks/>
            </p:cNvSpPr>
            <p:nvPr/>
          </p:nvSpPr>
          <p:spPr bwMode="auto">
            <a:xfrm>
              <a:off x="497" y="2377"/>
              <a:ext cx="47" cy="13"/>
            </a:xfrm>
            <a:custGeom>
              <a:avLst/>
              <a:gdLst>
                <a:gd name="T0" fmla="*/ 1 w 237"/>
                <a:gd name="T1" fmla="*/ 0 h 66"/>
                <a:gd name="T2" fmla="*/ 0 w 237"/>
                <a:gd name="T3" fmla="*/ 1 h 66"/>
                <a:gd name="T4" fmla="*/ 5 w 237"/>
                <a:gd name="T5" fmla="*/ 2 h 66"/>
                <a:gd name="T6" fmla="*/ 7 w 237"/>
                <a:gd name="T7" fmla="*/ 3 h 66"/>
                <a:gd name="T8" fmla="*/ 9 w 237"/>
                <a:gd name="T9" fmla="*/ 2 h 66"/>
                <a:gd name="T10" fmla="*/ 7 w 237"/>
                <a:gd name="T11" fmla="*/ 1 h 66"/>
                <a:gd name="T12" fmla="*/ 1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17" name="Freeform 137"/>
            <p:cNvSpPr>
              <a:spLocks/>
            </p:cNvSpPr>
            <p:nvPr/>
          </p:nvSpPr>
          <p:spPr bwMode="auto">
            <a:xfrm>
              <a:off x="410" y="2361"/>
              <a:ext cx="135" cy="42"/>
            </a:xfrm>
            <a:custGeom>
              <a:avLst/>
              <a:gdLst>
                <a:gd name="T0" fmla="*/ 27 w 678"/>
                <a:gd name="T1" fmla="*/ 7 h 211"/>
                <a:gd name="T2" fmla="*/ 27 w 678"/>
                <a:gd name="T3" fmla="*/ 6 h 211"/>
                <a:gd name="T4" fmla="*/ 23 w 678"/>
                <a:gd name="T5" fmla="*/ 6 h 211"/>
                <a:gd name="T6" fmla="*/ 18 w 678"/>
                <a:gd name="T7" fmla="*/ 5 h 211"/>
                <a:gd name="T8" fmla="*/ 15 w 678"/>
                <a:gd name="T9" fmla="*/ 5 h 211"/>
                <a:gd name="T10" fmla="*/ 8 w 678"/>
                <a:gd name="T11" fmla="*/ 3 h 211"/>
                <a:gd name="T12" fmla="*/ 6 w 678"/>
                <a:gd name="T13" fmla="*/ 2 h 211"/>
                <a:gd name="T14" fmla="*/ 3 w 678"/>
                <a:gd name="T15" fmla="*/ 1 h 211"/>
                <a:gd name="T16" fmla="*/ 2 w 678"/>
                <a:gd name="T17" fmla="*/ 0 h 211"/>
                <a:gd name="T18" fmla="*/ 0 w 678"/>
                <a:gd name="T19" fmla="*/ 2 h 211"/>
                <a:gd name="T20" fmla="*/ 0 w 678"/>
                <a:gd name="T21" fmla="*/ 5 h 211"/>
                <a:gd name="T22" fmla="*/ 2 w 678"/>
                <a:gd name="T23" fmla="*/ 6 h 211"/>
                <a:gd name="T24" fmla="*/ 7 w 678"/>
                <a:gd name="T25" fmla="*/ 6 h 211"/>
                <a:gd name="T26" fmla="*/ 9 w 678"/>
                <a:gd name="T27" fmla="*/ 7 h 211"/>
                <a:gd name="T28" fmla="*/ 12 w 678"/>
                <a:gd name="T29" fmla="*/ 8 h 211"/>
                <a:gd name="T30" fmla="*/ 16 w 678"/>
                <a:gd name="T31" fmla="*/ 8 h 211"/>
                <a:gd name="T32" fmla="*/ 18 w 678"/>
                <a:gd name="T33" fmla="*/ 8 h 211"/>
                <a:gd name="T34" fmla="*/ 22 w 678"/>
                <a:gd name="T35" fmla="*/ 8 h 211"/>
                <a:gd name="T36" fmla="*/ 27 w 678"/>
                <a:gd name="T37" fmla="*/ 7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18" name="Freeform 138"/>
            <p:cNvSpPr>
              <a:spLocks/>
            </p:cNvSpPr>
            <p:nvPr/>
          </p:nvSpPr>
          <p:spPr bwMode="auto">
            <a:xfrm>
              <a:off x="419" y="2337"/>
              <a:ext cx="45" cy="34"/>
            </a:xfrm>
            <a:custGeom>
              <a:avLst/>
              <a:gdLst>
                <a:gd name="T0" fmla="*/ 9 w 224"/>
                <a:gd name="T1" fmla="*/ 0 h 170"/>
                <a:gd name="T2" fmla="*/ 8 w 224"/>
                <a:gd name="T3" fmla="*/ 4 h 170"/>
                <a:gd name="T4" fmla="*/ 9 w 224"/>
                <a:gd name="T5" fmla="*/ 5 h 170"/>
                <a:gd name="T6" fmla="*/ 7 w 224"/>
                <a:gd name="T7" fmla="*/ 7 h 170"/>
                <a:gd name="T8" fmla="*/ 4 w 224"/>
                <a:gd name="T9" fmla="*/ 7 h 170"/>
                <a:gd name="T10" fmla="*/ 1 w 224"/>
                <a:gd name="T11" fmla="*/ 6 h 170"/>
                <a:gd name="T12" fmla="*/ 0 w 224"/>
                <a:gd name="T13" fmla="*/ 4 h 170"/>
                <a:gd name="T14" fmla="*/ 1 w 224"/>
                <a:gd name="T15" fmla="*/ 4 h 170"/>
                <a:gd name="T16" fmla="*/ 1 w 224"/>
                <a:gd name="T17" fmla="*/ 0 h 170"/>
                <a:gd name="T18" fmla="*/ 9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8563" name="Oval 139"/>
          <p:cNvSpPr>
            <a:spLocks noChangeArrowheads="1"/>
          </p:cNvSpPr>
          <p:nvPr/>
        </p:nvSpPr>
        <p:spPr bwMode="auto">
          <a:xfrm>
            <a:off x="346075" y="5470525"/>
            <a:ext cx="265113" cy="103188"/>
          </a:xfrm>
          <a:prstGeom prst="ellipse">
            <a:avLst/>
          </a:prstGeom>
          <a:solidFill>
            <a:srgbClr val="606060"/>
          </a:solidFill>
          <a:ln w="3175">
            <a:solidFill>
              <a:srgbClr val="000000"/>
            </a:solidFill>
            <a:round/>
            <a:headEnd/>
            <a:tailEnd/>
          </a:ln>
        </p:spPr>
        <p:txBody>
          <a:bodyPr/>
          <a:lstStyle/>
          <a:p>
            <a:endParaRPr lang="zh-CN" altLang="en-US"/>
          </a:p>
        </p:txBody>
      </p:sp>
      <p:sp>
        <p:nvSpPr>
          <p:cNvPr id="108564" name="Rectangle 140"/>
          <p:cNvSpPr>
            <a:spLocks noChangeArrowheads="1"/>
          </p:cNvSpPr>
          <p:nvPr/>
        </p:nvSpPr>
        <p:spPr bwMode="auto">
          <a:xfrm>
            <a:off x="442913" y="5265738"/>
            <a:ext cx="69850" cy="234950"/>
          </a:xfrm>
          <a:prstGeom prst="rect">
            <a:avLst/>
          </a:prstGeom>
          <a:solidFill>
            <a:srgbClr val="606060"/>
          </a:solidFill>
          <a:ln w="3175">
            <a:solidFill>
              <a:srgbClr val="000000"/>
            </a:solidFill>
            <a:miter lim="800000"/>
            <a:headEnd/>
            <a:tailEnd/>
          </a:ln>
        </p:spPr>
        <p:txBody>
          <a:bodyPr/>
          <a:lstStyle/>
          <a:p>
            <a:endParaRPr lang="zh-CN" altLang="en-US"/>
          </a:p>
        </p:txBody>
      </p:sp>
      <p:grpSp>
        <p:nvGrpSpPr>
          <p:cNvPr id="108565" name="Group 141"/>
          <p:cNvGrpSpPr>
            <a:grpSpLocks/>
          </p:cNvGrpSpPr>
          <p:nvPr/>
        </p:nvGrpSpPr>
        <p:grpSpPr bwMode="auto">
          <a:xfrm>
            <a:off x="320675" y="5176838"/>
            <a:ext cx="350838" cy="122237"/>
            <a:chOff x="182" y="2151"/>
            <a:chExt cx="221" cy="77"/>
          </a:xfrm>
        </p:grpSpPr>
        <p:sp>
          <p:nvSpPr>
            <p:cNvPr id="108812" name="Freeform 142"/>
            <p:cNvSpPr>
              <a:spLocks/>
            </p:cNvSpPr>
            <p:nvPr/>
          </p:nvSpPr>
          <p:spPr bwMode="auto">
            <a:xfrm>
              <a:off x="182" y="2151"/>
              <a:ext cx="221" cy="77"/>
            </a:xfrm>
            <a:custGeom>
              <a:avLst/>
              <a:gdLst>
                <a:gd name="T0" fmla="*/ 44 w 1106"/>
                <a:gd name="T1" fmla="*/ 8 h 386"/>
                <a:gd name="T2" fmla="*/ 44 w 1106"/>
                <a:gd name="T3" fmla="*/ 13 h 386"/>
                <a:gd name="T4" fmla="*/ 29 w 1106"/>
                <a:gd name="T5" fmla="*/ 15 h 386"/>
                <a:gd name="T6" fmla="*/ 13 w 1106"/>
                <a:gd name="T7" fmla="*/ 15 h 386"/>
                <a:gd name="T8" fmla="*/ 1 w 1106"/>
                <a:gd name="T9" fmla="*/ 11 h 386"/>
                <a:gd name="T10" fmla="*/ 0 w 1106"/>
                <a:gd name="T11" fmla="*/ 0 h 386"/>
                <a:gd name="T12" fmla="*/ 25 w 1106"/>
                <a:gd name="T13" fmla="*/ 0 h 386"/>
                <a:gd name="T14" fmla="*/ 44 w 1106"/>
                <a:gd name="T15" fmla="*/ 8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108813" name="Freeform 143"/>
            <p:cNvSpPr>
              <a:spLocks/>
            </p:cNvSpPr>
            <p:nvPr/>
          </p:nvSpPr>
          <p:spPr bwMode="auto">
            <a:xfrm>
              <a:off x="187" y="2180"/>
              <a:ext cx="211" cy="45"/>
            </a:xfrm>
            <a:custGeom>
              <a:avLst/>
              <a:gdLst>
                <a:gd name="T0" fmla="*/ 42 w 1055"/>
                <a:gd name="T1" fmla="*/ 3 h 221"/>
                <a:gd name="T2" fmla="*/ 42 w 1055"/>
                <a:gd name="T3" fmla="*/ 7 h 221"/>
                <a:gd name="T4" fmla="*/ 29 w 1055"/>
                <a:gd name="T5" fmla="*/ 9 h 221"/>
                <a:gd name="T6" fmla="*/ 12 w 1055"/>
                <a:gd name="T7" fmla="*/ 9 h 221"/>
                <a:gd name="T8" fmla="*/ 0 w 1055"/>
                <a:gd name="T9" fmla="*/ 5 h 221"/>
                <a:gd name="T10" fmla="*/ 0 w 1055"/>
                <a:gd name="T11" fmla="*/ 0 h 221"/>
                <a:gd name="T12" fmla="*/ 11 w 1055"/>
                <a:gd name="T13" fmla="*/ 5 h 221"/>
                <a:gd name="T14" fmla="*/ 29 w 1055"/>
                <a:gd name="T15" fmla="*/ 5 h 221"/>
                <a:gd name="T16" fmla="*/ 42 w 1055"/>
                <a:gd name="T17" fmla="*/ 3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8566" name="Freeform 144"/>
          <p:cNvSpPr>
            <a:spLocks/>
          </p:cNvSpPr>
          <p:nvPr/>
        </p:nvSpPr>
        <p:spPr bwMode="auto">
          <a:xfrm>
            <a:off x="309563" y="5048250"/>
            <a:ext cx="479425" cy="444500"/>
          </a:xfrm>
          <a:custGeom>
            <a:avLst/>
            <a:gdLst>
              <a:gd name="T0" fmla="*/ 151913144 w 1507"/>
              <a:gd name="T1" fmla="*/ 79422727 h 1401"/>
              <a:gd name="T2" fmla="*/ 151103498 w 1507"/>
              <a:gd name="T3" fmla="*/ 65329761 h 1401"/>
              <a:gd name="T4" fmla="*/ 151305830 w 1507"/>
              <a:gd name="T5" fmla="*/ 50230404 h 1401"/>
              <a:gd name="T6" fmla="*/ 150698834 w 1507"/>
              <a:gd name="T7" fmla="*/ 38754943 h 1401"/>
              <a:gd name="T8" fmla="*/ 144120181 w 1507"/>
              <a:gd name="T9" fmla="*/ 31910087 h 1401"/>
              <a:gd name="T10" fmla="*/ 136124887 w 1507"/>
              <a:gd name="T11" fmla="*/ 27984146 h 1401"/>
              <a:gd name="T12" fmla="*/ 118008539 w 1507"/>
              <a:gd name="T13" fmla="*/ 21441017 h 1401"/>
              <a:gd name="T14" fmla="*/ 91390749 w 1507"/>
              <a:gd name="T15" fmla="*/ 14998782 h 1401"/>
              <a:gd name="T16" fmla="*/ 86229374 w 1507"/>
              <a:gd name="T17" fmla="*/ 14495269 h 1401"/>
              <a:gd name="T18" fmla="*/ 82686974 w 1507"/>
              <a:gd name="T19" fmla="*/ 14998782 h 1401"/>
              <a:gd name="T20" fmla="*/ 81877328 w 1507"/>
              <a:gd name="T21" fmla="*/ 13589453 h 1401"/>
              <a:gd name="T22" fmla="*/ 80359202 w 1507"/>
              <a:gd name="T23" fmla="*/ 12280701 h 1401"/>
              <a:gd name="T24" fmla="*/ 78638743 w 1507"/>
              <a:gd name="T25" fmla="*/ 12582745 h 1401"/>
              <a:gd name="T26" fmla="*/ 76310971 w 1507"/>
              <a:gd name="T27" fmla="*/ 12683320 h 1401"/>
              <a:gd name="T28" fmla="*/ 75399841 w 1507"/>
              <a:gd name="T29" fmla="*/ 10066132 h 1401"/>
              <a:gd name="T30" fmla="*/ 73477051 w 1507"/>
              <a:gd name="T31" fmla="*/ 8556228 h 1401"/>
              <a:gd name="T32" fmla="*/ 71250445 w 1507"/>
              <a:gd name="T33" fmla="*/ 8254184 h 1401"/>
              <a:gd name="T34" fmla="*/ 68619174 w 1507"/>
              <a:gd name="T35" fmla="*/ 8254184 h 1401"/>
              <a:gd name="T36" fmla="*/ 68922672 w 1507"/>
              <a:gd name="T37" fmla="*/ 5939040 h 1401"/>
              <a:gd name="T38" fmla="*/ 65886420 w 1507"/>
              <a:gd name="T39" fmla="*/ 0 h 1401"/>
              <a:gd name="T40" fmla="*/ 3744732 w 1507"/>
              <a:gd name="T41" fmla="*/ 1610480 h 1401"/>
              <a:gd name="T42" fmla="*/ 3947064 w 1507"/>
              <a:gd name="T43" fmla="*/ 7952457 h 1401"/>
              <a:gd name="T44" fmla="*/ 2833920 w 1507"/>
              <a:gd name="T45" fmla="*/ 13589453 h 1401"/>
              <a:gd name="T46" fmla="*/ 1821624 w 1507"/>
              <a:gd name="T47" fmla="*/ 17615970 h 1401"/>
              <a:gd name="T48" fmla="*/ 809646 w 1507"/>
              <a:gd name="T49" fmla="*/ 22649195 h 1401"/>
              <a:gd name="T50" fmla="*/ 0 w 1507"/>
              <a:gd name="T51" fmla="*/ 30802803 h 1401"/>
              <a:gd name="T52" fmla="*/ 910812 w 1507"/>
              <a:gd name="T53" fmla="*/ 35634559 h 1401"/>
              <a:gd name="T54" fmla="*/ 2833920 w 1507"/>
              <a:gd name="T55" fmla="*/ 40164271 h 1401"/>
              <a:gd name="T56" fmla="*/ 4959042 w 1507"/>
              <a:gd name="T57" fmla="*/ 44090212 h 1401"/>
              <a:gd name="T58" fmla="*/ 7894129 w 1507"/>
              <a:gd name="T59" fmla="*/ 45398647 h 1401"/>
              <a:gd name="T60" fmla="*/ 12347341 w 1507"/>
              <a:gd name="T61" fmla="*/ 46707400 h 1401"/>
              <a:gd name="T62" fmla="*/ 18217514 w 1507"/>
              <a:gd name="T63" fmla="*/ 48619924 h 1401"/>
              <a:gd name="T64" fmla="*/ 21051116 w 1507"/>
              <a:gd name="T65" fmla="*/ 51740625 h 1401"/>
              <a:gd name="T66" fmla="*/ 24290018 w 1507"/>
              <a:gd name="T67" fmla="*/ 54458389 h 1401"/>
              <a:gd name="T68" fmla="*/ 29249061 w 1507"/>
              <a:gd name="T69" fmla="*/ 56773532 h 1401"/>
              <a:gd name="T70" fmla="*/ 35220399 w 1507"/>
              <a:gd name="T71" fmla="*/ 58585481 h 1401"/>
              <a:gd name="T72" fmla="*/ 44632654 w 1507"/>
              <a:gd name="T73" fmla="*/ 59793340 h 1401"/>
              <a:gd name="T74" fmla="*/ 52628267 w 1507"/>
              <a:gd name="T75" fmla="*/ 59793340 h 1401"/>
              <a:gd name="T76" fmla="*/ 58801938 w 1507"/>
              <a:gd name="T77" fmla="*/ 59088676 h 1401"/>
              <a:gd name="T78" fmla="*/ 64469460 w 1507"/>
              <a:gd name="T79" fmla="*/ 58585481 h 1401"/>
              <a:gd name="T80" fmla="*/ 68619174 w 1507"/>
              <a:gd name="T81" fmla="*/ 60800049 h 1401"/>
              <a:gd name="T82" fmla="*/ 76715635 w 1507"/>
              <a:gd name="T83" fmla="*/ 60397429 h 1401"/>
              <a:gd name="T84" fmla="*/ 109102114 w 1507"/>
              <a:gd name="T85" fmla="*/ 64927141 h 1401"/>
              <a:gd name="T86" fmla="*/ 117907373 w 1507"/>
              <a:gd name="T87" fmla="*/ 65933849 h 1401"/>
              <a:gd name="T88" fmla="*/ 114668789 w 1507"/>
              <a:gd name="T89" fmla="*/ 85059723 h 1401"/>
              <a:gd name="T90" fmla="*/ 114364973 w 1507"/>
              <a:gd name="T91" fmla="*/ 94824128 h 1401"/>
              <a:gd name="T92" fmla="*/ 116288081 w 1507"/>
              <a:gd name="T93" fmla="*/ 107305980 h 1401"/>
              <a:gd name="T94" fmla="*/ 118312037 w 1507"/>
              <a:gd name="T95" fmla="*/ 122002718 h 1401"/>
              <a:gd name="T96" fmla="*/ 118312037 w 1507"/>
              <a:gd name="T97" fmla="*/ 137202968 h 1401"/>
              <a:gd name="T98" fmla="*/ 125902668 w 1507"/>
              <a:gd name="T99" fmla="*/ 139417536 h 1401"/>
              <a:gd name="T100" fmla="*/ 135517573 w 1507"/>
              <a:gd name="T101" fmla="*/ 140423927 h 1401"/>
              <a:gd name="T102" fmla="*/ 143715518 w 1507"/>
              <a:gd name="T103" fmla="*/ 141028016 h 1401"/>
              <a:gd name="T104" fmla="*/ 152520458 w 1507"/>
              <a:gd name="T105" fmla="*/ 140021307 h 1401"/>
              <a:gd name="T106" fmla="*/ 151913144 w 1507"/>
              <a:gd name="T107" fmla="*/ 126029234 h 1401"/>
              <a:gd name="T108" fmla="*/ 151913144 w 1507"/>
              <a:gd name="T109" fmla="*/ 103078313 h 1401"/>
              <a:gd name="T110" fmla="*/ 151913144 w 1507"/>
              <a:gd name="T111" fmla="*/ 82945731 h 1401"/>
              <a:gd name="T112" fmla="*/ 151913144 w 1507"/>
              <a:gd name="T113" fmla="*/ 79422727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108567" name="Freeform 145"/>
          <p:cNvSpPr>
            <a:spLocks/>
          </p:cNvSpPr>
          <p:nvPr/>
        </p:nvSpPr>
        <p:spPr bwMode="auto">
          <a:xfrm>
            <a:off x="315913" y="5065713"/>
            <a:ext cx="468312" cy="420687"/>
          </a:xfrm>
          <a:custGeom>
            <a:avLst/>
            <a:gdLst>
              <a:gd name="T0" fmla="*/ 4649737 w 1473"/>
              <a:gd name="T1" fmla="*/ 6663314 h 1324"/>
              <a:gd name="T2" fmla="*/ 1010702 w 1473"/>
              <a:gd name="T3" fmla="*/ 14537850 h 1324"/>
              <a:gd name="T4" fmla="*/ 3942023 w 1473"/>
              <a:gd name="T5" fmla="*/ 37051594 h 1324"/>
              <a:gd name="T6" fmla="*/ 12129694 w 1473"/>
              <a:gd name="T7" fmla="*/ 37051594 h 1324"/>
              <a:gd name="T8" fmla="*/ 21327749 w 1473"/>
              <a:gd name="T9" fmla="*/ 45330295 h 1324"/>
              <a:gd name="T10" fmla="*/ 42554713 w 1473"/>
              <a:gd name="T11" fmla="*/ 50883109 h 1324"/>
              <a:gd name="T12" fmla="*/ 62669556 w 1473"/>
              <a:gd name="T13" fmla="*/ 50883109 h 1324"/>
              <a:gd name="T14" fmla="*/ 55189600 w 1473"/>
              <a:gd name="T15" fmla="*/ 42705450 h 1324"/>
              <a:gd name="T16" fmla="*/ 64792380 w 1473"/>
              <a:gd name="T17" fmla="*/ 50579986 h 1324"/>
              <a:gd name="T18" fmla="*/ 74495945 w 1473"/>
              <a:gd name="T19" fmla="*/ 52498497 h 1324"/>
              <a:gd name="T20" fmla="*/ 67925588 w 1473"/>
              <a:gd name="T21" fmla="*/ 47349529 h 1324"/>
              <a:gd name="T22" fmla="*/ 78437968 w 1473"/>
              <a:gd name="T23" fmla="*/ 53205149 h 1324"/>
              <a:gd name="T24" fmla="*/ 112603125 w 1473"/>
              <a:gd name="T25" fmla="*/ 57748187 h 1324"/>
              <a:gd name="T26" fmla="*/ 113411623 w 1473"/>
              <a:gd name="T27" fmla="*/ 84098318 h 1324"/>
              <a:gd name="T28" fmla="*/ 117151760 w 1473"/>
              <a:gd name="T29" fmla="*/ 130034225 h 1324"/>
              <a:gd name="T30" fmla="*/ 137468807 w 1473"/>
              <a:gd name="T31" fmla="*/ 133668846 h 1324"/>
              <a:gd name="T32" fmla="*/ 148385277 w 1473"/>
              <a:gd name="T33" fmla="*/ 100756443 h 1324"/>
              <a:gd name="T34" fmla="*/ 146667179 w 1473"/>
              <a:gd name="T35" fmla="*/ 58454840 h 1324"/>
              <a:gd name="T36" fmla="*/ 147071269 w 1473"/>
              <a:gd name="T37" fmla="*/ 38465217 h 1324"/>
              <a:gd name="T38" fmla="*/ 136963297 w 1473"/>
              <a:gd name="T39" fmla="*/ 26350131 h 1324"/>
              <a:gd name="T40" fmla="*/ 106841584 w 1473"/>
              <a:gd name="T41" fmla="*/ 15143779 h 1324"/>
              <a:gd name="T42" fmla="*/ 81773697 w 1473"/>
              <a:gd name="T43" fmla="*/ 9893770 h 1324"/>
              <a:gd name="T44" fmla="*/ 66914886 w 1473"/>
              <a:gd name="T45" fmla="*/ 20696593 h 1324"/>
              <a:gd name="T46" fmla="*/ 77528368 w 1473"/>
              <a:gd name="T47" fmla="*/ 13225586 h 1324"/>
              <a:gd name="T48" fmla="*/ 78437968 w 1473"/>
              <a:gd name="T49" fmla="*/ 7975577 h 1324"/>
              <a:gd name="T50" fmla="*/ 73283039 w 1473"/>
              <a:gd name="T51" fmla="*/ 9893770 h 1324"/>
              <a:gd name="T52" fmla="*/ 66308592 w 1473"/>
              <a:gd name="T53" fmla="*/ 13831197 h 1324"/>
              <a:gd name="T54" fmla="*/ 72979733 w 1473"/>
              <a:gd name="T55" fmla="*/ 6865078 h 1324"/>
              <a:gd name="T56" fmla="*/ 67622600 w 1473"/>
              <a:gd name="T57" fmla="*/ 3634621 h 1324"/>
              <a:gd name="T58" fmla="*/ 57514627 w 1473"/>
              <a:gd name="T59" fmla="*/ 11307393 h 1324"/>
              <a:gd name="T60" fmla="*/ 65297572 w 1473"/>
              <a:gd name="T61" fmla="*/ 2019234 h 1324"/>
              <a:gd name="T62" fmla="*/ 60344847 w 1473"/>
              <a:gd name="T63" fmla="*/ 706652 h 1324"/>
              <a:gd name="T64" fmla="*/ 52864890 w 1473"/>
              <a:gd name="T65" fmla="*/ 6360508 h 1324"/>
              <a:gd name="T66" fmla="*/ 39016780 w 1473"/>
              <a:gd name="T67" fmla="*/ 4038468 h 1324"/>
              <a:gd name="T68" fmla="*/ 34872553 w 1473"/>
              <a:gd name="T69" fmla="*/ 7268925 h 1324"/>
              <a:gd name="T70" fmla="*/ 21327749 w 1473"/>
              <a:gd name="T71" fmla="*/ 9590965 h 1324"/>
              <a:gd name="T72" fmla="*/ 18699733 w 1473"/>
              <a:gd name="T73" fmla="*/ 4543038 h 1324"/>
              <a:gd name="T74" fmla="*/ 13140396 w 1473"/>
              <a:gd name="T75" fmla="*/ 9187118 h 1324"/>
              <a:gd name="T76" fmla="*/ 7277753 w 1473"/>
              <a:gd name="T77" fmla="*/ 4038468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68" name="Freeform 146"/>
          <p:cNvSpPr>
            <a:spLocks/>
          </p:cNvSpPr>
          <p:nvPr/>
        </p:nvSpPr>
        <p:spPr bwMode="auto">
          <a:xfrm>
            <a:off x="381000" y="5135563"/>
            <a:ext cx="63500" cy="11112"/>
          </a:xfrm>
          <a:custGeom>
            <a:avLst/>
            <a:gdLst>
              <a:gd name="T0" fmla="*/ 0 w 199"/>
              <a:gd name="T1" fmla="*/ 0 h 33"/>
              <a:gd name="T2" fmla="*/ 9469477 w 199"/>
              <a:gd name="T3" fmla="*/ 3741713 h 33"/>
              <a:gd name="T4" fmla="*/ 20262563 w 199"/>
              <a:gd name="T5" fmla="*/ 2834570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69" name="Freeform 147"/>
          <p:cNvSpPr>
            <a:spLocks/>
          </p:cNvSpPr>
          <p:nvPr/>
        </p:nvSpPr>
        <p:spPr bwMode="auto">
          <a:xfrm>
            <a:off x="317500" y="5118100"/>
            <a:ext cx="39688" cy="12700"/>
          </a:xfrm>
          <a:custGeom>
            <a:avLst/>
            <a:gdLst>
              <a:gd name="T0" fmla="*/ 0 w 122"/>
              <a:gd name="T1" fmla="*/ 0 h 40"/>
              <a:gd name="T2" fmla="*/ 3386492 w 122"/>
              <a:gd name="T3" fmla="*/ 2520315 h 40"/>
              <a:gd name="T4" fmla="*/ 12910962 w 122"/>
              <a:gd name="T5" fmla="*/ 3830638 h 40"/>
              <a:gd name="T6" fmla="*/ 3174715 w 122"/>
              <a:gd name="T7" fmla="*/ 4032250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0" name="Freeform 148"/>
          <p:cNvSpPr>
            <a:spLocks/>
          </p:cNvSpPr>
          <p:nvPr/>
        </p:nvSpPr>
        <p:spPr bwMode="auto">
          <a:xfrm>
            <a:off x="479425" y="5108575"/>
            <a:ext cx="60325" cy="31750"/>
          </a:xfrm>
          <a:custGeom>
            <a:avLst/>
            <a:gdLst>
              <a:gd name="T0" fmla="*/ 0 w 187"/>
              <a:gd name="T1" fmla="*/ 0 h 102"/>
              <a:gd name="T2" fmla="*/ 8741641 w 187"/>
              <a:gd name="T3" fmla="*/ 871880 h 102"/>
              <a:gd name="T4" fmla="*/ 10510744 w 187"/>
              <a:gd name="T5" fmla="*/ 2228414 h 102"/>
              <a:gd name="T6" fmla="*/ 10510744 w 187"/>
              <a:gd name="T7" fmla="*/ 5232213 h 102"/>
              <a:gd name="T8" fmla="*/ 11031088 w 187"/>
              <a:gd name="T9" fmla="*/ 8623238 h 102"/>
              <a:gd name="T10" fmla="*/ 19460458 w 187"/>
              <a:gd name="T11" fmla="*/ 9882966 h 102"/>
              <a:gd name="T12" fmla="*/ 9365859 w 187"/>
              <a:gd name="T13" fmla="*/ 9495429 h 102"/>
              <a:gd name="T14" fmla="*/ 7700954 w 187"/>
              <a:gd name="T15" fmla="*/ 3294218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1" name="Freeform 149"/>
          <p:cNvSpPr>
            <a:spLocks/>
          </p:cNvSpPr>
          <p:nvPr/>
        </p:nvSpPr>
        <p:spPr bwMode="auto">
          <a:xfrm>
            <a:off x="539750" y="5181600"/>
            <a:ext cx="193675" cy="47625"/>
          </a:xfrm>
          <a:custGeom>
            <a:avLst/>
            <a:gdLst>
              <a:gd name="T0" fmla="*/ 0 w 609"/>
              <a:gd name="T1" fmla="*/ 0 h 150"/>
              <a:gd name="T2" fmla="*/ 15575095 w 609"/>
              <a:gd name="T3" fmla="*/ 705803 h 150"/>
              <a:gd name="T4" fmla="*/ 31656163 w 609"/>
              <a:gd name="T5" fmla="*/ 4435475 h 150"/>
              <a:gd name="T6" fmla="*/ 43590232 w 609"/>
              <a:gd name="T7" fmla="*/ 5141278 h 150"/>
              <a:gd name="T8" fmla="*/ 53299424 w 609"/>
              <a:gd name="T9" fmla="*/ 7157403 h 150"/>
              <a:gd name="T10" fmla="*/ 56940450 w 609"/>
              <a:gd name="T11" fmla="*/ 12298363 h 150"/>
              <a:gd name="T12" fmla="*/ 61592784 w 609"/>
              <a:gd name="T13" fmla="*/ 15120938 h 150"/>
              <a:gd name="T14" fmla="*/ 56940450 w 609"/>
              <a:gd name="T15" fmla="*/ 14213840 h 150"/>
              <a:gd name="T16" fmla="*/ 52692639 w 609"/>
              <a:gd name="T17" fmla="*/ 8467725 h 150"/>
              <a:gd name="T18" fmla="*/ 39645813 w 609"/>
              <a:gd name="T19" fmla="*/ 5846763 h 150"/>
              <a:gd name="T20" fmla="*/ 31656163 w 609"/>
              <a:gd name="T21" fmla="*/ 5846763 h 150"/>
              <a:gd name="T22" fmla="*/ 25486549 w 609"/>
              <a:gd name="T23" fmla="*/ 4435475 h 150"/>
              <a:gd name="T24" fmla="*/ 14766049 w 609"/>
              <a:gd name="T25" fmla="*/ 1713865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2" name="Freeform 150"/>
          <p:cNvSpPr>
            <a:spLocks/>
          </p:cNvSpPr>
          <p:nvPr/>
        </p:nvSpPr>
        <p:spPr bwMode="auto">
          <a:xfrm>
            <a:off x="346075" y="4530725"/>
            <a:ext cx="168275" cy="184150"/>
          </a:xfrm>
          <a:custGeom>
            <a:avLst/>
            <a:gdLst>
              <a:gd name="T0" fmla="*/ 36124094 w 529"/>
              <a:gd name="T1" fmla="*/ 2016125 h 580"/>
              <a:gd name="T2" fmla="*/ 40778536 w 529"/>
              <a:gd name="T3" fmla="*/ 5342890 h 580"/>
              <a:gd name="T4" fmla="*/ 43308386 w 529"/>
              <a:gd name="T5" fmla="*/ 9475788 h 580"/>
              <a:gd name="T6" fmla="*/ 45635607 w 529"/>
              <a:gd name="T7" fmla="*/ 13911263 h 580"/>
              <a:gd name="T8" fmla="*/ 46950952 w 529"/>
              <a:gd name="T9" fmla="*/ 16229965 h 580"/>
              <a:gd name="T10" fmla="*/ 46950952 w 529"/>
              <a:gd name="T11" fmla="*/ 18749963 h 580"/>
              <a:gd name="T12" fmla="*/ 45837919 w 529"/>
              <a:gd name="T13" fmla="*/ 21774150 h 580"/>
              <a:gd name="T14" fmla="*/ 48165458 w 529"/>
              <a:gd name="T15" fmla="*/ 24092853 h 580"/>
              <a:gd name="T16" fmla="*/ 51706868 w 529"/>
              <a:gd name="T17" fmla="*/ 30342840 h 580"/>
              <a:gd name="T18" fmla="*/ 53528309 w 529"/>
              <a:gd name="T19" fmla="*/ 33669288 h 580"/>
              <a:gd name="T20" fmla="*/ 53528309 w 529"/>
              <a:gd name="T21" fmla="*/ 34878963 h 580"/>
              <a:gd name="T22" fmla="*/ 53224842 w 529"/>
              <a:gd name="T23" fmla="*/ 35987990 h 580"/>
              <a:gd name="T24" fmla="*/ 51605712 w 529"/>
              <a:gd name="T25" fmla="*/ 36391215 h 580"/>
              <a:gd name="T26" fmla="*/ 49278491 w 529"/>
              <a:gd name="T27" fmla="*/ 36491863 h 580"/>
              <a:gd name="T28" fmla="*/ 48064302 w 529"/>
              <a:gd name="T29" fmla="*/ 36895088 h 580"/>
              <a:gd name="T30" fmla="*/ 48165458 w 529"/>
              <a:gd name="T31" fmla="*/ 39415403 h 580"/>
              <a:gd name="T32" fmla="*/ 48873549 w 529"/>
              <a:gd name="T33" fmla="*/ 42439590 h 580"/>
              <a:gd name="T34" fmla="*/ 47457049 w 529"/>
              <a:gd name="T35" fmla="*/ 44052490 h 580"/>
              <a:gd name="T36" fmla="*/ 47861673 w 529"/>
              <a:gd name="T37" fmla="*/ 46270228 h 580"/>
              <a:gd name="T38" fmla="*/ 46748640 w 529"/>
              <a:gd name="T39" fmla="*/ 47580550 h 580"/>
              <a:gd name="T40" fmla="*/ 45736763 w 529"/>
              <a:gd name="T41" fmla="*/ 51512153 h 580"/>
              <a:gd name="T42" fmla="*/ 44117951 w 529"/>
              <a:gd name="T43" fmla="*/ 52721828 h 580"/>
              <a:gd name="T44" fmla="*/ 41588101 w 529"/>
              <a:gd name="T45" fmla="*/ 52721828 h 580"/>
              <a:gd name="T46" fmla="*/ 37945535 w 529"/>
              <a:gd name="T47" fmla="*/ 52116990 h 580"/>
              <a:gd name="T48" fmla="*/ 34302652 w 529"/>
              <a:gd name="T49" fmla="*/ 51512153 h 580"/>
              <a:gd name="T50" fmla="*/ 34606120 w 529"/>
              <a:gd name="T51" fmla="*/ 58467625 h 580"/>
              <a:gd name="T52" fmla="*/ 6071260 w 529"/>
              <a:gd name="T53" fmla="*/ 49193450 h 580"/>
              <a:gd name="T54" fmla="*/ 8398481 w 529"/>
              <a:gd name="T55" fmla="*/ 43850878 h 580"/>
              <a:gd name="T56" fmla="*/ 7892702 w 529"/>
              <a:gd name="T57" fmla="*/ 39717663 h 580"/>
              <a:gd name="T58" fmla="*/ 0 w 529"/>
              <a:gd name="T59" fmla="*/ 31854775 h 580"/>
              <a:gd name="T60" fmla="*/ 0 w 529"/>
              <a:gd name="T61" fmla="*/ 11189653 h 580"/>
              <a:gd name="T62" fmla="*/ 5261695 w 529"/>
              <a:gd name="T63" fmla="*/ 5544503 h 580"/>
              <a:gd name="T64" fmla="*/ 11839053 w 529"/>
              <a:gd name="T65" fmla="*/ 2520315 h 580"/>
              <a:gd name="T66" fmla="*/ 18821034 w 529"/>
              <a:gd name="T67" fmla="*/ 0 h 580"/>
              <a:gd name="T68" fmla="*/ 27927924 w 529"/>
              <a:gd name="T69" fmla="*/ 1310640 h 580"/>
              <a:gd name="T70" fmla="*/ 36124094 w 529"/>
              <a:gd name="T71" fmla="*/ 2016125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108573" name="Freeform 151"/>
          <p:cNvSpPr>
            <a:spLocks/>
          </p:cNvSpPr>
          <p:nvPr/>
        </p:nvSpPr>
        <p:spPr bwMode="auto">
          <a:xfrm>
            <a:off x="495300" y="4641850"/>
            <a:ext cx="9525" cy="1588"/>
          </a:xfrm>
          <a:custGeom>
            <a:avLst/>
            <a:gdLst>
              <a:gd name="T0" fmla="*/ 3024188 w 30"/>
              <a:gd name="T1" fmla="*/ 140009 h 6"/>
              <a:gd name="T2" fmla="*/ 2318703 w 30"/>
              <a:gd name="T3" fmla="*/ 420291 h 6"/>
              <a:gd name="T4" fmla="*/ 806450 w 30"/>
              <a:gd name="T5" fmla="*/ 350154 h 6"/>
              <a:gd name="T6" fmla="*/ 201613 w 30"/>
              <a:gd name="T7" fmla="*/ 420291 h 6"/>
              <a:gd name="T8" fmla="*/ 0 w 30"/>
              <a:gd name="T9" fmla="*/ 70137 h 6"/>
              <a:gd name="T10" fmla="*/ 907415 w 30"/>
              <a:gd name="T11" fmla="*/ 0 h 6"/>
              <a:gd name="T12" fmla="*/ 3024188 w 30"/>
              <a:gd name="T13" fmla="*/ 140009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4" name="Freeform 152"/>
          <p:cNvSpPr>
            <a:spLocks/>
          </p:cNvSpPr>
          <p:nvPr/>
        </p:nvSpPr>
        <p:spPr bwMode="auto">
          <a:xfrm>
            <a:off x="492125" y="4635500"/>
            <a:ext cx="3175" cy="6350"/>
          </a:xfrm>
          <a:custGeom>
            <a:avLst/>
            <a:gdLst>
              <a:gd name="T0" fmla="*/ 916420 w 11"/>
              <a:gd name="T1" fmla="*/ 0 h 22"/>
              <a:gd name="T2" fmla="*/ 249959 w 11"/>
              <a:gd name="T3" fmla="*/ 499918 h 22"/>
              <a:gd name="T4" fmla="*/ 249959 w 11"/>
              <a:gd name="T5" fmla="*/ 999836 h 22"/>
              <a:gd name="T6" fmla="*/ 166543 w 11"/>
              <a:gd name="T7" fmla="*/ 1832841 h 22"/>
              <a:gd name="T8" fmla="*/ 0 w 11"/>
              <a:gd name="T9" fmla="*/ 666461 h 22"/>
              <a:gd name="T10" fmla="*/ 0 w 11"/>
              <a:gd name="T11" fmla="*/ 83416 h 22"/>
              <a:gd name="T12" fmla="*/ 916420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5" name="Freeform 153"/>
          <p:cNvSpPr>
            <a:spLocks/>
          </p:cNvSpPr>
          <p:nvPr/>
        </p:nvSpPr>
        <p:spPr bwMode="auto">
          <a:xfrm>
            <a:off x="484188" y="4613275"/>
            <a:ext cx="4762" cy="12700"/>
          </a:xfrm>
          <a:custGeom>
            <a:avLst/>
            <a:gdLst>
              <a:gd name="T0" fmla="*/ 0 w 13"/>
              <a:gd name="T1" fmla="*/ 0 h 42"/>
              <a:gd name="T2" fmla="*/ 1207716 w 13"/>
              <a:gd name="T3" fmla="*/ 2194379 h 42"/>
              <a:gd name="T4" fmla="*/ 1744357 w 13"/>
              <a:gd name="T5" fmla="*/ 3840238 h 42"/>
              <a:gd name="T6" fmla="*/ 805144 w 13"/>
              <a:gd name="T7" fmla="*/ 2742898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6" name="Freeform 154"/>
          <p:cNvSpPr>
            <a:spLocks/>
          </p:cNvSpPr>
          <p:nvPr/>
        </p:nvSpPr>
        <p:spPr bwMode="auto">
          <a:xfrm>
            <a:off x="466725" y="4598988"/>
            <a:ext cx="19050" cy="11112"/>
          </a:xfrm>
          <a:custGeom>
            <a:avLst/>
            <a:gdLst>
              <a:gd name="T0" fmla="*/ 6480402 w 56"/>
              <a:gd name="T1" fmla="*/ 0 h 36"/>
              <a:gd name="T2" fmla="*/ 5207454 w 56"/>
              <a:gd name="T3" fmla="*/ 1905399 h 36"/>
              <a:gd name="T4" fmla="*/ 5438775 w 56"/>
              <a:gd name="T5" fmla="*/ 2477050 h 36"/>
              <a:gd name="T6" fmla="*/ 5438775 w 56"/>
              <a:gd name="T7" fmla="*/ 2762875 h 36"/>
              <a:gd name="T8" fmla="*/ 5901758 w 56"/>
              <a:gd name="T9" fmla="*/ 3429904 h 36"/>
              <a:gd name="T10" fmla="*/ 4976132 w 56"/>
              <a:gd name="T11" fmla="*/ 2286603 h 36"/>
              <a:gd name="T12" fmla="*/ 3703184 w 56"/>
              <a:gd name="T13" fmla="*/ 2286603 h 36"/>
              <a:gd name="T14" fmla="*/ 2314575 w 56"/>
              <a:gd name="T15" fmla="*/ 1905399 h 36"/>
              <a:gd name="T16" fmla="*/ 0 w 56"/>
              <a:gd name="T17" fmla="*/ 1810330 h 36"/>
              <a:gd name="T18" fmla="*/ 2314575 w 56"/>
              <a:gd name="T19" fmla="*/ 667029 h 36"/>
              <a:gd name="T20" fmla="*/ 6480402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7" name="Freeform 155"/>
          <p:cNvSpPr>
            <a:spLocks/>
          </p:cNvSpPr>
          <p:nvPr/>
        </p:nvSpPr>
        <p:spPr bwMode="auto">
          <a:xfrm>
            <a:off x="458788" y="4581525"/>
            <a:ext cx="31750" cy="11113"/>
          </a:xfrm>
          <a:custGeom>
            <a:avLst/>
            <a:gdLst>
              <a:gd name="T0" fmla="*/ 10500651 w 96"/>
              <a:gd name="T1" fmla="*/ 1816322 h 34"/>
              <a:gd name="T2" fmla="*/ 10063096 w 96"/>
              <a:gd name="T3" fmla="*/ 3098239 h 34"/>
              <a:gd name="T4" fmla="*/ 8859904 w 96"/>
              <a:gd name="T5" fmla="*/ 3632317 h 34"/>
              <a:gd name="T6" fmla="*/ 7219156 w 96"/>
              <a:gd name="T7" fmla="*/ 2563834 h 34"/>
              <a:gd name="T8" fmla="*/ 5140854 w 96"/>
              <a:gd name="T9" fmla="*/ 1816322 h 34"/>
              <a:gd name="T10" fmla="*/ 1640747 w 96"/>
              <a:gd name="T11" fmla="*/ 1816322 h 34"/>
              <a:gd name="T12" fmla="*/ 0 w 96"/>
              <a:gd name="T13" fmla="*/ 1922876 h 34"/>
              <a:gd name="T14" fmla="*/ 2625328 w 96"/>
              <a:gd name="T15" fmla="*/ 961601 h 34"/>
              <a:gd name="T16" fmla="*/ 4484688 w 96"/>
              <a:gd name="T17" fmla="*/ 427197 h 34"/>
              <a:gd name="T18" fmla="*/ 4265745 w 96"/>
              <a:gd name="T19" fmla="*/ 0 h 34"/>
              <a:gd name="T20" fmla="*/ 6125435 w 96"/>
              <a:gd name="T21" fmla="*/ 747840 h 34"/>
              <a:gd name="T22" fmla="*/ 5906492 w 96"/>
              <a:gd name="T23" fmla="*/ 213762 h 34"/>
              <a:gd name="T24" fmla="*/ 7438099 w 96"/>
              <a:gd name="T25" fmla="*/ 961601 h 34"/>
              <a:gd name="T26" fmla="*/ 8641292 w 96"/>
              <a:gd name="T27" fmla="*/ 961601 h 34"/>
              <a:gd name="T28" fmla="*/ 10500651 w 96"/>
              <a:gd name="T29" fmla="*/ 1816322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8" name="Freeform 156"/>
          <p:cNvSpPr>
            <a:spLocks/>
          </p:cNvSpPr>
          <p:nvPr/>
        </p:nvSpPr>
        <p:spPr bwMode="auto">
          <a:xfrm>
            <a:off x="403225" y="4597400"/>
            <a:ext cx="17463" cy="34925"/>
          </a:xfrm>
          <a:custGeom>
            <a:avLst/>
            <a:gdLst>
              <a:gd name="T0" fmla="*/ 5445649 w 56"/>
              <a:gd name="T1" fmla="*/ 2005869 h 113"/>
              <a:gd name="T2" fmla="*/ 3792589 w 56"/>
              <a:gd name="T3" fmla="*/ 764332 h 113"/>
              <a:gd name="T4" fmla="*/ 1847648 w 56"/>
              <a:gd name="T5" fmla="*/ 1050841 h 113"/>
              <a:gd name="T6" fmla="*/ 778039 w 56"/>
              <a:gd name="T7" fmla="*/ 2770202 h 113"/>
              <a:gd name="T8" fmla="*/ 583451 w 56"/>
              <a:gd name="T9" fmla="*/ 5253894 h 113"/>
              <a:gd name="T10" fmla="*/ 778039 w 56"/>
              <a:gd name="T11" fmla="*/ 7164261 h 113"/>
              <a:gd name="T12" fmla="*/ 1458784 w 56"/>
              <a:gd name="T13" fmla="*/ 8692616 h 113"/>
              <a:gd name="T14" fmla="*/ 2333805 w 56"/>
              <a:gd name="T15" fmla="*/ 6304735 h 113"/>
              <a:gd name="T16" fmla="*/ 3403414 w 56"/>
              <a:gd name="T17" fmla="*/ 4967386 h 113"/>
              <a:gd name="T18" fmla="*/ 5153768 w 56"/>
              <a:gd name="T19" fmla="*/ 4012048 h 113"/>
              <a:gd name="T20" fmla="*/ 3695296 w 56"/>
              <a:gd name="T21" fmla="*/ 5922415 h 113"/>
              <a:gd name="T22" fmla="*/ 2139218 w 56"/>
              <a:gd name="T23" fmla="*/ 7546582 h 113"/>
              <a:gd name="T24" fmla="*/ 2042235 w 56"/>
              <a:gd name="T25" fmla="*/ 9074937 h 113"/>
              <a:gd name="T26" fmla="*/ 2722981 w 56"/>
              <a:gd name="T27" fmla="*/ 10507789 h 113"/>
              <a:gd name="T28" fmla="*/ 3598002 w 56"/>
              <a:gd name="T29" fmla="*/ 10794298 h 113"/>
              <a:gd name="T30" fmla="*/ 1361490 w 56"/>
              <a:gd name="T31" fmla="*/ 10221280 h 113"/>
              <a:gd name="T32" fmla="*/ 194588 w 56"/>
              <a:gd name="T33" fmla="*/ 7928593 h 113"/>
              <a:gd name="T34" fmla="*/ 0 w 56"/>
              <a:gd name="T35" fmla="*/ 4967386 h 113"/>
              <a:gd name="T36" fmla="*/ 194588 w 56"/>
              <a:gd name="T37" fmla="*/ 2292687 h 113"/>
              <a:gd name="T38" fmla="*/ 1458784 w 56"/>
              <a:gd name="T39" fmla="*/ 477514 h 113"/>
              <a:gd name="T40" fmla="*/ 3111844 w 56"/>
              <a:gd name="T41" fmla="*/ 0 h 113"/>
              <a:gd name="T42" fmla="*/ 4667610 w 56"/>
              <a:gd name="T43" fmla="*/ 286509 h 113"/>
              <a:gd name="T44" fmla="*/ 5445649 w 56"/>
              <a:gd name="T45" fmla="*/ 2005869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79" name="Freeform 157"/>
          <p:cNvSpPr>
            <a:spLocks/>
          </p:cNvSpPr>
          <p:nvPr/>
        </p:nvSpPr>
        <p:spPr bwMode="auto">
          <a:xfrm>
            <a:off x="396875" y="4591050"/>
            <a:ext cx="28575" cy="49213"/>
          </a:xfrm>
          <a:custGeom>
            <a:avLst/>
            <a:gdLst>
              <a:gd name="T0" fmla="*/ 8972864 w 91"/>
              <a:gd name="T1" fmla="*/ 3931572 h 153"/>
              <a:gd name="T2" fmla="*/ 7493872 w 91"/>
              <a:gd name="T3" fmla="*/ 1344834 h 153"/>
              <a:gd name="T4" fmla="*/ 5324684 w 91"/>
              <a:gd name="T5" fmla="*/ 724364 h 153"/>
              <a:gd name="T6" fmla="*/ 2366387 w 91"/>
              <a:gd name="T7" fmla="*/ 1241583 h 153"/>
              <a:gd name="T8" fmla="*/ 1380392 w 91"/>
              <a:gd name="T9" fmla="*/ 2586417 h 153"/>
              <a:gd name="T10" fmla="*/ 690196 w 91"/>
              <a:gd name="T11" fmla="*/ 4966010 h 153"/>
              <a:gd name="T12" fmla="*/ 690196 w 91"/>
              <a:gd name="T13" fmla="*/ 6828384 h 153"/>
              <a:gd name="T14" fmla="*/ 1084594 w 91"/>
              <a:gd name="T15" fmla="*/ 8173539 h 153"/>
              <a:gd name="T16" fmla="*/ 1084594 w 91"/>
              <a:gd name="T17" fmla="*/ 10139165 h 153"/>
              <a:gd name="T18" fmla="*/ 1478992 w 91"/>
              <a:gd name="T19" fmla="*/ 12415185 h 153"/>
              <a:gd name="T20" fmla="*/ 3352381 w 91"/>
              <a:gd name="T21" fmla="*/ 14691528 h 153"/>
              <a:gd name="T22" fmla="*/ 4634488 w 91"/>
              <a:gd name="T23" fmla="*/ 14691528 h 153"/>
              <a:gd name="T24" fmla="*/ 6212079 w 91"/>
              <a:gd name="T25" fmla="*/ 14691528 h 153"/>
              <a:gd name="T26" fmla="*/ 6212079 w 91"/>
              <a:gd name="T27" fmla="*/ 14898351 h 153"/>
              <a:gd name="T28" fmla="*/ 5028886 w 91"/>
              <a:gd name="T29" fmla="*/ 15829538 h 153"/>
              <a:gd name="T30" fmla="*/ 3549580 w 91"/>
              <a:gd name="T31" fmla="*/ 15622715 h 153"/>
              <a:gd name="T32" fmla="*/ 1873390 w 91"/>
              <a:gd name="T33" fmla="*/ 14898351 h 153"/>
              <a:gd name="T34" fmla="*/ 591597 w 91"/>
              <a:gd name="T35" fmla="*/ 12518758 h 153"/>
              <a:gd name="T36" fmla="*/ 492997 w 91"/>
              <a:gd name="T37" fmla="*/ 8897582 h 153"/>
              <a:gd name="T38" fmla="*/ 0 w 91"/>
              <a:gd name="T39" fmla="*/ 6414738 h 153"/>
              <a:gd name="T40" fmla="*/ 0 w 91"/>
              <a:gd name="T41" fmla="*/ 4241968 h 153"/>
              <a:gd name="T42" fmla="*/ 887395 w 91"/>
              <a:gd name="T43" fmla="*/ 2379593 h 153"/>
              <a:gd name="T44" fmla="*/ 1774790 w 91"/>
              <a:gd name="T45" fmla="*/ 724364 h 153"/>
              <a:gd name="T46" fmla="*/ 4141177 w 91"/>
              <a:gd name="T47" fmla="*/ 0 h 153"/>
              <a:gd name="T48" fmla="*/ 7493872 w 91"/>
              <a:gd name="T49" fmla="*/ 517219 h 153"/>
              <a:gd name="T50" fmla="*/ 8775665 w 91"/>
              <a:gd name="T51" fmla="*/ 1344834 h 153"/>
              <a:gd name="T52" fmla="*/ 8972864 w 91"/>
              <a:gd name="T53" fmla="*/ 3931572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80" name="Freeform 158"/>
          <p:cNvSpPr>
            <a:spLocks/>
          </p:cNvSpPr>
          <p:nvPr/>
        </p:nvSpPr>
        <p:spPr bwMode="auto">
          <a:xfrm>
            <a:off x="414338" y="4643438"/>
            <a:ext cx="26987" cy="41275"/>
          </a:xfrm>
          <a:custGeom>
            <a:avLst/>
            <a:gdLst>
              <a:gd name="T0" fmla="*/ 0 w 83"/>
              <a:gd name="T1" fmla="*/ 0 h 127"/>
              <a:gd name="T2" fmla="*/ 1057045 w 83"/>
              <a:gd name="T3" fmla="*/ 2851875 h 127"/>
              <a:gd name="T4" fmla="*/ 2854444 w 83"/>
              <a:gd name="T5" fmla="*/ 6020625 h 127"/>
              <a:gd name="T6" fmla="*/ 4757515 w 83"/>
              <a:gd name="T7" fmla="*/ 8766875 h 127"/>
              <a:gd name="T8" fmla="*/ 7400291 w 83"/>
              <a:gd name="T9" fmla="*/ 12252500 h 127"/>
              <a:gd name="T10" fmla="*/ 8774677 w 83"/>
              <a:gd name="T11" fmla="*/ 13414375 h 127"/>
              <a:gd name="T12" fmla="*/ 5814560 w 83"/>
              <a:gd name="T13" fmla="*/ 11935625 h 127"/>
              <a:gd name="T14" fmla="*/ 3488801 w 83"/>
              <a:gd name="T15" fmla="*/ 8661250 h 127"/>
              <a:gd name="T16" fmla="*/ 1268714 w 83"/>
              <a:gd name="T17" fmla="*/ 4858750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81" name="Freeform 159"/>
          <p:cNvSpPr>
            <a:spLocks/>
          </p:cNvSpPr>
          <p:nvPr/>
        </p:nvSpPr>
        <p:spPr bwMode="auto">
          <a:xfrm>
            <a:off x="333375" y="4505325"/>
            <a:ext cx="150813" cy="152400"/>
          </a:xfrm>
          <a:custGeom>
            <a:avLst/>
            <a:gdLst>
              <a:gd name="T0" fmla="*/ 43800134 w 478"/>
              <a:gd name="T1" fmla="*/ 13911263 h 480"/>
              <a:gd name="T2" fmla="*/ 36533345 w 478"/>
              <a:gd name="T3" fmla="*/ 12802553 h 480"/>
              <a:gd name="T4" fmla="*/ 31854671 w 478"/>
              <a:gd name="T5" fmla="*/ 13407390 h 480"/>
              <a:gd name="T6" fmla="*/ 28868069 w 478"/>
              <a:gd name="T7" fmla="*/ 16935450 h 480"/>
              <a:gd name="T8" fmla="*/ 30660157 w 478"/>
              <a:gd name="T9" fmla="*/ 21068665 h 480"/>
              <a:gd name="T10" fmla="*/ 32949485 w 478"/>
              <a:gd name="T11" fmla="*/ 22580600 h 480"/>
              <a:gd name="T12" fmla="*/ 33646443 w 478"/>
              <a:gd name="T13" fmla="*/ 26411238 h 480"/>
              <a:gd name="T14" fmla="*/ 32252843 w 478"/>
              <a:gd name="T15" fmla="*/ 28931553 h 480"/>
              <a:gd name="T16" fmla="*/ 33347657 w 478"/>
              <a:gd name="T17" fmla="*/ 32762190 h 480"/>
              <a:gd name="T18" fmla="*/ 30461071 w 478"/>
              <a:gd name="T19" fmla="*/ 32762190 h 480"/>
              <a:gd name="T20" fmla="*/ 29664412 w 478"/>
              <a:gd name="T21" fmla="*/ 28427363 h 480"/>
              <a:gd name="T22" fmla="*/ 27872640 w 478"/>
              <a:gd name="T23" fmla="*/ 26411238 h 480"/>
              <a:gd name="T24" fmla="*/ 24189711 w 478"/>
              <a:gd name="T25" fmla="*/ 26411238 h 480"/>
              <a:gd name="T26" fmla="*/ 20804937 w 478"/>
              <a:gd name="T27" fmla="*/ 27318653 h 480"/>
              <a:gd name="T28" fmla="*/ 19610423 w 478"/>
              <a:gd name="T29" fmla="*/ 30342840 h 480"/>
              <a:gd name="T30" fmla="*/ 19212251 w 478"/>
              <a:gd name="T31" fmla="*/ 34375090 h 480"/>
              <a:gd name="T32" fmla="*/ 19610423 w 478"/>
              <a:gd name="T33" fmla="*/ 37298313 h 480"/>
              <a:gd name="T34" fmla="*/ 19610423 w 478"/>
              <a:gd name="T35" fmla="*/ 39415403 h 480"/>
              <a:gd name="T36" fmla="*/ 19411337 w 478"/>
              <a:gd name="T37" fmla="*/ 41935400 h 480"/>
              <a:gd name="T38" fmla="*/ 17121693 w 478"/>
              <a:gd name="T39" fmla="*/ 44254103 h 480"/>
              <a:gd name="T40" fmla="*/ 15529006 w 478"/>
              <a:gd name="T41" fmla="*/ 45665390 h 480"/>
              <a:gd name="T42" fmla="*/ 11447590 w 478"/>
              <a:gd name="T43" fmla="*/ 48387000 h 480"/>
              <a:gd name="T44" fmla="*/ 3683245 w 478"/>
              <a:gd name="T45" fmla="*/ 40221853 h 480"/>
              <a:gd name="T46" fmla="*/ 1393600 w 478"/>
              <a:gd name="T47" fmla="*/ 33669288 h 480"/>
              <a:gd name="T48" fmla="*/ 497872 w 478"/>
              <a:gd name="T49" fmla="*/ 23084790 h 480"/>
              <a:gd name="T50" fmla="*/ 0 w 478"/>
              <a:gd name="T51" fmla="*/ 15524163 h 480"/>
              <a:gd name="T52" fmla="*/ 896044 w 478"/>
              <a:gd name="T53" fmla="*/ 8266113 h 480"/>
              <a:gd name="T54" fmla="*/ 2986287 w 478"/>
              <a:gd name="T55" fmla="*/ 4233863 h 480"/>
              <a:gd name="T56" fmla="*/ 7764661 w 478"/>
              <a:gd name="T57" fmla="*/ 1512253 h 480"/>
              <a:gd name="T58" fmla="*/ 12045163 w 478"/>
              <a:gd name="T59" fmla="*/ 705803 h 480"/>
              <a:gd name="T60" fmla="*/ 20307381 w 478"/>
              <a:gd name="T61" fmla="*/ 0 h 480"/>
              <a:gd name="T62" fmla="*/ 28370512 w 478"/>
              <a:gd name="T63" fmla="*/ 504190 h 480"/>
              <a:gd name="T64" fmla="*/ 38524203 w 478"/>
              <a:gd name="T65" fmla="*/ 2217738 h 480"/>
              <a:gd name="T66" fmla="*/ 43003791 w 478"/>
              <a:gd name="T67" fmla="*/ 4435475 h 480"/>
              <a:gd name="T68" fmla="*/ 45293119 w 478"/>
              <a:gd name="T69" fmla="*/ 6754178 h 480"/>
              <a:gd name="T70" fmla="*/ 47582764 w 478"/>
              <a:gd name="T71" fmla="*/ 10282238 h 480"/>
              <a:gd name="T72" fmla="*/ 47283977 w 478"/>
              <a:gd name="T73" fmla="*/ 12096750 h 480"/>
              <a:gd name="T74" fmla="*/ 43800134 w 478"/>
              <a:gd name="T75" fmla="*/ 13911263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82" name="Freeform 160"/>
          <p:cNvSpPr>
            <a:spLocks/>
          </p:cNvSpPr>
          <p:nvPr/>
        </p:nvSpPr>
        <p:spPr bwMode="auto">
          <a:xfrm>
            <a:off x="336550" y="4506913"/>
            <a:ext cx="144463" cy="146050"/>
          </a:xfrm>
          <a:custGeom>
            <a:avLst/>
            <a:gdLst>
              <a:gd name="T0" fmla="*/ 43951677 w 455"/>
              <a:gd name="T1" fmla="*/ 6955790 h 460"/>
              <a:gd name="T2" fmla="*/ 44758130 w 455"/>
              <a:gd name="T3" fmla="*/ 10887075 h 460"/>
              <a:gd name="T4" fmla="*/ 34173596 w 455"/>
              <a:gd name="T5" fmla="*/ 11391265 h 460"/>
              <a:gd name="T6" fmla="*/ 24899389 w 455"/>
              <a:gd name="T7" fmla="*/ 9072563 h 460"/>
              <a:gd name="T8" fmla="*/ 29334879 w 455"/>
              <a:gd name="T9" fmla="*/ 10584815 h 460"/>
              <a:gd name="T10" fmla="*/ 30443593 w 455"/>
              <a:gd name="T11" fmla="*/ 12096750 h 460"/>
              <a:gd name="T12" fmla="*/ 25806489 w 455"/>
              <a:gd name="T13" fmla="*/ 11693525 h 460"/>
              <a:gd name="T14" fmla="*/ 24798423 w 455"/>
              <a:gd name="T15" fmla="*/ 12298363 h 460"/>
              <a:gd name="T16" fmla="*/ 27419395 w 455"/>
              <a:gd name="T17" fmla="*/ 15524163 h 460"/>
              <a:gd name="T18" fmla="*/ 26612942 w 455"/>
              <a:gd name="T19" fmla="*/ 16229965 h 460"/>
              <a:gd name="T20" fmla="*/ 29133266 w 455"/>
              <a:gd name="T21" fmla="*/ 20060603 h 460"/>
              <a:gd name="T22" fmla="*/ 20665512 w 455"/>
              <a:gd name="T23" fmla="*/ 18246090 h 460"/>
              <a:gd name="T24" fmla="*/ 31754237 w 455"/>
              <a:gd name="T25" fmla="*/ 22378988 h 460"/>
              <a:gd name="T26" fmla="*/ 25604876 w 455"/>
              <a:gd name="T27" fmla="*/ 21572538 h 460"/>
              <a:gd name="T28" fmla="*/ 31149398 w 455"/>
              <a:gd name="T29" fmla="*/ 24395113 h 460"/>
              <a:gd name="T30" fmla="*/ 29334879 w 455"/>
              <a:gd name="T31" fmla="*/ 25705753 h 460"/>
              <a:gd name="T32" fmla="*/ 20362933 w 455"/>
              <a:gd name="T33" fmla="*/ 24798338 h 460"/>
              <a:gd name="T34" fmla="*/ 13810663 w 455"/>
              <a:gd name="T35" fmla="*/ 25504140 h 460"/>
              <a:gd name="T36" fmla="*/ 14213889 w 455"/>
              <a:gd name="T37" fmla="*/ 27318653 h 460"/>
              <a:gd name="T38" fmla="*/ 12701631 w 455"/>
              <a:gd name="T39" fmla="*/ 28225750 h 460"/>
              <a:gd name="T40" fmla="*/ 17943575 w 455"/>
              <a:gd name="T41" fmla="*/ 31955740 h 460"/>
              <a:gd name="T42" fmla="*/ 13205823 w 455"/>
              <a:gd name="T43" fmla="*/ 31754128 h 460"/>
              <a:gd name="T44" fmla="*/ 17943575 w 455"/>
              <a:gd name="T45" fmla="*/ 36794440 h 460"/>
              <a:gd name="T46" fmla="*/ 14617116 w 455"/>
              <a:gd name="T47" fmla="*/ 36592828 h 460"/>
              <a:gd name="T48" fmla="*/ 16028408 w 455"/>
              <a:gd name="T49" fmla="*/ 42137013 h 460"/>
              <a:gd name="T50" fmla="*/ 10080660 w 455"/>
              <a:gd name="T51" fmla="*/ 33971865 h 460"/>
              <a:gd name="T52" fmla="*/ 15725829 w 455"/>
              <a:gd name="T53" fmla="*/ 43246040 h 460"/>
              <a:gd name="T54" fmla="*/ 8870981 w 455"/>
              <a:gd name="T55" fmla="*/ 39818628 h 460"/>
              <a:gd name="T56" fmla="*/ 10483886 w 455"/>
              <a:gd name="T57" fmla="*/ 43346688 h 460"/>
              <a:gd name="T58" fmla="*/ 6955814 w 455"/>
              <a:gd name="T59" fmla="*/ 43246040 h 460"/>
              <a:gd name="T60" fmla="*/ 1209679 w 455"/>
              <a:gd name="T61" fmla="*/ 27721878 h 460"/>
              <a:gd name="T62" fmla="*/ 3931616 w 455"/>
              <a:gd name="T63" fmla="*/ 18246090 h 460"/>
              <a:gd name="T64" fmla="*/ 8870981 w 455"/>
              <a:gd name="T65" fmla="*/ 19052540 h 460"/>
              <a:gd name="T66" fmla="*/ 504192 w 455"/>
              <a:gd name="T67" fmla="*/ 15927388 h 460"/>
              <a:gd name="T68" fmla="*/ 6149361 w 455"/>
              <a:gd name="T69" fmla="*/ 10080625 h 460"/>
              <a:gd name="T70" fmla="*/ 9778399 w 455"/>
              <a:gd name="T71" fmla="*/ 10080625 h 460"/>
              <a:gd name="T72" fmla="*/ 2117097 w 455"/>
              <a:gd name="T73" fmla="*/ 4939665 h 460"/>
              <a:gd name="T74" fmla="*/ 11189691 w 455"/>
              <a:gd name="T75" fmla="*/ 2822575 h 460"/>
              <a:gd name="T76" fmla="*/ 8669368 w 455"/>
              <a:gd name="T77" fmla="*/ 1008063 h 460"/>
              <a:gd name="T78" fmla="*/ 19959707 w 455"/>
              <a:gd name="T79" fmla="*/ 806450 h 460"/>
              <a:gd name="T80" fmla="*/ 24294549 w 455"/>
              <a:gd name="T81" fmla="*/ 2318703 h 460"/>
              <a:gd name="T82" fmla="*/ 25101002 w 455"/>
              <a:gd name="T83" fmla="*/ 201613 h 460"/>
              <a:gd name="T84" fmla="*/ 33971983 w 455"/>
              <a:gd name="T85" fmla="*/ 3729990 h 460"/>
              <a:gd name="T86" fmla="*/ 32459725 w 455"/>
              <a:gd name="T87" fmla="*/ 1008063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8583" name="Group 161"/>
          <p:cNvGrpSpPr>
            <a:grpSpLocks/>
          </p:cNvGrpSpPr>
          <p:nvPr/>
        </p:nvGrpSpPr>
        <p:grpSpPr bwMode="auto">
          <a:xfrm>
            <a:off x="630238" y="4876800"/>
            <a:ext cx="157162" cy="96838"/>
            <a:chOff x="377" y="1962"/>
            <a:chExt cx="99" cy="61"/>
          </a:xfrm>
        </p:grpSpPr>
        <p:sp>
          <p:nvSpPr>
            <p:cNvPr id="108802" name="Freeform 162"/>
            <p:cNvSpPr>
              <a:spLocks/>
            </p:cNvSpPr>
            <p:nvPr/>
          </p:nvSpPr>
          <p:spPr bwMode="auto">
            <a:xfrm>
              <a:off x="377" y="1962"/>
              <a:ext cx="99" cy="61"/>
            </a:xfrm>
            <a:custGeom>
              <a:avLst/>
              <a:gdLst>
                <a:gd name="T0" fmla="*/ 0 w 497"/>
                <a:gd name="T1" fmla="*/ 7 h 305"/>
                <a:gd name="T2" fmla="*/ 2 w 497"/>
                <a:gd name="T3" fmla="*/ 7 h 305"/>
                <a:gd name="T4" fmla="*/ 3 w 497"/>
                <a:gd name="T5" fmla="*/ 7 h 305"/>
                <a:gd name="T6" fmla="*/ 4 w 497"/>
                <a:gd name="T7" fmla="*/ 6 h 305"/>
                <a:gd name="T8" fmla="*/ 4 w 497"/>
                <a:gd name="T9" fmla="*/ 5 h 305"/>
                <a:gd name="T10" fmla="*/ 6 w 497"/>
                <a:gd name="T11" fmla="*/ 4 h 305"/>
                <a:gd name="T12" fmla="*/ 8 w 497"/>
                <a:gd name="T13" fmla="*/ 2 h 305"/>
                <a:gd name="T14" fmla="*/ 8 w 497"/>
                <a:gd name="T15" fmla="*/ 2 h 305"/>
                <a:gd name="T16" fmla="*/ 9 w 497"/>
                <a:gd name="T17" fmla="*/ 1 h 305"/>
                <a:gd name="T18" fmla="*/ 10 w 497"/>
                <a:gd name="T19" fmla="*/ 1 h 305"/>
                <a:gd name="T20" fmla="*/ 13 w 497"/>
                <a:gd name="T21" fmla="*/ 0 h 305"/>
                <a:gd name="T22" fmla="*/ 14 w 497"/>
                <a:gd name="T23" fmla="*/ 0 h 305"/>
                <a:gd name="T24" fmla="*/ 15 w 497"/>
                <a:gd name="T25" fmla="*/ 0 h 305"/>
                <a:gd name="T26" fmla="*/ 16 w 497"/>
                <a:gd name="T27" fmla="*/ 1 h 305"/>
                <a:gd name="T28" fmla="*/ 18 w 497"/>
                <a:gd name="T29" fmla="*/ 1 h 305"/>
                <a:gd name="T30" fmla="*/ 18 w 497"/>
                <a:gd name="T31" fmla="*/ 2 h 305"/>
                <a:gd name="T32" fmla="*/ 19 w 497"/>
                <a:gd name="T33" fmla="*/ 2 h 305"/>
                <a:gd name="T34" fmla="*/ 19 w 497"/>
                <a:gd name="T35" fmla="*/ 3 h 305"/>
                <a:gd name="T36" fmla="*/ 19 w 497"/>
                <a:gd name="T37" fmla="*/ 4 h 305"/>
                <a:gd name="T38" fmla="*/ 20 w 497"/>
                <a:gd name="T39" fmla="*/ 4 h 305"/>
                <a:gd name="T40" fmla="*/ 20 w 497"/>
                <a:gd name="T41" fmla="*/ 5 h 305"/>
                <a:gd name="T42" fmla="*/ 20 w 497"/>
                <a:gd name="T43" fmla="*/ 5 h 305"/>
                <a:gd name="T44" fmla="*/ 19 w 497"/>
                <a:gd name="T45" fmla="*/ 5 h 305"/>
                <a:gd name="T46" fmla="*/ 19 w 497"/>
                <a:gd name="T47" fmla="*/ 5 h 305"/>
                <a:gd name="T48" fmla="*/ 17 w 497"/>
                <a:gd name="T49" fmla="*/ 5 h 305"/>
                <a:gd name="T50" fmla="*/ 16 w 497"/>
                <a:gd name="T51" fmla="*/ 5 h 305"/>
                <a:gd name="T52" fmla="*/ 14 w 497"/>
                <a:gd name="T53" fmla="*/ 5 h 305"/>
                <a:gd name="T54" fmla="*/ 16 w 497"/>
                <a:gd name="T55" fmla="*/ 5 h 305"/>
                <a:gd name="T56" fmla="*/ 17 w 497"/>
                <a:gd name="T57" fmla="*/ 5 h 305"/>
                <a:gd name="T58" fmla="*/ 18 w 497"/>
                <a:gd name="T59" fmla="*/ 6 h 305"/>
                <a:gd name="T60" fmla="*/ 18 w 497"/>
                <a:gd name="T61" fmla="*/ 6 h 305"/>
                <a:gd name="T62" fmla="*/ 18 w 497"/>
                <a:gd name="T63" fmla="*/ 7 h 305"/>
                <a:gd name="T64" fmla="*/ 18 w 497"/>
                <a:gd name="T65" fmla="*/ 7 h 305"/>
                <a:gd name="T66" fmla="*/ 17 w 497"/>
                <a:gd name="T67" fmla="*/ 7 h 305"/>
                <a:gd name="T68" fmla="*/ 16 w 497"/>
                <a:gd name="T69" fmla="*/ 7 h 305"/>
                <a:gd name="T70" fmla="*/ 14 w 497"/>
                <a:gd name="T71" fmla="*/ 7 h 305"/>
                <a:gd name="T72" fmla="*/ 13 w 497"/>
                <a:gd name="T73" fmla="*/ 7 h 305"/>
                <a:gd name="T74" fmla="*/ 12 w 497"/>
                <a:gd name="T75" fmla="*/ 7 h 305"/>
                <a:gd name="T76" fmla="*/ 11 w 497"/>
                <a:gd name="T77" fmla="*/ 8 h 305"/>
                <a:gd name="T78" fmla="*/ 11 w 497"/>
                <a:gd name="T79" fmla="*/ 9 h 305"/>
                <a:gd name="T80" fmla="*/ 10 w 497"/>
                <a:gd name="T81" fmla="*/ 10 h 305"/>
                <a:gd name="T82" fmla="*/ 9 w 497"/>
                <a:gd name="T83" fmla="*/ 11 h 305"/>
                <a:gd name="T84" fmla="*/ 8 w 497"/>
                <a:gd name="T85" fmla="*/ 11 h 305"/>
                <a:gd name="T86" fmla="*/ 8 w 497"/>
                <a:gd name="T87" fmla="*/ 11 h 305"/>
                <a:gd name="T88" fmla="*/ 7 w 497"/>
                <a:gd name="T89" fmla="*/ 11 h 305"/>
                <a:gd name="T90" fmla="*/ 5 w 497"/>
                <a:gd name="T91" fmla="*/ 11 h 305"/>
                <a:gd name="T92" fmla="*/ 4 w 497"/>
                <a:gd name="T93" fmla="*/ 11 h 305"/>
                <a:gd name="T94" fmla="*/ 3 w 497"/>
                <a:gd name="T95" fmla="*/ 12 h 305"/>
                <a:gd name="T96" fmla="*/ 0 w 497"/>
                <a:gd name="T97" fmla="*/ 12 h 305"/>
                <a:gd name="T98" fmla="*/ 0 w 497"/>
                <a:gd name="T99" fmla="*/ 7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108803" name="Freeform 163"/>
            <p:cNvSpPr>
              <a:spLocks/>
            </p:cNvSpPr>
            <p:nvPr/>
          </p:nvSpPr>
          <p:spPr bwMode="auto">
            <a:xfrm>
              <a:off x="439" y="1973"/>
              <a:ext cx="32" cy="7"/>
            </a:xfrm>
            <a:custGeom>
              <a:avLst/>
              <a:gdLst>
                <a:gd name="T0" fmla="*/ 6 w 159"/>
                <a:gd name="T1" fmla="*/ 1 h 37"/>
                <a:gd name="T2" fmla="*/ 5 w 159"/>
                <a:gd name="T3" fmla="*/ 1 h 37"/>
                <a:gd name="T4" fmla="*/ 4 w 159"/>
                <a:gd name="T5" fmla="*/ 1 h 37"/>
                <a:gd name="T6" fmla="*/ 3 w 159"/>
                <a:gd name="T7" fmla="*/ 0 h 37"/>
                <a:gd name="T8" fmla="*/ 2 w 159"/>
                <a:gd name="T9" fmla="*/ 0 h 37"/>
                <a:gd name="T10" fmla="*/ 1 w 159"/>
                <a:gd name="T11" fmla="*/ 0 h 37"/>
                <a:gd name="T12" fmla="*/ 0 w 159"/>
                <a:gd name="T13" fmla="*/ 0 h 37"/>
                <a:gd name="T14" fmla="*/ 2 w 159"/>
                <a:gd name="T15" fmla="*/ 0 h 37"/>
                <a:gd name="T16" fmla="*/ 3 w 159"/>
                <a:gd name="T17" fmla="*/ 0 h 37"/>
                <a:gd name="T18" fmla="*/ 4 w 159"/>
                <a:gd name="T19" fmla="*/ 1 h 37"/>
                <a:gd name="T20" fmla="*/ 5 w 159"/>
                <a:gd name="T21" fmla="*/ 1 h 37"/>
                <a:gd name="T22" fmla="*/ 6 w 159"/>
                <a:gd name="T23" fmla="*/ 1 h 37"/>
                <a:gd name="T24" fmla="*/ 6 w 159"/>
                <a:gd name="T25" fmla="*/ 1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4" name="Freeform 164"/>
            <p:cNvSpPr>
              <a:spLocks/>
            </p:cNvSpPr>
            <p:nvPr/>
          </p:nvSpPr>
          <p:spPr bwMode="auto">
            <a:xfrm>
              <a:off x="427" y="1965"/>
              <a:ext cx="27" cy="5"/>
            </a:xfrm>
            <a:custGeom>
              <a:avLst/>
              <a:gdLst>
                <a:gd name="T0" fmla="*/ 4 w 133"/>
                <a:gd name="T1" fmla="*/ 0 h 25"/>
                <a:gd name="T2" fmla="*/ 5 w 133"/>
                <a:gd name="T3" fmla="*/ 0 h 25"/>
                <a:gd name="T4" fmla="*/ 5 w 133"/>
                <a:gd name="T5" fmla="*/ 0 h 25"/>
                <a:gd name="T6" fmla="*/ 5 w 133"/>
                <a:gd name="T7" fmla="*/ 0 h 25"/>
                <a:gd name="T8" fmla="*/ 4 w 133"/>
                <a:gd name="T9" fmla="*/ 0 h 25"/>
                <a:gd name="T10" fmla="*/ 2 w 133"/>
                <a:gd name="T11" fmla="*/ 1 h 25"/>
                <a:gd name="T12" fmla="*/ 1 w 133"/>
                <a:gd name="T13" fmla="*/ 1 h 25"/>
                <a:gd name="T14" fmla="*/ 0 w 133"/>
                <a:gd name="T15" fmla="*/ 1 h 25"/>
                <a:gd name="T16" fmla="*/ 0 w 133"/>
                <a:gd name="T17" fmla="*/ 1 h 25"/>
                <a:gd name="T18" fmla="*/ 1 w 133"/>
                <a:gd name="T19" fmla="*/ 1 h 25"/>
                <a:gd name="T20" fmla="*/ 3 w 133"/>
                <a:gd name="T21" fmla="*/ 0 h 25"/>
                <a:gd name="T22" fmla="*/ 4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5" name="Freeform 165"/>
            <p:cNvSpPr>
              <a:spLocks/>
            </p:cNvSpPr>
            <p:nvPr/>
          </p:nvSpPr>
          <p:spPr bwMode="auto">
            <a:xfrm>
              <a:off x="438" y="1984"/>
              <a:ext cx="11" cy="2"/>
            </a:xfrm>
            <a:custGeom>
              <a:avLst/>
              <a:gdLst>
                <a:gd name="T0" fmla="*/ 2 w 53"/>
                <a:gd name="T1" fmla="*/ 0 h 12"/>
                <a:gd name="T2" fmla="*/ 2 w 53"/>
                <a:gd name="T3" fmla="*/ 0 h 12"/>
                <a:gd name="T4" fmla="*/ 1 w 53"/>
                <a:gd name="T5" fmla="*/ 0 h 12"/>
                <a:gd name="T6" fmla="*/ 0 w 53"/>
                <a:gd name="T7" fmla="*/ 0 h 12"/>
                <a:gd name="T8" fmla="*/ 0 w 53"/>
                <a:gd name="T9" fmla="*/ 0 h 12"/>
                <a:gd name="T10" fmla="*/ 1 w 53"/>
                <a:gd name="T11" fmla="*/ 0 h 12"/>
                <a:gd name="T12" fmla="*/ 2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6" name="Freeform 166"/>
            <p:cNvSpPr>
              <a:spLocks/>
            </p:cNvSpPr>
            <p:nvPr/>
          </p:nvSpPr>
          <p:spPr bwMode="auto">
            <a:xfrm>
              <a:off x="469" y="1982"/>
              <a:ext cx="3" cy="4"/>
            </a:xfrm>
            <a:custGeom>
              <a:avLst/>
              <a:gdLst>
                <a:gd name="T0" fmla="*/ 0 w 11"/>
                <a:gd name="T1" fmla="*/ 0 h 23"/>
                <a:gd name="T2" fmla="*/ 0 w 11"/>
                <a:gd name="T3" fmla="*/ 0 h 23"/>
                <a:gd name="T4" fmla="*/ 0 w 11"/>
                <a:gd name="T5" fmla="*/ 1 h 23"/>
                <a:gd name="T6" fmla="*/ 1 w 11"/>
                <a:gd name="T7" fmla="*/ 1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7" name="Freeform 167"/>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8" name="Freeform 168"/>
            <p:cNvSpPr>
              <a:spLocks/>
            </p:cNvSpPr>
            <p:nvPr/>
          </p:nvSpPr>
          <p:spPr bwMode="auto">
            <a:xfrm>
              <a:off x="423" y="1977"/>
              <a:ext cx="5" cy="6"/>
            </a:xfrm>
            <a:custGeom>
              <a:avLst/>
              <a:gdLst>
                <a:gd name="T0" fmla="*/ 1 w 25"/>
                <a:gd name="T1" fmla="*/ 0 h 29"/>
                <a:gd name="T2" fmla="*/ 1 w 25"/>
                <a:gd name="T3" fmla="*/ 0 h 29"/>
                <a:gd name="T4" fmla="*/ 1 w 25"/>
                <a:gd name="T5" fmla="*/ 1 h 29"/>
                <a:gd name="T6" fmla="*/ 0 w 25"/>
                <a:gd name="T7" fmla="*/ 1 h 29"/>
                <a:gd name="T8" fmla="*/ 1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9" name="Freeform 169"/>
            <p:cNvSpPr>
              <a:spLocks/>
            </p:cNvSpPr>
            <p:nvPr/>
          </p:nvSpPr>
          <p:spPr bwMode="auto">
            <a:xfrm>
              <a:off x="403" y="1977"/>
              <a:ext cx="16" cy="16"/>
            </a:xfrm>
            <a:custGeom>
              <a:avLst/>
              <a:gdLst>
                <a:gd name="T0" fmla="*/ 3 w 80"/>
                <a:gd name="T1" fmla="*/ 0 h 81"/>
                <a:gd name="T2" fmla="*/ 3 w 80"/>
                <a:gd name="T3" fmla="*/ 1 h 81"/>
                <a:gd name="T4" fmla="*/ 2 w 80"/>
                <a:gd name="T5" fmla="*/ 2 h 81"/>
                <a:gd name="T6" fmla="*/ 0 w 80"/>
                <a:gd name="T7" fmla="*/ 3 h 81"/>
                <a:gd name="T8" fmla="*/ 2 w 80"/>
                <a:gd name="T9" fmla="*/ 2 h 81"/>
                <a:gd name="T10" fmla="*/ 3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10" name="Freeform 170"/>
            <p:cNvSpPr>
              <a:spLocks/>
            </p:cNvSpPr>
            <p:nvPr/>
          </p:nvSpPr>
          <p:spPr bwMode="auto">
            <a:xfrm>
              <a:off x="395" y="2000"/>
              <a:ext cx="4" cy="12"/>
            </a:xfrm>
            <a:custGeom>
              <a:avLst/>
              <a:gdLst>
                <a:gd name="T0" fmla="*/ 0 w 18"/>
                <a:gd name="T1" fmla="*/ 0 h 58"/>
                <a:gd name="T2" fmla="*/ 0 w 18"/>
                <a:gd name="T3" fmla="*/ 1 h 58"/>
                <a:gd name="T4" fmla="*/ 1 w 18"/>
                <a:gd name="T5" fmla="*/ 2 h 58"/>
                <a:gd name="T6" fmla="*/ 1 w 18"/>
                <a:gd name="T7" fmla="*/ 2 h 58"/>
                <a:gd name="T8" fmla="*/ 1 w 18"/>
                <a:gd name="T9" fmla="*/ 1 h 58"/>
                <a:gd name="T10" fmla="*/ 1 w 18"/>
                <a:gd name="T11" fmla="*/ 1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11" name="Freeform 171"/>
            <p:cNvSpPr>
              <a:spLocks/>
            </p:cNvSpPr>
            <p:nvPr/>
          </p:nvSpPr>
          <p:spPr bwMode="auto">
            <a:xfrm>
              <a:off x="432" y="1988"/>
              <a:ext cx="2" cy="4"/>
            </a:xfrm>
            <a:custGeom>
              <a:avLst/>
              <a:gdLst>
                <a:gd name="T0" fmla="*/ 0 w 9"/>
                <a:gd name="T1" fmla="*/ 0 h 21"/>
                <a:gd name="T2" fmla="*/ 0 w 9"/>
                <a:gd name="T3" fmla="*/ 0 h 21"/>
                <a:gd name="T4" fmla="*/ 0 w 9"/>
                <a:gd name="T5" fmla="*/ 1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84" name="Group 172"/>
          <p:cNvGrpSpPr>
            <a:grpSpLocks/>
          </p:cNvGrpSpPr>
          <p:nvPr/>
        </p:nvGrpSpPr>
        <p:grpSpPr bwMode="auto">
          <a:xfrm>
            <a:off x="288925" y="4664075"/>
            <a:ext cx="363538" cy="415925"/>
            <a:chOff x="162" y="1828"/>
            <a:chExt cx="229" cy="262"/>
          </a:xfrm>
        </p:grpSpPr>
        <p:sp>
          <p:nvSpPr>
            <p:cNvPr id="108788" name="Freeform 173"/>
            <p:cNvSpPr>
              <a:spLocks/>
            </p:cNvSpPr>
            <p:nvPr/>
          </p:nvSpPr>
          <p:spPr bwMode="auto">
            <a:xfrm>
              <a:off x="286" y="1828"/>
              <a:ext cx="7" cy="5"/>
            </a:xfrm>
            <a:custGeom>
              <a:avLst/>
              <a:gdLst>
                <a:gd name="T0" fmla="*/ 1 w 37"/>
                <a:gd name="T1" fmla="*/ 0 h 25"/>
                <a:gd name="T2" fmla="*/ 1 w 37"/>
                <a:gd name="T3" fmla="*/ 0 h 25"/>
                <a:gd name="T4" fmla="*/ 1 w 37"/>
                <a:gd name="T5" fmla="*/ 0 h 25"/>
                <a:gd name="T6" fmla="*/ 0 w 37"/>
                <a:gd name="T7" fmla="*/ 1 h 25"/>
                <a:gd name="T8" fmla="*/ 0 w 37"/>
                <a:gd name="T9" fmla="*/ 1 h 25"/>
                <a:gd name="T10" fmla="*/ 0 w 37"/>
                <a:gd name="T11" fmla="*/ 1 h 25"/>
                <a:gd name="T12" fmla="*/ 1 w 37"/>
                <a:gd name="T13" fmla="*/ 1 h 25"/>
                <a:gd name="T14" fmla="*/ 1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89" name="Freeform 174"/>
            <p:cNvSpPr>
              <a:spLocks/>
            </p:cNvSpPr>
            <p:nvPr/>
          </p:nvSpPr>
          <p:spPr bwMode="auto">
            <a:xfrm>
              <a:off x="289" y="1837"/>
              <a:ext cx="2" cy="3"/>
            </a:xfrm>
            <a:custGeom>
              <a:avLst/>
              <a:gdLst>
                <a:gd name="T0" fmla="*/ 0 w 9"/>
                <a:gd name="T1" fmla="*/ 0 h 16"/>
                <a:gd name="T2" fmla="*/ 0 w 9"/>
                <a:gd name="T3" fmla="*/ 0 h 16"/>
                <a:gd name="T4" fmla="*/ 0 w 9"/>
                <a:gd name="T5" fmla="*/ 1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0" name="Freeform 175"/>
            <p:cNvSpPr>
              <a:spLocks/>
            </p:cNvSpPr>
            <p:nvPr/>
          </p:nvSpPr>
          <p:spPr bwMode="auto">
            <a:xfrm>
              <a:off x="260" y="1863"/>
              <a:ext cx="62" cy="154"/>
            </a:xfrm>
            <a:custGeom>
              <a:avLst/>
              <a:gdLst>
                <a:gd name="T0" fmla="*/ 2 w 309"/>
                <a:gd name="T1" fmla="*/ 0 h 772"/>
                <a:gd name="T2" fmla="*/ 3 w 309"/>
                <a:gd name="T3" fmla="*/ 1 h 772"/>
                <a:gd name="T4" fmla="*/ 3 w 309"/>
                <a:gd name="T5" fmla="*/ 3 h 772"/>
                <a:gd name="T6" fmla="*/ 5 w 309"/>
                <a:gd name="T7" fmla="*/ 5 h 772"/>
                <a:gd name="T8" fmla="*/ 9 w 309"/>
                <a:gd name="T9" fmla="*/ 13 h 772"/>
                <a:gd name="T10" fmla="*/ 11 w 309"/>
                <a:gd name="T11" fmla="*/ 21 h 772"/>
                <a:gd name="T12" fmla="*/ 12 w 309"/>
                <a:gd name="T13" fmla="*/ 31 h 772"/>
                <a:gd name="T14" fmla="*/ 7 w 309"/>
                <a:gd name="T15" fmla="*/ 26 h 772"/>
                <a:gd name="T16" fmla="*/ 0 w 309"/>
                <a:gd name="T17" fmla="*/ 4 h 772"/>
                <a:gd name="T18" fmla="*/ 2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headEnd/>
              <a:tailEnd/>
            </a:ln>
          </p:spPr>
          <p:txBody>
            <a:bodyPr/>
            <a:lstStyle/>
            <a:p>
              <a:endParaRPr lang="zh-CN" altLang="en-US"/>
            </a:p>
          </p:txBody>
        </p:sp>
        <p:sp>
          <p:nvSpPr>
            <p:cNvPr id="108791" name="Freeform 176"/>
            <p:cNvSpPr>
              <a:spLocks/>
            </p:cNvSpPr>
            <p:nvPr/>
          </p:nvSpPr>
          <p:spPr bwMode="auto">
            <a:xfrm>
              <a:off x="162" y="1833"/>
              <a:ext cx="229" cy="257"/>
            </a:xfrm>
            <a:custGeom>
              <a:avLst/>
              <a:gdLst>
                <a:gd name="T0" fmla="*/ 8 w 1147"/>
                <a:gd name="T1" fmla="*/ 3 h 1285"/>
                <a:gd name="T2" fmla="*/ 10 w 1147"/>
                <a:gd name="T3" fmla="*/ 0 h 1285"/>
                <a:gd name="T4" fmla="*/ 21 w 1147"/>
                <a:gd name="T5" fmla="*/ 5 h 1285"/>
                <a:gd name="T6" fmla="*/ 22 w 1147"/>
                <a:gd name="T7" fmla="*/ 8 h 1285"/>
                <a:gd name="T8" fmla="*/ 22 w 1147"/>
                <a:gd name="T9" fmla="*/ 10 h 1285"/>
                <a:gd name="T10" fmla="*/ 24 w 1147"/>
                <a:gd name="T11" fmla="*/ 11 h 1285"/>
                <a:gd name="T12" fmla="*/ 25 w 1147"/>
                <a:gd name="T13" fmla="*/ 14 h 1285"/>
                <a:gd name="T14" fmla="*/ 27 w 1147"/>
                <a:gd name="T15" fmla="*/ 19 h 1285"/>
                <a:gd name="T16" fmla="*/ 29 w 1147"/>
                <a:gd name="T17" fmla="*/ 27 h 1285"/>
                <a:gd name="T18" fmla="*/ 30 w 1147"/>
                <a:gd name="T19" fmla="*/ 31 h 1285"/>
                <a:gd name="T20" fmla="*/ 39 w 1147"/>
                <a:gd name="T21" fmla="*/ 31 h 1285"/>
                <a:gd name="T22" fmla="*/ 40 w 1147"/>
                <a:gd name="T23" fmla="*/ 32 h 1285"/>
                <a:gd name="T24" fmla="*/ 45 w 1147"/>
                <a:gd name="T25" fmla="*/ 32 h 1285"/>
                <a:gd name="T26" fmla="*/ 46 w 1147"/>
                <a:gd name="T27" fmla="*/ 34 h 1285"/>
                <a:gd name="T28" fmla="*/ 46 w 1147"/>
                <a:gd name="T29" fmla="*/ 36 h 1285"/>
                <a:gd name="T30" fmla="*/ 45 w 1147"/>
                <a:gd name="T31" fmla="*/ 38 h 1285"/>
                <a:gd name="T32" fmla="*/ 42 w 1147"/>
                <a:gd name="T33" fmla="*/ 39 h 1285"/>
                <a:gd name="T34" fmla="*/ 40 w 1147"/>
                <a:gd name="T35" fmla="*/ 42 h 1285"/>
                <a:gd name="T36" fmla="*/ 36 w 1147"/>
                <a:gd name="T37" fmla="*/ 43 h 1285"/>
                <a:gd name="T38" fmla="*/ 34 w 1147"/>
                <a:gd name="T39" fmla="*/ 43 h 1285"/>
                <a:gd name="T40" fmla="*/ 30 w 1147"/>
                <a:gd name="T41" fmla="*/ 43 h 1285"/>
                <a:gd name="T42" fmla="*/ 30 w 1147"/>
                <a:gd name="T43" fmla="*/ 44 h 1285"/>
                <a:gd name="T44" fmla="*/ 30 w 1147"/>
                <a:gd name="T45" fmla="*/ 47 h 1285"/>
                <a:gd name="T46" fmla="*/ 30 w 1147"/>
                <a:gd name="T47" fmla="*/ 49 h 1285"/>
                <a:gd name="T48" fmla="*/ 28 w 1147"/>
                <a:gd name="T49" fmla="*/ 49 h 1285"/>
                <a:gd name="T50" fmla="*/ 26 w 1147"/>
                <a:gd name="T51" fmla="*/ 49 h 1285"/>
                <a:gd name="T52" fmla="*/ 25 w 1147"/>
                <a:gd name="T53" fmla="*/ 51 h 1285"/>
                <a:gd name="T54" fmla="*/ 22 w 1147"/>
                <a:gd name="T55" fmla="*/ 51 h 1285"/>
                <a:gd name="T56" fmla="*/ 20 w 1147"/>
                <a:gd name="T57" fmla="*/ 51 h 1285"/>
                <a:gd name="T58" fmla="*/ 17 w 1147"/>
                <a:gd name="T59" fmla="*/ 50 h 1285"/>
                <a:gd name="T60" fmla="*/ 13 w 1147"/>
                <a:gd name="T61" fmla="*/ 50 h 1285"/>
                <a:gd name="T62" fmla="*/ 10 w 1147"/>
                <a:gd name="T63" fmla="*/ 51 h 1285"/>
                <a:gd name="T64" fmla="*/ 6 w 1147"/>
                <a:gd name="T65" fmla="*/ 51 h 1285"/>
                <a:gd name="T66" fmla="*/ 4 w 1147"/>
                <a:gd name="T67" fmla="*/ 48 h 1285"/>
                <a:gd name="T68" fmla="*/ 4 w 1147"/>
                <a:gd name="T69" fmla="*/ 45 h 1285"/>
                <a:gd name="T70" fmla="*/ 3 w 1147"/>
                <a:gd name="T71" fmla="*/ 42 h 1285"/>
                <a:gd name="T72" fmla="*/ 3 w 1147"/>
                <a:gd name="T73" fmla="*/ 37 h 1285"/>
                <a:gd name="T74" fmla="*/ 1 w 1147"/>
                <a:gd name="T75" fmla="*/ 32 h 1285"/>
                <a:gd name="T76" fmla="*/ 0 w 1147"/>
                <a:gd name="T77" fmla="*/ 26 h 1285"/>
                <a:gd name="T78" fmla="*/ 0 w 1147"/>
                <a:gd name="T79" fmla="*/ 19 h 1285"/>
                <a:gd name="T80" fmla="*/ 0 w 1147"/>
                <a:gd name="T81" fmla="*/ 14 h 1285"/>
                <a:gd name="T82" fmla="*/ 1 w 1147"/>
                <a:gd name="T83" fmla="*/ 10 h 1285"/>
                <a:gd name="T84" fmla="*/ 1 w 1147"/>
                <a:gd name="T85" fmla="*/ 8 h 1285"/>
                <a:gd name="T86" fmla="*/ 3 w 1147"/>
                <a:gd name="T87" fmla="*/ 6 h 1285"/>
                <a:gd name="T88" fmla="*/ 6 w 1147"/>
                <a:gd name="T89" fmla="*/ 4 h 1285"/>
                <a:gd name="T90" fmla="*/ 8 w 1147"/>
                <a:gd name="T91" fmla="*/ 3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108792" name="Freeform 177"/>
            <p:cNvSpPr>
              <a:spLocks/>
            </p:cNvSpPr>
            <p:nvPr/>
          </p:nvSpPr>
          <p:spPr bwMode="auto">
            <a:xfrm>
              <a:off x="166" y="1848"/>
              <a:ext cx="145" cy="240"/>
            </a:xfrm>
            <a:custGeom>
              <a:avLst/>
              <a:gdLst>
                <a:gd name="T0" fmla="*/ 25 w 725"/>
                <a:gd name="T1" fmla="*/ 40 h 1198"/>
                <a:gd name="T2" fmla="*/ 18 w 725"/>
                <a:gd name="T3" fmla="*/ 39 h 1198"/>
                <a:gd name="T4" fmla="*/ 13 w 725"/>
                <a:gd name="T5" fmla="*/ 37 h 1198"/>
                <a:gd name="T6" fmla="*/ 10 w 725"/>
                <a:gd name="T7" fmla="*/ 33 h 1198"/>
                <a:gd name="T8" fmla="*/ 11 w 725"/>
                <a:gd name="T9" fmla="*/ 30 h 1198"/>
                <a:gd name="T10" fmla="*/ 6 w 725"/>
                <a:gd name="T11" fmla="*/ 24 h 1198"/>
                <a:gd name="T12" fmla="*/ 11 w 725"/>
                <a:gd name="T13" fmla="*/ 27 h 1198"/>
                <a:gd name="T14" fmla="*/ 8 w 725"/>
                <a:gd name="T15" fmla="*/ 21 h 1198"/>
                <a:gd name="T16" fmla="*/ 5 w 725"/>
                <a:gd name="T17" fmla="*/ 14 h 1198"/>
                <a:gd name="T18" fmla="*/ 10 w 725"/>
                <a:gd name="T19" fmla="*/ 20 h 1198"/>
                <a:gd name="T20" fmla="*/ 11 w 725"/>
                <a:gd name="T21" fmla="*/ 11 h 1198"/>
                <a:gd name="T22" fmla="*/ 14 w 725"/>
                <a:gd name="T23" fmla="*/ 8 h 1198"/>
                <a:gd name="T24" fmla="*/ 17 w 725"/>
                <a:gd name="T25" fmla="*/ 6 h 1198"/>
                <a:gd name="T26" fmla="*/ 10 w 725"/>
                <a:gd name="T27" fmla="*/ 4 h 1198"/>
                <a:gd name="T28" fmla="*/ 7 w 725"/>
                <a:gd name="T29" fmla="*/ 6 h 1198"/>
                <a:gd name="T30" fmla="*/ 9 w 725"/>
                <a:gd name="T31" fmla="*/ 4 h 1198"/>
                <a:gd name="T32" fmla="*/ 13 w 725"/>
                <a:gd name="T33" fmla="*/ 2 h 1198"/>
                <a:gd name="T34" fmla="*/ 10 w 725"/>
                <a:gd name="T35" fmla="*/ 1 h 1198"/>
                <a:gd name="T36" fmla="*/ 8 w 725"/>
                <a:gd name="T37" fmla="*/ 0 h 1198"/>
                <a:gd name="T38" fmla="*/ 4 w 725"/>
                <a:gd name="T39" fmla="*/ 3 h 1198"/>
                <a:gd name="T40" fmla="*/ 1 w 725"/>
                <a:gd name="T41" fmla="*/ 5 h 1198"/>
                <a:gd name="T42" fmla="*/ 0 w 725"/>
                <a:gd name="T43" fmla="*/ 10 h 1198"/>
                <a:gd name="T44" fmla="*/ 0 w 725"/>
                <a:gd name="T45" fmla="*/ 18 h 1198"/>
                <a:gd name="T46" fmla="*/ 1 w 725"/>
                <a:gd name="T47" fmla="*/ 28 h 1198"/>
                <a:gd name="T48" fmla="*/ 3 w 725"/>
                <a:gd name="T49" fmla="*/ 38 h 1198"/>
                <a:gd name="T50" fmla="*/ 4 w 725"/>
                <a:gd name="T51" fmla="*/ 44 h 1198"/>
                <a:gd name="T52" fmla="*/ 5 w 725"/>
                <a:gd name="T53" fmla="*/ 47 h 1198"/>
                <a:gd name="T54" fmla="*/ 9 w 725"/>
                <a:gd name="T55" fmla="*/ 48 h 1198"/>
                <a:gd name="T56" fmla="*/ 12 w 725"/>
                <a:gd name="T57" fmla="*/ 47 h 1198"/>
                <a:gd name="T58" fmla="*/ 13 w 725"/>
                <a:gd name="T59" fmla="*/ 45 h 1198"/>
                <a:gd name="T60" fmla="*/ 14 w 725"/>
                <a:gd name="T61" fmla="*/ 44 h 1198"/>
                <a:gd name="T62" fmla="*/ 17 w 725"/>
                <a:gd name="T63" fmla="*/ 47 h 1198"/>
                <a:gd name="T64" fmla="*/ 21 w 725"/>
                <a:gd name="T65" fmla="*/ 47 h 1198"/>
                <a:gd name="T66" fmla="*/ 24 w 725"/>
                <a:gd name="T67" fmla="*/ 47 h 1198"/>
                <a:gd name="T68" fmla="*/ 22 w 725"/>
                <a:gd name="T69" fmla="*/ 45 h 1198"/>
                <a:gd name="T70" fmla="*/ 19 w 725"/>
                <a:gd name="T71" fmla="*/ 42 h 1198"/>
                <a:gd name="T72" fmla="*/ 24 w 725"/>
                <a:gd name="T73" fmla="*/ 44 h 1198"/>
                <a:gd name="T74" fmla="*/ 28 w 725"/>
                <a:gd name="T75" fmla="*/ 46 h 1198"/>
                <a:gd name="T76" fmla="*/ 29 w 725"/>
                <a:gd name="T77" fmla="*/ 44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3" name="Freeform 178"/>
            <p:cNvSpPr>
              <a:spLocks/>
            </p:cNvSpPr>
            <p:nvPr/>
          </p:nvSpPr>
          <p:spPr bwMode="auto">
            <a:xfrm>
              <a:off x="176" y="1968"/>
              <a:ext cx="43" cy="110"/>
            </a:xfrm>
            <a:custGeom>
              <a:avLst/>
              <a:gdLst>
                <a:gd name="T0" fmla="*/ 9 w 211"/>
                <a:gd name="T1" fmla="*/ 22 h 553"/>
                <a:gd name="T2" fmla="*/ 7 w 211"/>
                <a:gd name="T3" fmla="*/ 21 h 553"/>
                <a:gd name="T4" fmla="*/ 6 w 211"/>
                <a:gd name="T5" fmla="*/ 19 h 553"/>
                <a:gd name="T6" fmla="*/ 4 w 211"/>
                <a:gd name="T7" fmla="*/ 16 h 553"/>
                <a:gd name="T8" fmla="*/ 3 w 211"/>
                <a:gd name="T9" fmla="*/ 14 h 553"/>
                <a:gd name="T10" fmla="*/ 2 w 211"/>
                <a:gd name="T11" fmla="*/ 11 h 553"/>
                <a:gd name="T12" fmla="*/ 2 w 211"/>
                <a:gd name="T13" fmla="*/ 8 h 553"/>
                <a:gd name="T14" fmla="*/ 1 w 211"/>
                <a:gd name="T15" fmla="*/ 3 h 553"/>
                <a:gd name="T16" fmla="*/ 0 w 211"/>
                <a:gd name="T17" fmla="*/ 0 h 553"/>
                <a:gd name="T18" fmla="*/ 2 w 211"/>
                <a:gd name="T19" fmla="*/ 6 h 553"/>
                <a:gd name="T20" fmla="*/ 3 w 211"/>
                <a:gd name="T21" fmla="*/ 11 h 553"/>
                <a:gd name="T22" fmla="*/ 5 w 211"/>
                <a:gd name="T23" fmla="*/ 15 h 553"/>
                <a:gd name="T24" fmla="*/ 8 w 211"/>
                <a:gd name="T25" fmla="*/ 18 h 553"/>
                <a:gd name="T26" fmla="*/ 9 w 211"/>
                <a:gd name="T27" fmla="*/ 22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4" name="Freeform 179"/>
            <p:cNvSpPr>
              <a:spLocks/>
            </p:cNvSpPr>
            <p:nvPr/>
          </p:nvSpPr>
          <p:spPr bwMode="auto">
            <a:xfrm>
              <a:off x="220" y="1878"/>
              <a:ext cx="167" cy="167"/>
            </a:xfrm>
            <a:custGeom>
              <a:avLst/>
              <a:gdLst>
                <a:gd name="T0" fmla="*/ 10 w 838"/>
                <a:gd name="T1" fmla="*/ 1 h 832"/>
                <a:gd name="T2" fmla="*/ 13 w 838"/>
                <a:gd name="T3" fmla="*/ 6 h 832"/>
                <a:gd name="T4" fmla="*/ 12 w 838"/>
                <a:gd name="T5" fmla="*/ 11 h 832"/>
                <a:gd name="T6" fmla="*/ 13 w 838"/>
                <a:gd name="T7" fmla="*/ 16 h 832"/>
                <a:gd name="T8" fmla="*/ 13 w 838"/>
                <a:gd name="T9" fmla="*/ 18 h 832"/>
                <a:gd name="T10" fmla="*/ 12 w 838"/>
                <a:gd name="T11" fmla="*/ 20 h 832"/>
                <a:gd name="T12" fmla="*/ 14 w 838"/>
                <a:gd name="T13" fmla="*/ 21 h 832"/>
                <a:gd name="T14" fmla="*/ 15 w 838"/>
                <a:gd name="T15" fmla="*/ 22 h 832"/>
                <a:gd name="T16" fmla="*/ 17 w 838"/>
                <a:gd name="T17" fmla="*/ 22 h 832"/>
                <a:gd name="T18" fmla="*/ 25 w 838"/>
                <a:gd name="T19" fmla="*/ 23 h 832"/>
                <a:gd name="T20" fmla="*/ 28 w 838"/>
                <a:gd name="T21" fmla="*/ 24 h 832"/>
                <a:gd name="T22" fmla="*/ 33 w 838"/>
                <a:gd name="T23" fmla="*/ 25 h 832"/>
                <a:gd name="T24" fmla="*/ 33 w 838"/>
                <a:gd name="T25" fmla="*/ 29 h 832"/>
                <a:gd name="T26" fmla="*/ 30 w 838"/>
                <a:gd name="T27" fmla="*/ 28 h 832"/>
                <a:gd name="T28" fmla="*/ 29 w 838"/>
                <a:gd name="T29" fmla="*/ 26 h 832"/>
                <a:gd name="T30" fmla="*/ 29 w 838"/>
                <a:gd name="T31" fmla="*/ 30 h 832"/>
                <a:gd name="T32" fmla="*/ 27 w 838"/>
                <a:gd name="T33" fmla="*/ 32 h 832"/>
                <a:gd name="T34" fmla="*/ 22 w 838"/>
                <a:gd name="T35" fmla="*/ 33 h 832"/>
                <a:gd name="T36" fmla="*/ 23 w 838"/>
                <a:gd name="T37" fmla="*/ 32 h 832"/>
                <a:gd name="T38" fmla="*/ 25 w 838"/>
                <a:gd name="T39" fmla="*/ 28 h 832"/>
                <a:gd name="T40" fmla="*/ 23 w 838"/>
                <a:gd name="T41" fmla="*/ 27 h 832"/>
                <a:gd name="T42" fmla="*/ 22 w 838"/>
                <a:gd name="T43" fmla="*/ 30 h 832"/>
                <a:gd name="T44" fmla="*/ 18 w 838"/>
                <a:gd name="T45" fmla="*/ 33 h 832"/>
                <a:gd name="T46" fmla="*/ 13 w 838"/>
                <a:gd name="T47" fmla="*/ 33 h 832"/>
                <a:gd name="T48" fmla="*/ 19 w 838"/>
                <a:gd name="T49" fmla="*/ 29 h 832"/>
                <a:gd name="T50" fmla="*/ 21 w 838"/>
                <a:gd name="T51" fmla="*/ 27 h 832"/>
                <a:gd name="T52" fmla="*/ 20 w 838"/>
                <a:gd name="T53" fmla="*/ 25 h 832"/>
                <a:gd name="T54" fmla="*/ 18 w 838"/>
                <a:gd name="T55" fmla="*/ 28 h 832"/>
                <a:gd name="T56" fmla="*/ 14 w 838"/>
                <a:gd name="T57" fmla="*/ 31 h 832"/>
                <a:gd name="T58" fmla="*/ 11 w 838"/>
                <a:gd name="T59" fmla="*/ 33 h 832"/>
                <a:gd name="T60" fmla="*/ 7 w 838"/>
                <a:gd name="T61" fmla="*/ 33 h 832"/>
                <a:gd name="T62" fmla="*/ 10 w 838"/>
                <a:gd name="T63" fmla="*/ 31 h 832"/>
                <a:gd name="T64" fmla="*/ 13 w 838"/>
                <a:gd name="T65" fmla="*/ 28 h 832"/>
                <a:gd name="T66" fmla="*/ 12 w 838"/>
                <a:gd name="T67" fmla="*/ 27 h 832"/>
                <a:gd name="T68" fmla="*/ 10 w 838"/>
                <a:gd name="T69" fmla="*/ 29 h 832"/>
                <a:gd name="T70" fmla="*/ 7 w 838"/>
                <a:gd name="T71" fmla="*/ 31 h 832"/>
                <a:gd name="T72" fmla="*/ 4 w 838"/>
                <a:gd name="T73" fmla="*/ 32 h 832"/>
                <a:gd name="T74" fmla="*/ 2 w 838"/>
                <a:gd name="T75" fmla="*/ 29 h 832"/>
                <a:gd name="T76" fmla="*/ 8 w 838"/>
                <a:gd name="T77" fmla="*/ 27 h 832"/>
                <a:gd name="T78" fmla="*/ 13 w 838"/>
                <a:gd name="T79" fmla="*/ 25 h 832"/>
                <a:gd name="T80" fmla="*/ 13 w 838"/>
                <a:gd name="T81" fmla="*/ 23 h 832"/>
                <a:gd name="T82" fmla="*/ 12 w 838"/>
                <a:gd name="T83" fmla="*/ 24 h 832"/>
                <a:gd name="T84" fmla="*/ 7 w 838"/>
                <a:gd name="T85" fmla="*/ 27 h 832"/>
                <a:gd name="T86" fmla="*/ 2 w 838"/>
                <a:gd name="T87" fmla="*/ 29 h 832"/>
                <a:gd name="T88" fmla="*/ 1 w 838"/>
                <a:gd name="T89" fmla="*/ 22 h 832"/>
                <a:gd name="T90" fmla="*/ 4 w 838"/>
                <a:gd name="T91" fmla="*/ 21 h 832"/>
                <a:gd name="T92" fmla="*/ 10 w 838"/>
                <a:gd name="T93" fmla="*/ 22 h 832"/>
                <a:gd name="T94" fmla="*/ 11 w 838"/>
                <a:gd name="T95" fmla="*/ 21 h 832"/>
                <a:gd name="T96" fmla="*/ 8 w 838"/>
                <a:gd name="T97" fmla="*/ 21 h 832"/>
                <a:gd name="T98" fmla="*/ 1 w 838"/>
                <a:gd name="T99" fmla="*/ 20 h 832"/>
                <a:gd name="T100" fmla="*/ 0 w 838"/>
                <a:gd name="T101" fmla="*/ 14 h 832"/>
                <a:gd name="T102" fmla="*/ 0 w 838"/>
                <a:gd name="T103" fmla="*/ 8 h 832"/>
                <a:gd name="T104" fmla="*/ 4 w 838"/>
                <a:gd name="T105" fmla="*/ 4 h 832"/>
                <a:gd name="T106" fmla="*/ 0 w 838"/>
                <a:gd name="T107" fmla="*/ 6 h 832"/>
                <a:gd name="T108" fmla="*/ 2 w 838"/>
                <a:gd name="T109" fmla="*/ 2 h 832"/>
                <a:gd name="T110" fmla="*/ 6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5" name="Freeform 180"/>
            <p:cNvSpPr>
              <a:spLocks/>
            </p:cNvSpPr>
            <p:nvPr/>
          </p:nvSpPr>
          <p:spPr bwMode="auto">
            <a:xfrm>
              <a:off x="231" y="1940"/>
              <a:ext cx="42" cy="38"/>
            </a:xfrm>
            <a:custGeom>
              <a:avLst/>
              <a:gdLst>
                <a:gd name="T0" fmla="*/ 8 w 209"/>
                <a:gd name="T1" fmla="*/ 0 h 187"/>
                <a:gd name="T2" fmla="*/ 8 w 209"/>
                <a:gd name="T3" fmla="*/ 1 h 187"/>
                <a:gd name="T4" fmla="*/ 7 w 209"/>
                <a:gd name="T5" fmla="*/ 2 h 187"/>
                <a:gd name="T6" fmla="*/ 6 w 209"/>
                <a:gd name="T7" fmla="*/ 3 h 187"/>
                <a:gd name="T8" fmla="*/ 4 w 209"/>
                <a:gd name="T9" fmla="*/ 5 h 187"/>
                <a:gd name="T10" fmla="*/ 3 w 209"/>
                <a:gd name="T11" fmla="*/ 5 h 187"/>
                <a:gd name="T12" fmla="*/ 1 w 209"/>
                <a:gd name="T13" fmla="*/ 7 h 187"/>
                <a:gd name="T14" fmla="*/ 3 w 209"/>
                <a:gd name="T15" fmla="*/ 6 h 187"/>
                <a:gd name="T16" fmla="*/ 6 w 209"/>
                <a:gd name="T17" fmla="*/ 5 h 187"/>
                <a:gd name="T18" fmla="*/ 8 w 209"/>
                <a:gd name="T19" fmla="*/ 5 h 187"/>
                <a:gd name="T20" fmla="*/ 8 w 209"/>
                <a:gd name="T21" fmla="*/ 6 h 187"/>
                <a:gd name="T22" fmla="*/ 4 w 209"/>
                <a:gd name="T23" fmla="*/ 7 h 187"/>
                <a:gd name="T24" fmla="*/ 2 w 209"/>
                <a:gd name="T25" fmla="*/ 8 h 187"/>
                <a:gd name="T26" fmla="*/ 1 w 209"/>
                <a:gd name="T27" fmla="*/ 8 h 187"/>
                <a:gd name="T28" fmla="*/ 0 w 209"/>
                <a:gd name="T29" fmla="*/ 8 h 187"/>
                <a:gd name="T30" fmla="*/ 0 w 209"/>
                <a:gd name="T31" fmla="*/ 7 h 187"/>
                <a:gd name="T32" fmla="*/ 1 w 209"/>
                <a:gd name="T33" fmla="*/ 6 h 187"/>
                <a:gd name="T34" fmla="*/ 2 w 209"/>
                <a:gd name="T35" fmla="*/ 5 h 187"/>
                <a:gd name="T36" fmla="*/ 3 w 209"/>
                <a:gd name="T37" fmla="*/ 3 h 187"/>
                <a:gd name="T38" fmla="*/ 4 w 209"/>
                <a:gd name="T39" fmla="*/ 2 h 187"/>
                <a:gd name="T40" fmla="*/ 6 w 209"/>
                <a:gd name="T41" fmla="*/ 0 h 187"/>
                <a:gd name="T42" fmla="*/ 7 w 209"/>
                <a:gd name="T43" fmla="*/ 0 h 187"/>
                <a:gd name="T44" fmla="*/ 8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6" name="Freeform 181"/>
            <p:cNvSpPr>
              <a:spLocks/>
            </p:cNvSpPr>
            <p:nvPr/>
          </p:nvSpPr>
          <p:spPr bwMode="auto">
            <a:xfrm>
              <a:off x="232" y="1909"/>
              <a:ext cx="39" cy="49"/>
            </a:xfrm>
            <a:custGeom>
              <a:avLst/>
              <a:gdLst>
                <a:gd name="T0" fmla="*/ 7 w 192"/>
                <a:gd name="T1" fmla="*/ 0 h 246"/>
                <a:gd name="T2" fmla="*/ 8 w 192"/>
                <a:gd name="T3" fmla="*/ 0 h 246"/>
                <a:gd name="T4" fmla="*/ 8 w 192"/>
                <a:gd name="T5" fmla="*/ 1 h 246"/>
                <a:gd name="T6" fmla="*/ 8 w 192"/>
                <a:gd name="T7" fmla="*/ 2 h 246"/>
                <a:gd name="T8" fmla="*/ 7 w 192"/>
                <a:gd name="T9" fmla="*/ 3 h 246"/>
                <a:gd name="T10" fmla="*/ 6 w 192"/>
                <a:gd name="T11" fmla="*/ 3 h 246"/>
                <a:gd name="T12" fmla="*/ 4 w 192"/>
                <a:gd name="T13" fmla="*/ 4 h 246"/>
                <a:gd name="T14" fmla="*/ 3 w 192"/>
                <a:gd name="T15" fmla="*/ 6 h 246"/>
                <a:gd name="T16" fmla="*/ 2 w 192"/>
                <a:gd name="T17" fmla="*/ 7 h 246"/>
                <a:gd name="T18" fmla="*/ 0 w 192"/>
                <a:gd name="T19" fmla="*/ 9 h 246"/>
                <a:gd name="T20" fmla="*/ 0 w 192"/>
                <a:gd name="T21" fmla="*/ 10 h 246"/>
                <a:gd name="T22" fmla="*/ 0 w 192"/>
                <a:gd name="T23" fmla="*/ 8 h 246"/>
                <a:gd name="T24" fmla="*/ 1 w 192"/>
                <a:gd name="T25" fmla="*/ 6 h 246"/>
                <a:gd name="T26" fmla="*/ 1 w 192"/>
                <a:gd name="T27" fmla="*/ 4 h 246"/>
                <a:gd name="T28" fmla="*/ 2 w 192"/>
                <a:gd name="T29" fmla="*/ 2 h 246"/>
                <a:gd name="T30" fmla="*/ 5 w 192"/>
                <a:gd name="T31" fmla="*/ 0 h 246"/>
                <a:gd name="T32" fmla="*/ 7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7" name="Freeform 182"/>
            <p:cNvSpPr>
              <a:spLocks/>
            </p:cNvSpPr>
            <p:nvPr/>
          </p:nvSpPr>
          <p:spPr bwMode="auto">
            <a:xfrm>
              <a:off x="237" y="1860"/>
              <a:ext cx="41" cy="29"/>
            </a:xfrm>
            <a:custGeom>
              <a:avLst/>
              <a:gdLst>
                <a:gd name="T0" fmla="*/ 8 w 204"/>
                <a:gd name="T1" fmla="*/ 6 h 141"/>
                <a:gd name="T2" fmla="*/ 7 w 204"/>
                <a:gd name="T3" fmla="*/ 5 h 141"/>
                <a:gd name="T4" fmla="*/ 4 w 204"/>
                <a:gd name="T5" fmla="*/ 4 h 141"/>
                <a:gd name="T6" fmla="*/ 3 w 204"/>
                <a:gd name="T7" fmla="*/ 3 h 141"/>
                <a:gd name="T8" fmla="*/ 0 w 204"/>
                <a:gd name="T9" fmla="*/ 0 h 141"/>
                <a:gd name="T10" fmla="*/ 2 w 204"/>
                <a:gd name="T11" fmla="*/ 1 h 141"/>
                <a:gd name="T12" fmla="*/ 4 w 204"/>
                <a:gd name="T13" fmla="*/ 2 h 141"/>
                <a:gd name="T14" fmla="*/ 6 w 204"/>
                <a:gd name="T15" fmla="*/ 3 h 141"/>
                <a:gd name="T16" fmla="*/ 6 w 204"/>
                <a:gd name="T17" fmla="*/ 4 h 141"/>
                <a:gd name="T18" fmla="*/ 8 w 204"/>
                <a:gd name="T19" fmla="*/ 6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8" name="Freeform 183"/>
            <p:cNvSpPr>
              <a:spLocks/>
            </p:cNvSpPr>
            <p:nvPr/>
          </p:nvSpPr>
          <p:spPr bwMode="auto">
            <a:xfrm>
              <a:off x="286" y="1913"/>
              <a:ext cx="23" cy="73"/>
            </a:xfrm>
            <a:custGeom>
              <a:avLst/>
              <a:gdLst>
                <a:gd name="T0" fmla="*/ 5 w 115"/>
                <a:gd name="T1" fmla="*/ 14 h 368"/>
                <a:gd name="T2" fmla="*/ 2 w 115"/>
                <a:gd name="T3" fmla="*/ 14 h 368"/>
                <a:gd name="T4" fmla="*/ 2 w 115"/>
                <a:gd name="T5" fmla="*/ 14 h 368"/>
                <a:gd name="T6" fmla="*/ 2 w 115"/>
                <a:gd name="T7" fmla="*/ 14 h 368"/>
                <a:gd name="T8" fmla="*/ 1 w 115"/>
                <a:gd name="T9" fmla="*/ 13 h 368"/>
                <a:gd name="T10" fmla="*/ 0 w 115"/>
                <a:gd name="T11" fmla="*/ 13 h 368"/>
                <a:gd name="T12" fmla="*/ 1 w 115"/>
                <a:gd name="T13" fmla="*/ 12 h 368"/>
                <a:gd name="T14" fmla="*/ 1 w 115"/>
                <a:gd name="T15" fmla="*/ 12 h 368"/>
                <a:gd name="T16" fmla="*/ 0 w 115"/>
                <a:gd name="T17" fmla="*/ 11 h 368"/>
                <a:gd name="T18" fmla="*/ 0 w 115"/>
                <a:gd name="T19" fmla="*/ 10 h 368"/>
                <a:gd name="T20" fmla="*/ 1 w 115"/>
                <a:gd name="T21" fmla="*/ 9 h 368"/>
                <a:gd name="T22" fmla="*/ 1 w 115"/>
                <a:gd name="T23" fmla="*/ 6 h 368"/>
                <a:gd name="T24" fmla="*/ 0 w 115"/>
                <a:gd name="T25" fmla="*/ 4 h 368"/>
                <a:gd name="T26" fmla="*/ 0 w 115"/>
                <a:gd name="T27" fmla="*/ 3 h 368"/>
                <a:gd name="T28" fmla="*/ 0 w 115"/>
                <a:gd name="T29" fmla="*/ 0 h 368"/>
                <a:gd name="T30" fmla="*/ 2 w 115"/>
                <a:gd name="T31" fmla="*/ 4 h 368"/>
                <a:gd name="T32" fmla="*/ 3 w 115"/>
                <a:gd name="T33" fmla="*/ 8 h 368"/>
                <a:gd name="T34" fmla="*/ 4 w 115"/>
                <a:gd name="T35" fmla="*/ 12 h 368"/>
                <a:gd name="T36" fmla="*/ 5 w 115"/>
                <a:gd name="T37" fmla="*/ 14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99" name="Freeform 184"/>
            <p:cNvSpPr>
              <a:spLocks/>
            </p:cNvSpPr>
            <p:nvPr/>
          </p:nvSpPr>
          <p:spPr bwMode="auto">
            <a:xfrm>
              <a:off x="233" y="1992"/>
              <a:ext cx="41" cy="14"/>
            </a:xfrm>
            <a:custGeom>
              <a:avLst/>
              <a:gdLst>
                <a:gd name="T0" fmla="*/ 2 w 206"/>
                <a:gd name="T1" fmla="*/ 1 h 69"/>
                <a:gd name="T2" fmla="*/ 3 w 206"/>
                <a:gd name="T3" fmla="*/ 1 h 69"/>
                <a:gd name="T4" fmla="*/ 5 w 206"/>
                <a:gd name="T5" fmla="*/ 0 h 69"/>
                <a:gd name="T6" fmla="*/ 7 w 206"/>
                <a:gd name="T7" fmla="*/ 0 h 69"/>
                <a:gd name="T8" fmla="*/ 8 w 206"/>
                <a:gd name="T9" fmla="*/ 0 h 69"/>
                <a:gd name="T10" fmla="*/ 8 w 206"/>
                <a:gd name="T11" fmla="*/ 1 h 69"/>
                <a:gd name="T12" fmla="*/ 7 w 206"/>
                <a:gd name="T13" fmla="*/ 2 h 69"/>
                <a:gd name="T14" fmla="*/ 5 w 206"/>
                <a:gd name="T15" fmla="*/ 2 h 69"/>
                <a:gd name="T16" fmla="*/ 2 w 206"/>
                <a:gd name="T17" fmla="*/ 3 h 69"/>
                <a:gd name="T18" fmla="*/ 0 w 206"/>
                <a:gd name="T19" fmla="*/ 3 h 69"/>
                <a:gd name="T20" fmla="*/ 2 w 206"/>
                <a:gd name="T21" fmla="*/ 1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0" name="Freeform 185"/>
            <p:cNvSpPr>
              <a:spLocks/>
            </p:cNvSpPr>
            <p:nvPr/>
          </p:nvSpPr>
          <p:spPr bwMode="auto">
            <a:xfrm>
              <a:off x="284" y="1999"/>
              <a:ext cx="25" cy="31"/>
            </a:xfrm>
            <a:custGeom>
              <a:avLst/>
              <a:gdLst>
                <a:gd name="T0" fmla="*/ 3 w 124"/>
                <a:gd name="T1" fmla="*/ 2 h 154"/>
                <a:gd name="T2" fmla="*/ 3 w 124"/>
                <a:gd name="T3" fmla="*/ 0 h 154"/>
                <a:gd name="T4" fmla="*/ 4 w 124"/>
                <a:gd name="T5" fmla="*/ 0 h 154"/>
                <a:gd name="T6" fmla="*/ 5 w 124"/>
                <a:gd name="T7" fmla="*/ 0 h 154"/>
                <a:gd name="T8" fmla="*/ 5 w 124"/>
                <a:gd name="T9" fmla="*/ 1 h 154"/>
                <a:gd name="T10" fmla="*/ 5 w 124"/>
                <a:gd name="T11" fmla="*/ 2 h 154"/>
                <a:gd name="T12" fmla="*/ 4 w 124"/>
                <a:gd name="T13" fmla="*/ 3 h 154"/>
                <a:gd name="T14" fmla="*/ 3 w 124"/>
                <a:gd name="T15" fmla="*/ 4 h 154"/>
                <a:gd name="T16" fmla="*/ 2 w 124"/>
                <a:gd name="T17" fmla="*/ 5 h 154"/>
                <a:gd name="T18" fmla="*/ 0 w 124"/>
                <a:gd name="T19" fmla="*/ 6 h 154"/>
                <a:gd name="T20" fmla="*/ 2 w 124"/>
                <a:gd name="T21" fmla="*/ 4 h 154"/>
                <a:gd name="T22" fmla="*/ 2 w 124"/>
                <a:gd name="T23" fmla="*/ 3 h 154"/>
                <a:gd name="T24" fmla="*/ 3 w 124"/>
                <a:gd name="T25" fmla="*/ 2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801" name="Freeform 186"/>
            <p:cNvSpPr>
              <a:spLocks/>
            </p:cNvSpPr>
            <p:nvPr/>
          </p:nvSpPr>
          <p:spPr bwMode="auto">
            <a:xfrm>
              <a:off x="208" y="1836"/>
              <a:ext cx="60" cy="37"/>
            </a:xfrm>
            <a:custGeom>
              <a:avLst/>
              <a:gdLst>
                <a:gd name="T0" fmla="*/ 12 w 298"/>
                <a:gd name="T1" fmla="*/ 7 h 186"/>
                <a:gd name="T2" fmla="*/ 12 w 298"/>
                <a:gd name="T3" fmla="*/ 4 h 186"/>
                <a:gd name="T4" fmla="*/ 9 w 298"/>
                <a:gd name="T5" fmla="*/ 3 h 186"/>
                <a:gd name="T6" fmla="*/ 6 w 298"/>
                <a:gd name="T7" fmla="*/ 2 h 186"/>
                <a:gd name="T8" fmla="*/ 3 w 298"/>
                <a:gd name="T9" fmla="*/ 1 h 186"/>
                <a:gd name="T10" fmla="*/ 1 w 298"/>
                <a:gd name="T11" fmla="*/ 0 h 186"/>
                <a:gd name="T12" fmla="*/ 0 w 298"/>
                <a:gd name="T13" fmla="*/ 2 h 186"/>
                <a:gd name="T14" fmla="*/ 2 w 298"/>
                <a:gd name="T15" fmla="*/ 3 h 186"/>
                <a:gd name="T16" fmla="*/ 5 w 298"/>
                <a:gd name="T17" fmla="*/ 4 h 186"/>
                <a:gd name="T18" fmla="*/ 7 w 298"/>
                <a:gd name="T19" fmla="*/ 5 h 186"/>
                <a:gd name="T20" fmla="*/ 9 w 298"/>
                <a:gd name="T21" fmla="*/ 6 h 186"/>
                <a:gd name="T22" fmla="*/ 12 w 298"/>
                <a:gd name="T23" fmla="*/ 7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85" name="Group 187"/>
          <p:cNvGrpSpPr>
            <a:grpSpLocks/>
          </p:cNvGrpSpPr>
          <p:nvPr/>
        </p:nvGrpSpPr>
        <p:grpSpPr bwMode="auto">
          <a:xfrm>
            <a:off x="255588" y="4953000"/>
            <a:ext cx="195262" cy="265113"/>
            <a:chOff x="141" y="2010"/>
            <a:chExt cx="123" cy="167"/>
          </a:xfrm>
        </p:grpSpPr>
        <p:sp>
          <p:nvSpPr>
            <p:cNvPr id="108786" name="Freeform 188"/>
            <p:cNvSpPr>
              <a:spLocks/>
            </p:cNvSpPr>
            <p:nvPr/>
          </p:nvSpPr>
          <p:spPr bwMode="auto">
            <a:xfrm>
              <a:off x="141" y="2010"/>
              <a:ext cx="123" cy="167"/>
            </a:xfrm>
            <a:custGeom>
              <a:avLst/>
              <a:gdLst>
                <a:gd name="T0" fmla="*/ 14 w 617"/>
                <a:gd name="T1" fmla="*/ 5 h 835"/>
                <a:gd name="T2" fmla="*/ 9 w 617"/>
                <a:gd name="T3" fmla="*/ 5 h 835"/>
                <a:gd name="T4" fmla="*/ 6 w 617"/>
                <a:gd name="T5" fmla="*/ 4 h 835"/>
                <a:gd name="T6" fmla="*/ 6 w 617"/>
                <a:gd name="T7" fmla="*/ 3 h 835"/>
                <a:gd name="T8" fmla="*/ 6 w 617"/>
                <a:gd name="T9" fmla="*/ 2 h 835"/>
                <a:gd name="T10" fmla="*/ 5 w 617"/>
                <a:gd name="T11" fmla="*/ 1 h 835"/>
                <a:gd name="T12" fmla="*/ 2 w 617"/>
                <a:gd name="T13" fmla="*/ 0 h 835"/>
                <a:gd name="T14" fmla="*/ 0 w 617"/>
                <a:gd name="T15" fmla="*/ 0 h 835"/>
                <a:gd name="T16" fmla="*/ 3 w 617"/>
                <a:gd name="T17" fmla="*/ 26 h 835"/>
                <a:gd name="T18" fmla="*/ 5 w 617"/>
                <a:gd name="T19" fmla="*/ 28 h 835"/>
                <a:gd name="T20" fmla="*/ 7 w 617"/>
                <a:gd name="T21" fmla="*/ 31 h 835"/>
                <a:gd name="T22" fmla="*/ 11 w 617"/>
                <a:gd name="T23" fmla="*/ 33 h 835"/>
                <a:gd name="T24" fmla="*/ 15 w 617"/>
                <a:gd name="T25" fmla="*/ 33 h 835"/>
                <a:gd name="T26" fmla="*/ 21 w 617"/>
                <a:gd name="T27" fmla="*/ 33 h 835"/>
                <a:gd name="T28" fmla="*/ 24 w 617"/>
                <a:gd name="T29" fmla="*/ 33 h 835"/>
                <a:gd name="T30" fmla="*/ 25 w 617"/>
                <a:gd name="T31" fmla="*/ 31 h 835"/>
                <a:gd name="T32" fmla="*/ 24 w 617"/>
                <a:gd name="T33" fmla="*/ 29 h 835"/>
                <a:gd name="T34" fmla="*/ 22 w 617"/>
                <a:gd name="T35" fmla="*/ 21 h 835"/>
                <a:gd name="T36" fmla="*/ 20 w 617"/>
                <a:gd name="T37" fmla="*/ 14 h 835"/>
                <a:gd name="T38" fmla="*/ 19 w 617"/>
                <a:gd name="T39" fmla="*/ 9 h 835"/>
                <a:gd name="T40" fmla="*/ 19 w 617"/>
                <a:gd name="T41" fmla="*/ 7 h 835"/>
                <a:gd name="T42" fmla="*/ 18 w 617"/>
                <a:gd name="T43" fmla="*/ 5 h 835"/>
                <a:gd name="T44" fmla="*/ 16 w 617"/>
                <a:gd name="T45" fmla="*/ 5 h 835"/>
                <a:gd name="T46" fmla="*/ 14 w 617"/>
                <a:gd name="T47" fmla="*/ 5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108787" name="Freeform 189"/>
            <p:cNvSpPr>
              <a:spLocks/>
            </p:cNvSpPr>
            <p:nvPr/>
          </p:nvSpPr>
          <p:spPr bwMode="auto">
            <a:xfrm>
              <a:off x="143" y="2019"/>
              <a:ext cx="106" cy="153"/>
            </a:xfrm>
            <a:custGeom>
              <a:avLst/>
              <a:gdLst>
                <a:gd name="T0" fmla="*/ 14 w 531"/>
                <a:gd name="T1" fmla="*/ 6 h 766"/>
                <a:gd name="T2" fmla="*/ 10 w 531"/>
                <a:gd name="T3" fmla="*/ 6 h 766"/>
                <a:gd name="T4" fmla="*/ 6 w 531"/>
                <a:gd name="T5" fmla="*/ 5 h 766"/>
                <a:gd name="T6" fmla="*/ 3 w 531"/>
                <a:gd name="T7" fmla="*/ 4 h 766"/>
                <a:gd name="T8" fmla="*/ 2 w 531"/>
                <a:gd name="T9" fmla="*/ 3 h 766"/>
                <a:gd name="T10" fmla="*/ 0 w 531"/>
                <a:gd name="T11" fmla="*/ 0 h 766"/>
                <a:gd name="T12" fmla="*/ 3 w 531"/>
                <a:gd name="T13" fmla="*/ 24 h 766"/>
                <a:gd name="T14" fmla="*/ 5 w 531"/>
                <a:gd name="T15" fmla="*/ 26 h 766"/>
                <a:gd name="T16" fmla="*/ 6 w 531"/>
                <a:gd name="T17" fmla="*/ 28 h 766"/>
                <a:gd name="T18" fmla="*/ 9 w 531"/>
                <a:gd name="T19" fmla="*/ 29 h 766"/>
                <a:gd name="T20" fmla="*/ 11 w 531"/>
                <a:gd name="T21" fmla="*/ 30 h 766"/>
                <a:gd name="T22" fmla="*/ 14 w 531"/>
                <a:gd name="T23" fmla="*/ 30 h 766"/>
                <a:gd name="T24" fmla="*/ 16 w 531"/>
                <a:gd name="T25" fmla="*/ 31 h 766"/>
                <a:gd name="T26" fmla="*/ 19 w 531"/>
                <a:gd name="T27" fmla="*/ 31 h 766"/>
                <a:gd name="T28" fmla="*/ 20 w 531"/>
                <a:gd name="T29" fmla="*/ 30 h 766"/>
                <a:gd name="T30" fmla="*/ 21 w 531"/>
                <a:gd name="T31" fmla="*/ 29 h 766"/>
                <a:gd name="T32" fmla="*/ 21 w 531"/>
                <a:gd name="T33" fmla="*/ 27 h 766"/>
                <a:gd name="T34" fmla="*/ 19 w 531"/>
                <a:gd name="T35" fmla="*/ 23 h 766"/>
                <a:gd name="T36" fmla="*/ 16 w 531"/>
                <a:gd name="T37" fmla="*/ 9 h 766"/>
                <a:gd name="T38" fmla="*/ 15 w 531"/>
                <a:gd name="T39" fmla="*/ 7 h 766"/>
                <a:gd name="T40" fmla="*/ 14 w 531"/>
                <a:gd name="T41" fmla="*/ 6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8586" name="Freeform 190"/>
          <p:cNvSpPr>
            <a:spLocks/>
          </p:cNvSpPr>
          <p:nvPr/>
        </p:nvSpPr>
        <p:spPr bwMode="auto">
          <a:xfrm>
            <a:off x="735013" y="5254625"/>
            <a:ext cx="14287" cy="223838"/>
          </a:xfrm>
          <a:custGeom>
            <a:avLst/>
            <a:gdLst>
              <a:gd name="T0" fmla="*/ 3201285 w 43"/>
              <a:gd name="T1" fmla="*/ 0 h 703"/>
              <a:gd name="T2" fmla="*/ 4746939 w 43"/>
              <a:gd name="T3" fmla="*/ 3649865 h 703"/>
              <a:gd name="T4" fmla="*/ 2980667 w 43"/>
              <a:gd name="T5" fmla="*/ 6386865 h 703"/>
              <a:gd name="T6" fmla="*/ 1545654 w 43"/>
              <a:gd name="T7" fmla="*/ 12368403 h 703"/>
              <a:gd name="T8" fmla="*/ 3532544 w 43"/>
              <a:gd name="T9" fmla="*/ 17843041 h 703"/>
              <a:gd name="T10" fmla="*/ 2318149 w 43"/>
              <a:gd name="T11" fmla="*/ 49778005 h 703"/>
              <a:gd name="T12" fmla="*/ 2318149 w 43"/>
              <a:gd name="T13" fmla="*/ 70257112 h 703"/>
              <a:gd name="T14" fmla="*/ 0 w 43"/>
              <a:gd name="T15" fmla="*/ 71270911 h 703"/>
              <a:gd name="T16" fmla="*/ 220950 w 43"/>
              <a:gd name="T17" fmla="*/ 28792317 h 703"/>
              <a:gd name="T18" fmla="*/ 2318149 w 43"/>
              <a:gd name="T19" fmla="*/ 18654016 h 703"/>
              <a:gd name="T20" fmla="*/ 1104086 w 43"/>
              <a:gd name="T21" fmla="*/ 13889100 h 703"/>
              <a:gd name="T22" fmla="*/ 441568 w 43"/>
              <a:gd name="T23" fmla="*/ 12165579 h 703"/>
              <a:gd name="T24" fmla="*/ 1324704 w 43"/>
              <a:gd name="T25" fmla="*/ 6995336 h 703"/>
              <a:gd name="T26" fmla="*/ 2980667 w 43"/>
              <a:gd name="T27" fmla="*/ 4055193 h 703"/>
              <a:gd name="T28" fmla="*/ 3201285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87" name="Freeform 191"/>
          <p:cNvSpPr>
            <a:spLocks/>
          </p:cNvSpPr>
          <p:nvPr/>
        </p:nvSpPr>
        <p:spPr bwMode="auto">
          <a:xfrm>
            <a:off x="677863" y="5257800"/>
            <a:ext cx="34925" cy="11113"/>
          </a:xfrm>
          <a:custGeom>
            <a:avLst/>
            <a:gdLst>
              <a:gd name="T0" fmla="*/ 10890675 w 112"/>
              <a:gd name="T1" fmla="*/ 0 h 36"/>
              <a:gd name="T2" fmla="*/ 5542473 w 112"/>
              <a:gd name="T3" fmla="*/ 2477582 h 36"/>
              <a:gd name="T4" fmla="*/ 874996 w 112"/>
              <a:gd name="T5" fmla="*/ 3430521 h 36"/>
              <a:gd name="T6" fmla="*/ 0 w 112"/>
              <a:gd name="T7" fmla="*/ 3430521 h 36"/>
              <a:gd name="T8" fmla="*/ 2819882 w 112"/>
              <a:gd name="T9" fmla="*/ 1048326 h 36"/>
              <a:gd name="T10" fmla="*/ 10890675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88" name="Freeform 192"/>
          <p:cNvSpPr>
            <a:spLocks/>
          </p:cNvSpPr>
          <p:nvPr/>
        </p:nvSpPr>
        <p:spPr bwMode="auto">
          <a:xfrm>
            <a:off x="530225" y="4676775"/>
            <a:ext cx="47625" cy="128588"/>
          </a:xfrm>
          <a:custGeom>
            <a:avLst/>
            <a:gdLst>
              <a:gd name="T0" fmla="*/ 0 w 150"/>
              <a:gd name="T1" fmla="*/ 0 h 407"/>
              <a:gd name="T2" fmla="*/ 2016125 w 150"/>
              <a:gd name="T3" fmla="*/ 998058 h 407"/>
              <a:gd name="T4" fmla="*/ 1713865 w 150"/>
              <a:gd name="T5" fmla="*/ 3393839 h 407"/>
              <a:gd name="T6" fmla="*/ 3629025 w 150"/>
              <a:gd name="T7" fmla="*/ 2196106 h 407"/>
              <a:gd name="T8" fmla="*/ 3326765 w 150"/>
              <a:gd name="T9" fmla="*/ 4990920 h 407"/>
              <a:gd name="T10" fmla="*/ 5846763 w 150"/>
              <a:gd name="T11" fmla="*/ 4591571 h 407"/>
              <a:gd name="T12" fmla="*/ 3931603 w 150"/>
              <a:gd name="T13" fmla="*/ 6887514 h 407"/>
              <a:gd name="T14" fmla="*/ 9173528 w 150"/>
              <a:gd name="T15" fmla="*/ 7286864 h 407"/>
              <a:gd name="T16" fmla="*/ 6149340 w 150"/>
              <a:gd name="T17" fmla="*/ 10081678 h 407"/>
              <a:gd name="T18" fmla="*/ 10584815 w 150"/>
              <a:gd name="T19" fmla="*/ 10081678 h 407"/>
              <a:gd name="T20" fmla="*/ 7560628 w 150"/>
              <a:gd name="T21" fmla="*/ 12976330 h 407"/>
              <a:gd name="T22" fmla="*/ 12197715 w 150"/>
              <a:gd name="T23" fmla="*/ 12677134 h 407"/>
              <a:gd name="T24" fmla="*/ 9274175 w 150"/>
              <a:gd name="T25" fmla="*/ 16669681 h 407"/>
              <a:gd name="T26" fmla="*/ 13407390 w 150"/>
              <a:gd name="T27" fmla="*/ 16370169 h 407"/>
              <a:gd name="T28" fmla="*/ 9879013 w 150"/>
              <a:gd name="T29" fmla="*/ 19863845 h 407"/>
              <a:gd name="T30" fmla="*/ 15120938 w 150"/>
              <a:gd name="T31" fmla="*/ 20462869 h 407"/>
              <a:gd name="T32" fmla="*/ 10584815 w 150"/>
              <a:gd name="T33" fmla="*/ 23657033 h 407"/>
              <a:gd name="T34" fmla="*/ 15120938 w 150"/>
              <a:gd name="T35" fmla="*/ 24954602 h 407"/>
              <a:gd name="T36" fmla="*/ 10181590 w 150"/>
              <a:gd name="T37" fmla="*/ 26551684 h 407"/>
              <a:gd name="T38" fmla="*/ 14717713 w 150"/>
              <a:gd name="T39" fmla="*/ 29246977 h 407"/>
              <a:gd name="T40" fmla="*/ 9879013 w 150"/>
              <a:gd name="T41" fmla="*/ 31143571 h 407"/>
              <a:gd name="T42" fmla="*/ 14112875 w 150"/>
              <a:gd name="T43" fmla="*/ 34237898 h 407"/>
              <a:gd name="T44" fmla="*/ 9879013 w 150"/>
              <a:gd name="T45" fmla="*/ 35435630 h 407"/>
              <a:gd name="T46" fmla="*/ 12197715 w 150"/>
              <a:gd name="T47" fmla="*/ 38130607 h 407"/>
              <a:gd name="T48" fmla="*/ 8870950 w 150"/>
              <a:gd name="T49" fmla="*/ 40626225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589" name="Text Box 193"/>
          <p:cNvSpPr txBox="1">
            <a:spLocks noChangeArrowheads="1"/>
          </p:cNvSpPr>
          <p:nvPr/>
        </p:nvSpPr>
        <p:spPr bwMode="auto">
          <a:xfrm>
            <a:off x="7804150" y="539273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用户代理</a:t>
            </a:r>
          </a:p>
        </p:txBody>
      </p:sp>
      <p:sp>
        <p:nvSpPr>
          <p:cNvPr id="108590" name="Oval 194"/>
          <p:cNvSpPr>
            <a:spLocks noChangeArrowheads="1"/>
          </p:cNvSpPr>
          <p:nvPr/>
        </p:nvSpPr>
        <p:spPr bwMode="auto">
          <a:xfrm>
            <a:off x="793750" y="4783138"/>
            <a:ext cx="298450" cy="161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8591" name="Group 195"/>
          <p:cNvGrpSpPr>
            <a:grpSpLocks/>
          </p:cNvGrpSpPr>
          <p:nvPr/>
        </p:nvGrpSpPr>
        <p:grpSpPr bwMode="auto">
          <a:xfrm>
            <a:off x="7958138" y="4419600"/>
            <a:ext cx="709612" cy="495300"/>
            <a:chOff x="4993" y="1674"/>
            <a:chExt cx="447" cy="312"/>
          </a:xfrm>
        </p:grpSpPr>
        <p:grpSp>
          <p:nvGrpSpPr>
            <p:cNvPr id="108735" name="Group 196"/>
            <p:cNvGrpSpPr>
              <a:grpSpLocks/>
            </p:cNvGrpSpPr>
            <p:nvPr/>
          </p:nvGrpSpPr>
          <p:grpSpPr bwMode="auto">
            <a:xfrm>
              <a:off x="4993" y="1674"/>
              <a:ext cx="345" cy="282"/>
              <a:chOff x="4993" y="1674"/>
              <a:chExt cx="345" cy="282"/>
            </a:xfrm>
          </p:grpSpPr>
          <p:grpSp>
            <p:nvGrpSpPr>
              <p:cNvPr id="108768" name="Group 197"/>
              <p:cNvGrpSpPr>
                <a:grpSpLocks/>
              </p:cNvGrpSpPr>
              <p:nvPr/>
            </p:nvGrpSpPr>
            <p:grpSpPr bwMode="auto">
              <a:xfrm>
                <a:off x="4993" y="1674"/>
                <a:ext cx="345" cy="282"/>
                <a:chOff x="4993" y="1674"/>
                <a:chExt cx="345" cy="282"/>
              </a:xfrm>
            </p:grpSpPr>
            <p:grpSp>
              <p:nvGrpSpPr>
                <p:cNvPr id="108777" name="Group 198"/>
                <p:cNvGrpSpPr>
                  <a:grpSpLocks/>
                </p:cNvGrpSpPr>
                <p:nvPr/>
              </p:nvGrpSpPr>
              <p:grpSpPr bwMode="auto">
                <a:xfrm>
                  <a:off x="4993" y="1833"/>
                  <a:ext cx="345" cy="123"/>
                  <a:chOff x="4993" y="1833"/>
                  <a:chExt cx="345" cy="123"/>
                </a:xfrm>
              </p:grpSpPr>
              <p:sp>
                <p:nvSpPr>
                  <p:cNvPr id="108783" name="Freeform 199"/>
                  <p:cNvSpPr>
                    <a:spLocks/>
                  </p:cNvSpPr>
                  <p:nvPr/>
                </p:nvSpPr>
                <p:spPr bwMode="auto">
                  <a:xfrm>
                    <a:off x="5140" y="1833"/>
                    <a:ext cx="198" cy="123"/>
                  </a:xfrm>
                  <a:custGeom>
                    <a:avLst/>
                    <a:gdLst>
                      <a:gd name="T0" fmla="*/ 0 w 1188"/>
                      <a:gd name="T1" fmla="*/ 6 h 738"/>
                      <a:gd name="T2" fmla="*/ 0 w 1188"/>
                      <a:gd name="T3" fmla="*/ 21 h 738"/>
                      <a:gd name="T4" fmla="*/ 33 w 1188"/>
                      <a:gd name="T5" fmla="*/ 10 h 738"/>
                      <a:gd name="T6" fmla="*/ 33 w 1188"/>
                      <a:gd name="T7" fmla="*/ 0 h 738"/>
                      <a:gd name="T8" fmla="*/ 0 w 1188"/>
                      <a:gd name="T9" fmla="*/ 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08784" name="Freeform 200"/>
                  <p:cNvSpPr>
                    <a:spLocks/>
                  </p:cNvSpPr>
                  <p:nvPr/>
                </p:nvSpPr>
                <p:spPr bwMode="auto">
                  <a:xfrm>
                    <a:off x="4993" y="1862"/>
                    <a:ext cx="147" cy="94"/>
                  </a:xfrm>
                  <a:custGeom>
                    <a:avLst/>
                    <a:gdLst>
                      <a:gd name="T0" fmla="*/ 25 w 882"/>
                      <a:gd name="T1" fmla="*/ 1 h 563"/>
                      <a:gd name="T2" fmla="*/ 25 w 882"/>
                      <a:gd name="T3" fmla="*/ 16 h 563"/>
                      <a:gd name="T4" fmla="*/ 0 w 882"/>
                      <a:gd name="T5" fmla="*/ 12 h 563"/>
                      <a:gd name="T6" fmla="*/ 0 w 882"/>
                      <a:gd name="T7" fmla="*/ 0 h 563"/>
                      <a:gd name="T8" fmla="*/ 25 w 882"/>
                      <a:gd name="T9" fmla="*/ 1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08785" name="Freeform 201"/>
                  <p:cNvSpPr>
                    <a:spLocks/>
                  </p:cNvSpPr>
                  <p:nvPr/>
                </p:nvSpPr>
                <p:spPr bwMode="auto">
                  <a:xfrm>
                    <a:off x="4993" y="1833"/>
                    <a:ext cx="345" cy="38"/>
                  </a:xfrm>
                  <a:custGeom>
                    <a:avLst/>
                    <a:gdLst>
                      <a:gd name="T0" fmla="*/ 0 w 2070"/>
                      <a:gd name="T1" fmla="*/ 5 h 225"/>
                      <a:gd name="T2" fmla="*/ 25 w 2070"/>
                      <a:gd name="T3" fmla="*/ 6 h 225"/>
                      <a:gd name="T4" fmla="*/ 58 w 2070"/>
                      <a:gd name="T5" fmla="*/ 0 h 225"/>
                      <a:gd name="T6" fmla="*/ 33 w 2070"/>
                      <a:gd name="T7" fmla="*/ 0 h 225"/>
                      <a:gd name="T8" fmla="*/ 0 w 2070"/>
                      <a:gd name="T9" fmla="*/ 5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108778" name="Freeform 202"/>
                <p:cNvSpPr>
                  <a:spLocks/>
                </p:cNvSpPr>
                <p:nvPr/>
              </p:nvSpPr>
              <p:spPr bwMode="auto">
                <a:xfrm>
                  <a:off x="5105" y="1823"/>
                  <a:ext cx="126" cy="35"/>
                </a:xfrm>
                <a:custGeom>
                  <a:avLst/>
                  <a:gdLst>
                    <a:gd name="T0" fmla="*/ 0 w 751"/>
                    <a:gd name="T1" fmla="*/ 3 h 210"/>
                    <a:gd name="T2" fmla="*/ 0 w 751"/>
                    <a:gd name="T3" fmla="*/ 5 h 210"/>
                    <a:gd name="T4" fmla="*/ 10 w 751"/>
                    <a:gd name="T5" fmla="*/ 6 h 210"/>
                    <a:gd name="T6" fmla="*/ 21 w 751"/>
                    <a:gd name="T7" fmla="*/ 4 h 210"/>
                    <a:gd name="T8" fmla="*/ 21 w 751"/>
                    <a:gd name="T9" fmla="*/ 0 h 210"/>
                    <a:gd name="T10" fmla="*/ 0 w 751"/>
                    <a:gd name="T11" fmla="*/ 3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108779" name="Group 203"/>
                <p:cNvGrpSpPr>
                  <a:grpSpLocks/>
                </p:cNvGrpSpPr>
                <p:nvPr/>
              </p:nvGrpSpPr>
              <p:grpSpPr bwMode="auto">
                <a:xfrm>
                  <a:off x="5020" y="1674"/>
                  <a:ext cx="279" cy="176"/>
                  <a:chOff x="5020" y="1674"/>
                  <a:chExt cx="279" cy="176"/>
                </a:xfrm>
              </p:grpSpPr>
              <p:sp>
                <p:nvSpPr>
                  <p:cNvPr id="108780" name="Freeform 204"/>
                  <p:cNvSpPr>
                    <a:spLocks/>
                  </p:cNvSpPr>
                  <p:nvPr/>
                </p:nvSpPr>
                <p:spPr bwMode="auto">
                  <a:xfrm>
                    <a:off x="5139" y="1674"/>
                    <a:ext cx="160" cy="172"/>
                  </a:xfrm>
                  <a:custGeom>
                    <a:avLst/>
                    <a:gdLst>
                      <a:gd name="T0" fmla="*/ 4 w 960"/>
                      <a:gd name="T1" fmla="*/ 29 h 1031"/>
                      <a:gd name="T2" fmla="*/ 0 w 960"/>
                      <a:gd name="T3" fmla="*/ 1 h 1031"/>
                      <a:gd name="T4" fmla="*/ 23 w 960"/>
                      <a:gd name="T5" fmla="*/ 0 h 1031"/>
                      <a:gd name="T6" fmla="*/ 27 w 960"/>
                      <a:gd name="T7" fmla="*/ 25 h 1031"/>
                      <a:gd name="T8" fmla="*/ 4 w 960"/>
                      <a:gd name="T9" fmla="*/ 29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08781" name="Freeform 205"/>
                  <p:cNvSpPr>
                    <a:spLocks/>
                  </p:cNvSpPr>
                  <p:nvPr/>
                </p:nvSpPr>
                <p:spPr bwMode="auto">
                  <a:xfrm>
                    <a:off x="5020" y="1679"/>
                    <a:ext cx="141" cy="171"/>
                  </a:xfrm>
                  <a:custGeom>
                    <a:avLst/>
                    <a:gdLst>
                      <a:gd name="T0" fmla="*/ 20 w 850"/>
                      <a:gd name="T1" fmla="*/ 0 h 1026"/>
                      <a:gd name="T2" fmla="*/ 0 w 850"/>
                      <a:gd name="T3" fmla="*/ 6 h 1026"/>
                      <a:gd name="T4" fmla="*/ 3 w 850"/>
                      <a:gd name="T5" fmla="*/ 29 h 1026"/>
                      <a:gd name="T6" fmla="*/ 23 w 850"/>
                      <a:gd name="T7" fmla="*/ 28 h 1026"/>
                      <a:gd name="T8" fmla="*/ 2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08782" name="Freeform 206"/>
                  <p:cNvSpPr>
                    <a:spLocks/>
                  </p:cNvSpPr>
                  <p:nvPr/>
                </p:nvSpPr>
                <p:spPr bwMode="auto">
                  <a:xfrm>
                    <a:off x="5166" y="1691"/>
                    <a:ext cx="115" cy="129"/>
                  </a:xfrm>
                  <a:custGeom>
                    <a:avLst/>
                    <a:gdLst>
                      <a:gd name="T0" fmla="*/ 0 w 689"/>
                      <a:gd name="T1" fmla="*/ 1 h 778"/>
                      <a:gd name="T2" fmla="*/ 3 w 689"/>
                      <a:gd name="T3" fmla="*/ 21 h 778"/>
                      <a:gd name="T4" fmla="*/ 19 w 689"/>
                      <a:gd name="T5" fmla="*/ 19 h 778"/>
                      <a:gd name="T6" fmla="*/ 16 w 689"/>
                      <a:gd name="T7" fmla="*/ 0 h 778"/>
                      <a:gd name="T8" fmla="*/ 0 w 689"/>
                      <a:gd name="T9" fmla="*/ 1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108769" name="Group 207"/>
              <p:cNvGrpSpPr>
                <a:grpSpLocks/>
              </p:cNvGrpSpPr>
              <p:nvPr/>
            </p:nvGrpSpPr>
            <p:grpSpPr bwMode="auto">
              <a:xfrm>
                <a:off x="5212" y="1846"/>
                <a:ext cx="113" cy="80"/>
                <a:chOff x="5212" y="1846"/>
                <a:chExt cx="113" cy="80"/>
              </a:xfrm>
            </p:grpSpPr>
            <p:sp>
              <p:nvSpPr>
                <p:cNvPr id="108770" name="Freeform 208"/>
                <p:cNvSpPr>
                  <a:spLocks/>
                </p:cNvSpPr>
                <p:nvPr/>
              </p:nvSpPr>
              <p:spPr bwMode="auto">
                <a:xfrm>
                  <a:off x="5212" y="1846"/>
                  <a:ext cx="112" cy="80"/>
                </a:xfrm>
                <a:custGeom>
                  <a:avLst/>
                  <a:gdLst>
                    <a:gd name="T0" fmla="*/ 19 w 674"/>
                    <a:gd name="T1" fmla="*/ 0 h 482"/>
                    <a:gd name="T2" fmla="*/ 0 w 674"/>
                    <a:gd name="T3" fmla="*/ 4 h 482"/>
                    <a:gd name="T4" fmla="*/ 0 w 674"/>
                    <a:gd name="T5" fmla="*/ 13 h 482"/>
                    <a:gd name="T6" fmla="*/ 19 w 674"/>
                    <a:gd name="T7" fmla="*/ 7 h 482"/>
                    <a:gd name="T8" fmla="*/ 19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08771" name="Line 209"/>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72" name="Line 210"/>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73" name="Line 211"/>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74" name="Line 212"/>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75" name="Line 213"/>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76" name="Line 214"/>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8736" name="Group 215"/>
            <p:cNvGrpSpPr>
              <a:grpSpLocks/>
            </p:cNvGrpSpPr>
            <p:nvPr/>
          </p:nvGrpSpPr>
          <p:grpSpPr bwMode="auto">
            <a:xfrm>
              <a:off x="5170" y="1848"/>
              <a:ext cx="270" cy="138"/>
              <a:chOff x="5170" y="1848"/>
              <a:chExt cx="270" cy="138"/>
            </a:xfrm>
          </p:grpSpPr>
          <p:grpSp>
            <p:nvGrpSpPr>
              <p:cNvPr id="108737" name="Group 216"/>
              <p:cNvGrpSpPr>
                <a:grpSpLocks/>
              </p:cNvGrpSpPr>
              <p:nvPr/>
            </p:nvGrpSpPr>
            <p:grpSpPr bwMode="auto">
              <a:xfrm>
                <a:off x="5188" y="1923"/>
                <a:ext cx="43" cy="32"/>
                <a:chOff x="5188" y="1923"/>
                <a:chExt cx="43" cy="32"/>
              </a:xfrm>
            </p:grpSpPr>
            <p:sp>
              <p:nvSpPr>
                <p:cNvPr id="108766" name="Freeform 217"/>
                <p:cNvSpPr>
                  <a:spLocks/>
                </p:cNvSpPr>
                <p:nvPr/>
              </p:nvSpPr>
              <p:spPr bwMode="auto">
                <a:xfrm>
                  <a:off x="5188" y="1923"/>
                  <a:ext cx="12" cy="32"/>
                </a:xfrm>
                <a:custGeom>
                  <a:avLst/>
                  <a:gdLst>
                    <a:gd name="T0" fmla="*/ 1 w 75"/>
                    <a:gd name="T1" fmla="*/ 0 h 194"/>
                    <a:gd name="T2" fmla="*/ 0 w 75"/>
                    <a:gd name="T3" fmla="*/ 5 h 194"/>
                    <a:gd name="T4" fmla="*/ 1 w 75"/>
                    <a:gd name="T5" fmla="*/ 5 h 194"/>
                    <a:gd name="T6" fmla="*/ 2 w 75"/>
                    <a:gd name="T7" fmla="*/ 0 h 194"/>
                    <a:gd name="T8" fmla="*/ 1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08767" name="Freeform 218"/>
                <p:cNvSpPr>
                  <a:spLocks/>
                </p:cNvSpPr>
                <p:nvPr/>
              </p:nvSpPr>
              <p:spPr bwMode="auto">
                <a:xfrm>
                  <a:off x="5197" y="1927"/>
                  <a:ext cx="34" cy="28"/>
                </a:xfrm>
                <a:custGeom>
                  <a:avLst/>
                  <a:gdLst>
                    <a:gd name="T0" fmla="*/ 0 w 206"/>
                    <a:gd name="T1" fmla="*/ 0 h 168"/>
                    <a:gd name="T2" fmla="*/ 0 w 206"/>
                    <a:gd name="T3" fmla="*/ 5 h 168"/>
                    <a:gd name="T4" fmla="*/ 6 w 206"/>
                    <a:gd name="T5" fmla="*/ 2 h 168"/>
                    <a:gd name="T6" fmla="*/ 3 w 206"/>
                    <a:gd name="T7" fmla="*/ 2 h 168"/>
                    <a:gd name="T8" fmla="*/ 1 w 206"/>
                    <a:gd name="T9" fmla="*/ 3 h 168"/>
                    <a:gd name="T10" fmla="*/ 2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108738" name="Group 219"/>
              <p:cNvGrpSpPr>
                <a:grpSpLocks/>
              </p:cNvGrpSpPr>
              <p:nvPr/>
            </p:nvGrpSpPr>
            <p:grpSpPr bwMode="auto">
              <a:xfrm>
                <a:off x="5170" y="1848"/>
                <a:ext cx="270" cy="138"/>
                <a:chOff x="5170" y="1848"/>
                <a:chExt cx="270" cy="138"/>
              </a:xfrm>
            </p:grpSpPr>
            <p:sp>
              <p:nvSpPr>
                <p:cNvPr id="108739" name="Freeform 220"/>
                <p:cNvSpPr>
                  <a:spLocks/>
                </p:cNvSpPr>
                <p:nvPr/>
              </p:nvSpPr>
              <p:spPr bwMode="auto">
                <a:xfrm>
                  <a:off x="5175" y="1848"/>
                  <a:ext cx="264" cy="122"/>
                </a:xfrm>
                <a:custGeom>
                  <a:avLst/>
                  <a:gdLst>
                    <a:gd name="T0" fmla="*/ 0 w 1583"/>
                    <a:gd name="T1" fmla="*/ 9 h 729"/>
                    <a:gd name="T2" fmla="*/ 21 w 1583"/>
                    <a:gd name="T3" fmla="*/ 20 h 729"/>
                    <a:gd name="T4" fmla="*/ 44 w 1583"/>
                    <a:gd name="T5" fmla="*/ 9 h 729"/>
                    <a:gd name="T6" fmla="*/ 27 w 1583"/>
                    <a:gd name="T7" fmla="*/ 0 h 729"/>
                    <a:gd name="T8" fmla="*/ 0 w 1583"/>
                    <a:gd name="T9" fmla="*/ 9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08740" name="Freeform 221"/>
                <p:cNvSpPr>
                  <a:spLocks/>
                </p:cNvSpPr>
                <p:nvPr/>
              </p:nvSpPr>
              <p:spPr bwMode="auto">
                <a:xfrm>
                  <a:off x="5170" y="1899"/>
                  <a:ext cx="133" cy="86"/>
                </a:xfrm>
                <a:custGeom>
                  <a:avLst/>
                  <a:gdLst>
                    <a:gd name="T0" fmla="*/ 1 w 792"/>
                    <a:gd name="T1" fmla="*/ 0 h 516"/>
                    <a:gd name="T2" fmla="*/ 22 w 792"/>
                    <a:gd name="T3" fmla="*/ 12 h 516"/>
                    <a:gd name="T4" fmla="*/ 22 w 792"/>
                    <a:gd name="T5" fmla="*/ 14 h 516"/>
                    <a:gd name="T6" fmla="*/ 0 w 792"/>
                    <a:gd name="T7" fmla="*/ 2 h 516"/>
                    <a:gd name="T8" fmla="*/ 1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08741" name="Freeform 222"/>
                <p:cNvSpPr>
                  <a:spLocks/>
                </p:cNvSpPr>
                <p:nvPr/>
              </p:nvSpPr>
              <p:spPr bwMode="auto">
                <a:xfrm>
                  <a:off x="5299" y="1901"/>
                  <a:ext cx="141" cy="85"/>
                </a:xfrm>
                <a:custGeom>
                  <a:avLst/>
                  <a:gdLst>
                    <a:gd name="T0" fmla="*/ 0 w 846"/>
                    <a:gd name="T1" fmla="*/ 14 h 507"/>
                    <a:gd name="T2" fmla="*/ 1 w 846"/>
                    <a:gd name="T3" fmla="*/ 12 h 507"/>
                    <a:gd name="T4" fmla="*/ 24 w 846"/>
                    <a:gd name="T5" fmla="*/ 0 h 507"/>
                    <a:gd name="T6" fmla="*/ 23 w 846"/>
                    <a:gd name="T7" fmla="*/ 2 h 507"/>
                    <a:gd name="T8" fmla="*/ 0 w 846"/>
                    <a:gd name="T9" fmla="*/ 14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08742" name="Freeform 223"/>
                <p:cNvSpPr>
                  <a:spLocks/>
                </p:cNvSpPr>
                <p:nvPr/>
              </p:nvSpPr>
              <p:spPr bwMode="auto">
                <a:xfrm>
                  <a:off x="5227" y="1905"/>
                  <a:ext cx="106" cy="54"/>
                </a:xfrm>
                <a:custGeom>
                  <a:avLst/>
                  <a:gdLst>
                    <a:gd name="T0" fmla="*/ 0 w 637"/>
                    <a:gd name="T1" fmla="*/ 2 h 321"/>
                    <a:gd name="T2" fmla="*/ 6 w 637"/>
                    <a:gd name="T3" fmla="*/ 0 h 321"/>
                    <a:gd name="T4" fmla="*/ 18 w 637"/>
                    <a:gd name="T5" fmla="*/ 6 h 321"/>
                    <a:gd name="T6" fmla="*/ 12 w 637"/>
                    <a:gd name="T7" fmla="*/ 9 h 321"/>
                    <a:gd name="T8" fmla="*/ 0 w 637"/>
                    <a:gd name="T9" fmla="*/ 2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43" name="Freeform 224"/>
                <p:cNvSpPr>
                  <a:spLocks/>
                </p:cNvSpPr>
                <p:nvPr/>
              </p:nvSpPr>
              <p:spPr bwMode="auto">
                <a:xfrm>
                  <a:off x="5270" y="1868"/>
                  <a:ext cx="156" cy="72"/>
                </a:xfrm>
                <a:custGeom>
                  <a:avLst/>
                  <a:gdLst>
                    <a:gd name="T0" fmla="*/ 0 w 938"/>
                    <a:gd name="T1" fmla="*/ 6 h 434"/>
                    <a:gd name="T2" fmla="*/ 11 w 938"/>
                    <a:gd name="T3" fmla="*/ 12 h 434"/>
                    <a:gd name="T4" fmla="*/ 26 w 938"/>
                    <a:gd name="T5" fmla="*/ 5 h 434"/>
                    <a:gd name="T6" fmla="*/ 15 w 938"/>
                    <a:gd name="T7" fmla="*/ 0 h 434"/>
                    <a:gd name="T8" fmla="*/ 0 w 938"/>
                    <a:gd name="T9" fmla="*/ 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44" name="Freeform 225"/>
                <p:cNvSpPr>
                  <a:spLocks/>
                </p:cNvSpPr>
                <p:nvPr/>
              </p:nvSpPr>
              <p:spPr bwMode="auto">
                <a:xfrm>
                  <a:off x="5188" y="1852"/>
                  <a:ext cx="172" cy="66"/>
                </a:xfrm>
                <a:custGeom>
                  <a:avLst/>
                  <a:gdLst>
                    <a:gd name="T0" fmla="*/ 6 w 1034"/>
                    <a:gd name="T1" fmla="*/ 11 h 395"/>
                    <a:gd name="T2" fmla="*/ 0 w 1034"/>
                    <a:gd name="T3" fmla="*/ 8 h 395"/>
                    <a:gd name="T4" fmla="*/ 24 w 1034"/>
                    <a:gd name="T5" fmla="*/ 0 h 395"/>
                    <a:gd name="T6" fmla="*/ 29 w 1034"/>
                    <a:gd name="T7" fmla="*/ 2 h 395"/>
                    <a:gd name="T8" fmla="*/ 6 w 1034"/>
                    <a:gd name="T9" fmla="*/ 11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45" name="Line 226"/>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46" name="Line 227"/>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47" name="Line 228"/>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48" name="Line 229"/>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49" name="Line 230"/>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0" name="Line 231"/>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1" name="Line 232"/>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2" name="Line 233"/>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3" name="Line 234"/>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4" name="Line 235"/>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5" name="Line 236"/>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6" name="Line 237"/>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7" name="Line 238"/>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8" name="Line 239"/>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59" name="Line 240"/>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60" name="Line 241"/>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61" name="Line 242"/>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62" name="Line 243"/>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63" name="Line 244"/>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64" name="Line 245"/>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765" name="Line 246"/>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08592" name="Group 247"/>
          <p:cNvGrpSpPr>
            <a:grpSpLocks/>
          </p:cNvGrpSpPr>
          <p:nvPr/>
        </p:nvGrpSpPr>
        <p:grpSpPr bwMode="auto">
          <a:xfrm>
            <a:off x="8391525" y="4983163"/>
            <a:ext cx="552450" cy="246062"/>
            <a:chOff x="5266" y="2029"/>
            <a:chExt cx="348" cy="155"/>
          </a:xfrm>
        </p:grpSpPr>
        <p:sp>
          <p:nvSpPr>
            <p:cNvPr id="108729" name="Freeform 248"/>
            <p:cNvSpPr>
              <a:spLocks/>
            </p:cNvSpPr>
            <p:nvPr/>
          </p:nvSpPr>
          <p:spPr bwMode="auto">
            <a:xfrm>
              <a:off x="5266" y="2029"/>
              <a:ext cx="348" cy="155"/>
            </a:xfrm>
            <a:custGeom>
              <a:avLst/>
              <a:gdLst>
                <a:gd name="T0" fmla="*/ 5 w 2091"/>
                <a:gd name="T1" fmla="*/ 26 h 931"/>
                <a:gd name="T2" fmla="*/ 0 w 2091"/>
                <a:gd name="T3" fmla="*/ 25 h 931"/>
                <a:gd name="T4" fmla="*/ 0 w 2091"/>
                <a:gd name="T5" fmla="*/ 19 h 931"/>
                <a:gd name="T6" fmla="*/ 0 w 2091"/>
                <a:gd name="T7" fmla="*/ 15 h 931"/>
                <a:gd name="T8" fmla="*/ 3 w 2091"/>
                <a:gd name="T9" fmla="*/ 12 h 931"/>
                <a:gd name="T10" fmla="*/ 6 w 2091"/>
                <a:gd name="T11" fmla="*/ 11 h 931"/>
                <a:gd name="T12" fmla="*/ 13 w 2091"/>
                <a:gd name="T13" fmla="*/ 8 h 931"/>
                <a:gd name="T14" fmla="*/ 23 w 2091"/>
                <a:gd name="T15" fmla="*/ 6 h 931"/>
                <a:gd name="T16" fmla="*/ 25 w 2091"/>
                <a:gd name="T17" fmla="*/ 5 h 931"/>
                <a:gd name="T18" fmla="*/ 26 w 2091"/>
                <a:gd name="T19" fmla="*/ 6 h 931"/>
                <a:gd name="T20" fmla="*/ 27 w 2091"/>
                <a:gd name="T21" fmla="*/ 5 h 931"/>
                <a:gd name="T22" fmla="*/ 27 w 2091"/>
                <a:gd name="T23" fmla="*/ 5 h 931"/>
                <a:gd name="T24" fmla="*/ 28 w 2091"/>
                <a:gd name="T25" fmla="*/ 5 h 931"/>
                <a:gd name="T26" fmla="*/ 29 w 2091"/>
                <a:gd name="T27" fmla="*/ 5 h 931"/>
                <a:gd name="T28" fmla="*/ 29 w 2091"/>
                <a:gd name="T29" fmla="*/ 4 h 931"/>
                <a:gd name="T30" fmla="*/ 30 w 2091"/>
                <a:gd name="T31" fmla="*/ 3 h 931"/>
                <a:gd name="T32" fmla="*/ 31 w 2091"/>
                <a:gd name="T33" fmla="*/ 3 h 931"/>
                <a:gd name="T34" fmla="*/ 32 w 2091"/>
                <a:gd name="T35" fmla="*/ 3 h 931"/>
                <a:gd name="T36" fmla="*/ 31 w 2091"/>
                <a:gd name="T37" fmla="*/ 2 h 931"/>
                <a:gd name="T38" fmla="*/ 33 w 2091"/>
                <a:gd name="T39" fmla="*/ 0 h 931"/>
                <a:gd name="T40" fmla="*/ 57 w 2091"/>
                <a:gd name="T41" fmla="*/ 1 h 931"/>
                <a:gd name="T42" fmla="*/ 56 w 2091"/>
                <a:gd name="T43" fmla="*/ 3 h 931"/>
                <a:gd name="T44" fmla="*/ 57 w 2091"/>
                <a:gd name="T45" fmla="*/ 5 h 931"/>
                <a:gd name="T46" fmla="*/ 57 w 2091"/>
                <a:gd name="T47" fmla="*/ 7 h 931"/>
                <a:gd name="T48" fmla="*/ 58 w 2091"/>
                <a:gd name="T49" fmla="*/ 9 h 931"/>
                <a:gd name="T50" fmla="*/ 58 w 2091"/>
                <a:gd name="T51" fmla="*/ 12 h 931"/>
                <a:gd name="T52" fmla="*/ 58 w 2091"/>
                <a:gd name="T53" fmla="*/ 14 h 931"/>
                <a:gd name="T54" fmla="*/ 57 w 2091"/>
                <a:gd name="T55" fmla="*/ 15 h 931"/>
                <a:gd name="T56" fmla="*/ 56 w 2091"/>
                <a:gd name="T57" fmla="*/ 17 h 931"/>
                <a:gd name="T58" fmla="*/ 55 w 2091"/>
                <a:gd name="T59" fmla="*/ 17 h 931"/>
                <a:gd name="T60" fmla="*/ 53 w 2091"/>
                <a:gd name="T61" fmla="*/ 18 h 931"/>
                <a:gd name="T62" fmla="*/ 51 w 2091"/>
                <a:gd name="T63" fmla="*/ 19 h 931"/>
                <a:gd name="T64" fmla="*/ 50 w 2091"/>
                <a:gd name="T65" fmla="*/ 20 h 931"/>
                <a:gd name="T66" fmla="*/ 49 w 2091"/>
                <a:gd name="T67" fmla="*/ 21 h 931"/>
                <a:gd name="T68" fmla="*/ 47 w 2091"/>
                <a:gd name="T69" fmla="*/ 22 h 931"/>
                <a:gd name="T70" fmla="*/ 44 w 2091"/>
                <a:gd name="T71" fmla="*/ 22 h 931"/>
                <a:gd name="T72" fmla="*/ 41 w 2091"/>
                <a:gd name="T73" fmla="*/ 23 h 931"/>
                <a:gd name="T74" fmla="*/ 38 w 2091"/>
                <a:gd name="T75" fmla="*/ 23 h 931"/>
                <a:gd name="T76" fmla="*/ 35 w 2091"/>
                <a:gd name="T77" fmla="*/ 23 h 931"/>
                <a:gd name="T78" fmla="*/ 33 w 2091"/>
                <a:gd name="T79" fmla="*/ 22 h 931"/>
                <a:gd name="T80" fmla="*/ 32 w 2091"/>
                <a:gd name="T81" fmla="*/ 23 h 931"/>
                <a:gd name="T82" fmla="*/ 29 w 2091"/>
                <a:gd name="T83" fmla="*/ 23 h 931"/>
                <a:gd name="T84" fmla="*/ 16 w 2091"/>
                <a:gd name="T85" fmla="*/ 25 h 931"/>
                <a:gd name="T86" fmla="*/ 11 w 2091"/>
                <a:gd name="T87" fmla="*/ 26 h 931"/>
                <a:gd name="T88" fmla="*/ 5 w 2091"/>
                <a:gd name="T89" fmla="*/ 2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08730" name="Freeform 249"/>
            <p:cNvSpPr>
              <a:spLocks/>
            </p:cNvSpPr>
            <p:nvPr/>
          </p:nvSpPr>
          <p:spPr bwMode="auto">
            <a:xfrm>
              <a:off x="5268" y="2043"/>
              <a:ext cx="342" cy="138"/>
            </a:xfrm>
            <a:custGeom>
              <a:avLst/>
              <a:gdLst>
                <a:gd name="T0" fmla="*/ 55 w 2049"/>
                <a:gd name="T1" fmla="*/ 2 h 829"/>
                <a:gd name="T2" fmla="*/ 57 w 2049"/>
                <a:gd name="T3" fmla="*/ 5 h 829"/>
                <a:gd name="T4" fmla="*/ 56 w 2049"/>
                <a:gd name="T5" fmla="*/ 14 h 829"/>
                <a:gd name="T6" fmla="*/ 52 w 2049"/>
                <a:gd name="T7" fmla="*/ 14 h 829"/>
                <a:gd name="T8" fmla="*/ 49 w 2049"/>
                <a:gd name="T9" fmla="*/ 17 h 829"/>
                <a:gd name="T10" fmla="*/ 41 w 2049"/>
                <a:gd name="T11" fmla="*/ 19 h 829"/>
                <a:gd name="T12" fmla="*/ 33 w 2049"/>
                <a:gd name="T13" fmla="*/ 19 h 829"/>
                <a:gd name="T14" fmla="*/ 36 w 2049"/>
                <a:gd name="T15" fmla="*/ 16 h 829"/>
                <a:gd name="T16" fmla="*/ 32 w 2049"/>
                <a:gd name="T17" fmla="*/ 19 h 829"/>
                <a:gd name="T18" fmla="*/ 28 w 2049"/>
                <a:gd name="T19" fmla="*/ 20 h 829"/>
                <a:gd name="T20" fmla="*/ 31 w 2049"/>
                <a:gd name="T21" fmla="*/ 18 h 829"/>
                <a:gd name="T22" fmla="*/ 27 w 2049"/>
                <a:gd name="T23" fmla="*/ 20 h 829"/>
                <a:gd name="T24" fmla="*/ 14 w 2049"/>
                <a:gd name="T25" fmla="*/ 22 h 829"/>
                <a:gd name="T26" fmla="*/ 14 w 2049"/>
                <a:gd name="T27" fmla="*/ 21 h 829"/>
                <a:gd name="T28" fmla="*/ 14 w 2049"/>
                <a:gd name="T29" fmla="*/ 20 h 829"/>
                <a:gd name="T30" fmla="*/ 9 w 2049"/>
                <a:gd name="T31" fmla="*/ 23 h 829"/>
                <a:gd name="T32" fmla="*/ 13 w 2049"/>
                <a:gd name="T33" fmla="*/ 18 h 829"/>
                <a:gd name="T34" fmla="*/ 8 w 2049"/>
                <a:gd name="T35" fmla="*/ 21 h 829"/>
                <a:gd name="T36" fmla="*/ 6 w 2049"/>
                <a:gd name="T37" fmla="*/ 21 h 829"/>
                <a:gd name="T38" fmla="*/ 5 w 2049"/>
                <a:gd name="T39" fmla="*/ 21 h 829"/>
                <a:gd name="T40" fmla="*/ 2 w 2049"/>
                <a:gd name="T41" fmla="*/ 22 h 829"/>
                <a:gd name="T42" fmla="*/ 0 w 2049"/>
                <a:gd name="T43" fmla="*/ 19 h 829"/>
                <a:gd name="T44" fmla="*/ 1 w 2049"/>
                <a:gd name="T45" fmla="*/ 12 h 829"/>
                <a:gd name="T46" fmla="*/ 8 w 2049"/>
                <a:gd name="T47" fmla="*/ 8 h 829"/>
                <a:gd name="T48" fmla="*/ 22 w 2049"/>
                <a:gd name="T49" fmla="*/ 4 h 829"/>
                <a:gd name="T50" fmla="*/ 27 w 2049"/>
                <a:gd name="T51" fmla="*/ 6 h 829"/>
                <a:gd name="T52" fmla="*/ 29 w 2049"/>
                <a:gd name="T53" fmla="*/ 6 h 829"/>
                <a:gd name="T54" fmla="*/ 27 w 2049"/>
                <a:gd name="T55" fmla="*/ 4 h 829"/>
                <a:gd name="T56" fmla="*/ 28 w 2049"/>
                <a:gd name="T57" fmla="*/ 3 h 829"/>
                <a:gd name="T58" fmla="*/ 30 w 2049"/>
                <a:gd name="T59" fmla="*/ 4 h 829"/>
                <a:gd name="T60" fmla="*/ 30 w 2049"/>
                <a:gd name="T61" fmla="*/ 4 h 829"/>
                <a:gd name="T62" fmla="*/ 30 w 2049"/>
                <a:gd name="T63" fmla="*/ 2 h 829"/>
                <a:gd name="T64" fmla="*/ 33 w 2049"/>
                <a:gd name="T65" fmla="*/ 3 h 829"/>
                <a:gd name="T66" fmla="*/ 33 w 2049"/>
                <a:gd name="T67" fmla="*/ 2 h 829"/>
                <a:gd name="T68" fmla="*/ 32 w 2049"/>
                <a:gd name="T69" fmla="*/ 0 h 829"/>
                <a:gd name="T70" fmla="*/ 36 w 2049"/>
                <a:gd name="T71" fmla="*/ 1 h 829"/>
                <a:gd name="T72" fmla="*/ 42 w 2049"/>
                <a:gd name="T73" fmla="*/ 3 h 829"/>
                <a:gd name="T74" fmla="*/ 44 w 2049"/>
                <a:gd name="T75" fmla="*/ 1 h 829"/>
                <a:gd name="T76" fmla="*/ 45 w 2049"/>
                <a:gd name="T77" fmla="*/ 3 h 829"/>
                <a:gd name="T78" fmla="*/ 49 w 2049"/>
                <a:gd name="T79" fmla="*/ 2 h 829"/>
                <a:gd name="T80" fmla="*/ 50 w 2049"/>
                <a:gd name="T81" fmla="*/ 4 h 829"/>
                <a:gd name="T82" fmla="*/ 54 w 2049"/>
                <a:gd name="T83" fmla="*/ 3 h 829"/>
                <a:gd name="T84" fmla="*/ 55 w 2049"/>
                <a:gd name="T85" fmla="*/ 1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31" name="Freeform 250"/>
            <p:cNvSpPr>
              <a:spLocks/>
            </p:cNvSpPr>
            <p:nvPr/>
          </p:nvSpPr>
          <p:spPr bwMode="auto">
            <a:xfrm>
              <a:off x="5515" y="2093"/>
              <a:ext cx="47" cy="8"/>
            </a:xfrm>
            <a:custGeom>
              <a:avLst/>
              <a:gdLst>
                <a:gd name="T0" fmla="*/ 8 w 280"/>
                <a:gd name="T1" fmla="*/ 0 h 48"/>
                <a:gd name="T2" fmla="*/ 4 w 280"/>
                <a:gd name="T3" fmla="*/ 1 h 48"/>
                <a:gd name="T4" fmla="*/ 0 w 280"/>
                <a:gd name="T5" fmla="*/ 1 h 48"/>
                <a:gd name="T6" fmla="*/ 8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32" name="Freeform 251"/>
            <p:cNvSpPr>
              <a:spLocks/>
            </p:cNvSpPr>
            <p:nvPr/>
          </p:nvSpPr>
          <p:spPr bwMode="auto">
            <a:xfrm>
              <a:off x="5580" y="2080"/>
              <a:ext cx="28" cy="10"/>
            </a:xfrm>
            <a:custGeom>
              <a:avLst/>
              <a:gdLst>
                <a:gd name="T0" fmla="*/ 5 w 170"/>
                <a:gd name="T1" fmla="*/ 0 h 57"/>
                <a:gd name="T2" fmla="*/ 3 w 170"/>
                <a:gd name="T3" fmla="*/ 1 h 57"/>
                <a:gd name="T4" fmla="*/ 0 w 170"/>
                <a:gd name="T5" fmla="*/ 2 h 57"/>
                <a:gd name="T6" fmla="*/ 3 w 170"/>
                <a:gd name="T7" fmla="*/ 2 h 57"/>
                <a:gd name="T8" fmla="*/ 5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33" name="Freeform 252"/>
            <p:cNvSpPr>
              <a:spLocks/>
            </p:cNvSpPr>
            <p:nvPr/>
          </p:nvSpPr>
          <p:spPr bwMode="auto">
            <a:xfrm>
              <a:off x="5445" y="2073"/>
              <a:ext cx="44" cy="24"/>
            </a:xfrm>
            <a:custGeom>
              <a:avLst/>
              <a:gdLst>
                <a:gd name="T0" fmla="*/ 7 w 263"/>
                <a:gd name="T1" fmla="*/ 0 h 143"/>
                <a:gd name="T2" fmla="*/ 4 w 263"/>
                <a:gd name="T3" fmla="*/ 0 h 143"/>
                <a:gd name="T4" fmla="*/ 3 w 263"/>
                <a:gd name="T5" fmla="*/ 1 h 143"/>
                <a:gd name="T6" fmla="*/ 3 w 263"/>
                <a:gd name="T7" fmla="*/ 2 h 143"/>
                <a:gd name="T8" fmla="*/ 3 w 263"/>
                <a:gd name="T9" fmla="*/ 4 h 143"/>
                <a:gd name="T10" fmla="*/ 0 w 263"/>
                <a:gd name="T11" fmla="*/ 4 h 143"/>
                <a:gd name="T12" fmla="*/ 4 w 263"/>
                <a:gd name="T13" fmla="*/ 4 h 143"/>
                <a:gd name="T14" fmla="*/ 5 w 263"/>
                <a:gd name="T15" fmla="*/ 1 h 143"/>
                <a:gd name="T16" fmla="*/ 7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34" name="Freeform 253"/>
            <p:cNvSpPr>
              <a:spLocks/>
            </p:cNvSpPr>
            <p:nvPr/>
          </p:nvSpPr>
          <p:spPr bwMode="auto">
            <a:xfrm>
              <a:off x="5303" y="2127"/>
              <a:ext cx="142" cy="35"/>
            </a:xfrm>
            <a:custGeom>
              <a:avLst/>
              <a:gdLst>
                <a:gd name="T0" fmla="*/ 24 w 853"/>
                <a:gd name="T1" fmla="*/ 0 h 212"/>
                <a:gd name="T2" fmla="*/ 18 w 853"/>
                <a:gd name="T3" fmla="*/ 0 h 212"/>
                <a:gd name="T4" fmla="*/ 11 w 853"/>
                <a:gd name="T5" fmla="*/ 2 h 212"/>
                <a:gd name="T6" fmla="*/ 7 w 853"/>
                <a:gd name="T7" fmla="*/ 2 h 212"/>
                <a:gd name="T8" fmla="*/ 3 w 853"/>
                <a:gd name="T9" fmla="*/ 3 h 212"/>
                <a:gd name="T10" fmla="*/ 2 w 853"/>
                <a:gd name="T11" fmla="*/ 5 h 212"/>
                <a:gd name="T12" fmla="*/ 0 w 853"/>
                <a:gd name="T13" fmla="*/ 6 h 212"/>
                <a:gd name="T14" fmla="*/ 2 w 853"/>
                <a:gd name="T15" fmla="*/ 5 h 212"/>
                <a:gd name="T16" fmla="*/ 3 w 853"/>
                <a:gd name="T17" fmla="*/ 3 h 212"/>
                <a:gd name="T18" fmla="*/ 8 w 853"/>
                <a:gd name="T19" fmla="*/ 2 h 212"/>
                <a:gd name="T20" fmla="*/ 11 w 853"/>
                <a:gd name="T21" fmla="*/ 2 h 212"/>
                <a:gd name="T22" fmla="*/ 14 w 853"/>
                <a:gd name="T23" fmla="*/ 2 h 212"/>
                <a:gd name="T24" fmla="*/ 18 w 853"/>
                <a:gd name="T25" fmla="*/ 1 h 212"/>
                <a:gd name="T26" fmla="*/ 24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593" name="Group 254"/>
          <p:cNvGrpSpPr>
            <a:grpSpLocks/>
          </p:cNvGrpSpPr>
          <p:nvPr/>
        </p:nvGrpSpPr>
        <p:grpSpPr bwMode="auto">
          <a:xfrm>
            <a:off x="8485188" y="4714875"/>
            <a:ext cx="228600" cy="125413"/>
            <a:chOff x="5325" y="1860"/>
            <a:chExt cx="144" cy="79"/>
          </a:xfrm>
        </p:grpSpPr>
        <p:grpSp>
          <p:nvGrpSpPr>
            <p:cNvPr id="108716" name="Group 255"/>
            <p:cNvGrpSpPr>
              <a:grpSpLocks/>
            </p:cNvGrpSpPr>
            <p:nvPr/>
          </p:nvGrpSpPr>
          <p:grpSpPr bwMode="auto">
            <a:xfrm>
              <a:off x="5325" y="1860"/>
              <a:ext cx="125" cy="63"/>
              <a:chOff x="5325" y="1860"/>
              <a:chExt cx="125" cy="63"/>
            </a:xfrm>
          </p:grpSpPr>
          <p:sp>
            <p:nvSpPr>
              <p:cNvPr id="108720" name="Freeform 256"/>
              <p:cNvSpPr>
                <a:spLocks/>
              </p:cNvSpPr>
              <p:nvPr/>
            </p:nvSpPr>
            <p:spPr bwMode="auto">
              <a:xfrm>
                <a:off x="5325" y="1860"/>
                <a:ext cx="125" cy="63"/>
              </a:xfrm>
              <a:custGeom>
                <a:avLst/>
                <a:gdLst>
                  <a:gd name="T0" fmla="*/ 19 w 751"/>
                  <a:gd name="T1" fmla="*/ 10 h 379"/>
                  <a:gd name="T2" fmla="*/ 18 w 751"/>
                  <a:gd name="T3" fmla="*/ 10 h 379"/>
                  <a:gd name="T4" fmla="*/ 17 w 751"/>
                  <a:gd name="T5" fmla="*/ 10 h 379"/>
                  <a:gd name="T6" fmla="*/ 16 w 751"/>
                  <a:gd name="T7" fmla="*/ 9 h 379"/>
                  <a:gd name="T8" fmla="*/ 14 w 751"/>
                  <a:gd name="T9" fmla="*/ 10 h 379"/>
                  <a:gd name="T10" fmla="*/ 13 w 751"/>
                  <a:gd name="T11" fmla="*/ 10 h 379"/>
                  <a:gd name="T12" fmla="*/ 12 w 751"/>
                  <a:gd name="T13" fmla="*/ 9 h 379"/>
                  <a:gd name="T14" fmla="*/ 11 w 751"/>
                  <a:gd name="T15" fmla="*/ 9 h 379"/>
                  <a:gd name="T16" fmla="*/ 10 w 751"/>
                  <a:gd name="T17" fmla="*/ 9 h 379"/>
                  <a:gd name="T18" fmla="*/ 10 w 751"/>
                  <a:gd name="T19" fmla="*/ 8 h 379"/>
                  <a:gd name="T20" fmla="*/ 9 w 751"/>
                  <a:gd name="T21" fmla="*/ 7 h 379"/>
                  <a:gd name="T22" fmla="*/ 8 w 751"/>
                  <a:gd name="T23" fmla="*/ 7 h 379"/>
                  <a:gd name="T24" fmla="*/ 7 w 751"/>
                  <a:gd name="T25" fmla="*/ 7 h 379"/>
                  <a:gd name="T26" fmla="*/ 6 w 751"/>
                  <a:gd name="T27" fmla="*/ 7 h 379"/>
                  <a:gd name="T28" fmla="*/ 5 w 751"/>
                  <a:gd name="T29" fmla="*/ 7 h 379"/>
                  <a:gd name="T30" fmla="*/ 5 w 751"/>
                  <a:gd name="T31" fmla="*/ 7 h 379"/>
                  <a:gd name="T32" fmla="*/ 5 w 751"/>
                  <a:gd name="T33" fmla="*/ 6 h 379"/>
                  <a:gd name="T34" fmla="*/ 5 w 751"/>
                  <a:gd name="T35" fmla="*/ 6 h 379"/>
                  <a:gd name="T36" fmla="*/ 5 w 751"/>
                  <a:gd name="T37" fmla="*/ 5 h 379"/>
                  <a:gd name="T38" fmla="*/ 6 w 751"/>
                  <a:gd name="T39" fmla="*/ 5 h 379"/>
                  <a:gd name="T40" fmla="*/ 7 w 751"/>
                  <a:gd name="T41" fmla="*/ 5 h 379"/>
                  <a:gd name="T42" fmla="*/ 8 w 751"/>
                  <a:gd name="T43" fmla="*/ 5 h 379"/>
                  <a:gd name="T44" fmla="*/ 7 w 751"/>
                  <a:gd name="T45" fmla="*/ 4 h 379"/>
                  <a:gd name="T46" fmla="*/ 6 w 751"/>
                  <a:gd name="T47" fmla="*/ 3 h 379"/>
                  <a:gd name="T48" fmla="*/ 5 w 751"/>
                  <a:gd name="T49" fmla="*/ 3 h 379"/>
                  <a:gd name="T50" fmla="*/ 3 w 751"/>
                  <a:gd name="T51" fmla="*/ 3 h 379"/>
                  <a:gd name="T52" fmla="*/ 2 w 751"/>
                  <a:gd name="T53" fmla="*/ 4 h 379"/>
                  <a:gd name="T54" fmla="*/ 1 w 751"/>
                  <a:gd name="T55" fmla="*/ 4 h 379"/>
                  <a:gd name="T56" fmla="*/ 1 w 751"/>
                  <a:gd name="T57" fmla="*/ 3 h 379"/>
                  <a:gd name="T58" fmla="*/ 1 w 751"/>
                  <a:gd name="T59" fmla="*/ 3 h 379"/>
                  <a:gd name="T60" fmla="*/ 0 w 751"/>
                  <a:gd name="T61" fmla="*/ 3 h 379"/>
                  <a:gd name="T62" fmla="*/ 0 w 751"/>
                  <a:gd name="T63" fmla="*/ 3 h 379"/>
                  <a:gd name="T64" fmla="*/ 0 w 751"/>
                  <a:gd name="T65" fmla="*/ 2 h 379"/>
                  <a:gd name="T66" fmla="*/ 0 w 751"/>
                  <a:gd name="T67" fmla="*/ 2 h 379"/>
                  <a:gd name="T68" fmla="*/ 0 w 751"/>
                  <a:gd name="T69" fmla="*/ 2 h 379"/>
                  <a:gd name="T70" fmla="*/ 1 w 751"/>
                  <a:gd name="T71" fmla="*/ 1 h 379"/>
                  <a:gd name="T72" fmla="*/ 1 w 751"/>
                  <a:gd name="T73" fmla="*/ 1 h 379"/>
                  <a:gd name="T74" fmla="*/ 2 w 751"/>
                  <a:gd name="T75" fmla="*/ 1 h 379"/>
                  <a:gd name="T76" fmla="*/ 2 w 751"/>
                  <a:gd name="T77" fmla="*/ 1 h 379"/>
                  <a:gd name="T78" fmla="*/ 3 w 751"/>
                  <a:gd name="T79" fmla="*/ 1 h 379"/>
                  <a:gd name="T80" fmla="*/ 6 w 751"/>
                  <a:gd name="T81" fmla="*/ 0 h 379"/>
                  <a:gd name="T82" fmla="*/ 6 w 751"/>
                  <a:gd name="T83" fmla="*/ 0 h 379"/>
                  <a:gd name="T84" fmla="*/ 7 w 751"/>
                  <a:gd name="T85" fmla="*/ 0 h 379"/>
                  <a:gd name="T86" fmla="*/ 7 w 751"/>
                  <a:gd name="T87" fmla="*/ 0 h 379"/>
                  <a:gd name="T88" fmla="*/ 8 w 751"/>
                  <a:gd name="T89" fmla="*/ 0 h 379"/>
                  <a:gd name="T90" fmla="*/ 10 w 751"/>
                  <a:gd name="T91" fmla="*/ 1 h 379"/>
                  <a:gd name="T92" fmla="*/ 11 w 751"/>
                  <a:gd name="T93" fmla="*/ 2 h 379"/>
                  <a:gd name="T94" fmla="*/ 12 w 751"/>
                  <a:gd name="T95" fmla="*/ 2 h 379"/>
                  <a:gd name="T96" fmla="*/ 13 w 751"/>
                  <a:gd name="T97" fmla="*/ 2 h 379"/>
                  <a:gd name="T98" fmla="*/ 13 w 751"/>
                  <a:gd name="T99" fmla="*/ 3 h 379"/>
                  <a:gd name="T100" fmla="*/ 15 w 751"/>
                  <a:gd name="T101" fmla="*/ 4 h 379"/>
                  <a:gd name="T102" fmla="*/ 16 w 751"/>
                  <a:gd name="T103" fmla="*/ 5 h 379"/>
                  <a:gd name="T104" fmla="*/ 17 w 751"/>
                  <a:gd name="T105" fmla="*/ 6 h 379"/>
                  <a:gd name="T106" fmla="*/ 18 w 751"/>
                  <a:gd name="T107" fmla="*/ 6 h 379"/>
                  <a:gd name="T108" fmla="*/ 21 w 751"/>
                  <a:gd name="T109" fmla="*/ 6 h 379"/>
                  <a:gd name="T110" fmla="*/ 19 w 751"/>
                  <a:gd name="T111" fmla="*/ 1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08721" name="Freeform 257"/>
              <p:cNvSpPr>
                <a:spLocks/>
              </p:cNvSpPr>
              <p:nvPr/>
            </p:nvSpPr>
            <p:spPr bwMode="auto">
              <a:xfrm>
                <a:off x="5374" y="1888"/>
                <a:ext cx="29" cy="7"/>
              </a:xfrm>
              <a:custGeom>
                <a:avLst/>
                <a:gdLst>
                  <a:gd name="T0" fmla="*/ 0 w 179"/>
                  <a:gd name="T1" fmla="*/ 0 h 43"/>
                  <a:gd name="T2" fmla="*/ 0 w 179"/>
                  <a:gd name="T3" fmla="*/ 0 h 43"/>
                  <a:gd name="T4" fmla="*/ 1 w 179"/>
                  <a:gd name="T5" fmla="*/ 0 h 43"/>
                  <a:gd name="T6" fmla="*/ 1 w 179"/>
                  <a:gd name="T7" fmla="*/ 0 h 43"/>
                  <a:gd name="T8" fmla="*/ 2 w 179"/>
                  <a:gd name="T9" fmla="*/ 1 h 43"/>
                  <a:gd name="T10" fmla="*/ 3 w 179"/>
                  <a:gd name="T11" fmla="*/ 1 h 43"/>
                  <a:gd name="T12" fmla="*/ 4 w 179"/>
                  <a:gd name="T13" fmla="*/ 1 h 43"/>
                  <a:gd name="T14" fmla="*/ 5 w 179"/>
                  <a:gd name="T15" fmla="*/ 1 h 43"/>
                  <a:gd name="T16" fmla="*/ 4 w 179"/>
                  <a:gd name="T17" fmla="*/ 1 h 43"/>
                  <a:gd name="T18" fmla="*/ 3 w 179"/>
                  <a:gd name="T19" fmla="*/ 1 h 43"/>
                  <a:gd name="T20" fmla="*/ 3 w 179"/>
                  <a:gd name="T21" fmla="*/ 1 h 43"/>
                  <a:gd name="T22" fmla="*/ 2 w 179"/>
                  <a:gd name="T23" fmla="*/ 0 h 43"/>
                  <a:gd name="T24" fmla="*/ 1 w 179"/>
                  <a:gd name="T25" fmla="*/ 0 h 43"/>
                  <a:gd name="T26" fmla="*/ 1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2" name="Freeform 258"/>
              <p:cNvSpPr>
                <a:spLocks/>
              </p:cNvSpPr>
              <p:nvPr/>
            </p:nvSpPr>
            <p:spPr bwMode="auto">
              <a:xfrm>
                <a:off x="5362" y="1894"/>
                <a:ext cx="4" cy="4"/>
              </a:xfrm>
              <a:custGeom>
                <a:avLst/>
                <a:gdLst>
                  <a:gd name="T0" fmla="*/ 0 w 20"/>
                  <a:gd name="T1" fmla="*/ 0 h 24"/>
                  <a:gd name="T2" fmla="*/ 0 w 20"/>
                  <a:gd name="T3" fmla="*/ 0 h 24"/>
                  <a:gd name="T4" fmla="*/ 0 w 20"/>
                  <a:gd name="T5" fmla="*/ 1 h 24"/>
                  <a:gd name="T6" fmla="*/ 0 w 20"/>
                  <a:gd name="T7" fmla="*/ 1 h 24"/>
                  <a:gd name="T8" fmla="*/ 1 w 20"/>
                  <a:gd name="T9" fmla="*/ 1 h 24"/>
                  <a:gd name="T10" fmla="*/ 1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3" name="Freeform 259"/>
              <p:cNvSpPr>
                <a:spLocks/>
              </p:cNvSpPr>
              <p:nvPr/>
            </p:nvSpPr>
            <p:spPr bwMode="auto">
              <a:xfrm>
                <a:off x="5331" y="1869"/>
                <a:ext cx="17" cy="8"/>
              </a:xfrm>
              <a:custGeom>
                <a:avLst/>
                <a:gdLst>
                  <a:gd name="T0" fmla="*/ 0 w 104"/>
                  <a:gd name="T1" fmla="*/ 1 h 48"/>
                  <a:gd name="T2" fmla="*/ 0 w 104"/>
                  <a:gd name="T3" fmla="*/ 1 h 48"/>
                  <a:gd name="T4" fmla="*/ 1 w 104"/>
                  <a:gd name="T5" fmla="*/ 1 h 48"/>
                  <a:gd name="T6" fmla="*/ 1 w 104"/>
                  <a:gd name="T7" fmla="*/ 1 h 48"/>
                  <a:gd name="T8" fmla="*/ 1 w 104"/>
                  <a:gd name="T9" fmla="*/ 0 h 48"/>
                  <a:gd name="T10" fmla="*/ 2 w 104"/>
                  <a:gd name="T11" fmla="*/ 0 h 48"/>
                  <a:gd name="T12" fmla="*/ 2 w 104"/>
                  <a:gd name="T13" fmla="*/ 0 h 48"/>
                  <a:gd name="T14" fmla="*/ 3 w 104"/>
                  <a:gd name="T15" fmla="*/ 0 h 48"/>
                  <a:gd name="T16" fmla="*/ 2 w 104"/>
                  <a:gd name="T17" fmla="*/ 0 h 48"/>
                  <a:gd name="T18" fmla="*/ 1 w 104"/>
                  <a:gd name="T19" fmla="*/ 0 h 48"/>
                  <a:gd name="T20" fmla="*/ 1 w 104"/>
                  <a:gd name="T21" fmla="*/ 0 h 48"/>
                  <a:gd name="T22" fmla="*/ 1 w 104"/>
                  <a:gd name="T23" fmla="*/ 1 h 48"/>
                  <a:gd name="T24" fmla="*/ 0 w 104"/>
                  <a:gd name="T25" fmla="*/ 1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4" name="Freeform 260"/>
              <p:cNvSpPr>
                <a:spLocks/>
              </p:cNvSpPr>
              <p:nvPr/>
            </p:nvSpPr>
            <p:spPr bwMode="auto">
              <a:xfrm>
                <a:off x="5357" y="1866"/>
                <a:ext cx="27" cy="7"/>
              </a:xfrm>
              <a:custGeom>
                <a:avLst/>
                <a:gdLst>
                  <a:gd name="T0" fmla="*/ 0 w 166"/>
                  <a:gd name="T1" fmla="*/ 0 h 42"/>
                  <a:gd name="T2" fmla="*/ 1 w 166"/>
                  <a:gd name="T3" fmla="*/ 0 h 42"/>
                  <a:gd name="T4" fmla="*/ 1 w 166"/>
                  <a:gd name="T5" fmla="*/ 0 h 42"/>
                  <a:gd name="T6" fmla="*/ 2 w 166"/>
                  <a:gd name="T7" fmla="*/ 0 h 42"/>
                  <a:gd name="T8" fmla="*/ 2 w 166"/>
                  <a:gd name="T9" fmla="*/ 0 h 42"/>
                  <a:gd name="T10" fmla="*/ 2 w 166"/>
                  <a:gd name="T11" fmla="*/ 0 h 42"/>
                  <a:gd name="T12" fmla="*/ 3 w 166"/>
                  <a:gd name="T13" fmla="*/ 1 h 42"/>
                  <a:gd name="T14" fmla="*/ 4 w 166"/>
                  <a:gd name="T15" fmla="*/ 1 h 42"/>
                  <a:gd name="T16" fmla="*/ 4 w 166"/>
                  <a:gd name="T17" fmla="*/ 1 h 42"/>
                  <a:gd name="T18" fmla="*/ 4 w 166"/>
                  <a:gd name="T19" fmla="*/ 1 h 42"/>
                  <a:gd name="T20" fmla="*/ 3 w 166"/>
                  <a:gd name="T21" fmla="*/ 1 h 42"/>
                  <a:gd name="T22" fmla="*/ 2 w 166"/>
                  <a:gd name="T23" fmla="*/ 1 h 42"/>
                  <a:gd name="T24" fmla="*/ 2 w 166"/>
                  <a:gd name="T25" fmla="*/ 0 h 42"/>
                  <a:gd name="T26" fmla="*/ 1 w 166"/>
                  <a:gd name="T27" fmla="*/ 0 h 42"/>
                  <a:gd name="T28" fmla="*/ 1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5" name="Freeform 261"/>
              <p:cNvSpPr>
                <a:spLocks/>
              </p:cNvSpPr>
              <p:nvPr/>
            </p:nvSpPr>
            <p:spPr bwMode="auto">
              <a:xfrm>
                <a:off x="5335" y="1874"/>
                <a:ext cx="6" cy="5"/>
              </a:xfrm>
              <a:custGeom>
                <a:avLst/>
                <a:gdLst>
                  <a:gd name="T0" fmla="*/ 1 w 33"/>
                  <a:gd name="T1" fmla="*/ 0 h 30"/>
                  <a:gd name="T2" fmla="*/ 1 w 33"/>
                  <a:gd name="T3" fmla="*/ 0 h 30"/>
                  <a:gd name="T4" fmla="*/ 1 w 33"/>
                  <a:gd name="T5" fmla="*/ 1 h 30"/>
                  <a:gd name="T6" fmla="*/ 0 w 33"/>
                  <a:gd name="T7" fmla="*/ 1 h 30"/>
                  <a:gd name="T8" fmla="*/ 1 w 33"/>
                  <a:gd name="T9" fmla="*/ 1 h 30"/>
                  <a:gd name="T10" fmla="*/ 1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6" name="Freeform 262"/>
              <p:cNvSpPr>
                <a:spLocks/>
              </p:cNvSpPr>
              <p:nvPr/>
            </p:nvSpPr>
            <p:spPr bwMode="auto">
              <a:xfrm>
                <a:off x="5329" y="1870"/>
                <a:ext cx="6" cy="4"/>
              </a:xfrm>
              <a:custGeom>
                <a:avLst/>
                <a:gdLst>
                  <a:gd name="T0" fmla="*/ 1 w 33"/>
                  <a:gd name="T1" fmla="*/ 0 h 28"/>
                  <a:gd name="T2" fmla="*/ 1 w 33"/>
                  <a:gd name="T3" fmla="*/ 0 h 28"/>
                  <a:gd name="T4" fmla="*/ 1 w 33"/>
                  <a:gd name="T5" fmla="*/ 0 h 28"/>
                  <a:gd name="T6" fmla="*/ 0 w 33"/>
                  <a:gd name="T7" fmla="*/ 1 h 28"/>
                  <a:gd name="T8" fmla="*/ 0 w 33"/>
                  <a:gd name="T9" fmla="*/ 1 h 28"/>
                  <a:gd name="T10" fmla="*/ 1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7" name="Freeform 263"/>
              <p:cNvSpPr>
                <a:spLocks/>
              </p:cNvSpPr>
              <p:nvPr/>
            </p:nvSpPr>
            <p:spPr bwMode="auto">
              <a:xfrm>
                <a:off x="5399" y="1876"/>
                <a:ext cx="6" cy="7"/>
              </a:xfrm>
              <a:custGeom>
                <a:avLst/>
                <a:gdLst>
                  <a:gd name="T0" fmla="*/ 0 w 37"/>
                  <a:gd name="T1" fmla="*/ 0 h 42"/>
                  <a:gd name="T2" fmla="*/ 0 w 37"/>
                  <a:gd name="T3" fmla="*/ 1 h 42"/>
                  <a:gd name="T4" fmla="*/ 1 w 37"/>
                  <a:gd name="T5" fmla="*/ 1 h 42"/>
                  <a:gd name="T6" fmla="*/ 1 w 37"/>
                  <a:gd name="T7" fmla="*/ 1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28" name="Freeform 264"/>
              <p:cNvSpPr>
                <a:spLocks/>
              </p:cNvSpPr>
              <p:nvPr/>
            </p:nvSpPr>
            <p:spPr bwMode="auto">
              <a:xfrm>
                <a:off x="5420" y="1907"/>
                <a:ext cx="9" cy="6"/>
              </a:xfrm>
              <a:custGeom>
                <a:avLst/>
                <a:gdLst>
                  <a:gd name="T0" fmla="*/ 2 w 50"/>
                  <a:gd name="T1" fmla="*/ 0 h 39"/>
                  <a:gd name="T2" fmla="*/ 1 w 50"/>
                  <a:gd name="T3" fmla="*/ 0 h 39"/>
                  <a:gd name="T4" fmla="*/ 0 w 50"/>
                  <a:gd name="T5" fmla="*/ 1 h 39"/>
                  <a:gd name="T6" fmla="*/ 2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717" name="Group 265"/>
            <p:cNvGrpSpPr>
              <a:grpSpLocks/>
            </p:cNvGrpSpPr>
            <p:nvPr/>
          </p:nvGrpSpPr>
          <p:grpSpPr bwMode="auto">
            <a:xfrm>
              <a:off x="5432" y="1894"/>
              <a:ext cx="37" cy="45"/>
              <a:chOff x="5432" y="1894"/>
              <a:chExt cx="37" cy="45"/>
            </a:xfrm>
          </p:grpSpPr>
          <p:sp>
            <p:nvSpPr>
              <p:cNvPr id="108718" name="Freeform 266"/>
              <p:cNvSpPr>
                <a:spLocks/>
              </p:cNvSpPr>
              <p:nvPr/>
            </p:nvSpPr>
            <p:spPr bwMode="auto">
              <a:xfrm>
                <a:off x="5432" y="1894"/>
                <a:ext cx="37" cy="45"/>
              </a:xfrm>
              <a:custGeom>
                <a:avLst/>
                <a:gdLst>
                  <a:gd name="T0" fmla="*/ 2 w 219"/>
                  <a:gd name="T1" fmla="*/ 1 h 267"/>
                  <a:gd name="T2" fmla="*/ 1 w 219"/>
                  <a:gd name="T3" fmla="*/ 2 h 267"/>
                  <a:gd name="T4" fmla="*/ 1 w 219"/>
                  <a:gd name="T5" fmla="*/ 3 h 267"/>
                  <a:gd name="T6" fmla="*/ 0 w 219"/>
                  <a:gd name="T7" fmla="*/ 4 h 267"/>
                  <a:gd name="T8" fmla="*/ 0 w 219"/>
                  <a:gd name="T9" fmla="*/ 5 h 267"/>
                  <a:gd name="T10" fmla="*/ 0 w 219"/>
                  <a:gd name="T11" fmla="*/ 6 h 267"/>
                  <a:gd name="T12" fmla="*/ 5 w 219"/>
                  <a:gd name="T13" fmla="*/ 8 h 267"/>
                  <a:gd name="T14" fmla="*/ 6 w 219"/>
                  <a:gd name="T15" fmla="*/ 0 h 267"/>
                  <a:gd name="T16" fmla="*/ 4 w 219"/>
                  <a:gd name="T17" fmla="*/ 1 h 267"/>
                  <a:gd name="T18" fmla="*/ 2 w 219"/>
                  <a:gd name="T19" fmla="*/ 1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08719" name="Freeform 267"/>
              <p:cNvSpPr>
                <a:spLocks/>
              </p:cNvSpPr>
              <p:nvPr/>
            </p:nvSpPr>
            <p:spPr bwMode="auto">
              <a:xfrm>
                <a:off x="5436" y="1898"/>
                <a:ext cx="29" cy="37"/>
              </a:xfrm>
              <a:custGeom>
                <a:avLst/>
                <a:gdLst>
                  <a:gd name="T0" fmla="*/ 2 w 175"/>
                  <a:gd name="T1" fmla="*/ 0 h 220"/>
                  <a:gd name="T2" fmla="*/ 1 w 175"/>
                  <a:gd name="T3" fmla="*/ 1 h 220"/>
                  <a:gd name="T4" fmla="*/ 0 w 175"/>
                  <a:gd name="T5" fmla="*/ 3 h 220"/>
                  <a:gd name="T6" fmla="*/ 0 w 175"/>
                  <a:gd name="T7" fmla="*/ 4 h 220"/>
                  <a:gd name="T8" fmla="*/ 0 w 175"/>
                  <a:gd name="T9" fmla="*/ 5 h 220"/>
                  <a:gd name="T10" fmla="*/ 4 w 175"/>
                  <a:gd name="T11" fmla="*/ 6 h 220"/>
                  <a:gd name="T12" fmla="*/ 5 w 175"/>
                  <a:gd name="T13" fmla="*/ 0 h 220"/>
                  <a:gd name="T14" fmla="*/ 3 w 175"/>
                  <a:gd name="T15" fmla="*/ 0 h 220"/>
                  <a:gd name="T16" fmla="*/ 2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08594" name="Freeform 268"/>
          <p:cNvSpPr>
            <a:spLocks/>
          </p:cNvSpPr>
          <p:nvPr/>
        </p:nvSpPr>
        <p:spPr bwMode="auto">
          <a:xfrm>
            <a:off x="8707438" y="4383088"/>
            <a:ext cx="195262" cy="212725"/>
          </a:xfrm>
          <a:custGeom>
            <a:avLst/>
            <a:gdLst>
              <a:gd name="T0" fmla="*/ 16873430 w 741"/>
              <a:gd name="T1" fmla="*/ 1806713 h 807"/>
              <a:gd name="T2" fmla="*/ 12429573 w 741"/>
              <a:gd name="T3" fmla="*/ 5141777 h 807"/>
              <a:gd name="T4" fmla="*/ 9999206 w 741"/>
              <a:gd name="T5" fmla="*/ 9102627 h 807"/>
              <a:gd name="T6" fmla="*/ 7777014 w 741"/>
              <a:gd name="T7" fmla="*/ 13341047 h 807"/>
              <a:gd name="T8" fmla="*/ 6388309 w 741"/>
              <a:gd name="T9" fmla="*/ 15564511 h 807"/>
              <a:gd name="T10" fmla="*/ 6388309 w 741"/>
              <a:gd name="T11" fmla="*/ 17996482 h 807"/>
              <a:gd name="T12" fmla="*/ 7568840 w 741"/>
              <a:gd name="T13" fmla="*/ 20845468 h 807"/>
              <a:gd name="T14" fmla="*/ 5346648 w 741"/>
              <a:gd name="T15" fmla="*/ 23068932 h 807"/>
              <a:gd name="T16" fmla="*/ 1805317 w 741"/>
              <a:gd name="T17" fmla="*/ 29183656 h 807"/>
              <a:gd name="T18" fmla="*/ 0 w 741"/>
              <a:gd name="T19" fmla="*/ 32449393 h 807"/>
              <a:gd name="T20" fmla="*/ 0 w 741"/>
              <a:gd name="T21" fmla="*/ 33491667 h 807"/>
              <a:gd name="T22" fmla="*/ 416612 w 741"/>
              <a:gd name="T23" fmla="*/ 34603530 h 807"/>
              <a:gd name="T24" fmla="*/ 1944188 w 741"/>
              <a:gd name="T25" fmla="*/ 34950955 h 807"/>
              <a:gd name="T26" fmla="*/ 4166380 w 741"/>
              <a:gd name="T27" fmla="*/ 35020281 h 807"/>
              <a:gd name="T28" fmla="*/ 5485518 w 741"/>
              <a:gd name="T29" fmla="*/ 35506623 h 807"/>
              <a:gd name="T30" fmla="*/ 5346648 w 741"/>
              <a:gd name="T31" fmla="*/ 37938594 h 807"/>
              <a:gd name="T32" fmla="*/ 4652295 w 741"/>
              <a:gd name="T33" fmla="*/ 40787580 h 807"/>
              <a:gd name="T34" fmla="*/ 5971697 w 741"/>
              <a:gd name="T35" fmla="*/ 42316195 h 807"/>
              <a:gd name="T36" fmla="*/ 5555085 w 741"/>
              <a:gd name="T37" fmla="*/ 44400742 h 807"/>
              <a:gd name="T38" fmla="*/ 6596746 w 741"/>
              <a:gd name="T39" fmla="*/ 45790440 h 807"/>
              <a:gd name="T40" fmla="*/ 7638143 w 741"/>
              <a:gd name="T41" fmla="*/ 49542783 h 807"/>
              <a:gd name="T42" fmla="*/ 9235287 w 741"/>
              <a:gd name="T43" fmla="*/ 50585056 h 807"/>
              <a:gd name="T44" fmla="*/ 11596086 w 741"/>
              <a:gd name="T45" fmla="*/ 50585056 h 807"/>
              <a:gd name="T46" fmla="*/ 15068113 w 741"/>
              <a:gd name="T47" fmla="*/ 50098451 h 807"/>
              <a:gd name="T48" fmla="*/ 18679011 w 741"/>
              <a:gd name="T49" fmla="*/ 49542783 h 807"/>
              <a:gd name="T50" fmla="*/ 18262399 w 741"/>
              <a:gd name="T51" fmla="*/ 56074257 h 807"/>
              <a:gd name="T52" fmla="*/ 45690517 w 741"/>
              <a:gd name="T53" fmla="*/ 47319055 h 807"/>
              <a:gd name="T54" fmla="*/ 43468325 w 741"/>
              <a:gd name="T55" fmla="*/ 42107688 h 807"/>
              <a:gd name="T56" fmla="*/ 44023807 w 741"/>
              <a:gd name="T57" fmla="*/ 38147102 h 807"/>
              <a:gd name="T58" fmla="*/ 51453777 w 741"/>
              <a:gd name="T59" fmla="*/ 30642680 h 807"/>
              <a:gd name="T60" fmla="*/ 51453777 w 741"/>
              <a:gd name="T61" fmla="*/ 10770159 h 807"/>
              <a:gd name="T62" fmla="*/ 46384870 w 741"/>
              <a:gd name="T63" fmla="*/ 5350284 h 807"/>
              <a:gd name="T64" fmla="*/ 40065865 w 741"/>
              <a:gd name="T65" fmla="*/ 2431971 h 807"/>
              <a:gd name="T66" fmla="*/ 33399815 w 741"/>
              <a:gd name="T67" fmla="*/ 0 h 807"/>
              <a:gd name="T68" fmla="*/ 24650708 w 741"/>
              <a:gd name="T69" fmla="*/ 1250781 h 807"/>
              <a:gd name="T70" fmla="*/ 16873430 w 741"/>
              <a:gd name="T71" fmla="*/ 1806713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08595" name="Freeform 269"/>
          <p:cNvSpPr>
            <a:spLocks/>
          </p:cNvSpPr>
          <p:nvPr/>
        </p:nvSpPr>
        <p:spPr bwMode="auto">
          <a:xfrm>
            <a:off x="8716963" y="4511675"/>
            <a:ext cx="11112" cy="3175"/>
          </a:xfrm>
          <a:custGeom>
            <a:avLst/>
            <a:gdLst>
              <a:gd name="T0" fmla="*/ 0 w 42"/>
              <a:gd name="T1" fmla="*/ 373239 h 9"/>
              <a:gd name="T2" fmla="*/ 629945 w 42"/>
              <a:gd name="T3" fmla="*/ 995539 h 9"/>
              <a:gd name="T4" fmla="*/ 2099903 w 42"/>
              <a:gd name="T5" fmla="*/ 746831 h 9"/>
              <a:gd name="T6" fmla="*/ 2729848 w 42"/>
              <a:gd name="T7" fmla="*/ 1120069 h 9"/>
              <a:gd name="T8" fmla="*/ 2939918 w 42"/>
              <a:gd name="T9" fmla="*/ 249061 h 9"/>
              <a:gd name="T10" fmla="*/ 2030057 w 42"/>
              <a:gd name="T11" fmla="*/ 0 h 9"/>
              <a:gd name="T12" fmla="*/ 0 w 42"/>
              <a:gd name="T13" fmla="*/ 373239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96" name="Freeform 270"/>
          <p:cNvSpPr>
            <a:spLocks/>
          </p:cNvSpPr>
          <p:nvPr/>
        </p:nvSpPr>
        <p:spPr bwMode="auto">
          <a:xfrm>
            <a:off x="8728075" y="4503738"/>
            <a:ext cx="4763" cy="7937"/>
          </a:xfrm>
          <a:custGeom>
            <a:avLst/>
            <a:gdLst>
              <a:gd name="T0" fmla="*/ 0 w 17"/>
              <a:gd name="T1" fmla="*/ 0 h 31"/>
              <a:gd name="T2" fmla="*/ 863504 w 17"/>
              <a:gd name="T3" fmla="*/ 458810 h 31"/>
              <a:gd name="T4" fmla="*/ 863504 w 17"/>
              <a:gd name="T5" fmla="*/ 1048964 h 31"/>
              <a:gd name="T6" fmla="*/ 1020403 w 17"/>
              <a:gd name="T7" fmla="*/ 2032128 h 31"/>
              <a:gd name="T8" fmla="*/ 1334481 w 17"/>
              <a:gd name="T9" fmla="*/ 786531 h 31"/>
              <a:gd name="T10" fmla="*/ 1334481 w 17"/>
              <a:gd name="T11" fmla="*/ 65544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97" name="Freeform 271"/>
          <p:cNvSpPr>
            <a:spLocks/>
          </p:cNvSpPr>
          <p:nvPr/>
        </p:nvSpPr>
        <p:spPr bwMode="auto">
          <a:xfrm>
            <a:off x="8736013" y="4476750"/>
            <a:ext cx="4762" cy="15875"/>
          </a:xfrm>
          <a:custGeom>
            <a:avLst/>
            <a:gdLst>
              <a:gd name="T0" fmla="*/ 1193508 w 19"/>
              <a:gd name="T1" fmla="*/ 0 h 60"/>
              <a:gd name="T2" fmla="*/ 314041 w 19"/>
              <a:gd name="T3" fmla="*/ 2380192 h 60"/>
              <a:gd name="T4" fmla="*/ 0 w 19"/>
              <a:gd name="T5" fmla="*/ 4200260 h 60"/>
              <a:gd name="T6" fmla="*/ 565425 w 19"/>
              <a:gd name="T7" fmla="*/ 3010165 h 60"/>
              <a:gd name="T8" fmla="*/ 1193508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98" name="Freeform 272"/>
          <p:cNvSpPr>
            <a:spLocks/>
          </p:cNvSpPr>
          <p:nvPr/>
        </p:nvSpPr>
        <p:spPr bwMode="auto">
          <a:xfrm>
            <a:off x="8739188" y="4460875"/>
            <a:ext cx="20637" cy="14288"/>
          </a:xfrm>
          <a:custGeom>
            <a:avLst/>
            <a:gdLst>
              <a:gd name="T0" fmla="*/ 0 w 80"/>
              <a:gd name="T1" fmla="*/ 0 h 51"/>
              <a:gd name="T2" fmla="*/ 1131166 w 80"/>
              <a:gd name="T3" fmla="*/ 2197550 h 51"/>
              <a:gd name="T4" fmla="*/ 865206 w 80"/>
              <a:gd name="T5" fmla="*/ 2746938 h 51"/>
              <a:gd name="T6" fmla="*/ 865206 w 80"/>
              <a:gd name="T7" fmla="*/ 3139438 h 51"/>
              <a:gd name="T8" fmla="*/ 598989 w 80"/>
              <a:gd name="T9" fmla="*/ 4002881 h 51"/>
              <a:gd name="T10" fmla="*/ 1330829 w 80"/>
              <a:gd name="T11" fmla="*/ 2668494 h 51"/>
              <a:gd name="T12" fmla="*/ 2329143 w 80"/>
              <a:gd name="T13" fmla="*/ 2668494 h 51"/>
              <a:gd name="T14" fmla="*/ 3460309 w 80"/>
              <a:gd name="T15" fmla="*/ 2197550 h 51"/>
              <a:gd name="T16" fmla="*/ 5323572 w 80"/>
              <a:gd name="T17" fmla="*/ 2040663 h 51"/>
              <a:gd name="T18" fmla="*/ 3460309 w 80"/>
              <a:gd name="T19" fmla="*/ 706275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599" name="Freeform 273"/>
          <p:cNvSpPr>
            <a:spLocks/>
          </p:cNvSpPr>
          <p:nvPr/>
        </p:nvSpPr>
        <p:spPr bwMode="auto">
          <a:xfrm>
            <a:off x="8734425" y="4441825"/>
            <a:ext cx="34925" cy="12700"/>
          </a:xfrm>
          <a:custGeom>
            <a:avLst/>
            <a:gdLst>
              <a:gd name="T0" fmla="*/ 0 w 135"/>
              <a:gd name="T1" fmla="*/ 1750219 h 48"/>
              <a:gd name="T2" fmla="*/ 401508 w 135"/>
              <a:gd name="T3" fmla="*/ 2940315 h 48"/>
              <a:gd name="T4" fmla="*/ 1338533 w 135"/>
              <a:gd name="T5" fmla="*/ 3360208 h 48"/>
              <a:gd name="T6" fmla="*/ 2811074 w 135"/>
              <a:gd name="T7" fmla="*/ 2380192 h 48"/>
              <a:gd name="T8" fmla="*/ 4618120 w 135"/>
              <a:gd name="T9" fmla="*/ 1750219 h 48"/>
              <a:gd name="T10" fmla="*/ 7562944 w 135"/>
              <a:gd name="T11" fmla="*/ 1680104 h 48"/>
              <a:gd name="T12" fmla="*/ 9035227 w 135"/>
              <a:gd name="T13" fmla="*/ 1890183 h 48"/>
              <a:gd name="T14" fmla="*/ 6759669 w 135"/>
              <a:gd name="T15" fmla="*/ 840052 h 48"/>
              <a:gd name="T16" fmla="*/ 5153378 w 135"/>
              <a:gd name="T17" fmla="*/ 420158 h 48"/>
              <a:gd name="T18" fmla="*/ 5354132 w 135"/>
              <a:gd name="T19" fmla="*/ 0 h 48"/>
              <a:gd name="T20" fmla="*/ 3814845 w 135"/>
              <a:gd name="T21" fmla="*/ 629973 h 48"/>
              <a:gd name="T22" fmla="*/ 3948853 w 135"/>
              <a:gd name="T23" fmla="*/ 210079 h 48"/>
              <a:gd name="T24" fmla="*/ 2677066 w 135"/>
              <a:gd name="T25" fmla="*/ 840052 h 48"/>
              <a:gd name="T26" fmla="*/ 1539287 w 135"/>
              <a:gd name="T27" fmla="*/ 840052 h 48"/>
              <a:gd name="T28" fmla="*/ 0 w 135"/>
              <a:gd name="T29" fmla="*/ 1750219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00" name="Freeform 274"/>
          <p:cNvSpPr>
            <a:spLocks/>
          </p:cNvSpPr>
          <p:nvPr/>
        </p:nvSpPr>
        <p:spPr bwMode="auto">
          <a:xfrm>
            <a:off x="8813800" y="4459288"/>
            <a:ext cx="20638" cy="41275"/>
          </a:xfrm>
          <a:custGeom>
            <a:avLst/>
            <a:gdLst>
              <a:gd name="T0" fmla="*/ 0 w 78"/>
              <a:gd name="T1" fmla="*/ 2021696 h 159"/>
              <a:gd name="T2" fmla="*/ 1680145 w 78"/>
              <a:gd name="T3" fmla="*/ 673899 h 159"/>
              <a:gd name="T4" fmla="*/ 3640490 w 78"/>
              <a:gd name="T5" fmla="*/ 1010848 h 159"/>
              <a:gd name="T6" fmla="*/ 4760499 w 78"/>
              <a:gd name="T7" fmla="*/ 2762829 h 159"/>
              <a:gd name="T8" fmla="*/ 4970583 w 78"/>
              <a:gd name="T9" fmla="*/ 5188968 h 159"/>
              <a:gd name="T10" fmla="*/ 4760499 w 78"/>
              <a:gd name="T11" fmla="*/ 7075677 h 159"/>
              <a:gd name="T12" fmla="*/ 4130510 w 78"/>
              <a:gd name="T13" fmla="*/ 8625696 h 159"/>
              <a:gd name="T14" fmla="*/ 3080354 w 78"/>
              <a:gd name="T15" fmla="*/ 6267051 h 159"/>
              <a:gd name="T16" fmla="*/ 2170165 w 78"/>
              <a:gd name="T17" fmla="*/ 4919253 h 159"/>
              <a:gd name="T18" fmla="*/ 350052 w 78"/>
              <a:gd name="T19" fmla="*/ 4043133 h 159"/>
              <a:gd name="T20" fmla="*/ 1750261 w 78"/>
              <a:gd name="T21" fmla="*/ 5997595 h 159"/>
              <a:gd name="T22" fmla="*/ 3290438 w 78"/>
              <a:gd name="T23" fmla="*/ 7480120 h 159"/>
              <a:gd name="T24" fmla="*/ 3430406 w 78"/>
              <a:gd name="T25" fmla="*/ 9029880 h 159"/>
              <a:gd name="T26" fmla="*/ 2800418 w 78"/>
              <a:gd name="T27" fmla="*/ 10512405 h 159"/>
              <a:gd name="T28" fmla="*/ 1960345 w 78"/>
              <a:gd name="T29" fmla="*/ 10714627 h 159"/>
              <a:gd name="T30" fmla="*/ 4270478 w 78"/>
              <a:gd name="T31" fmla="*/ 10175456 h 159"/>
              <a:gd name="T32" fmla="*/ 5390487 w 78"/>
              <a:gd name="T33" fmla="*/ 7884304 h 159"/>
              <a:gd name="T34" fmla="*/ 5460603 w 78"/>
              <a:gd name="T35" fmla="*/ 4919253 h 159"/>
              <a:gd name="T36" fmla="*/ 5390487 w 78"/>
              <a:gd name="T37" fmla="*/ 2223918 h 159"/>
              <a:gd name="T38" fmla="*/ 4130510 w 78"/>
              <a:gd name="T39" fmla="*/ 471677 h 159"/>
              <a:gd name="T40" fmla="*/ 2380249 w 78"/>
              <a:gd name="T41" fmla="*/ 0 h 159"/>
              <a:gd name="T42" fmla="*/ 700104 w 78"/>
              <a:gd name="T43" fmla="*/ 269456 h 159"/>
              <a:gd name="T44" fmla="*/ 0 w 78"/>
              <a:gd name="T45" fmla="*/ 202169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01" name="Freeform 275"/>
          <p:cNvSpPr>
            <a:spLocks/>
          </p:cNvSpPr>
          <p:nvPr/>
        </p:nvSpPr>
        <p:spPr bwMode="auto">
          <a:xfrm>
            <a:off x="8809038" y="4452938"/>
            <a:ext cx="33337" cy="55562"/>
          </a:xfrm>
          <a:custGeom>
            <a:avLst/>
            <a:gdLst>
              <a:gd name="T0" fmla="*/ 0 w 129"/>
              <a:gd name="T1" fmla="*/ 3539687 h 215"/>
              <a:gd name="T2" fmla="*/ 1335806 w 129"/>
              <a:gd name="T3" fmla="*/ 1268881 h 215"/>
              <a:gd name="T4" fmla="*/ 3606340 w 129"/>
              <a:gd name="T5" fmla="*/ 601103 h 215"/>
              <a:gd name="T6" fmla="*/ 6344625 w 129"/>
              <a:gd name="T7" fmla="*/ 1068599 h 215"/>
              <a:gd name="T8" fmla="*/ 7279354 w 129"/>
              <a:gd name="T9" fmla="*/ 2337480 h 215"/>
              <a:gd name="T10" fmla="*/ 8014060 w 129"/>
              <a:gd name="T11" fmla="*/ 4474679 h 215"/>
              <a:gd name="T12" fmla="*/ 8014060 w 129"/>
              <a:gd name="T13" fmla="*/ 6211056 h 215"/>
              <a:gd name="T14" fmla="*/ 7613499 w 129"/>
              <a:gd name="T15" fmla="*/ 7413005 h 215"/>
              <a:gd name="T16" fmla="*/ 7613499 w 129"/>
              <a:gd name="T17" fmla="*/ 9149640 h 215"/>
              <a:gd name="T18" fmla="*/ 7146006 w 129"/>
              <a:gd name="T19" fmla="*/ 11219906 h 215"/>
              <a:gd name="T20" fmla="*/ 5342706 w 129"/>
              <a:gd name="T21" fmla="*/ 13223498 h 215"/>
              <a:gd name="T22" fmla="*/ 4207440 w 129"/>
              <a:gd name="T23" fmla="*/ 13223498 h 215"/>
              <a:gd name="T24" fmla="*/ 2671353 w 129"/>
              <a:gd name="T25" fmla="*/ 13223498 h 215"/>
              <a:gd name="T26" fmla="*/ 2671353 w 129"/>
              <a:gd name="T27" fmla="*/ 13557386 h 215"/>
              <a:gd name="T28" fmla="*/ 3806620 w 129"/>
              <a:gd name="T29" fmla="*/ 14358771 h 215"/>
              <a:gd name="T30" fmla="*/ 5075494 w 129"/>
              <a:gd name="T31" fmla="*/ 14091557 h 215"/>
              <a:gd name="T32" fmla="*/ 6745186 w 129"/>
              <a:gd name="T33" fmla="*/ 13423779 h 215"/>
              <a:gd name="T34" fmla="*/ 8080992 w 129"/>
              <a:gd name="T35" fmla="*/ 11420188 h 215"/>
              <a:gd name="T36" fmla="*/ 8214340 w 129"/>
              <a:gd name="T37" fmla="*/ 8081041 h 215"/>
              <a:gd name="T38" fmla="*/ 8615159 w 129"/>
              <a:gd name="T39" fmla="*/ 5810235 h 215"/>
              <a:gd name="T40" fmla="*/ 8615159 w 129"/>
              <a:gd name="T41" fmla="*/ 3873576 h 215"/>
              <a:gd name="T42" fmla="*/ 7813779 w 129"/>
              <a:gd name="T43" fmla="*/ 2137199 h 215"/>
              <a:gd name="T44" fmla="*/ 6878793 w 129"/>
              <a:gd name="T45" fmla="*/ 601103 h 215"/>
              <a:gd name="T46" fmla="*/ 4608000 w 129"/>
              <a:gd name="T47" fmla="*/ 0 h 215"/>
              <a:gd name="T48" fmla="*/ 1335806 w 129"/>
              <a:gd name="T49" fmla="*/ 400822 h 215"/>
              <a:gd name="T50" fmla="*/ 200280 w 129"/>
              <a:gd name="T51" fmla="*/ 1268881 h 215"/>
              <a:gd name="T52" fmla="*/ 0 w 129"/>
              <a:gd name="T53" fmla="*/ 3539687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02" name="Freeform 276"/>
          <p:cNvSpPr>
            <a:spLocks/>
          </p:cNvSpPr>
          <p:nvPr/>
        </p:nvSpPr>
        <p:spPr bwMode="auto">
          <a:xfrm>
            <a:off x="8791575" y="4513263"/>
            <a:ext cx="30163" cy="47625"/>
          </a:xfrm>
          <a:custGeom>
            <a:avLst/>
            <a:gdLst>
              <a:gd name="T0" fmla="*/ 7710225 w 118"/>
              <a:gd name="T1" fmla="*/ 0 h 179"/>
              <a:gd name="T2" fmla="*/ 6664745 w 118"/>
              <a:gd name="T3" fmla="*/ 2760654 h 179"/>
              <a:gd name="T4" fmla="*/ 5031342 w 118"/>
              <a:gd name="T5" fmla="*/ 5663118 h 179"/>
              <a:gd name="T6" fmla="*/ 3397683 w 118"/>
              <a:gd name="T7" fmla="*/ 8211455 h 179"/>
              <a:gd name="T8" fmla="*/ 1110919 w 118"/>
              <a:gd name="T9" fmla="*/ 11609325 h 179"/>
              <a:gd name="T10" fmla="*/ 0 w 118"/>
              <a:gd name="T11" fmla="*/ 12671177 h 179"/>
              <a:gd name="T12" fmla="*/ 2548262 w 118"/>
              <a:gd name="T13" fmla="*/ 11255464 h 179"/>
              <a:gd name="T14" fmla="*/ 4573784 w 118"/>
              <a:gd name="T15" fmla="*/ 8140682 h 179"/>
              <a:gd name="T16" fmla="*/ 6468685 w 118"/>
              <a:gd name="T17" fmla="*/ 4742811 h 179"/>
              <a:gd name="T18" fmla="*/ 7710225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03" name="Freeform 277"/>
          <p:cNvSpPr>
            <a:spLocks/>
          </p:cNvSpPr>
          <p:nvPr/>
        </p:nvSpPr>
        <p:spPr bwMode="auto">
          <a:xfrm>
            <a:off x="8739188" y="4352925"/>
            <a:ext cx="177800" cy="176213"/>
          </a:xfrm>
          <a:custGeom>
            <a:avLst/>
            <a:gdLst>
              <a:gd name="T0" fmla="*/ 3791565 w 671"/>
              <a:gd name="T1" fmla="*/ 13350107 h 670"/>
              <a:gd name="T2" fmla="*/ 10883162 w 671"/>
              <a:gd name="T3" fmla="*/ 12243384 h 670"/>
              <a:gd name="T4" fmla="*/ 15657529 w 671"/>
              <a:gd name="T5" fmla="*/ 12935086 h 670"/>
              <a:gd name="T6" fmla="*/ 18536246 w 671"/>
              <a:gd name="T7" fmla="*/ 16186085 h 670"/>
              <a:gd name="T8" fmla="*/ 16710815 w 671"/>
              <a:gd name="T9" fmla="*/ 20059615 h 670"/>
              <a:gd name="T10" fmla="*/ 14463805 w 671"/>
              <a:gd name="T11" fmla="*/ 21512188 h 670"/>
              <a:gd name="T12" fmla="*/ 13832098 w 671"/>
              <a:gd name="T13" fmla="*/ 25316811 h 670"/>
              <a:gd name="T14" fmla="*/ 15236215 w 671"/>
              <a:gd name="T15" fmla="*/ 27737767 h 670"/>
              <a:gd name="T16" fmla="*/ 14042755 w 671"/>
              <a:gd name="T17" fmla="*/ 31334616 h 670"/>
              <a:gd name="T18" fmla="*/ 16991692 w 671"/>
              <a:gd name="T19" fmla="*/ 31334616 h 670"/>
              <a:gd name="T20" fmla="*/ 17834055 w 671"/>
              <a:gd name="T21" fmla="*/ 27253576 h 670"/>
              <a:gd name="T22" fmla="*/ 19659751 w 671"/>
              <a:gd name="T23" fmla="*/ 25316811 h 670"/>
              <a:gd name="T24" fmla="*/ 23100221 w 671"/>
              <a:gd name="T25" fmla="*/ 25316811 h 670"/>
              <a:gd name="T26" fmla="*/ 26540691 w 671"/>
              <a:gd name="T27" fmla="*/ 26146853 h 670"/>
              <a:gd name="T28" fmla="*/ 27593712 w 671"/>
              <a:gd name="T29" fmla="*/ 28982830 h 670"/>
              <a:gd name="T30" fmla="*/ 28015027 w 671"/>
              <a:gd name="T31" fmla="*/ 32856360 h 670"/>
              <a:gd name="T32" fmla="*/ 27593712 w 671"/>
              <a:gd name="T33" fmla="*/ 35692338 h 670"/>
              <a:gd name="T34" fmla="*/ 27593712 w 671"/>
              <a:gd name="T35" fmla="*/ 37836613 h 670"/>
              <a:gd name="T36" fmla="*/ 27804369 w 671"/>
              <a:gd name="T37" fmla="*/ 40188662 h 670"/>
              <a:gd name="T38" fmla="*/ 30051115 w 671"/>
              <a:gd name="T39" fmla="*/ 42402108 h 670"/>
              <a:gd name="T40" fmla="*/ 31666154 w 671"/>
              <a:gd name="T41" fmla="*/ 43716341 h 670"/>
              <a:gd name="T42" fmla="*/ 35808814 w 671"/>
              <a:gd name="T43" fmla="*/ 46344808 h 670"/>
              <a:gd name="T44" fmla="*/ 43532117 w 671"/>
              <a:gd name="T45" fmla="*/ 38597485 h 670"/>
              <a:gd name="T46" fmla="*/ 45778863 w 671"/>
              <a:gd name="T47" fmla="*/ 32233829 h 670"/>
              <a:gd name="T48" fmla="*/ 46691711 w 671"/>
              <a:gd name="T49" fmla="*/ 21996379 h 670"/>
              <a:gd name="T50" fmla="*/ 47113025 w 671"/>
              <a:gd name="T51" fmla="*/ 14871851 h 670"/>
              <a:gd name="T52" fmla="*/ 46200177 w 671"/>
              <a:gd name="T53" fmla="*/ 7885663 h 670"/>
              <a:gd name="T54" fmla="*/ 44164089 w 671"/>
              <a:gd name="T55" fmla="*/ 4081040 h 670"/>
              <a:gd name="T56" fmla="*/ 39459676 w 671"/>
              <a:gd name="T57" fmla="*/ 1452574 h 670"/>
              <a:gd name="T58" fmla="*/ 35247061 w 671"/>
              <a:gd name="T59" fmla="*/ 553361 h 670"/>
              <a:gd name="T60" fmla="*/ 26961740 w 671"/>
              <a:gd name="T61" fmla="*/ 0 h 670"/>
              <a:gd name="T62" fmla="*/ 18957561 w 671"/>
              <a:gd name="T63" fmla="*/ 345851 h 670"/>
              <a:gd name="T64" fmla="*/ 9057466 w 671"/>
              <a:gd name="T65" fmla="*/ 2075105 h 670"/>
              <a:gd name="T66" fmla="*/ 4493756 w 671"/>
              <a:gd name="T67" fmla="*/ 4288551 h 670"/>
              <a:gd name="T68" fmla="*/ 2246745 w 671"/>
              <a:gd name="T69" fmla="*/ 6501997 h 670"/>
              <a:gd name="T70" fmla="*/ 0 w 671"/>
              <a:gd name="T71" fmla="*/ 9684088 h 670"/>
              <a:gd name="T72" fmla="*/ 421314 w 671"/>
              <a:gd name="T73" fmla="*/ 11482512 h 670"/>
              <a:gd name="T74" fmla="*/ 3791565 w 671"/>
              <a:gd name="T75" fmla="*/ 13350107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04" name="Freeform 278"/>
          <p:cNvSpPr>
            <a:spLocks/>
          </p:cNvSpPr>
          <p:nvPr/>
        </p:nvSpPr>
        <p:spPr bwMode="auto">
          <a:xfrm>
            <a:off x="8743950" y="4354513"/>
            <a:ext cx="169863" cy="169862"/>
          </a:xfrm>
          <a:custGeom>
            <a:avLst/>
            <a:gdLst>
              <a:gd name="T0" fmla="*/ 1783294 w 636"/>
              <a:gd name="T1" fmla="*/ 6839125 h 643"/>
              <a:gd name="T2" fmla="*/ 927302 w 636"/>
              <a:gd name="T3" fmla="*/ 10607525 h 643"/>
              <a:gd name="T4" fmla="*/ 11413138 w 636"/>
              <a:gd name="T5" fmla="*/ 11026236 h 643"/>
              <a:gd name="T6" fmla="*/ 20686162 w 636"/>
              <a:gd name="T7" fmla="*/ 8793198 h 643"/>
              <a:gd name="T8" fmla="*/ 16334891 w 636"/>
              <a:gd name="T9" fmla="*/ 10328296 h 643"/>
              <a:gd name="T10" fmla="*/ 15193658 w 636"/>
              <a:gd name="T11" fmla="*/ 11793918 h 643"/>
              <a:gd name="T12" fmla="*/ 19758859 w 636"/>
              <a:gd name="T13" fmla="*/ 11375206 h 643"/>
              <a:gd name="T14" fmla="*/ 20900093 w 636"/>
              <a:gd name="T15" fmla="*/ 12003141 h 643"/>
              <a:gd name="T16" fmla="*/ 18189496 w 636"/>
              <a:gd name="T17" fmla="*/ 15143607 h 643"/>
              <a:gd name="T18" fmla="*/ 19045488 w 636"/>
              <a:gd name="T19" fmla="*/ 15771806 h 643"/>
              <a:gd name="T20" fmla="*/ 16549090 w 636"/>
              <a:gd name="T21" fmla="*/ 19540206 h 643"/>
              <a:gd name="T22" fmla="*/ 24823501 w 636"/>
              <a:gd name="T23" fmla="*/ 17795620 h 643"/>
              <a:gd name="T24" fmla="*/ 13838493 w 636"/>
              <a:gd name="T25" fmla="*/ 21633762 h 643"/>
              <a:gd name="T26" fmla="*/ 19972791 w 636"/>
              <a:gd name="T27" fmla="*/ 20935822 h 643"/>
              <a:gd name="T28" fmla="*/ 14551597 w 636"/>
              <a:gd name="T29" fmla="*/ 23587835 h 643"/>
              <a:gd name="T30" fmla="*/ 16334891 w 636"/>
              <a:gd name="T31" fmla="*/ 24983451 h 643"/>
              <a:gd name="T32" fmla="*/ 25251364 w 636"/>
              <a:gd name="T33" fmla="*/ 24006546 h 643"/>
              <a:gd name="T34" fmla="*/ 31671437 w 636"/>
              <a:gd name="T35" fmla="*/ 24774227 h 643"/>
              <a:gd name="T36" fmla="*/ 31243308 w 636"/>
              <a:gd name="T37" fmla="*/ 26449072 h 643"/>
              <a:gd name="T38" fmla="*/ 32812671 w 636"/>
              <a:gd name="T39" fmla="*/ 27425977 h 643"/>
              <a:gd name="T40" fmla="*/ 27605408 w 636"/>
              <a:gd name="T41" fmla="*/ 30845671 h 643"/>
              <a:gd name="T42" fmla="*/ 32384541 w 636"/>
              <a:gd name="T43" fmla="*/ 30705925 h 643"/>
              <a:gd name="T44" fmla="*/ 27605408 w 636"/>
              <a:gd name="T45" fmla="*/ 35660717 h 643"/>
              <a:gd name="T46" fmla="*/ 30815445 w 636"/>
              <a:gd name="T47" fmla="*/ 35451494 h 643"/>
              <a:gd name="T48" fmla="*/ 29388703 w 636"/>
              <a:gd name="T49" fmla="*/ 40894739 h 643"/>
              <a:gd name="T50" fmla="*/ 35380647 w 636"/>
              <a:gd name="T51" fmla="*/ 32869486 h 643"/>
              <a:gd name="T52" fmla="*/ 29888143 w 636"/>
              <a:gd name="T53" fmla="*/ 41801902 h 643"/>
              <a:gd name="T54" fmla="*/ 36664501 w 636"/>
              <a:gd name="T55" fmla="*/ 38591960 h 643"/>
              <a:gd name="T56" fmla="*/ 35023828 w 636"/>
              <a:gd name="T57" fmla="*/ 42011390 h 643"/>
              <a:gd name="T58" fmla="*/ 38519106 w 636"/>
              <a:gd name="T59" fmla="*/ 41801902 h 643"/>
              <a:gd name="T60" fmla="*/ 44225808 w 636"/>
              <a:gd name="T61" fmla="*/ 26937524 h 643"/>
              <a:gd name="T62" fmla="*/ 41515212 w 636"/>
              <a:gd name="T63" fmla="*/ 17795620 h 643"/>
              <a:gd name="T64" fmla="*/ 36664501 w 636"/>
              <a:gd name="T65" fmla="*/ 18563301 h 643"/>
              <a:gd name="T66" fmla="*/ 44939180 w 636"/>
              <a:gd name="T67" fmla="*/ 15562318 h 643"/>
              <a:gd name="T68" fmla="*/ 39303788 w 636"/>
              <a:gd name="T69" fmla="*/ 9839844 h 643"/>
              <a:gd name="T70" fmla="*/ 35594578 w 636"/>
              <a:gd name="T71" fmla="*/ 9839844 h 643"/>
              <a:gd name="T72" fmla="*/ 43298506 w 636"/>
              <a:gd name="T73" fmla="*/ 4815310 h 643"/>
              <a:gd name="T74" fmla="*/ 34382034 w 636"/>
              <a:gd name="T75" fmla="*/ 2861237 h 643"/>
              <a:gd name="T76" fmla="*/ 36878432 w 636"/>
              <a:gd name="T77" fmla="*/ 1116651 h 643"/>
              <a:gd name="T78" fmla="*/ 25608183 w 636"/>
              <a:gd name="T79" fmla="*/ 907163 h 643"/>
              <a:gd name="T80" fmla="*/ 21256912 w 636"/>
              <a:gd name="T81" fmla="*/ 2233038 h 643"/>
              <a:gd name="T82" fmla="*/ 20472231 w 636"/>
              <a:gd name="T83" fmla="*/ 209488 h 643"/>
              <a:gd name="T84" fmla="*/ 11627069 w 636"/>
              <a:gd name="T85" fmla="*/ 3768400 h 643"/>
              <a:gd name="T86" fmla="*/ 13125122 w 636"/>
              <a:gd name="T87" fmla="*/ 1116651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8605" name="Group 279"/>
          <p:cNvGrpSpPr>
            <a:grpSpLocks/>
          </p:cNvGrpSpPr>
          <p:nvPr/>
        </p:nvGrpSpPr>
        <p:grpSpPr bwMode="auto">
          <a:xfrm>
            <a:off x="8388350" y="4784725"/>
            <a:ext cx="184150" cy="112713"/>
            <a:chOff x="5264" y="1904"/>
            <a:chExt cx="116" cy="71"/>
          </a:xfrm>
        </p:grpSpPr>
        <p:sp>
          <p:nvSpPr>
            <p:cNvPr id="108706" name="Freeform 280"/>
            <p:cNvSpPr>
              <a:spLocks/>
            </p:cNvSpPr>
            <p:nvPr/>
          </p:nvSpPr>
          <p:spPr bwMode="auto">
            <a:xfrm>
              <a:off x="5264" y="1904"/>
              <a:ext cx="116" cy="71"/>
            </a:xfrm>
            <a:custGeom>
              <a:avLst/>
              <a:gdLst>
                <a:gd name="T0" fmla="*/ 19 w 698"/>
                <a:gd name="T1" fmla="*/ 7 h 425"/>
                <a:gd name="T2" fmla="*/ 17 w 698"/>
                <a:gd name="T3" fmla="*/ 7 h 425"/>
                <a:gd name="T4" fmla="*/ 16 w 698"/>
                <a:gd name="T5" fmla="*/ 6 h 425"/>
                <a:gd name="T6" fmla="*/ 15 w 698"/>
                <a:gd name="T7" fmla="*/ 6 h 425"/>
                <a:gd name="T8" fmla="*/ 15 w 698"/>
                <a:gd name="T9" fmla="*/ 5 h 425"/>
                <a:gd name="T10" fmla="*/ 14 w 698"/>
                <a:gd name="T11" fmla="*/ 4 h 425"/>
                <a:gd name="T12" fmla="*/ 12 w 698"/>
                <a:gd name="T13" fmla="*/ 2 h 425"/>
                <a:gd name="T14" fmla="*/ 11 w 698"/>
                <a:gd name="T15" fmla="*/ 2 h 425"/>
                <a:gd name="T16" fmla="*/ 11 w 698"/>
                <a:gd name="T17" fmla="*/ 1 h 425"/>
                <a:gd name="T18" fmla="*/ 10 w 698"/>
                <a:gd name="T19" fmla="*/ 1 h 425"/>
                <a:gd name="T20" fmla="*/ 6 w 698"/>
                <a:gd name="T21" fmla="*/ 0 h 425"/>
                <a:gd name="T22" fmla="*/ 5 w 698"/>
                <a:gd name="T23" fmla="*/ 0 h 425"/>
                <a:gd name="T24" fmla="*/ 4 w 698"/>
                <a:gd name="T25" fmla="*/ 0 h 425"/>
                <a:gd name="T26" fmla="*/ 4 w 698"/>
                <a:gd name="T27" fmla="*/ 1 h 425"/>
                <a:gd name="T28" fmla="*/ 2 w 698"/>
                <a:gd name="T29" fmla="*/ 2 h 425"/>
                <a:gd name="T30" fmla="*/ 1 w 698"/>
                <a:gd name="T31" fmla="*/ 2 h 425"/>
                <a:gd name="T32" fmla="*/ 1 w 698"/>
                <a:gd name="T33" fmla="*/ 2 h 425"/>
                <a:gd name="T34" fmla="*/ 1 w 698"/>
                <a:gd name="T35" fmla="*/ 3 h 425"/>
                <a:gd name="T36" fmla="*/ 0 w 698"/>
                <a:gd name="T37" fmla="*/ 4 h 425"/>
                <a:gd name="T38" fmla="*/ 0 w 698"/>
                <a:gd name="T39" fmla="*/ 4 h 425"/>
                <a:gd name="T40" fmla="*/ 0 w 698"/>
                <a:gd name="T41" fmla="*/ 5 h 425"/>
                <a:gd name="T42" fmla="*/ 0 w 698"/>
                <a:gd name="T43" fmla="*/ 5 h 425"/>
                <a:gd name="T44" fmla="*/ 0 w 698"/>
                <a:gd name="T45" fmla="*/ 5 h 425"/>
                <a:gd name="T46" fmla="*/ 1 w 698"/>
                <a:gd name="T47" fmla="*/ 5 h 425"/>
                <a:gd name="T48" fmla="*/ 2 w 698"/>
                <a:gd name="T49" fmla="*/ 5 h 425"/>
                <a:gd name="T50" fmla="*/ 4 w 698"/>
                <a:gd name="T51" fmla="*/ 4 h 425"/>
                <a:gd name="T52" fmla="*/ 5 w 698"/>
                <a:gd name="T53" fmla="*/ 5 h 425"/>
                <a:gd name="T54" fmla="*/ 4 w 698"/>
                <a:gd name="T55" fmla="*/ 5 h 425"/>
                <a:gd name="T56" fmla="*/ 3 w 698"/>
                <a:gd name="T57" fmla="*/ 5 h 425"/>
                <a:gd name="T58" fmla="*/ 2 w 698"/>
                <a:gd name="T59" fmla="*/ 6 h 425"/>
                <a:gd name="T60" fmla="*/ 1 w 698"/>
                <a:gd name="T61" fmla="*/ 6 h 425"/>
                <a:gd name="T62" fmla="*/ 1 w 698"/>
                <a:gd name="T63" fmla="*/ 7 h 425"/>
                <a:gd name="T64" fmla="*/ 2 w 698"/>
                <a:gd name="T65" fmla="*/ 7 h 425"/>
                <a:gd name="T66" fmla="*/ 2 w 698"/>
                <a:gd name="T67" fmla="*/ 7 h 425"/>
                <a:gd name="T68" fmla="*/ 4 w 698"/>
                <a:gd name="T69" fmla="*/ 7 h 425"/>
                <a:gd name="T70" fmla="*/ 6 w 698"/>
                <a:gd name="T71" fmla="*/ 6 h 425"/>
                <a:gd name="T72" fmla="*/ 7 w 698"/>
                <a:gd name="T73" fmla="*/ 7 h 425"/>
                <a:gd name="T74" fmla="*/ 7 w 698"/>
                <a:gd name="T75" fmla="*/ 7 h 425"/>
                <a:gd name="T76" fmla="*/ 8 w 698"/>
                <a:gd name="T77" fmla="*/ 8 h 425"/>
                <a:gd name="T78" fmla="*/ 9 w 698"/>
                <a:gd name="T79" fmla="*/ 9 h 425"/>
                <a:gd name="T80" fmla="*/ 10 w 698"/>
                <a:gd name="T81" fmla="*/ 10 h 425"/>
                <a:gd name="T82" fmla="*/ 10 w 698"/>
                <a:gd name="T83" fmla="*/ 10 h 425"/>
                <a:gd name="T84" fmla="*/ 11 w 698"/>
                <a:gd name="T85" fmla="*/ 11 h 425"/>
                <a:gd name="T86" fmla="*/ 12 w 698"/>
                <a:gd name="T87" fmla="*/ 11 h 425"/>
                <a:gd name="T88" fmla="*/ 13 w 698"/>
                <a:gd name="T89" fmla="*/ 11 h 425"/>
                <a:gd name="T90" fmla="*/ 14 w 698"/>
                <a:gd name="T91" fmla="*/ 11 h 425"/>
                <a:gd name="T92" fmla="*/ 15 w 698"/>
                <a:gd name="T93" fmla="*/ 11 h 425"/>
                <a:gd name="T94" fmla="*/ 16 w 698"/>
                <a:gd name="T95" fmla="*/ 11 h 425"/>
                <a:gd name="T96" fmla="*/ 19 w 698"/>
                <a:gd name="T97" fmla="*/ 12 h 425"/>
                <a:gd name="T98" fmla="*/ 19 w 698"/>
                <a:gd name="T99" fmla="*/ 7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08707" name="Freeform 281"/>
            <p:cNvSpPr>
              <a:spLocks/>
            </p:cNvSpPr>
            <p:nvPr/>
          </p:nvSpPr>
          <p:spPr bwMode="auto">
            <a:xfrm>
              <a:off x="5269" y="1916"/>
              <a:ext cx="37" cy="9"/>
            </a:xfrm>
            <a:custGeom>
              <a:avLst/>
              <a:gdLst>
                <a:gd name="T0" fmla="*/ 0 w 223"/>
                <a:gd name="T1" fmla="*/ 2 h 52"/>
                <a:gd name="T2" fmla="*/ 1 w 223"/>
                <a:gd name="T3" fmla="*/ 1 h 52"/>
                <a:gd name="T4" fmla="*/ 2 w 223"/>
                <a:gd name="T5" fmla="*/ 1 h 52"/>
                <a:gd name="T6" fmla="*/ 3 w 223"/>
                <a:gd name="T7" fmla="*/ 1 h 52"/>
                <a:gd name="T8" fmla="*/ 4 w 223"/>
                <a:gd name="T9" fmla="*/ 0 h 52"/>
                <a:gd name="T10" fmla="*/ 5 w 223"/>
                <a:gd name="T11" fmla="*/ 1 h 52"/>
                <a:gd name="T12" fmla="*/ 6 w 223"/>
                <a:gd name="T13" fmla="*/ 1 h 52"/>
                <a:gd name="T14" fmla="*/ 5 w 223"/>
                <a:gd name="T15" fmla="*/ 0 h 52"/>
                <a:gd name="T16" fmla="*/ 3 w 223"/>
                <a:gd name="T17" fmla="*/ 0 h 52"/>
                <a:gd name="T18" fmla="*/ 2 w 223"/>
                <a:gd name="T19" fmla="*/ 1 h 52"/>
                <a:gd name="T20" fmla="*/ 1 w 223"/>
                <a:gd name="T21" fmla="*/ 1 h 52"/>
                <a:gd name="T22" fmla="*/ 0 w 223"/>
                <a:gd name="T23" fmla="*/ 1 h 52"/>
                <a:gd name="T24" fmla="*/ 0 w 223"/>
                <a:gd name="T25" fmla="*/ 2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8" name="Freeform 282"/>
            <p:cNvSpPr>
              <a:spLocks/>
            </p:cNvSpPr>
            <p:nvPr/>
          </p:nvSpPr>
          <p:spPr bwMode="auto">
            <a:xfrm>
              <a:off x="5289" y="1907"/>
              <a:ext cx="31" cy="6"/>
            </a:xfrm>
            <a:custGeom>
              <a:avLst/>
              <a:gdLst>
                <a:gd name="T0" fmla="*/ 1 w 188"/>
                <a:gd name="T1" fmla="*/ 0 h 36"/>
                <a:gd name="T2" fmla="*/ 1 w 188"/>
                <a:gd name="T3" fmla="*/ 0 h 36"/>
                <a:gd name="T4" fmla="*/ 0 w 188"/>
                <a:gd name="T5" fmla="*/ 0 h 36"/>
                <a:gd name="T6" fmla="*/ 0 w 188"/>
                <a:gd name="T7" fmla="*/ 0 h 36"/>
                <a:gd name="T8" fmla="*/ 1 w 188"/>
                <a:gd name="T9" fmla="*/ 0 h 36"/>
                <a:gd name="T10" fmla="*/ 3 w 188"/>
                <a:gd name="T11" fmla="*/ 1 h 36"/>
                <a:gd name="T12" fmla="*/ 4 w 188"/>
                <a:gd name="T13" fmla="*/ 1 h 36"/>
                <a:gd name="T14" fmla="*/ 5 w 188"/>
                <a:gd name="T15" fmla="*/ 1 h 36"/>
                <a:gd name="T16" fmla="*/ 5 w 188"/>
                <a:gd name="T17" fmla="*/ 1 h 36"/>
                <a:gd name="T18" fmla="*/ 4 w 188"/>
                <a:gd name="T19" fmla="*/ 1 h 36"/>
                <a:gd name="T20" fmla="*/ 3 w 188"/>
                <a:gd name="T21" fmla="*/ 0 h 36"/>
                <a:gd name="T22" fmla="*/ 1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9" name="Freeform 283"/>
            <p:cNvSpPr>
              <a:spLocks/>
            </p:cNvSpPr>
            <p:nvPr/>
          </p:nvSpPr>
          <p:spPr bwMode="auto">
            <a:xfrm>
              <a:off x="5295" y="1929"/>
              <a:ext cx="13" cy="3"/>
            </a:xfrm>
            <a:custGeom>
              <a:avLst/>
              <a:gdLst>
                <a:gd name="T0" fmla="*/ 0 w 76"/>
                <a:gd name="T1" fmla="*/ 0 h 17"/>
                <a:gd name="T2" fmla="*/ 0 w 76"/>
                <a:gd name="T3" fmla="*/ 1 h 17"/>
                <a:gd name="T4" fmla="*/ 1 w 76"/>
                <a:gd name="T5" fmla="*/ 0 h 17"/>
                <a:gd name="T6" fmla="*/ 2 w 76"/>
                <a:gd name="T7" fmla="*/ 0 h 17"/>
                <a:gd name="T8" fmla="*/ 2 w 76"/>
                <a:gd name="T9" fmla="*/ 0 h 17"/>
                <a:gd name="T10" fmla="*/ 2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10" name="Freeform 284"/>
            <p:cNvSpPr>
              <a:spLocks/>
            </p:cNvSpPr>
            <p:nvPr/>
          </p:nvSpPr>
          <p:spPr bwMode="auto">
            <a:xfrm>
              <a:off x="5268" y="1926"/>
              <a:ext cx="3" cy="6"/>
            </a:xfrm>
            <a:custGeom>
              <a:avLst/>
              <a:gdLst>
                <a:gd name="T0" fmla="*/ 0 w 19"/>
                <a:gd name="T1" fmla="*/ 0 h 32"/>
                <a:gd name="T2" fmla="*/ 0 w 19"/>
                <a:gd name="T3" fmla="*/ 0 h 32"/>
                <a:gd name="T4" fmla="*/ 0 w 19"/>
                <a:gd name="T5" fmla="*/ 1 h 32"/>
                <a:gd name="T6" fmla="*/ 0 w 19"/>
                <a:gd name="T7" fmla="*/ 1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11" name="Freeform 285"/>
            <p:cNvSpPr>
              <a:spLocks/>
            </p:cNvSpPr>
            <p:nvPr/>
          </p:nvSpPr>
          <p:spPr bwMode="auto">
            <a:xfrm>
              <a:off x="5277" y="1940"/>
              <a:ext cx="3" cy="3"/>
            </a:xfrm>
            <a:custGeom>
              <a:avLst/>
              <a:gdLst>
                <a:gd name="T0" fmla="*/ 1 w 14"/>
                <a:gd name="T1" fmla="*/ 0 h 18"/>
                <a:gd name="T2" fmla="*/ 0 w 14"/>
                <a:gd name="T3" fmla="*/ 0 h 18"/>
                <a:gd name="T4" fmla="*/ 0 w 14"/>
                <a:gd name="T5" fmla="*/ 1 h 18"/>
                <a:gd name="T6" fmla="*/ 1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12" name="Freeform 286"/>
            <p:cNvSpPr>
              <a:spLocks/>
            </p:cNvSpPr>
            <p:nvPr/>
          </p:nvSpPr>
          <p:spPr bwMode="auto">
            <a:xfrm>
              <a:off x="5319" y="1921"/>
              <a:ext cx="6" cy="7"/>
            </a:xfrm>
            <a:custGeom>
              <a:avLst/>
              <a:gdLst>
                <a:gd name="T0" fmla="*/ 0 w 35"/>
                <a:gd name="T1" fmla="*/ 0 h 43"/>
                <a:gd name="T2" fmla="*/ 0 w 35"/>
                <a:gd name="T3" fmla="*/ 0 h 43"/>
                <a:gd name="T4" fmla="*/ 0 w 35"/>
                <a:gd name="T5" fmla="*/ 1 h 43"/>
                <a:gd name="T6" fmla="*/ 1 w 35"/>
                <a:gd name="T7" fmla="*/ 1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13" name="Freeform 287"/>
            <p:cNvSpPr>
              <a:spLocks/>
            </p:cNvSpPr>
            <p:nvPr/>
          </p:nvSpPr>
          <p:spPr bwMode="auto">
            <a:xfrm>
              <a:off x="5330" y="1921"/>
              <a:ext cx="19" cy="19"/>
            </a:xfrm>
            <a:custGeom>
              <a:avLst/>
              <a:gdLst>
                <a:gd name="T0" fmla="*/ 0 w 114"/>
                <a:gd name="T1" fmla="*/ 0 h 114"/>
                <a:gd name="T2" fmla="*/ 1 w 114"/>
                <a:gd name="T3" fmla="*/ 1 h 114"/>
                <a:gd name="T4" fmla="*/ 1 w 114"/>
                <a:gd name="T5" fmla="*/ 2 h 114"/>
                <a:gd name="T6" fmla="*/ 3 w 114"/>
                <a:gd name="T7" fmla="*/ 3 h 114"/>
                <a:gd name="T8" fmla="*/ 1 w 114"/>
                <a:gd name="T9" fmla="*/ 2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14" name="Freeform 288"/>
            <p:cNvSpPr>
              <a:spLocks/>
            </p:cNvSpPr>
            <p:nvPr/>
          </p:nvSpPr>
          <p:spPr bwMode="auto">
            <a:xfrm>
              <a:off x="5354" y="1948"/>
              <a:ext cx="4" cy="13"/>
            </a:xfrm>
            <a:custGeom>
              <a:avLst/>
              <a:gdLst>
                <a:gd name="T0" fmla="*/ 1 w 27"/>
                <a:gd name="T1" fmla="*/ 0 h 82"/>
                <a:gd name="T2" fmla="*/ 0 w 27"/>
                <a:gd name="T3" fmla="*/ 1 h 82"/>
                <a:gd name="T4" fmla="*/ 0 w 27"/>
                <a:gd name="T5" fmla="*/ 1 h 82"/>
                <a:gd name="T6" fmla="*/ 0 w 27"/>
                <a:gd name="T7" fmla="*/ 2 h 82"/>
                <a:gd name="T8" fmla="*/ 0 w 27"/>
                <a:gd name="T9" fmla="*/ 1 h 82"/>
                <a:gd name="T10" fmla="*/ 0 w 27"/>
                <a:gd name="T11" fmla="*/ 0 h 82"/>
                <a:gd name="T12" fmla="*/ 1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15" name="Freeform 289"/>
            <p:cNvSpPr>
              <a:spLocks/>
            </p:cNvSpPr>
            <p:nvPr/>
          </p:nvSpPr>
          <p:spPr bwMode="auto">
            <a:xfrm>
              <a:off x="5312" y="1934"/>
              <a:ext cx="2" cy="5"/>
            </a:xfrm>
            <a:custGeom>
              <a:avLst/>
              <a:gdLst>
                <a:gd name="T0" fmla="*/ 0 w 15"/>
                <a:gd name="T1" fmla="*/ 0 h 30"/>
                <a:gd name="T2" fmla="*/ 0 w 15"/>
                <a:gd name="T3" fmla="*/ 0 h 30"/>
                <a:gd name="T4" fmla="*/ 0 w 15"/>
                <a:gd name="T5" fmla="*/ 1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606" name="Group 290"/>
          <p:cNvGrpSpPr>
            <a:grpSpLocks/>
          </p:cNvGrpSpPr>
          <p:nvPr/>
        </p:nvGrpSpPr>
        <p:grpSpPr bwMode="auto">
          <a:xfrm>
            <a:off x="8543925" y="4537075"/>
            <a:ext cx="425450" cy="484188"/>
            <a:chOff x="5362" y="1748"/>
            <a:chExt cx="268" cy="305"/>
          </a:xfrm>
        </p:grpSpPr>
        <p:sp>
          <p:nvSpPr>
            <p:cNvPr id="108692" name="Freeform 291"/>
            <p:cNvSpPr>
              <a:spLocks/>
            </p:cNvSpPr>
            <p:nvPr/>
          </p:nvSpPr>
          <p:spPr bwMode="auto">
            <a:xfrm>
              <a:off x="5477" y="1748"/>
              <a:ext cx="8" cy="6"/>
            </a:xfrm>
            <a:custGeom>
              <a:avLst/>
              <a:gdLst>
                <a:gd name="T0" fmla="*/ 0 w 51"/>
                <a:gd name="T1" fmla="*/ 0 h 36"/>
                <a:gd name="T2" fmla="*/ 0 w 51"/>
                <a:gd name="T3" fmla="*/ 0 h 36"/>
                <a:gd name="T4" fmla="*/ 1 w 51"/>
                <a:gd name="T5" fmla="*/ 1 h 36"/>
                <a:gd name="T6" fmla="*/ 1 w 51"/>
                <a:gd name="T7" fmla="*/ 1 h 36"/>
                <a:gd name="T8" fmla="*/ 1 w 51"/>
                <a:gd name="T9" fmla="*/ 1 h 36"/>
                <a:gd name="T10" fmla="*/ 1 w 51"/>
                <a:gd name="T11" fmla="*/ 1 h 36"/>
                <a:gd name="T12" fmla="*/ 0 w 51"/>
                <a:gd name="T13" fmla="*/ 1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93" name="Freeform 292"/>
            <p:cNvSpPr>
              <a:spLocks/>
            </p:cNvSpPr>
            <p:nvPr/>
          </p:nvSpPr>
          <p:spPr bwMode="auto">
            <a:xfrm>
              <a:off x="5479" y="1758"/>
              <a:ext cx="2" cy="4"/>
            </a:xfrm>
            <a:custGeom>
              <a:avLst/>
              <a:gdLst>
                <a:gd name="T0" fmla="*/ 0 w 14"/>
                <a:gd name="T1" fmla="*/ 0 h 24"/>
                <a:gd name="T2" fmla="*/ 0 w 14"/>
                <a:gd name="T3" fmla="*/ 0 h 24"/>
                <a:gd name="T4" fmla="*/ 0 w 14"/>
                <a:gd name="T5" fmla="*/ 1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94" name="Freeform 293"/>
            <p:cNvSpPr>
              <a:spLocks/>
            </p:cNvSpPr>
            <p:nvPr/>
          </p:nvSpPr>
          <p:spPr bwMode="auto">
            <a:xfrm>
              <a:off x="5444" y="1788"/>
              <a:ext cx="71" cy="180"/>
            </a:xfrm>
            <a:custGeom>
              <a:avLst/>
              <a:gdLst>
                <a:gd name="T0" fmla="*/ 10 w 431"/>
                <a:gd name="T1" fmla="*/ 0 h 1076"/>
                <a:gd name="T2" fmla="*/ 9 w 431"/>
                <a:gd name="T3" fmla="*/ 1 h 1076"/>
                <a:gd name="T4" fmla="*/ 9 w 431"/>
                <a:gd name="T5" fmla="*/ 3 h 1076"/>
                <a:gd name="T6" fmla="*/ 7 w 431"/>
                <a:gd name="T7" fmla="*/ 5 h 1076"/>
                <a:gd name="T8" fmla="*/ 3 w 431"/>
                <a:gd name="T9" fmla="*/ 13 h 1076"/>
                <a:gd name="T10" fmla="*/ 1 w 431"/>
                <a:gd name="T11" fmla="*/ 20 h 1076"/>
                <a:gd name="T12" fmla="*/ 0 w 431"/>
                <a:gd name="T13" fmla="*/ 30 h 1076"/>
                <a:gd name="T14" fmla="*/ 5 w 431"/>
                <a:gd name="T15" fmla="*/ 26 h 1076"/>
                <a:gd name="T16" fmla="*/ 12 w 431"/>
                <a:gd name="T17" fmla="*/ 4 h 1076"/>
                <a:gd name="T18" fmla="*/ 1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108695" name="Freeform 294"/>
            <p:cNvSpPr>
              <a:spLocks/>
            </p:cNvSpPr>
            <p:nvPr/>
          </p:nvSpPr>
          <p:spPr bwMode="auto">
            <a:xfrm>
              <a:off x="5362" y="1754"/>
              <a:ext cx="268" cy="299"/>
            </a:xfrm>
            <a:custGeom>
              <a:avLst/>
              <a:gdLst>
                <a:gd name="T0" fmla="*/ 36 w 1606"/>
                <a:gd name="T1" fmla="*/ 3 h 1792"/>
                <a:gd name="T2" fmla="*/ 35 w 1606"/>
                <a:gd name="T3" fmla="*/ 0 h 1792"/>
                <a:gd name="T4" fmla="*/ 24 w 1606"/>
                <a:gd name="T5" fmla="*/ 5 h 1792"/>
                <a:gd name="T6" fmla="*/ 24 w 1606"/>
                <a:gd name="T7" fmla="*/ 8 h 1792"/>
                <a:gd name="T8" fmla="*/ 23 w 1606"/>
                <a:gd name="T9" fmla="*/ 9 h 1792"/>
                <a:gd name="T10" fmla="*/ 22 w 1606"/>
                <a:gd name="T11" fmla="*/ 11 h 1792"/>
                <a:gd name="T12" fmla="*/ 21 w 1606"/>
                <a:gd name="T13" fmla="*/ 13 h 1792"/>
                <a:gd name="T14" fmla="*/ 18 w 1606"/>
                <a:gd name="T15" fmla="*/ 19 h 1792"/>
                <a:gd name="T16" fmla="*/ 16 w 1606"/>
                <a:gd name="T17" fmla="*/ 26 h 1792"/>
                <a:gd name="T18" fmla="*/ 16 w 1606"/>
                <a:gd name="T19" fmla="*/ 30 h 1792"/>
                <a:gd name="T20" fmla="*/ 7 w 1606"/>
                <a:gd name="T21" fmla="*/ 31 h 1792"/>
                <a:gd name="T22" fmla="*/ 5 w 1606"/>
                <a:gd name="T23" fmla="*/ 31 h 1792"/>
                <a:gd name="T24" fmla="*/ 1 w 1606"/>
                <a:gd name="T25" fmla="*/ 31 h 1792"/>
                <a:gd name="T26" fmla="*/ 0 w 1606"/>
                <a:gd name="T27" fmla="*/ 33 h 1792"/>
                <a:gd name="T28" fmla="*/ 0 w 1606"/>
                <a:gd name="T29" fmla="*/ 35 h 1792"/>
                <a:gd name="T30" fmla="*/ 1 w 1606"/>
                <a:gd name="T31" fmla="*/ 37 h 1792"/>
                <a:gd name="T32" fmla="*/ 4 w 1606"/>
                <a:gd name="T33" fmla="*/ 38 h 1792"/>
                <a:gd name="T34" fmla="*/ 6 w 1606"/>
                <a:gd name="T35" fmla="*/ 40 h 1792"/>
                <a:gd name="T36" fmla="*/ 9 w 1606"/>
                <a:gd name="T37" fmla="*/ 41 h 1792"/>
                <a:gd name="T38" fmla="*/ 12 w 1606"/>
                <a:gd name="T39" fmla="*/ 41 h 1792"/>
                <a:gd name="T40" fmla="*/ 15 w 1606"/>
                <a:gd name="T41" fmla="*/ 42 h 1792"/>
                <a:gd name="T42" fmla="*/ 15 w 1606"/>
                <a:gd name="T43" fmla="*/ 43 h 1792"/>
                <a:gd name="T44" fmla="*/ 15 w 1606"/>
                <a:gd name="T45" fmla="*/ 46 h 1792"/>
                <a:gd name="T46" fmla="*/ 15 w 1606"/>
                <a:gd name="T47" fmla="*/ 47 h 1792"/>
                <a:gd name="T48" fmla="*/ 17 w 1606"/>
                <a:gd name="T49" fmla="*/ 48 h 1792"/>
                <a:gd name="T50" fmla="*/ 19 w 1606"/>
                <a:gd name="T51" fmla="*/ 48 h 1792"/>
                <a:gd name="T52" fmla="*/ 21 w 1606"/>
                <a:gd name="T53" fmla="*/ 50 h 1792"/>
                <a:gd name="T54" fmla="*/ 23 w 1606"/>
                <a:gd name="T55" fmla="*/ 50 h 1792"/>
                <a:gd name="T56" fmla="*/ 25 w 1606"/>
                <a:gd name="T57" fmla="*/ 50 h 1792"/>
                <a:gd name="T58" fmla="*/ 28 w 1606"/>
                <a:gd name="T59" fmla="*/ 49 h 1792"/>
                <a:gd name="T60" fmla="*/ 32 w 1606"/>
                <a:gd name="T61" fmla="*/ 49 h 1792"/>
                <a:gd name="T62" fmla="*/ 35 w 1606"/>
                <a:gd name="T63" fmla="*/ 50 h 1792"/>
                <a:gd name="T64" fmla="*/ 39 w 1606"/>
                <a:gd name="T65" fmla="*/ 49 h 1792"/>
                <a:gd name="T66" fmla="*/ 41 w 1606"/>
                <a:gd name="T67" fmla="*/ 47 h 1792"/>
                <a:gd name="T68" fmla="*/ 41 w 1606"/>
                <a:gd name="T69" fmla="*/ 44 h 1792"/>
                <a:gd name="T70" fmla="*/ 42 w 1606"/>
                <a:gd name="T71" fmla="*/ 40 h 1792"/>
                <a:gd name="T72" fmla="*/ 42 w 1606"/>
                <a:gd name="T73" fmla="*/ 36 h 1792"/>
                <a:gd name="T74" fmla="*/ 43 w 1606"/>
                <a:gd name="T75" fmla="*/ 32 h 1792"/>
                <a:gd name="T76" fmla="*/ 45 w 1606"/>
                <a:gd name="T77" fmla="*/ 25 h 1792"/>
                <a:gd name="T78" fmla="*/ 45 w 1606"/>
                <a:gd name="T79" fmla="*/ 19 h 1792"/>
                <a:gd name="T80" fmla="*/ 45 w 1606"/>
                <a:gd name="T81" fmla="*/ 13 h 1792"/>
                <a:gd name="T82" fmla="*/ 44 w 1606"/>
                <a:gd name="T83" fmla="*/ 9 h 1792"/>
                <a:gd name="T84" fmla="*/ 43 w 1606"/>
                <a:gd name="T85" fmla="*/ 8 h 1792"/>
                <a:gd name="T86" fmla="*/ 41 w 1606"/>
                <a:gd name="T87" fmla="*/ 6 h 1792"/>
                <a:gd name="T88" fmla="*/ 39 w 1606"/>
                <a:gd name="T89" fmla="*/ 4 h 1792"/>
                <a:gd name="T90" fmla="*/ 36 w 1606"/>
                <a:gd name="T91" fmla="*/ 3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08696" name="Freeform 295"/>
            <p:cNvSpPr>
              <a:spLocks/>
            </p:cNvSpPr>
            <p:nvPr/>
          </p:nvSpPr>
          <p:spPr bwMode="auto">
            <a:xfrm>
              <a:off x="5456" y="1772"/>
              <a:ext cx="169" cy="278"/>
            </a:xfrm>
            <a:custGeom>
              <a:avLst/>
              <a:gdLst>
                <a:gd name="T0" fmla="*/ 4 w 1014"/>
                <a:gd name="T1" fmla="*/ 38 h 1671"/>
                <a:gd name="T2" fmla="*/ 10 w 1014"/>
                <a:gd name="T3" fmla="*/ 38 h 1671"/>
                <a:gd name="T4" fmla="*/ 16 w 1014"/>
                <a:gd name="T5" fmla="*/ 36 h 1671"/>
                <a:gd name="T6" fmla="*/ 18 w 1014"/>
                <a:gd name="T7" fmla="*/ 32 h 1671"/>
                <a:gd name="T8" fmla="*/ 18 w 1014"/>
                <a:gd name="T9" fmla="*/ 29 h 1671"/>
                <a:gd name="T10" fmla="*/ 22 w 1014"/>
                <a:gd name="T11" fmla="*/ 23 h 1671"/>
                <a:gd name="T12" fmla="*/ 18 w 1014"/>
                <a:gd name="T13" fmla="*/ 26 h 1671"/>
                <a:gd name="T14" fmla="*/ 20 w 1014"/>
                <a:gd name="T15" fmla="*/ 20 h 1671"/>
                <a:gd name="T16" fmla="*/ 24 w 1014"/>
                <a:gd name="T17" fmla="*/ 14 h 1671"/>
                <a:gd name="T18" fmla="*/ 18 w 1014"/>
                <a:gd name="T19" fmla="*/ 19 h 1671"/>
                <a:gd name="T20" fmla="*/ 18 w 1014"/>
                <a:gd name="T21" fmla="*/ 10 h 1671"/>
                <a:gd name="T22" fmla="*/ 15 w 1014"/>
                <a:gd name="T23" fmla="*/ 7 h 1671"/>
                <a:gd name="T24" fmla="*/ 11 w 1014"/>
                <a:gd name="T25" fmla="*/ 6 h 1671"/>
                <a:gd name="T26" fmla="*/ 18 w 1014"/>
                <a:gd name="T27" fmla="*/ 3 h 1671"/>
                <a:gd name="T28" fmla="*/ 22 w 1014"/>
                <a:gd name="T29" fmla="*/ 6 h 1671"/>
                <a:gd name="T30" fmla="*/ 20 w 1014"/>
                <a:gd name="T31" fmla="*/ 3 h 1671"/>
                <a:gd name="T32" fmla="*/ 16 w 1014"/>
                <a:gd name="T33" fmla="*/ 2 h 1671"/>
                <a:gd name="T34" fmla="*/ 18 w 1014"/>
                <a:gd name="T35" fmla="*/ 1 h 1671"/>
                <a:gd name="T36" fmla="*/ 21 w 1014"/>
                <a:gd name="T37" fmla="*/ 0 h 1671"/>
                <a:gd name="T38" fmla="*/ 24 w 1014"/>
                <a:gd name="T39" fmla="*/ 3 h 1671"/>
                <a:gd name="T40" fmla="*/ 27 w 1014"/>
                <a:gd name="T41" fmla="*/ 5 h 1671"/>
                <a:gd name="T42" fmla="*/ 28 w 1014"/>
                <a:gd name="T43" fmla="*/ 9 h 1671"/>
                <a:gd name="T44" fmla="*/ 28 w 1014"/>
                <a:gd name="T45" fmla="*/ 17 h 1671"/>
                <a:gd name="T46" fmla="*/ 27 w 1014"/>
                <a:gd name="T47" fmla="*/ 27 h 1671"/>
                <a:gd name="T48" fmla="*/ 25 w 1014"/>
                <a:gd name="T49" fmla="*/ 36 h 1671"/>
                <a:gd name="T50" fmla="*/ 25 w 1014"/>
                <a:gd name="T51" fmla="*/ 42 h 1671"/>
                <a:gd name="T52" fmla="*/ 23 w 1014"/>
                <a:gd name="T53" fmla="*/ 45 h 1671"/>
                <a:gd name="T54" fmla="*/ 20 w 1014"/>
                <a:gd name="T55" fmla="*/ 46 h 1671"/>
                <a:gd name="T56" fmla="*/ 17 w 1014"/>
                <a:gd name="T57" fmla="*/ 46 h 1671"/>
                <a:gd name="T58" fmla="*/ 15 w 1014"/>
                <a:gd name="T59" fmla="*/ 43 h 1671"/>
                <a:gd name="T60" fmla="*/ 14 w 1014"/>
                <a:gd name="T61" fmla="*/ 42 h 1671"/>
                <a:gd name="T62" fmla="*/ 11 w 1014"/>
                <a:gd name="T63" fmla="*/ 45 h 1671"/>
                <a:gd name="T64" fmla="*/ 8 w 1014"/>
                <a:gd name="T65" fmla="*/ 46 h 1671"/>
                <a:gd name="T66" fmla="*/ 5 w 1014"/>
                <a:gd name="T67" fmla="*/ 45 h 1671"/>
                <a:gd name="T68" fmla="*/ 7 w 1014"/>
                <a:gd name="T69" fmla="*/ 43 h 1671"/>
                <a:gd name="T70" fmla="*/ 10 w 1014"/>
                <a:gd name="T71" fmla="*/ 40 h 1671"/>
                <a:gd name="T72" fmla="*/ 5 w 1014"/>
                <a:gd name="T73" fmla="*/ 43 h 1671"/>
                <a:gd name="T74" fmla="*/ 1 w 1014"/>
                <a:gd name="T75" fmla="*/ 44 h 1671"/>
                <a:gd name="T76" fmla="*/ 0 w 1014"/>
                <a:gd name="T77" fmla="*/ 42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97" name="Freeform 296"/>
            <p:cNvSpPr>
              <a:spLocks/>
            </p:cNvSpPr>
            <p:nvPr/>
          </p:nvSpPr>
          <p:spPr bwMode="auto">
            <a:xfrm>
              <a:off x="5563" y="1910"/>
              <a:ext cx="50" cy="129"/>
            </a:xfrm>
            <a:custGeom>
              <a:avLst/>
              <a:gdLst>
                <a:gd name="T0" fmla="*/ 0 w 295"/>
                <a:gd name="T1" fmla="*/ 22 h 774"/>
                <a:gd name="T2" fmla="*/ 2 w 295"/>
                <a:gd name="T3" fmla="*/ 21 h 774"/>
                <a:gd name="T4" fmla="*/ 3 w 295"/>
                <a:gd name="T5" fmla="*/ 19 h 774"/>
                <a:gd name="T6" fmla="*/ 4 w 295"/>
                <a:gd name="T7" fmla="*/ 16 h 774"/>
                <a:gd name="T8" fmla="*/ 5 w 295"/>
                <a:gd name="T9" fmla="*/ 13 h 774"/>
                <a:gd name="T10" fmla="*/ 6 w 295"/>
                <a:gd name="T11" fmla="*/ 10 h 774"/>
                <a:gd name="T12" fmla="*/ 7 w 295"/>
                <a:gd name="T13" fmla="*/ 8 h 774"/>
                <a:gd name="T14" fmla="*/ 8 w 295"/>
                <a:gd name="T15" fmla="*/ 3 h 774"/>
                <a:gd name="T16" fmla="*/ 8 w 295"/>
                <a:gd name="T17" fmla="*/ 0 h 774"/>
                <a:gd name="T18" fmla="*/ 7 w 295"/>
                <a:gd name="T19" fmla="*/ 6 h 774"/>
                <a:gd name="T20" fmla="*/ 5 w 295"/>
                <a:gd name="T21" fmla="*/ 11 h 774"/>
                <a:gd name="T22" fmla="*/ 4 w 295"/>
                <a:gd name="T23" fmla="*/ 15 h 774"/>
                <a:gd name="T24" fmla="*/ 1 w 295"/>
                <a:gd name="T25" fmla="*/ 18 h 774"/>
                <a:gd name="T26" fmla="*/ 0 w 295"/>
                <a:gd name="T27" fmla="*/ 22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98" name="Freeform 297"/>
            <p:cNvSpPr>
              <a:spLocks/>
            </p:cNvSpPr>
            <p:nvPr/>
          </p:nvSpPr>
          <p:spPr bwMode="auto">
            <a:xfrm>
              <a:off x="5367" y="1806"/>
              <a:ext cx="195" cy="194"/>
            </a:xfrm>
            <a:custGeom>
              <a:avLst/>
              <a:gdLst>
                <a:gd name="T0" fmla="*/ 23 w 1172"/>
                <a:gd name="T1" fmla="*/ 1 h 1162"/>
                <a:gd name="T2" fmla="*/ 20 w 1172"/>
                <a:gd name="T3" fmla="*/ 6 h 1162"/>
                <a:gd name="T4" fmla="*/ 20 w 1172"/>
                <a:gd name="T5" fmla="*/ 11 h 1162"/>
                <a:gd name="T6" fmla="*/ 20 w 1172"/>
                <a:gd name="T7" fmla="*/ 16 h 1162"/>
                <a:gd name="T8" fmla="*/ 20 w 1172"/>
                <a:gd name="T9" fmla="*/ 17 h 1162"/>
                <a:gd name="T10" fmla="*/ 20 w 1172"/>
                <a:gd name="T11" fmla="*/ 19 h 1162"/>
                <a:gd name="T12" fmla="*/ 19 w 1172"/>
                <a:gd name="T13" fmla="*/ 20 h 1162"/>
                <a:gd name="T14" fmla="*/ 18 w 1172"/>
                <a:gd name="T15" fmla="*/ 22 h 1162"/>
                <a:gd name="T16" fmla="*/ 16 w 1172"/>
                <a:gd name="T17" fmla="*/ 22 h 1162"/>
                <a:gd name="T18" fmla="*/ 8 w 1172"/>
                <a:gd name="T19" fmla="*/ 22 h 1162"/>
                <a:gd name="T20" fmla="*/ 5 w 1172"/>
                <a:gd name="T21" fmla="*/ 23 h 1162"/>
                <a:gd name="T22" fmla="*/ 0 w 1172"/>
                <a:gd name="T23" fmla="*/ 24 h 1162"/>
                <a:gd name="T24" fmla="*/ 0 w 1172"/>
                <a:gd name="T25" fmla="*/ 28 h 1162"/>
                <a:gd name="T26" fmla="*/ 3 w 1172"/>
                <a:gd name="T27" fmla="*/ 27 h 1162"/>
                <a:gd name="T28" fmla="*/ 4 w 1172"/>
                <a:gd name="T29" fmla="*/ 26 h 1162"/>
                <a:gd name="T30" fmla="*/ 4 w 1172"/>
                <a:gd name="T31" fmla="*/ 29 h 1162"/>
                <a:gd name="T32" fmla="*/ 6 w 1172"/>
                <a:gd name="T33" fmla="*/ 31 h 1162"/>
                <a:gd name="T34" fmla="*/ 11 w 1172"/>
                <a:gd name="T35" fmla="*/ 32 h 1162"/>
                <a:gd name="T36" fmla="*/ 10 w 1172"/>
                <a:gd name="T37" fmla="*/ 30 h 1162"/>
                <a:gd name="T38" fmla="*/ 8 w 1172"/>
                <a:gd name="T39" fmla="*/ 27 h 1162"/>
                <a:gd name="T40" fmla="*/ 10 w 1172"/>
                <a:gd name="T41" fmla="*/ 26 h 1162"/>
                <a:gd name="T42" fmla="*/ 11 w 1172"/>
                <a:gd name="T43" fmla="*/ 29 h 1162"/>
                <a:gd name="T44" fmla="*/ 15 w 1172"/>
                <a:gd name="T45" fmla="*/ 32 h 1162"/>
                <a:gd name="T46" fmla="*/ 20 w 1172"/>
                <a:gd name="T47" fmla="*/ 32 h 1162"/>
                <a:gd name="T48" fmla="*/ 14 w 1172"/>
                <a:gd name="T49" fmla="*/ 28 h 1162"/>
                <a:gd name="T50" fmla="*/ 12 w 1172"/>
                <a:gd name="T51" fmla="*/ 26 h 1162"/>
                <a:gd name="T52" fmla="*/ 13 w 1172"/>
                <a:gd name="T53" fmla="*/ 25 h 1162"/>
                <a:gd name="T54" fmla="*/ 15 w 1172"/>
                <a:gd name="T55" fmla="*/ 27 h 1162"/>
                <a:gd name="T56" fmla="*/ 19 w 1172"/>
                <a:gd name="T57" fmla="*/ 30 h 1162"/>
                <a:gd name="T58" fmla="*/ 22 w 1172"/>
                <a:gd name="T59" fmla="*/ 31 h 1162"/>
                <a:gd name="T60" fmla="*/ 25 w 1172"/>
                <a:gd name="T61" fmla="*/ 32 h 1162"/>
                <a:gd name="T62" fmla="*/ 23 w 1172"/>
                <a:gd name="T63" fmla="*/ 30 h 1162"/>
                <a:gd name="T64" fmla="*/ 20 w 1172"/>
                <a:gd name="T65" fmla="*/ 27 h 1162"/>
                <a:gd name="T66" fmla="*/ 21 w 1172"/>
                <a:gd name="T67" fmla="*/ 26 h 1162"/>
                <a:gd name="T68" fmla="*/ 22 w 1172"/>
                <a:gd name="T69" fmla="*/ 28 h 1162"/>
                <a:gd name="T70" fmla="*/ 25 w 1172"/>
                <a:gd name="T71" fmla="*/ 30 h 1162"/>
                <a:gd name="T72" fmla="*/ 29 w 1172"/>
                <a:gd name="T73" fmla="*/ 31 h 1162"/>
                <a:gd name="T74" fmla="*/ 31 w 1172"/>
                <a:gd name="T75" fmla="*/ 28 h 1162"/>
                <a:gd name="T76" fmla="*/ 24 w 1172"/>
                <a:gd name="T77" fmla="*/ 27 h 1162"/>
                <a:gd name="T78" fmla="*/ 20 w 1172"/>
                <a:gd name="T79" fmla="*/ 24 h 1162"/>
                <a:gd name="T80" fmla="*/ 20 w 1172"/>
                <a:gd name="T81" fmla="*/ 22 h 1162"/>
                <a:gd name="T82" fmla="*/ 21 w 1172"/>
                <a:gd name="T83" fmla="*/ 23 h 1162"/>
                <a:gd name="T84" fmla="*/ 26 w 1172"/>
                <a:gd name="T85" fmla="*/ 26 h 1162"/>
                <a:gd name="T86" fmla="*/ 31 w 1172"/>
                <a:gd name="T87" fmla="*/ 28 h 1162"/>
                <a:gd name="T88" fmla="*/ 32 w 1172"/>
                <a:gd name="T89" fmla="*/ 21 h 1162"/>
                <a:gd name="T90" fmla="*/ 29 w 1172"/>
                <a:gd name="T91" fmla="*/ 21 h 1162"/>
                <a:gd name="T92" fmla="*/ 23 w 1172"/>
                <a:gd name="T93" fmla="*/ 21 h 1162"/>
                <a:gd name="T94" fmla="*/ 22 w 1172"/>
                <a:gd name="T95" fmla="*/ 20 h 1162"/>
                <a:gd name="T96" fmla="*/ 25 w 1172"/>
                <a:gd name="T97" fmla="*/ 21 h 1162"/>
                <a:gd name="T98" fmla="*/ 32 w 1172"/>
                <a:gd name="T99" fmla="*/ 19 h 1162"/>
                <a:gd name="T100" fmla="*/ 32 w 1172"/>
                <a:gd name="T101" fmla="*/ 14 h 1162"/>
                <a:gd name="T102" fmla="*/ 32 w 1172"/>
                <a:gd name="T103" fmla="*/ 7 h 1162"/>
                <a:gd name="T104" fmla="*/ 29 w 1172"/>
                <a:gd name="T105" fmla="*/ 4 h 1162"/>
                <a:gd name="T106" fmla="*/ 32 w 1172"/>
                <a:gd name="T107" fmla="*/ 6 h 1162"/>
                <a:gd name="T108" fmla="*/ 30 w 1172"/>
                <a:gd name="T109" fmla="*/ 2 h 1162"/>
                <a:gd name="T110" fmla="*/ 27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699" name="Freeform 298"/>
            <p:cNvSpPr>
              <a:spLocks/>
            </p:cNvSpPr>
            <p:nvPr/>
          </p:nvSpPr>
          <p:spPr bwMode="auto">
            <a:xfrm>
              <a:off x="5500" y="1878"/>
              <a:ext cx="49" cy="44"/>
            </a:xfrm>
            <a:custGeom>
              <a:avLst/>
              <a:gdLst>
                <a:gd name="T0" fmla="*/ 0 w 295"/>
                <a:gd name="T1" fmla="*/ 0 h 263"/>
                <a:gd name="T2" fmla="*/ 0 w 295"/>
                <a:gd name="T3" fmla="*/ 1 h 263"/>
                <a:gd name="T4" fmla="*/ 1 w 295"/>
                <a:gd name="T5" fmla="*/ 2 h 263"/>
                <a:gd name="T6" fmla="*/ 2 w 295"/>
                <a:gd name="T7" fmla="*/ 3 h 263"/>
                <a:gd name="T8" fmla="*/ 4 w 295"/>
                <a:gd name="T9" fmla="*/ 4 h 263"/>
                <a:gd name="T10" fmla="*/ 5 w 295"/>
                <a:gd name="T11" fmla="*/ 5 h 263"/>
                <a:gd name="T12" fmla="*/ 7 w 295"/>
                <a:gd name="T13" fmla="*/ 7 h 263"/>
                <a:gd name="T14" fmla="*/ 5 w 295"/>
                <a:gd name="T15" fmla="*/ 6 h 263"/>
                <a:gd name="T16" fmla="*/ 3 w 295"/>
                <a:gd name="T17" fmla="*/ 5 h 263"/>
                <a:gd name="T18" fmla="*/ 0 w 295"/>
                <a:gd name="T19" fmla="*/ 5 h 263"/>
                <a:gd name="T20" fmla="*/ 1 w 295"/>
                <a:gd name="T21" fmla="*/ 6 h 263"/>
                <a:gd name="T22" fmla="*/ 4 w 295"/>
                <a:gd name="T23" fmla="*/ 7 h 263"/>
                <a:gd name="T24" fmla="*/ 6 w 295"/>
                <a:gd name="T25" fmla="*/ 7 h 263"/>
                <a:gd name="T26" fmla="*/ 7 w 295"/>
                <a:gd name="T27" fmla="*/ 7 h 263"/>
                <a:gd name="T28" fmla="*/ 8 w 295"/>
                <a:gd name="T29" fmla="*/ 7 h 263"/>
                <a:gd name="T30" fmla="*/ 8 w 295"/>
                <a:gd name="T31" fmla="*/ 6 h 263"/>
                <a:gd name="T32" fmla="*/ 7 w 295"/>
                <a:gd name="T33" fmla="*/ 6 h 263"/>
                <a:gd name="T34" fmla="*/ 6 w 295"/>
                <a:gd name="T35" fmla="*/ 5 h 263"/>
                <a:gd name="T36" fmla="*/ 5 w 295"/>
                <a:gd name="T37" fmla="*/ 3 h 263"/>
                <a:gd name="T38" fmla="*/ 4 w 295"/>
                <a:gd name="T39" fmla="*/ 2 h 263"/>
                <a:gd name="T40" fmla="*/ 2 w 295"/>
                <a:gd name="T41" fmla="*/ 1 h 263"/>
                <a:gd name="T42" fmla="*/ 1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0" name="Freeform 299"/>
            <p:cNvSpPr>
              <a:spLocks/>
            </p:cNvSpPr>
            <p:nvPr/>
          </p:nvSpPr>
          <p:spPr bwMode="auto">
            <a:xfrm>
              <a:off x="5503" y="1842"/>
              <a:ext cx="44" cy="57"/>
            </a:xfrm>
            <a:custGeom>
              <a:avLst/>
              <a:gdLst>
                <a:gd name="T0" fmla="*/ 1 w 270"/>
                <a:gd name="T1" fmla="*/ 0 h 345"/>
                <a:gd name="T2" fmla="*/ 0 w 270"/>
                <a:gd name="T3" fmla="*/ 0 h 345"/>
                <a:gd name="T4" fmla="*/ 0 w 270"/>
                <a:gd name="T5" fmla="*/ 1 h 345"/>
                <a:gd name="T6" fmla="*/ 0 w 270"/>
                <a:gd name="T7" fmla="*/ 2 h 345"/>
                <a:gd name="T8" fmla="*/ 1 w 270"/>
                <a:gd name="T9" fmla="*/ 3 h 345"/>
                <a:gd name="T10" fmla="*/ 1 w 270"/>
                <a:gd name="T11" fmla="*/ 3 h 345"/>
                <a:gd name="T12" fmla="*/ 3 w 270"/>
                <a:gd name="T13" fmla="*/ 4 h 345"/>
                <a:gd name="T14" fmla="*/ 5 w 270"/>
                <a:gd name="T15" fmla="*/ 5 h 345"/>
                <a:gd name="T16" fmla="*/ 6 w 270"/>
                <a:gd name="T17" fmla="*/ 7 h 345"/>
                <a:gd name="T18" fmla="*/ 7 w 270"/>
                <a:gd name="T19" fmla="*/ 9 h 345"/>
                <a:gd name="T20" fmla="*/ 7 w 270"/>
                <a:gd name="T21" fmla="*/ 9 h 345"/>
                <a:gd name="T22" fmla="*/ 7 w 270"/>
                <a:gd name="T23" fmla="*/ 7 h 345"/>
                <a:gd name="T24" fmla="*/ 7 w 270"/>
                <a:gd name="T25" fmla="*/ 5 h 345"/>
                <a:gd name="T26" fmla="*/ 6 w 270"/>
                <a:gd name="T27" fmla="*/ 4 h 345"/>
                <a:gd name="T28" fmla="*/ 5 w 270"/>
                <a:gd name="T29" fmla="*/ 2 h 345"/>
                <a:gd name="T30" fmla="*/ 2 w 270"/>
                <a:gd name="T31" fmla="*/ 0 h 345"/>
                <a:gd name="T32" fmla="*/ 1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1" name="Freeform 300"/>
            <p:cNvSpPr>
              <a:spLocks/>
            </p:cNvSpPr>
            <p:nvPr/>
          </p:nvSpPr>
          <p:spPr bwMode="auto">
            <a:xfrm>
              <a:off x="5494" y="1785"/>
              <a:ext cx="48" cy="34"/>
            </a:xfrm>
            <a:custGeom>
              <a:avLst/>
              <a:gdLst>
                <a:gd name="T0" fmla="*/ 0 w 287"/>
                <a:gd name="T1" fmla="*/ 6 h 199"/>
                <a:gd name="T2" fmla="*/ 1 w 287"/>
                <a:gd name="T3" fmla="*/ 5 h 199"/>
                <a:gd name="T4" fmla="*/ 4 w 287"/>
                <a:gd name="T5" fmla="*/ 4 h 199"/>
                <a:gd name="T6" fmla="*/ 5 w 287"/>
                <a:gd name="T7" fmla="*/ 3 h 199"/>
                <a:gd name="T8" fmla="*/ 8 w 287"/>
                <a:gd name="T9" fmla="*/ 0 h 199"/>
                <a:gd name="T10" fmla="*/ 6 w 287"/>
                <a:gd name="T11" fmla="*/ 1 h 199"/>
                <a:gd name="T12" fmla="*/ 4 w 287"/>
                <a:gd name="T13" fmla="*/ 2 h 199"/>
                <a:gd name="T14" fmla="*/ 3 w 287"/>
                <a:gd name="T15" fmla="*/ 3 h 199"/>
                <a:gd name="T16" fmla="*/ 2 w 287"/>
                <a:gd name="T17" fmla="*/ 4 h 199"/>
                <a:gd name="T18" fmla="*/ 0 w 287"/>
                <a:gd name="T19" fmla="*/ 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2" name="Freeform 301"/>
            <p:cNvSpPr>
              <a:spLocks/>
            </p:cNvSpPr>
            <p:nvPr/>
          </p:nvSpPr>
          <p:spPr bwMode="auto">
            <a:xfrm>
              <a:off x="5458" y="1846"/>
              <a:ext cx="27" cy="86"/>
            </a:xfrm>
            <a:custGeom>
              <a:avLst/>
              <a:gdLst>
                <a:gd name="T0" fmla="*/ 0 w 162"/>
                <a:gd name="T1" fmla="*/ 14 h 514"/>
                <a:gd name="T2" fmla="*/ 2 w 162"/>
                <a:gd name="T3" fmla="*/ 14 h 514"/>
                <a:gd name="T4" fmla="*/ 3 w 162"/>
                <a:gd name="T5" fmla="*/ 14 h 514"/>
                <a:gd name="T6" fmla="*/ 3 w 162"/>
                <a:gd name="T7" fmla="*/ 14 h 514"/>
                <a:gd name="T8" fmla="*/ 4 w 162"/>
                <a:gd name="T9" fmla="*/ 13 h 514"/>
                <a:gd name="T10" fmla="*/ 4 w 162"/>
                <a:gd name="T11" fmla="*/ 13 h 514"/>
                <a:gd name="T12" fmla="*/ 4 w 162"/>
                <a:gd name="T13" fmla="*/ 12 h 514"/>
                <a:gd name="T14" fmla="*/ 4 w 162"/>
                <a:gd name="T15" fmla="*/ 11 h 514"/>
                <a:gd name="T16" fmla="*/ 4 w 162"/>
                <a:gd name="T17" fmla="*/ 11 h 514"/>
                <a:gd name="T18" fmla="*/ 4 w 162"/>
                <a:gd name="T19" fmla="*/ 10 h 514"/>
                <a:gd name="T20" fmla="*/ 4 w 162"/>
                <a:gd name="T21" fmla="*/ 9 h 514"/>
                <a:gd name="T22" fmla="*/ 4 w 162"/>
                <a:gd name="T23" fmla="*/ 6 h 514"/>
                <a:gd name="T24" fmla="*/ 5 w 162"/>
                <a:gd name="T25" fmla="*/ 4 h 514"/>
                <a:gd name="T26" fmla="*/ 4 w 162"/>
                <a:gd name="T27" fmla="*/ 3 h 514"/>
                <a:gd name="T28" fmla="*/ 4 w 162"/>
                <a:gd name="T29" fmla="*/ 0 h 514"/>
                <a:gd name="T30" fmla="*/ 3 w 162"/>
                <a:gd name="T31" fmla="*/ 4 h 514"/>
                <a:gd name="T32" fmla="*/ 2 w 162"/>
                <a:gd name="T33" fmla="*/ 8 h 514"/>
                <a:gd name="T34" fmla="*/ 1 w 162"/>
                <a:gd name="T35" fmla="*/ 12 h 514"/>
                <a:gd name="T36" fmla="*/ 0 w 162"/>
                <a:gd name="T37" fmla="*/ 14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3" name="Freeform 302"/>
            <p:cNvSpPr>
              <a:spLocks/>
            </p:cNvSpPr>
            <p:nvPr/>
          </p:nvSpPr>
          <p:spPr bwMode="auto">
            <a:xfrm>
              <a:off x="5498" y="1939"/>
              <a:ext cx="48" cy="16"/>
            </a:xfrm>
            <a:custGeom>
              <a:avLst/>
              <a:gdLst>
                <a:gd name="T0" fmla="*/ 6 w 289"/>
                <a:gd name="T1" fmla="*/ 1 h 97"/>
                <a:gd name="T2" fmla="*/ 5 w 289"/>
                <a:gd name="T3" fmla="*/ 0 h 97"/>
                <a:gd name="T4" fmla="*/ 3 w 289"/>
                <a:gd name="T5" fmla="*/ 0 h 97"/>
                <a:gd name="T6" fmla="*/ 1 w 289"/>
                <a:gd name="T7" fmla="*/ 0 h 97"/>
                <a:gd name="T8" fmla="*/ 0 w 289"/>
                <a:gd name="T9" fmla="*/ 0 h 97"/>
                <a:gd name="T10" fmla="*/ 0 w 289"/>
                <a:gd name="T11" fmla="*/ 1 h 97"/>
                <a:gd name="T12" fmla="*/ 1 w 289"/>
                <a:gd name="T13" fmla="*/ 2 h 97"/>
                <a:gd name="T14" fmla="*/ 3 w 289"/>
                <a:gd name="T15" fmla="*/ 2 h 97"/>
                <a:gd name="T16" fmla="*/ 6 w 289"/>
                <a:gd name="T17" fmla="*/ 3 h 97"/>
                <a:gd name="T18" fmla="*/ 8 w 289"/>
                <a:gd name="T19" fmla="*/ 2 h 97"/>
                <a:gd name="T20" fmla="*/ 6 w 289"/>
                <a:gd name="T21" fmla="*/ 1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4" name="Freeform 303"/>
            <p:cNvSpPr>
              <a:spLocks/>
            </p:cNvSpPr>
            <p:nvPr/>
          </p:nvSpPr>
          <p:spPr bwMode="auto">
            <a:xfrm>
              <a:off x="5458" y="1947"/>
              <a:ext cx="30" cy="36"/>
            </a:xfrm>
            <a:custGeom>
              <a:avLst/>
              <a:gdLst>
                <a:gd name="T0" fmla="*/ 2 w 176"/>
                <a:gd name="T1" fmla="*/ 2 h 216"/>
                <a:gd name="T2" fmla="*/ 2 w 176"/>
                <a:gd name="T3" fmla="*/ 0 h 216"/>
                <a:gd name="T4" fmla="*/ 1 w 176"/>
                <a:gd name="T5" fmla="*/ 0 h 216"/>
                <a:gd name="T6" fmla="*/ 0 w 176"/>
                <a:gd name="T7" fmla="*/ 0 h 216"/>
                <a:gd name="T8" fmla="*/ 0 w 176"/>
                <a:gd name="T9" fmla="*/ 1 h 216"/>
                <a:gd name="T10" fmla="*/ 1 w 176"/>
                <a:gd name="T11" fmla="*/ 2 h 216"/>
                <a:gd name="T12" fmla="*/ 1 w 176"/>
                <a:gd name="T13" fmla="*/ 3 h 216"/>
                <a:gd name="T14" fmla="*/ 2 w 176"/>
                <a:gd name="T15" fmla="*/ 4 h 216"/>
                <a:gd name="T16" fmla="*/ 3 w 176"/>
                <a:gd name="T17" fmla="*/ 5 h 216"/>
                <a:gd name="T18" fmla="*/ 5 w 176"/>
                <a:gd name="T19" fmla="*/ 6 h 216"/>
                <a:gd name="T20" fmla="*/ 3 w 176"/>
                <a:gd name="T21" fmla="*/ 4 h 216"/>
                <a:gd name="T22" fmla="*/ 3 w 176"/>
                <a:gd name="T23" fmla="*/ 3 h 216"/>
                <a:gd name="T24" fmla="*/ 2 w 176"/>
                <a:gd name="T25" fmla="*/ 2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705" name="Freeform 304"/>
            <p:cNvSpPr>
              <a:spLocks/>
            </p:cNvSpPr>
            <p:nvPr/>
          </p:nvSpPr>
          <p:spPr bwMode="auto">
            <a:xfrm>
              <a:off x="5506" y="1757"/>
              <a:ext cx="70" cy="44"/>
            </a:xfrm>
            <a:custGeom>
              <a:avLst/>
              <a:gdLst>
                <a:gd name="T0" fmla="*/ 0 w 418"/>
                <a:gd name="T1" fmla="*/ 7 h 260"/>
                <a:gd name="T2" fmla="*/ 0 w 418"/>
                <a:gd name="T3" fmla="*/ 4 h 260"/>
                <a:gd name="T4" fmla="*/ 3 w 418"/>
                <a:gd name="T5" fmla="*/ 3 h 260"/>
                <a:gd name="T6" fmla="*/ 6 w 418"/>
                <a:gd name="T7" fmla="*/ 2 h 260"/>
                <a:gd name="T8" fmla="*/ 9 w 418"/>
                <a:gd name="T9" fmla="*/ 1 h 260"/>
                <a:gd name="T10" fmla="*/ 11 w 418"/>
                <a:gd name="T11" fmla="*/ 0 h 260"/>
                <a:gd name="T12" fmla="*/ 12 w 418"/>
                <a:gd name="T13" fmla="*/ 2 h 260"/>
                <a:gd name="T14" fmla="*/ 10 w 418"/>
                <a:gd name="T15" fmla="*/ 3 h 260"/>
                <a:gd name="T16" fmla="*/ 7 w 418"/>
                <a:gd name="T17" fmla="*/ 4 h 260"/>
                <a:gd name="T18" fmla="*/ 5 w 418"/>
                <a:gd name="T19" fmla="*/ 5 h 260"/>
                <a:gd name="T20" fmla="*/ 3 w 418"/>
                <a:gd name="T21" fmla="*/ 6 h 260"/>
                <a:gd name="T22" fmla="*/ 0 w 418"/>
                <a:gd name="T23" fmla="*/ 7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8607" name="Group 305"/>
          <p:cNvGrpSpPr>
            <a:grpSpLocks/>
          </p:cNvGrpSpPr>
          <p:nvPr/>
        </p:nvGrpSpPr>
        <p:grpSpPr bwMode="auto">
          <a:xfrm>
            <a:off x="8780463" y="4873625"/>
            <a:ext cx="228600" cy="307975"/>
            <a:chOff x="5511" y="1960"/>
            <a:chExt cx="144" cy="194"/>
          </a:xfrm>
        </p:grpSpPr>
        <p:sp>
          <p:nvSpPr>
            <p:cNvPr id="108690" name="Freeform 306"/>
            <p:cNvSpPr>
              <a:spLocks/>
            </p:cNvSpPr>
            <p:nvPr/>
          </p:nvSpPr>
          <p:spPr bwMode="auto">
            <a:xfrm>
              <a:off x="5511" y="1960"/>
              <a:ext cx="144" cy="194"/>
            </a:xfrm>
            <a:custGeom>
              <a:avLst/>
              <a:gdLst>
                <a:gd name="T0" fmla="*/ 11 w 863"/>
                <a:gd name="T1" fmla="*/ 5 h 1164"/>
                <a:gd name="T2" fmla="*/ 15 w 863"/>
                <a:gd name="T3" fmla="*/ 4 h 1164"/>
                <a:gd name="T4" fmla="*/ 18 w 863"/>
                <a:gd name="T5" fmla="*/ 4 h 1164"/>
                <a:gd name="T6" fmla="*/ 19 w 863"/>
                <a:gd name="T7" fmla="*/ 3 h 1164"/>
                <a:gd name="T8" fmla="*/ 19 w 863"/>
                <a:gd name="T9" fmla="*/ 2 h 1164"/>
                <a:gd name="T10" fmla="*/ 19 w 863"/>
                <a:gd name="T11" fmla="*/ 1 h 1164"/>
                <a:gd name="T12" fmla="*/ 22 w 863"/>
                <a:gd name="T13" fmla="*/ 0 h 1164"/>
                <a:gd name="T14" fmla="*/ 24 w 863"/>
                <a:gd name="T15" fmla="*/ 0 h 1164"/>
                <a:gd name="T16" fmla="*/ 21 w 863"/>
                <a:gd name="T17" fmla="*/ 25 h 1164"/>
                <a:gd name="T18" fmla="*/ 19 w 863"/>
                <a:gd name="T19" fmla="*/ 28 h 1164"/>
                <a:gd name="T20" fmla="*/ 17 w 863"/>
                <a:gd name="T21" fmla="*/ 30 h 1164"/>
                <a:gd name="T22" fmla="*/ 13 w 863"/>
                <a:gd name="T23" fmla="*/ 32 h 1164"/>
                <a:gd name="T24" fmla="*/ 9 w 863"/>
                <a:gd name="T25" fmla="*/ 32 h 1164"/>
                <a:gd name="T26" fmla="*/ 4 w 863"/>
                <a:gd name="T27" fmla="*/ 32 h 1164"/>
                <a:gd name="T28" fmla="*/ 1 w 863"/>
                <a:gd name="T29" fmla="*/ 32 h 1164"/>
                <a:gd name="T30" fmla="*/ 0 w 863"/>
                <a:gd name="T31" fmla="*/ 30 h 1164"/>
                <a:gd name="T32" fmla="*/ 0 w 863"/>
                <a:gd name="T33" fmla="*/ 28 h 1164"/>
                <a:gd name="T34" fmla="*/ 3 w 863"/>
                <a:gd name="T35" fmla="*/ 21 h 1164"/>
                <a:gd name="T36" fmla="*/ 5 w 863"/>
                <a:gd name="T37" fmla="*/ 14 h 1164"/>
                <a:gd name="T38" fmla="*/ 6 w 863"/>
                <a:gd name="T39" fmla="*/ 9 h 1164"/>
                <a:gd name="T40" fmla="*/ 6 w 863"/>
                <a:gd name="T41" fmla="*/ 7 h 1164"/>
                <a:gd name="T42" fmla="*/ 7 w 863"/>
                <a:gd name="T43" fmla="*/ 5 h 1164"/>
                <a:gd name="T44" fmla="*/ 8 w 863"/>
                <a:gd name="T45" fmla="*/ 5 h 1164"/>
                <a:gd name="T46" fmla="*/ 11 w 863"/>
                <a:gd name="T47" fmla="*/ 5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08691" name="Freeform 307"/>
            <p:cNvSpPr>
              <a:spLocks/>
            </p:cNvSpPr>
            <p:nvPr/>
          </p:nvSpPr>
          <p:spPr bwMode="auto">
            <a:xfrm>
              <a:off x="5528" y="1970"/>
              <a:ext cx="124" cy="177"/>
            </a:xfrm>
            <a:custGeom>
              <a:avLst/>
              <a:gdLst>
                <a:gd name="T0" fmla="*/ 7 w 743"/>
                <a:gd name="T1" fmla="*/ 6 h 1068"/>
                <a:gd name="T2" fmla="*/ 11 w 743"/>
                <a:gd name="T3" fmla="*/ 6 h 1068"/>
                <a:gd name="T4" fmla="*/ 15 w 743"/>
                <a:gd name="T5" fmla="*/ 5 h 1068"/>
                <a:gd name="T6" fmla="*/ 18 w 743"/>
                <a:gd name="T7" fmla="*/ 4 h 1068"/>
                <a:gd name="T8" fmla="*/ 19 w 743"/>
                <a:gd name="T9" fmla="*/ 3 h 1068"/>
                <a:gd name="T10" fmla="*/ 21 w 743"/>
                <a:gd name="T11" fmla="*/ 0 h 1068"/>
                <a:gd name="T12" fmla="*/ 18 w 743"/>
                <a:gd name="T13" fmla="*/ 23 h 1068"/>
                <a:gd name="T14" fmla="*/ 16 w 743"/>
                <a:gd name="T15" fmla="*/ 25 h 1068"/>
                <a:gd name="T16" fmla="*/ 14 w 743"/>
                <a:gd name="T17" fmla="*/ 27 h 1068"/>
                <a:gd name="T18" fmla="*/ 12 w 743"/>
                <a:gd name="T19" fmla="*/ 28 h 1068"/>
                <a:gd name="T20" fmla="*/ 10 w 743"/>
                <a:gd name="T21" fmla="*/ 29 h 1068"/>
                <a:gd name="T22" fmla="*/ 7 w 743"/>
                <a:gd name="T23" fmla="*/ 29 h 1068"/>
                <a:gd name="T24" fmla="*/ 5 w 743"/>
                <a:gd name="T25" fmla="*/ 29 h 1068"/>
                <a:gd name="T26" fmla="*/ 2 w 743"/>
                <a:gd name="T27" fmla="*/ 29 h 1068"/>
                <a:gd name="T28" fmla="*/ 1 w 743"/>
                <a:gd name="T29" fmla="*/ 29 h 1068"/>
                <a:gd name="T30" fmla="*/ 0 w 743"/>
                <a:gd name="T31" fmla="*/ 28 h 1068"/>
                <a:gd name="T32" fmla="*/ 0 w 743"/>
                <a:gd name="T33" fmla="*/ 26 h 1068"/>
                <a:gd name="T34" fmla="*/ 2 w 743"/>
                <a:gd name="T35" fmla="*/ 22 h 1068"/>
                <a:gd name="T36" fmla="*/ 5 w 743"/>
                <a:gd name="T37" fmla="*/ 9 h 1068"/>
                <a:gd name="T38" fmla="*/ 6 w 743"/>
                <a:gd name="T39" fmla="*/ 7 h 1068"/>
                <a:gd name="T40" fmla="*/ 7 w 743"/>
                <a:gd name="T41" fmla="*/ 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8608" name="Oval 308"/>
          <p:cNvSpPr>
            <a:spLocks noChangeArrowheads="1"/>
          </p:cNvSpPr>
          <p:nvPr/>
        </p:nvSpPr>
        <p:spPr bwMode="auto">
          <a:xfrm>
            <a:off x="8039100" y="4624388"/>
            <a:ext cx="298450" cy="161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09" name="Oval 309"/>
          <p:cNvSpPr>
            <a:spLocks noChangeArrowheads="1"/>
          </p:cNvSpPr>
          <p:nvPr/>
        </p:nvSpPr>
        <p:spPr bwMode="auto">
          <a:xfrm>
            <a:off x="1784350" y="4352925"/>
            <a:ext cx="1296988" cy="1296988"/>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endParaRPr lang="zh-CN" altLang="en-US"/>
          </a:p>
        </p:txBody>
      </p:sp>
      <p:grpSp>
        <p:nvGrpSpPr>
          <p:cNvPr id="108610" name="Group 310"/>
          <p:cNvGrpSpPr>
            <a:grpSpLocks/>
          </p:cNvGrpSpPr>
          <p:nvPr/>
        </p:nvGrpSpPr>
        <p:grpSpPr bwMode="auto">
          <a:xfrm>
            <a:off x="2166938" y="4462463"/>
            <a:ext cx="457200" cy="457200"/>
            <a:chOff x="2351" y="2975"/>
            <a:chExt cx="481" cy="433"/>
          </a:xfrm>
        </p:grpSpPr>
        <p:sp>
          <p:nvSpPr>
            <p:cNvPr id="108681" name="Rectangle 311"/>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8682" name="Line 312"/>
            <p:cNvSpPr>
              <a:spLocks noChangeShapeType="1"/>
            </p:cNvSpPr>
            <p:nvPr/>
          </p:nvSpPr>
          <p:spPr bwMode="auto">
            <a:xfrm rot="10800000">
              <a:off x="2351" y="332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3" name="Line 313"/>
            <p:cNvSpPr>
              <a:spLocks noChangeShapeType="1"/>
            </p:cNvSpPr>
            <p:nvPr/>
          </p:nvSpPr>
          <p:spPr bwMode="auto">
            <a:xfrm rot="10800000">
              <a:off x="2351" y="32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4" name="Line 314"/>
            <p:cNvSpPr>
              <a:spLocks noChangeShapeType="1"/>
            </p:cNvSpPr>
            <p:nvPr/>
          </p:nvSpPr>
          <p:spPr bwMode="auto">
            <a:xfrm rot="10800000">
              <a:off x="2351" y="31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5" name="Line 315"/>
            <p:cNvSpPr>
              <a:spLocks noChangeShapeType="1"/>
            </p:cNvSpPr>
            <p:nvPr/>
          </p:nvSpPr>
          <p:spPr bwMode="auto">
            <a:xfrm rot="10800000">
              <a:off x="2351" y="306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6" name="Line 316"/>
            <p:cNvSpPr>
              <a:spLocks noChangeShapeType="1"/>
            </p:cNvSpPr>
            <p:nvPr/>
          </p:nvSpPr>
          <p:spPr bwMode="auto">
            <a:xfrm rot="5400000">
              <a:off x="2519"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7" name="Line 317"/>
            <p:cNvSpPr>
              <a:spLocks noChangeShapeType="1"/>
            </p:cNvSpPr>
            <p:nvPr/>
          </p:nvSpPr>
          <p:spPr bwMode="auto">
            <a:xfrm rot="5400000">
              <a:off x="2423"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8" name="Line 318"/>
            <p:cNvSpPr>
              <a:spLocks noChangeShapeType="1"/>
            </p:cNvSpPr>
            <p:nvPr/>
          </p:nvSpPr>
          <p:spPr bwMode="auto">
            <a:xfrm rot="5400000">
              <a:off x="2327"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9" name="Line 319"/>
            <p:cNvSpPr>
              <a:spLocks noChangeShapeType="1"/>
            </p:cNvSpPr>
            <p:nvPr/>
          </p:nvSpPr>
          <p:spPr bwMode="auto">
            <a:xfrm rot="5400000">
              <a:off x="2231"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611" name="Group 320"/>
          <p:cNvGrpSpPr>
            <a:grpSpLocks/>
          </p:cNvGrpSpPr>
          <p:nvPr/>
        </p:nvGrpSpPr>
        <p:grpSpPr bwMode="auto">
          <a:xfrm>
            <a:off x="2062163" y="5014913"/>
            <a:ext cx="730250" cy="457200"/>
            <a:chOff x="1296" y="768"/>
            <a:chExt cx="556" cy="336"/>
          </a:xfrm>
        </p:grpSpPr>
        <p:sp>
          <p:nvSpPr>
            <p:cNvPr id="108658" name="Rectangle 321"/>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a:endParaRPr kumimoji="1" lang="zh-CN" altLang="zh-CN" sz="1800">
                <a:solidFill>
                  <a:srgbClr val="333399"/>
                </a:solidFill>
                <a:latin typeface="Arial" pitchFamily="34" charset="0"/>
                <a:ea typeface="黑体" pitchFamily="49" charset="-122"/>
              </a:endParaRPr>
            </a:p>
          </p:txBody>
        </p:sp>
        <p:grpSp>
          <p:nvGrpSpPr>
            <p:cNvPr id="108659" name="Group 322"/>
            <p:cNvGrpSpPr>
              <a:grpSpLocks/>
            </p:cNvGrpSpPr>
            <p:nvPr/>
          </p:nvGrpSpPr>
          <p:grpSpPr bwMode="auto">
            <a:xfrm>
              <a:off x="1367" y="829"/>
              <a:ext cx="393" cy="214"/>
              <a:chOff x="2928" y="3744"/>
              <a:chExt cx="528" cy="336"/>
            </a:xfrm>
          </p:grpSpPr>
          <p:grpSp>
            <p:nvGrpSpPr>
              <p:cNvPr id="108660" name="Group 323"/>
              <p:cNvGrpSpPr>
                <a:grpSpLocks/>
              </p:cNvGrpSpPr>
              <p:nvPr/>
            </p:nvGrpSpPr>
            <p:grpSpPr bwMode="auto">
              <a:xfrm>
                <a:off x="3024" y="3744"/>
                <a:ext cx="432" cy="240"/>
                <a:chOff x="2736" y="3648"/>
                <a:chExt cx="432" cy="240"/>
              </a:xfrm>
            </p:grpSpPr>
            <p:grpSp>
              <p:nvGrpSpPr>
                <p:cNvPr id="108675" name="Group 324"/>
                <p:cNvGrpSpPr>
                  <a:grpSpLocks/>
                </p:cNvGrpSpPr>
                <p:nvPr/>
              </p:nvGrpSpPr>
              <p:grpSpPr bwMode="auto">
                <a:xfrm>
                  <a:off x="2736" y="3648"/>
                  <a:ext cx="432" cy="240"/>
                  <a:chOff x="2592" y="3504"/>
                  <a:chExt cx="576" cy="384"/>
                </a:xfrm>
              </p:grpSpPr>
              <p:sp>
                <p:nvSpPr>
                  <p:cNvPr id="108677" name="Rectangle 325"/>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78" name="Freeform 326"/>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79" name="Line 327"/>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80" name="Line 328"/>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676" name="Line 329"/>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661" name="Group 330"/>
              <p:cNvGrpSpPr>
                <a:grpSpLocks/>
              </p:cNvGrpSpPr>
              <p:nvPr/>
            </p:nvGrpSpPr>
            <p:grpSpPr bwMode="auto">
              <a:xfrm>
                <a:off x="2976" y="3792"/>
                <a:ext cx="432" cy="240"/>
                <a:chOff x="2736" y="3648"/>
                <a:chExt cx="432" cy="240"/>
              </a:xfrm>
            </p:grpSpPr>
            <p:grpSp>
              <p:nvGrpSpPr>
                <p:cNvPr id="108669" name="Group 331"/>
                <p:cNvGrpSpPr>
                  <a:grpSpLocks/>
                </p:cNvGrpSpPr>
                <p:nvPr/>
              </p:nvGrpSpPr>
              <p:grpSpPr bwMode="auto">
                <a:xfrm>
                  <a:off x="2736" y="3648"/>
                  <a:ext cx="432" cy="240"/>
                  <a:chOff x="2592" y="3504"/>
                  <a:chExt cx="576" cy="384"/>
                </a:xfrm>
              </p:grpSpPr>
              <p:sp>
                <p:nvSpPr>
                  <p:cNvPr id="108671" name="Rectangle 332"/>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72" name="Freeform 333"/>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73" name="Line 334"/>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74" name="Line 335"/>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670" name="Line 336"/>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8662" name="Group 337"/>
              <p:cNvGrpSpPr>
                <a:grpSpLocks/>
              </p:cNvGrpSpPr>
              <p:nvPr/>
            </p:nvGrpSpPr>
            <p:grpSpPr bwMode="auto">
              <a:xfrm>
                <a:off x="2928" y="3840"/>
                <a:ext cx="432" cy="240"/>
                <a:chOff x="2736" y="3648"/>
                <a:chExt cx="432" cy="240"/>
              </a:xfrm>
            </p:grpSpPr>
            <p:grpSp>
              <p:nvGrpSpPr>
                <p:cNvPr id="108663" name="Group 338"/>
                <p:cNvGrpSpPr>
                  <a:grpSpLocks/>
                </p:cNvGrpSpPr>
                <p:nvPr/>
              </p:nvGrpSpPr>
              <p:grpSpPr bwMode="auto">
                <a:xfrm>
                  <a:off x="2736" y="3648"/>
                  <a:ext cx="432" cy="240"/>
                  <a:chOff x="2592" y="3504"/>
                  <a:chExt cx="576" cy="384"/>
                </a:xfrm>
              </p:grpSpPr>
              <p:sp>
                <p:nvSpPr>
                  <p:cNvPr id="108665" name="Rectangle 339"/>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66" name="Freeform 340"/>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67" name="Line 341"/>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68" name="Line 342"/>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664" name="Line 343"/>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108612" name="Freeform 344"/>
          <p:cNvSpPr>
            <a:spLocks/>
          </p:cNvSpPr>
          <p:nvPr/>
        </p:nvSpPr>
        <p:spPr bwMode="auto">
          <a:xfrm>
            <a:off x="927100" y="4694238"/>
            <a:ext cx="1238250" cy="496887"/>
          </a:xfrm>
          <a:custGeom>
            <a:avLst/>
            <a:gdLst>
              <a:gd name="T0" fmla="*/ 0 w 780"/>
              <a:gd name="T1" fmla="*/ 249494424 h 313"/>
              <a:gd name="T2" fmla="*/ 574595625 w 780"/>
              <a:gd name="T3" fmla="*/ 32761205 h 313"/>
              <a:gd name="T4" fmla="*/ 1118949375 w 780"/>
              <a:gd name="T5" fmla="*/ 47882127 h 313"/>
              <a:gd name="T6" fmla="*/ 1466730938 w 780"/>
              <a:gd name="T7" fmla="*/ 168849505 h 313"/>
              <a:gd name="T8" fmla="*/ 1844754375 w 780"/>
              <a:gd name="T9" fmla="*/ 546872562 h 313"/>
              <a:gd name="T10" fmla="*/ 1965721875 w 780"/>
              <a:gd name="T11" fmla="*/ 788807319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13" name="Freeform 345"/>
          <p:cNvSpPr>
            <a:spLocks/>
          </p:cNvSpPr>
          <p:nvPr/>
        </p:nvSpPr>
        <p:spPr bwMode="auto">
          <a:xfrm>
            <a:off x="2470150" y="4092575"/>
            <a:ext cx="4462463" cy="1022350"/>
          </a:xfrm>
          <a:custGeom>
            <a:avLst/>
            <a:gdLst>
              <a:gd name="T0" fmla="*/ 0 w 2811"/>
              <a:gd name="T1" fmla="*/ 1622980625 h 644"/>
              <a:gd name="T2" fmla="*/ 1229836388 w 2811"/>
              <a:gd name="T3" fmla="*/ 735885625 h 644"/>
              <a:gd name="T4" fmla="*/ 2033767115 w 2811"/>
              <a:gd name="T5" fmla="*/ 345262200 h 644"/>
              <a:gd name="T6" fmla="*/ 2147483647 w 2811"/>
              <a:gd name="T7" fmla="*/ 70564375 h 644"/>
              <a:gd name="T8" fmla="*/ 2147483647 w 2811"/>
              <a:gd name="T9" fmla="*/ 30241875 h 644"/>
              <a:gd name="T10" fmla="*/ 2147483647 w 2811"/>
              <a:gd name="T11" fmla="*/ 246975313 h 644"/>
              <a:gd name="T12" fmla="*/ 2147483647 w 2811"/>
              <a:gd name="T13" fmla="*/ 829132200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14" name="Freeform 346"/>
          <p:cNvSpPr>
            <a:spLocks/>
          </p:cNvSpPr>
          <p:nvPr/>
        </p:nvSpPr>
        <p:spPr bwMode="auto">
          <a:xfrm>
            <a:off x="7031038" y="4386263"/>
            <a:ext cx="1154112" cy="347662"/>
          </a:xfrm>
          <a:custGeom>
            <a:avLst/>
            <a:gdLst>
              <a:gd name="T0" fmla="*/ 0 w 727"/>
              <a:gd name="T1" fmla="*/ 325098895 h 219"/>
              <a:gd name="T2" fmla="*/ 365421704 w 727"/>
              <a:gd name="T3" fmla="*/ 95765800 h 219"/>
              <a:gd name="T4" fmla="*/ 577114737 w 727"/>
              <a:gd name="T5" fmla="*/ 22680580 h 219"/>
              <a:gd name="T6" fmla="*/ 773686840 w 727"/>
              <a:gd name="T7" fmla="*/ 7559664 h 219"/>
              <a:gd name="T8" fmla="*/ 962699270 w 727"/>
              <a:gd name="T9" fmla="*/ 15120916 h 219"/>
              <a:gd name="T10" fmla="*/ 1212193837 w 727"/>
              <a:gd name="T11" fmla="*/ 98285159 h 219"/>
              <a:gd name="T12" fmla="*/ 1832152006 w 727"/>
              <a:gd name="T13" fmla="*/ 551912631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15" name="Text Box 347"/>
          <p:cNvSpPr txBox="1">
            <a:spLocks noChangeArrowheads="1"/>
          </p:cNvSpPr>
          <p:nvPr/>
        </p:nvSpPr>
        <p:spPr bwMode="auto">
          <a:xfrm>
            <a:off x="4464050" y="3771900"/>
            <a:ext cx="819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SMTP</a:t>
            </a:r>
          </a:p>
        </p:txBody>
      </p:sp>
      <p:sp>
        <p:nvSpPr>
          <p:cNvPr id="108616" name="Text Box 348"/>
          <p:cNvSpPr txBox="1">
            <a:spLocks noChangeArrowheads="1"/>
          </p:cNvSpPr>
          <p:nvPr/>
        </p:nvSpPr>
        <p:spPr bwMode="auto">
          <a:xfrm>
            <a:off x="1123950" y="4340225"/>
            <a:ext cx="819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SMTP</a:t>
            </a:r>
          </a:p>
        </p:txBody>
      </p:sp>
      <p:sp>
        <p:nvSpPr>
          <p:cNvPr id="108617" name="Text Box 349"/>
          <p:cNvSpPr txBox="1">
            <a:spLocks noChangeArrowheads="1"/>
          </p:cNvSpPr>
          <p:nvPr/>
        </p:nvSpPr>
        <p:spPr bwMode="auto">
          <a:xfrm>
            <a:off x="7199313" y="4057650"/>
            <a:ext cx="793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POP3</a:t>
            </a:r>
          </a:p>
        </p:txBody>
      </p:sp>
      <p:sp>
        <p:nvSpPr>
          <p:cNvPr id="108618" name="Text Box 350"/>
          <p:cNvSpPr txBox="1">
            <a:spLocks noChangeArrowheads="1"/>
          </p:cNvSpPr>
          <p:nvPr/>
        </p:nvSpPr>
        <p:spPr bwMode="auto">
          <a:xfrm>
            <a:off x="2546350" y="59563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   </a:t>
            </a:r>
            <a:r>
              <a:rPr kumimoji="1" lang="zh-CN" altLang="en-US" sz="1800">
                <a:solidFill>
                  <a:srgbClr val="333399"/>
                </a:solidFill>
                <a:latin typeface="Arial" pitchFamily="34" charset="0"/>
                <a:ea typeface="黑体" pitchFamily="49" charset="-122"/>
              </a:rPr>
              <a:t>发送端</a:t>
            </a:r>
          </a:p>
          <a:p>
            <a:pPr eaLnBrk="1" hangingPunct="1"/>
            <a:r>
              <a:rPr kumimoji="1" lang="zh-CN" altLang="en-US" sz="1800">
                <a:solidFill>
                  <a:srgbClr val="333399"/>
                </a:solidFill>
                <a:latin typeface="Arial" pitchFamily="34" charset="0"/>
                <a:ea typeface="黑体" pitchFamily="49" charset="-122"/>
              </a:rPr>
              <a:t>邮件服务器</a:t>
            </a:r>
          </a:p>
        </p:txBody>
      </p:sp>
      <p:sp>
        <p:nvSpPr>
          <p:cNvPr id="108619" name="Line 351"/>
          <p:cNvSpPr>
            <a:spLocks noChangeShapeType="1"/>
          </p:cNvSpPr>
          <p:nvPr/>
        </p:nvSpPr>
        <p:spPr bwMode="auto">
          <a:xfrm flipV="1">
            <a:off x="8108950" y="4678363"/>
            <a:ext cx="119063" cy="7413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20" name="Line 352"/>
          <p:cNvSpPr>
            <a:spLocks noChangeShapeType="1"/>
          </p:cNvSpPr>
          <p:nvPr/>
        </p:nvSpPr>
        <p:spPr bwMode="auto">
          <a:xfrm flipV="1">
            <a:off x="1708150" y="5343525"/>
            <a:ext cx="609600" cy="60960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21" name="Line 353"/>
          <p:cNvSpPr>
            <a:spLocks noChangeShapeType="1"/>
          </p:cNvSpPr>
          <p:nvPr/>
        </p:nvSpPr>
        <p:spPr bwMode="auto">
          <a:xfrm flipV="1">
            <a:off x="768350" y="4868863"/>
            <a:ext cx="173038" cy="8763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22" name="Text Box 354"/>
          <p:cNvSpPr txBox="1">
            <a:spLocks noChangeArrowheads="1"/>
          </p:cNvSpPr>
          <p:nvPr/>
        </p:nvSpPr>
        <p:spPr bwMode="auto">
          <a:xfrm>
            <a:off x="260350" y="568801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用户代理</a:t>
            </a:r>
          </a:p>
        </p:txBody>
      </p:sp>
      <p:sp>
        <p:nvSpPr>
          <p:cNvPr id="108623" name="Text Box 355"/>
          <p:cNvSpPr txBox="1">
            <a:spLocks noChangeArrowheads="1"/>
          </p:cNvSpPr>
          <p:nvPr/>
        </p:nvSpPr>
        <p:spPr bwMode="auto">
          <a:xfrm>
            <a:off x="5975350" y="3640138"/>
            <a:ext cx="10985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用户邮箱</a:t>
            </a:r>
          </a:p>
        </p:txBody>
      </p:sp>
      <p:sp>
        <p:nvSpPr>
          <p:cNvPr id="108624" name="Line 356"/>
          <p:cNvSpPr>
            <a:spLocks noChangeShapeType="1"/>
          </p:cNvSpPr>
          <p:nvPr/>
        </p:nvSpPr>
        <p:spPr bwMode="auto">
          <a:xfrm rot="10800000" flipH="1" flipV="1">
            <a:off x="6508750" y="3971925"/>
            <a:ext cx="439738" cy="4445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25" name="Text Box 357"/>
          <p:cNvSpPr txBox="1">
            <a:spLocks noChangeArrowheads="1"/>
          </p:cNvSpPr>
          <p:nvPr/>
        </p:nvSpPr>
        <p:spPr bwMode="auto">
          <a:xfrm>
            <a:off x="8305800" y="394493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接收方</a:t>
            </a:r>
          </a:p>
        </p:txBody>
      </p:sp>
      <p:sp>
        <p:nvSpPr>
          <p:cNvPr id="108626" name="Line 358"/>
          <p:cNvSpPr>
            <a:spLocks noChangeShapeType="1"/>
          </p:cNvSpPr>
          <p:nvPr/>
        </p:nvSpPr>
        <p:spPr bwMode="auto">
          <a:xfrm flipV="1">
            <a:off x="6127750" y="5605463"/>
            <a:ext cx="595313" cy="4032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27" name="Line 359"/>
          <p:cNvSpPr>
            <a:spLocks noChangeShapeType="1"/>
          </p:cNvSpPr>
          <p:nvPr/>
        </p:nvSpPr>
        <p:spPr bwMode="auto">
          <a:xfrm flipH="1" flipV="1">
            <a:off x="2622550" y="5648325"/>
            <a:ext cx="438150" cy="3714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28" name="Text Box 375"/>
          <p:cNvSpPr txBox="1">
            <a:spLocks noChangeArrowheads="1"/>
          </p:cNvSpPr>
          <p:nvPr/>
        </p:nvSpPr>
        <p:spPr bwMode="auto">
          <a:xfrm>
            <a:off x="955675" y="4071938"/>
            <a:ext cx="125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a:t>
            </a:r>
            <a:r>
              <a:rPr kumimoji="1" lang="zh-CN" altLang="en-US" sz="1800">
                <a:solidFill>
                  <a:srgbClr val="333399"/>
                </a:solidFill>
                <a:latin typeface="Arial" pitchFamily="34" charset="0"/>
                <a:ea typeface="黑体" pitchFamily="49" charset="-122"/>
              </a:rPr>
              <a:t>发送邮件</a:t>
            </a:r>
            <a:r>
              <a:rPr kumimoji="1" lang="en-US" altLang="zh-CN" sz="1800">
                <a:solidFill>
                  <a:srgbClr val="333399"/>
                </a:solidFill>
                <a:latin typeface="Arial" pitchFamily="34" charset="0"/>
                <a:ea typeface="黑体" pitchFamily="49" charset="-122"/>
              </a:rPr>
              <a:t>)</a:t>
            </a:r>
          </a:p>
        </p:txBody>
      </p:sp>
      <p:sp>
        <p:nvSpPr>
          <p:cNvPr id="108629" name="Text Box 376"/>
          <p:cNvSpPr txBox="1">
            <a:spLocks noChangeArrowheads="1"/>
          </p:cNvSpPr>
          <p:nvPr/>
        </p:nvSpPr>
        <p:spPr bwMode="auto">
          <a:xfrm>
            <a:off x="4114800" y="3455988"/>
            <a:ext cx="155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（发送邮件）</a:t>
            </a:r>
          </a:p>
        </p:txBody>
      </p:sp>
      <p:sp>
        <p:nvSpPr>
          <p:cNvPr id="108630" name="Text Box 379"/>
          <p:cNvSpPr txBox="1">
            <a:spLocks noChangeArrowheads="1"/>
          </p:cNvSpPr>
          <p:nvPr/>
        </p:nvSpPr>
        <p:spPr bwMode="auto">
          <a:xfrm>
            <a:off x="7019925" y="3748088"/>
            <a:ext cx="125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800">
                <a:solidFill>
                  <a:srgbClr val="333399"/>
                </a:solidFill>
                <a:latin typeface="Arial" pitchFamily="34" charset="0"/>
                <a:ea typeface="黑体" pitchFamily="49" charset="-122"/>
              </a:rPr>
              <a:t>(</a:t>
            </a:r>
            <a:r>
              <a:rPr kumimoji="1" lang="zh-CN" altLang="en-US" sz="1800">
                <a:solidFill>
                  <a:srgbClr val="333399"/>
                </a:solidFill>
                <a:latin typeface="Arial" pitchFamily="34" charset="0"/>
                <a:ea typeface="黑体" pitchFamily="49" charset="-122"/>
              </a:rPr>
              <a:t>读取邮件</a:t>
            </a:r>
            <a:r>
              <a:rPr kumimoji="1" lang="en-US" altLang="zh-CN" sz="1800">
                <a:solidFill>
                  <a:srgbClr val="333399"/>
                </a:solidFill>
                <a:latin typeface="Arial" pitchFamily="34" charset="0"/>
                <a:ea typeface="黑体" pitchFamily="49" charset="-122"/>
              </a:rPr>
              <a:t>)</a:t>
            </a:r>
          </a:p>
        </p:txBody>
      </p:sp>
      <p:graphicFrame>
        <p:nvGraphicFramePr>
          <p:cNvPr id="108631" name="Object 383"/>
          <p:cNvGraphicFramePr>
            <a:graphicFrameLocks noChangeAspect="1"/>
          </p:cNvGraphicFramePr>
          <p:nvPr>
            <p:ph idx="1"/>
          </p:nvPr>
        </p:nvGraphicFramePr>
        <p:xfrm>
          <a:off x="3492500" y="4378325"/>
          <a:ext cx="2519363" cy="1439863"/>
        </p:xfrm>
        <a:graphic>
          <a:graphicData uri="http://schemas.openxmlformats.org/presentationml/2006/ole">
            <mc:AlternateContent xmlns:mc="http://schemas.openxmlformats.org/markup-compatibility/2006">
              <mc:Choice xmlns:v="urn:schemas-microsoft-com:vml" Requires="v">
                <p:oleObj spid="_x0000_s108934" name="VISIO" r:id="rId4" imgW="1687068" imgH="964692" progId="Visio.Drawing.6">
                  <p:embed/>
                </p:oleObj>
              </mc:Choice>
              <mc:Fallback>
                <p:oleObj name="VISIO" r:id="rId4" imgW="1687068" imgH="964692" progId="Visio.Drawing.6">
                  <p:embed/>
                  <p:pic>
                    <p:nvPicPr>
                      <p:cNvPr id="0" name="Object 3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4378325"/>
                        <a:ext cx="2519363"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8632" name="Text Box 384"/>
          <p:cNvSpPr txBox="1">
            <a:spLocks noChangeArrowheads="1"/>
          </p:cNvSpPr>
          <p:nvPr/>
        </p:nvSpPr>
        <p:spPr bwMode="auto">
          <a:xfrm>
            <a:off x="4354513" y="48069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因特网</a:t>
            </a:r>
          </a:p>
        </p:txBody>
      </p:sp>
      <p:sp>
        <p:nvSpPr>
          <p:cNvPr id="108633" name="Rectangle 385"/>
          <p:cNvSpPr>
            <a:spLocks noChangeArrowheads="1"/>
          </p:cNvSpPr>
          <p:nvPr/>
        </p:nvSpPr>
        <p:spPr bwMode="auto">
          <a:xfrm>
            <a:off x="8172450" y="1484313"/>
            <a:ext cx="863600" cy="1728787"/>
          </a:xfrm>
          <a:prstGeom prst="rect">
            <a:avLst/>
          </a:prstGeom>
          <a:solidFill>
            <a:srgbClr val="CCECFF"/>
          </a:solidFill>
          <a:ln w="9525" algn="ctr">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8634" name="Rectangle 386"/>
          <p:cNvSpPr>
            <a:spLocks noChangeArrowheads="1"/>
          </p:cNvSpPr>
          <p:nvPr/>
        </p:nvSpPr>
        <p:spPr bwMode="auto">
          <a:xfrm>
            <a:off x="1908175" y="1473200"/>
            <a:ext cx="863600" cy="1739900"/>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8635" name="Rectangle 387"/>
          <p:cNvSpPr>
            <a:spLocks noChangeArrowheads="1"/>
          </p:cNvSpPr>
          <p:nvPr/>
        </p:nvSpPr>
        <p:spPr bwMode="auto">
          <a:xfrm>
            <a:off x="179388" y="1473200"/>
            <a:ext cx="863600" cy="173990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8636" name="Line 388"/>
          <p:cNvSpPr>
            <a:spLocks noChangeShapeType="1"/>
          </p:cNvSpPr>
          <p:nvPr/>
        </p:nvSpPr>
        <p:spPr bwMode="auto">
          <a:xfrm>
            <a:off x="784225" y="1916113"/>
            <a:ext cx="1195388"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37" name="Text Box 389"/>
          <p:cNvSpPr txBox="1">
            <a:spLocks noChangeArrowheads="1"/>
          </p:cNvSpPr>
          <p:nvPr/>
        </p:nvSpPr>
        <p:spPr bwMode="auto">
          <a:xfrm>
            <a:off x="1028700" y="1592263"/>
            <a:ext cx="7477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SMTP</a:t>
            </a:r>
          </a:p>
        </p:txBody>
      </p:sp>
      <p:sp>
        <p:nvSpPr>
          <p:cNvPr id="108638" name="Text Box 390"/>
          <p:cNvSpPr txBox="1">
            <a:spLocks noChangeArrowheads="1"/>
          </p:cNvSpPr>
          <p:nvPr/>
        </p:nvSpPr>
        <p:spPr bwMode="auto">
          <a:xfrm>
            <a:off x="7443788" y="1577975"/>
            <a:ext cx="7254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POP3</a:t>
            </a:r>
          </a:p>
        </p:txBody>
      </p:sp>
      <p:sp>
        <p:nvSpPr>
          <p:cNvPr id="108639" name="Text Box 391"/>
          <p:cNvSpPr txBox="1">
            <a:spLocks noChangeArrowheads="1"/>
          </p:cNvSpPr>
          <p:nvPr/>
        </p:nvSpPr>
        <p:spPr bwMode="auto">
          <a:xfrm>
            <a:off x="1116013" y="1123950"/>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600">
                <a:solidFill>
                  <a:schemeClr val="folHlink"/>
                </a:solidFill>
                <a:latin typeface="Arial" pitchFamily="34" charset="0"/>
                <a:ea typeface="黑体" pitchFamily="49" charset="-122"/>
              </a:rPr>
              <a:t>发送</a:t>
            </a:r>
          </a:p>
          <a:p>
            <a:pPr algn="ctr" eaLnBrk="1" hangingPunct="1"/>
            <a:r>
              <a:rPr kumimoji="1" lang="zh-CN" altLang="en-US" sz="1600">
                <a:solidFill>
                  <a:schemeClr val="folHlink"/>
                </a:solidFill>
                <a:latin typeface="Arial" pitchFamily="34" charset="0"/>
                <a:ea typeface="黑体" pitchFamily="49" charset="-122"/>
              </a:rPr>
              <a:t>邮件</a:t>
            </a:r>
          </a:p>
        </p:txBody>
      </p:sp>
      <p:sp>
        <p:nvSpPr>
          <p:cNvPr id="108640" name="Text Box 392"/>
          <p:cNvSpPr txBox="1">
            <a:spLocks noChangeArrowheads="1"/>
          </p:cNvSpPr>
          <p:nvPr/>
        </p:nvSpPr>
        <p:spPr bwMode="auto">
          <a:xfrm>
            <a:off x="3779838" y="2346325"/>
            <a:ext cx="1617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600">
                <a:solidFill>
                  <a:schemeClr val="folHlink"/>
                </a:solidFill>
                <a:latin typeface="Arial" pitchFamily="34" charset="0"/>
                <a:ea typeface="黑体" pitchFamily="49" charset="-122"/>
              </a:rPr>
              <a:t>发送邮件 </a:t>
            </a:r>
            <a:r>
              <a:rPr kumimoji="1" lang="en-US" altLang="zh-CN" sz="1600">
                <a:solidFill>
                  <a:schemeClr val="folHlink"/>
                </a:solidFill>
                <a:latin typeface="Arial" pitchFamily="34" charset="0"/>
                <a:ea typeface="黑体" pitchFamily="49" charset="-122"/>
              </a:rPr>
              <a:t>SMTP</a:t>
            </a:r>
          </a:p>
        </p:txBody>
      </p:sp>
      <p:sp>
        <p:nvSpPr>
          <p:cNvPr id="108641" name="Text Box 393"/>
          <p:cNvSpPr txBox="1">
            <a:spLocks noChangeArrowheads="1"/>
          </p:cNvSpPr>
          <p:nvPr/>
        </p:nvSpPr>
        <p:spPr bwMode="auto">
          <a:xfrm>
            <a:off x="7451725" y="1052513"/>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1600">
                <a:solidFill>
                  <a:schemeClr val="folHlink"/>
                </a:solidFill>
                <a:latin typeface="Arial" pitchFamily="34" charset="0"/>
                <a:ea typeface="黑体" pitchFamily="49" charset="-122"/>
              </a:rPr>
              <a:t>读取</a:t>
            </a:r>
          </a:p>
          <a:p>
            <a:pPr eaLnBrk="1" hangingPunct="1"/>
            <a:r>
              <a:rPr kumimoji="1" lang="zh-CN" altLang="en-US" sz="1600">
                <a:solidFill>
                  <a:schemeClr val="folHlink"/>
                </a:solidFill>
                <a:latin typeface="Arial" pitchFamily="34" charset="0"/>
                <a:ea typeface="黑体" pitchFamily="49" charset="-122"/>
              </a:rPr>
              <a:t>邮件</a:t>
            </a:r>
          </a:p>
        </p:txBody>
      </p:sp>
      <p:sp>
        <p:nvSpPr>
          <p:cNvPr id="108642" name="Text Box 394"/>
          <p:cNvSpPr txBox="1">
            <a:spLocks noChangeArrowheads="1"/>
          </p:cNvSpPr>
          <p:nvPr/>
        </p:nvSpPr>
        <p:spPr bwMode="auto">
          <a:xfrm>
            <a:off x="1116013" y="1914525"/>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TCP</a:t>
            </a:r>
          </a:p>
          <a:p>
            <a:pPr eaLnBrk="1" hangingPunct="1"/>
            <a:r>
              <a:rPr kumimoji="1" lang="zh-CN" altLang="en-US" sz="1600">
                <a:solidFill>
                  <a:schemeClr val="folHlink"/>
                </a:solidFill>
                <a:latin typeface="Arial" pitchFamily="34" charset="0"/>
                <a:ea typeface="黑体" pitchFamily="49" charset="-122"/>
              </a:rPr>
              <a:t>连接</a:t>
            </a:r>
          </a:p>
        </p:txBody>
      </p:sp>
      <p:sp>
        <p:nvSpPr>
          <p:cNvPr id="108643" name="Text Box 395"/>
          <p:cNvSpPr txBox="1">
            <a:spLocks noChangeArrowheads="1"/>
          </p:cNvSpPr>
          <p:nvPr/>
        </p:nvSpPr>
        <p:spPr bwMode="auto">
          <a:xfrm>
            <a:off x="7437438" y="1984375"/>
            <a:ext cx="59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TCP</a:t>
            </a:r>
          </a:p>
          <a:p>
            <a:pPr eaLnBrk="1" hangingPunct="1"/>
            <a:r>
              <a:rPr kumimoji="1" lang="zh-CN" altLang="en-US" sz="1600">
                <a:solidFill>
                  <a:schemeClr val="folHlink"/>
                </a:solidFill>
                <a:latin typeface="Arial" pitchFamily="34" charset="0"/>
                <a:ea typeface="黑体" pitchFamily="49" charset="-122"/>
              </a:rPr>
              <a:t>连接</a:t>
            </a:r>
          </a:p>
        </p:txBody>
      </p:sp>
      <p:sp>
        <p:nvSpPr>
          <p:cNvPr id="108644" name="Text Box 396"/>
          <p:cNvSpPr txBox="1">
            <a:spLocks noChangeArrowheads="1"/>
          </p:cNvSpPr>
          <p:nvPr/>
        </p:nvSpPr>
        <p:spPr bwMode="auto">
          <a:xfrm>
            <a:off x="1701800" y="863600"/>
            <a:ext cx="1200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600">
                <a:solidFill>
                  <a:schemeClr val="folHlink"/>
                </a:solidFill>
                <a:latin typeface="Arial" pitchFamily="34" charset="0"/>
                <a:ea typeface="黑体" pitchFamily="49" charset="-122"/>
              </a:rPr>
              <a:t>发送方</a:t>
            </a:r>
          </a:p>
          <a:p>
            <a:pPr algn="ctr" eaLnBrk="1" hangingPunct="1"/>
            <a:r>
              <a:rPr kumimoji="1" lang="zh-CN" altLang="en-US" sz="1600">
                <a:solidFill>
                  <a:schemeClr val="folHlink"/>
                </a:solidFill>
                <a:latin typeface="Arial" pitchFamily="34" charset="0"/>
                <a:ea typeface="黑体" pitchFamily="49" charset="-122"/>
              </a:rPr>
              <a:t>邮件服务器</a:t>
            </a:r>
          </a:p>
        </p:txBody>
      </p:sp>
      <p:sp>
        <p:nvSpPr>
          <p:cNvPr id="108645" name="Oval 397"/>
          <p:cNvSpPr>
            <a:spLocks noChangeArrowheads="1"/>
          </p:cNvSpPr>
          <p:nvPr/>
        </p:nvSpPr>
        <p:spPr bwMode="auto">
          <a:xfrm>
            <a:off x="250825" y="1555750"/>
            <a:ext cx="719138" cy="719138"/>
          </a:xfrm>
          <a:prstGeom prst="ellipse">
            <a:avLst/>
          </a:prstGeom>
          <a:solidFill>
            <a:srgbClr val="FFFF99"/>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SMTP</a:t>
            </a:r>
          </a:p>
          <a:p>
            <a:pPr algn="ctr"/>
            <a:r>
              <a:rPr kumimoji="1" lang="zh-CN" altLang="en-US" sz="1600">
                <a:solidFill>
                  <a:schemeClr val="folHlink"/>
                </a:solidFill>
                <a:latin typeface="Arial" pitchFamily="34" charset="0"/>
                <a:ea typeface="黑体" pitchFamily="49" charset="-122"/>
              </a:rPr>
              <a:t>客户</a:t>
            </a:r>
          </a:p>
        </p:txBody>
      </p:sp>
      <p:sp>
        <p:nvSpPr>
          <p:cNvPr id="108646" name="Oval 398"/>
          <p:cNvSpPr>
            <a:spLocks noChangeArrowheads="1"/>
          </p:cNvSpPr>
          <p:nvPr/>
        </p:nvSpPr>
        <p:spPr bwMode="auto">
          <a:xfrm>
            <a:off x="8243888" y="1555750"/>
            <a:ext cx="719137" cy="719138"/>
          </a:xfrm>
          <a:prstGeom prst="ellipse">
            <a:avLst/>
          </a:pr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POP3</a:t>
            </a:r>
          </a:p>
          <a:p>
            <a:pPr algn="ctr"/>
            <a:r>
              <a:rPr kumimoji="1" lang="zh-CN" altLang="en-US" sz="1600">
                <a:solidFill>
                  <a:schemeClr val="folHlink"/>
                </a:solidFill>
                <a:latin typeface="Arial" pitchFamily="34" charset="0"/>
                <a:ea typeface="黑体" pitchFamily="49" charset="-122"/>
              </a:rPr>
              <a:t>客户</a:t>
            </a:r>
          </a:p>
        </p:txBody>
      </p:sp>
      <p:sp>
        <p:nvSpPr>
          <p:cNvPr id="108647" name="Text Box 399"/>
          <p:cNvSpPr txBox="1">
            <a:spLocks noChangeArrowheads="1"/>
          </p:cNvSpPr>
          <p:nvPr/>
        </p:nvSpPr>
        <p:spPr bwMode="auto">
          <a:xfrm>
            <a:off x="77788" y="863600"/>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600">
                <a:solidFill>
                  <a:schemeClr val="folHlink"/>
                </a:solidFill>
                <a:latin typeface="Arial" pitchFamily="34" charset="0"/>
                <a:ea typeface="黑体" pitchFamily="49" charset="-122"/>
              </a:rPr>
              <a:t>发件人</a:t>
            </a:r>
          </a:p>
          <a:p>
            <a:pPr algn="ctr" eaLnBrk="1" hangingPunct="1"/>
            <a:r>
              <a:rPr kumimoji="1" lang="zh-CN" altLang="en-US" sz="1600">
                <a:solidFill>
                  <a:schemeClr val="folHlink"/>
                </a:solidFill>
                <a:latin typeface="Arial" pitchFamily="34" charset="0"/>
                <a:ea typeface="黑体" pitchFamily="49" charset="-122"/>
              </a:rPr>
              <a:t>用户代理</a:t>
            </a:r>
          </a:p>
        </p:txBody>
      </p:sp>
      <p:sp>
        <p:nvSpPr>
          <p:cNvPr id="108648" name="Text Box 400"/>
          <p:cNvSpPr txBox="1">
            <a:spLocks noChangeArrowheads="1"/>
          </p:cNvSpPr>
          <p:nvPr/>
        </p:nvSpPr>
        <p:spPr bwMode="auto">
          <a:xfrm>
            <a:off x="6251575" y="863600"/>
            <a:ext cx="1200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600">
                <a:solidFill>
                  <a:schemeClr val="folHlink"/>
                </a:solidFill>
                <a:latin typeface="Arial" pitchFamily="34" charset="0"/>
                <a:ea typeface="黑体" pitchFamily="49" charset="-122"/>
              </a:rPr>
              <a:t>接收方</a:t>
            </a:r>
          </a:p>
          <a:p>
            <a:pPr algn="ctr" eaLnBrk="1" hangingPunct="1"/>
            <a:r>
              <a:rPr kumimoji="1" lang="zh-CN" altLang="en-US" sz="1600">
                <a:solidFill>
                  <a:schemeClr val="folHlink"/>
                </a:solidFill>
                <a:latin typeface="Arial" pitchFamily="34" charset="0"/>
                <a:ea typeface="黑体" pitchFamily="49" charset="-122"/>
              </a:rPr>
              <a:t>邮件服务器</a:t>
            </a:r>
          </a:p>
        </p:txBody>
      </p:sp>
      <p:sp>
        <p:nvSpPr>
          <p:cNvPr id="108649" name="Rectangle 401"/>
          <p:cNvSpPr>
            <a:spLocks noChangeArrowheads="1"/>
          </p:cNvSpPr>
          <p:nvPr/>
        </p:nvSpPr>
        <p:spPr bwMode="auto">
          <a:xfrm>
            <a:off x="6445250" y="1484313"/>
            <a:ext cx="863600" cy="1728787"/>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8650" name="Oval 402"/>
          <p:cNvSpPr>
            <a:spLocks noChangeArrowheads="1"/>
          </p:cNvSpPr>
          <p:nvPr/>
        </p:nvSpPr>
        <p:spPr bwMode="auto">
          <a:xfrm>
            <a:off x="6516688" y="2347913"/>
            <a:ext cx="719137" cy="719137"/>
          </a:xfrm>
          <a:prstGeom prst="ellipse">
            <a:avLst/>
          </a:prstGeom>
          <a:solidFill>
            <a:srgbClr val="FFCCFF"/>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SMTP</a:t>
            </a:r>
          </a:p>
          <a:p>
            <a:pPr algn="ctr"/>
            <a:r>
              <a:rPr kumimoji="1" lang="zh-CN" altLang="en-US" sz="1600">
                <a:solidFill>
                  <a:schemeClr val="folHlink"/>
                </a:solidFill>
                <a:latin typeface="Arial" pitchFamily="34" charset="0"/>
                <a:ea typeface="黑体" pitchFamily="49" charset="-122"/>
              </a:rPr>
              <a:t>服务器</a:t>
            </a:r>
          </a:p>
        </p:txBody>
      </p:sp>
      <p:sp>
        <p:nvSpPr>
          <p:cNvPr id="108651" name="Oval 403"/>
          <p:cNvSpPr>
            <a:spLocks noChangeArrowheads="1"/>
          </p:cNvSpPr>
          <p:nvPr/>
        </p:nvSpPr>
        <p:spPr bwMode="auto">
          <a:xfrm>
            <a:off x="6516688" y="1555750"/>
            <a:ext cx="719137" cy="719138"/>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POP3</a:t>
            </a:r>
          </a:p>
          <a:p>
            <a:pPr algn="ctr"/>
            <a:r>
              <a:rPr kumimoji="1" lang="zh-CN" altLang="en-US" sz="1600">
                <a:solidFill>
                  <a:schemeClr val="folHlink"/>
                </a:solidFill>
                <a:latin typeface="Arial" pitchFamily="34" charset="0"/>
                <a:ea typeface="黑体" pitchFamily="49" charset="-122"/>
              </a:rPr>
              <a:t>服务器</a:t>
            </a:r>
          </a:p>
        </p:txBody>
      </p:sp>
      <p:sp>
        <p:nvSpPr>
          <p:cNvPr id="108652" name="Line 404"/>
          <p:cNvSpPr>
            <a:spLocks noChangeShapeType="1"/>
          </p:cNvSpPr>
          <p:nvPr/>
        </p:nvSpPr>
        <p:spPr bwMode="auto">
          <a:xfrm flipV="1">
            <a:off x="2627313" y="2708275"/>
            <a:ext cx="3887787"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53" name="Oval 405"/>
          <p:cNvSpPr>
            <a:spLocks noChangeArrowheads="1"/>
          </p:cNvSpPr>
          <p:nvPr/>
        </p:nvSpPr>
        <p:spPr bwMode="auto">
          <a:xfrm>
            <a:off x="1981200" y="1555750"/>
            <a:ext cx="719138" cy="719138"/>
          </a:xfrm>
          <a:prstGeom prst="ellipse">
            <a:avLst/>
          </a:prstGeom>
          <a:solidFill>
            <a:srgbClr val="FFCCFF"/>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SMTP</a:t>
            </a:r>
          </a:p>
          <a:p>
            <a:pPr algn="ctr"/>
            <a:r>
              <a:rPr kumimoji="1" lang="zh-CN" altLang="en-US" sz="1600">
                <a:solidFill>
                  <a:schemeClr val="folHlink"/>
                </a:solidFill>
                <a:latin typeface="Arial" pitchFamily="34" charset="0"/>
                <a:ea typeface="黑体" pitchFamily="49" charset="-122"/>
              </a:rPr>
              <a:t>服务器</a:t>
            </a:r>
          </a:p>
        </p:txBody>
      </p:sp>
      <p:sp>
        <p:nvSpPr>
          <p:cNvPr id="108654" name="Oval 406"/>
          <p:cNvSpPr>
            <a:spLocks noChangeArrowheads="1"/>
          </p:cNvSpPr>
          <p:nvPr/>
        </p:nvSpPr>
        <p:spPr bwMode="auto">
          <a:xfrm>
            <a:off x="1981200" y="2347913"/>
            <a:ext cx="719138" cy="719137"/>
          </a:xfrm>
          <a:prstGeom prst="ellipse">
            <a:avLst/>
          </a:prstGeom>
          <a:solidFill>
            <a:srgbClr val="FFFF99"/>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SMTP</a:t>
            </a:r>
          </a:p>
          <a:p>
            <a:pPr algn="ctr"/>
            <a:r>
              <a:rPr kumimoji="1" lang="zh-CN" altLang="en-US" sz="1600">
                <a:solidFill>
                  <a:schemeClr val="folHlink"/>
                </a:solidFill>
                <a:latin typeface="Arial" pitchFamily="34" charset="0"/>
                <a:ea typeface="黑体" pitchFamily="49" charset="-122"/>
              </a:rPr>
              <a:t>客户</a:t>
            </a:r>
          </a:p>
        </p:txBody>
      </p:sp>
      <p:sp>
        <p:nvSpPr>
          <p:cNvPr id="108655" name="Text Box 407"/>
          <p:cNvSpPr txBox="1">
            <a:spLocks noChangeArrowheads="1"/>
          </p:cNvSpPr>
          <p:nvPr/>
        </p:nvSpPr>
        <p:spPr bwMode="auto">
          <a:xfrm>
            <a:off x="8147050" y="863600"/>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1600">
                <a:solidFill>
                  <a:schemeClr val="folHlink"/>
                </a:solidFill>
                <a:latin typeface="Arial" pitchFamily="34" charset="0"/>
                <a:ea typeface="黑体" pitchFamily="49" charset="-122"/>
              </a:rPr>
              <a:t>收件人</a:t>
            </a:r>
          </a:p>
          <a:p>
            <a:pPr algn="ctr" eaLnBrk="1" hangingPunct="1"/>
            <a:r>
              <a:rPr kumimoji="1" lang="zh-CN" altLang="en-US" sz="1600">
                <a:solidFill>
                  <a:schemeClr val="folHlink"/>
                </a:solidFill>
                <a:latin typeface="Arial" pitchFamily="34" charset="0"/>
                <a:ea typeface="黑体" pitchFamily="49" charset="-122"/>
              </a:rPr>
              <a:t>用户代理</a:t>
            </a:r>
          </a:p>
        </p:txBody>
      </p:sp>
      <p:sp>
        <p:nvSpPr>
          <p:cNvPr id="108656" name="Line 408"/>
          <p:cNvSpPr>
            <a:spLocks noChangeShapeType="1"/>
          </p:cNvSpPr>
          <p:nvPr/>
        </p:nvSpPr>
        <p:spPr bwMode="auto">
          <a:xfrm flipV="1">
            <a:off x="7235825" y="1916113"/>
            <a:ext cx="1008063"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57" name="Text Box 409"/>
          <p:cNvSpPr txBox="1">
            <a:spLocks noChangeArrowheads="1"/>
          </p:cNvSpPr>
          <p:nvPr/>
        </p:nvSpPr>
        <p:spPr bwMode="auto">
          <a:xfrm>
            <a:off x="4067175" y="2730500"/>
            <a:ext cx="1052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TCP </a:t>
            </a:r>
            <a:r>
              <a:rPr kumimoji="1" lang="zh-CN" altLang="en-US" sz="1600">
                <a:solidFill>
                  <a:schemeClr val="folHlink"/>
                </a:solidFill>
                <a:latin typeface="Arial" pitchFamily="34" charset="0"/>
                <a:ea typeface="黑体" pitchFamily="49" charset="-122"/>
              </a:rPr>
              <a:t>连接</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93700" y="214313"/>
            <a:ext cx="8642350" cy="1462087"/>
          </a:xfrm>
        </p:spPr>
        <p:txBody>
          <a:bodyPr/>
          <a:lstStyle/>
          <a:p>
            <a:pPr algn="ctr" eaLnBrk="1" hangingPunct="1"/>
            <a:r>
              <a:rPr lang="zh-CN" altLang="en-US" smtClean="0"/>
              <a:t>用户代理 </a:t>
            </a:r>
            <a:r>
              <a:rPr lang="en-US" altLang="zh-CN" smtClean="0"/>
              <a:t>UA (User Agent)</a:t>
            </a:r>
          </a:p>
        </p:txBody>
      </p:sp>
      <p:sp>
        <p:nvSpPr>
          <p:cNvPr id="1138691" name="Rectangle 3"/>
          <p:cNvSpPr>
            <a:spLocks noGrp="1" noChangeArrowheads="1"/>
          </p:cNvSpPr>
          <p:nvPr>
            <p:ph type="body" idx="1"/>
          </p:nvPr>
        </p:nvSpPr>
        <p:spPr>
          <a:xfrm>
            <a:off x="468313" y="1916113"/>
            <a:ext cx="8351837" cy="4537075"/>
          </a:xfrm>
        </p:spPr>
        <p:txBody>
          <a:bodyPr/>
          <a:lstStyle/>
          <a:p>
            <a:pPr eaLnBrk="1" hangingPunct="1"/>
            <a:r>
              <a:rPr lang="zh-CN" altLang="en-US" smtClean="0"/>
              <a:t>用户代理 </a:t>
            </a:r>
            <a:r>
              <a:rPr lang="en-US" altLang="zh-CN" smtClean="0"/>
              <a:t>UA </a:t>
            </a:r>
            <a:r>
              <a:rPr lang="zh-CN" altLang="en-US" smtClean="0"/>
              <a:t>就是用户与电子邮件系统的接口，是电子邮件客户端软件。</a:t>
            </a:r>
          </a:p>
          <a:p>
            <a:pPr eaLnBrk="1" hangingPunct="1"/>
            <a:r>
              <a:rPr lang="zh-CN" altLang="en-US" smtClean="0"/>
              <a:t>用户代理的功能：撰写、显示、处理和通信。</a:t>
            </a:r>
          </a:p>
          <a:p>
            <a:pPr eaLnBrk="1" hangingPunct="1"/>
            <a:r>
              <a:rPr lang="zh-CN" altLang="en-US" smtClean="0"/>
              <a:t>邮件服务器的功能是发送和接收邮件，同时还要向发信人报告邮件传送的情况（已交付、被拒绝、丢失等）。</a:t>
            </a:r>
          </a:p>
          <a:p>
            <a:pPr eaLnBrk="1" hangingPunct="1"/>
            <a:r>
              <a:rPr lang="zh-CN" altLang="en-US" smtClean="0"/>
              <a:t>邮件服务器按照客户服务器方式工作。邮件服务器需要使用发送和读取两个不同的协议。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8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8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1"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393700" y="214313"/>
            <a:ext cx="8642350" cy="1462087"/>
          </a:xfrm>
        </p:spPr>
        <p:txBody>
          <a:bodyPr/>
          <a:lstStyle/>
          <a:p>
            <a:pPr algn="ctr" eaLnBrk="1" hangingPunct="1"/>
            <a:r>
              <a:rPr lang="zh-CN" altLang="en-US" smtClean="0"/>
              <a:t>应当注意</a:t>
            </a:r>
          </a:p>
        </p:txBody>
      </p:sp>
      <p:sp>
        <p:nvSpPr>
          <p:cNvPr id="110595"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t>一个邮件服务器既可以作为客户，也可以作为服务器。</a:t>
            </a:r>
          </a:p>
          <a:p>
            <a:pPr eaLnBrk="1" hangingPunct="1"/>
            <a:r>
              <a:rPr lang="zh-CN" altLang="en-US" sz="2800" smtClean="0"/>
              <a:t>例如，当邮件服务器 </a:t>
            </a:r>
            <a:r>
              <a:rPr lang="en-US" altLang="zh-CN" sz="2800" smtClean="0"/>
              <a:t>A </a:t>
            </a:r>
            <a:r>
              <a:rPr lang="zh-CN" altLang="en-US" sz="2800" smtClean="0"/>
              <a:t>向另一个邮件服务器 </a:t>
            </a:r>
            <a:r>
              <a:rPr lang="en-US" altLang="zh-CN" sz="2800" smtClean="0"/>
              <a:t>B </a:t>
            </a:r>
            <a:r>
              <a:rPr lang="zh-CN" altLang="en-US" sz="2800" smtClean="0"/>
              <a:t>发送邮件时，邮件服务器 </a:t>
            </a:r>
            <a:r>
              <a:rPr lang="en-US" altLang="zh-CN" sz="2800" smtClean="0"/>
              <a:t>A </a:t>
            </a:r>
            <a:r>
              <a:rPr lang="zh-CN" altLang="en-US" sz="2800" smtClean="0"/>
              <a:t>就作为 </a:t>
            </a:r>
            <a:r>
              <a:rPr lang="en-US" altLang="zh-CN" sz="2800" smtClean="0"/>
              <a:t>SMTP </a:t>
            </a:r>
            <a:r>
              <a:rPr lang="zh-CN" altLang="en-US" sz="2800" smtClean="0"/>
              <a:t>客户，而 </a:t>
            </a:r>
            <a:r>
              <a:rPr lang="en-US" altLang="zh-CN" sz="2800" smtClean="0"/>
              <a:t>B </a:t>
            </a:r>
            <a:r>
              <a:rPr lang="zh-CN" altLang="en-US" sz="2800" smtClean="0"/>
              <a:t>是 </a:t>
            </a:r>
            <a:r>
              <a:rPr lang="en-US" altLang="zh-CN" sz="2800" smtClean="0"/>
              <a:t>SMTP </a:t>
            </a:r>
            <a:r>
              <a:rPr lang="zh-CN" altLang="en-US" sz="2800" smtClean="0"/>
              <a:t>服务器。</a:t>
            </a:r>
          </a:p>
          <a:p>
            <a:pPr eaLnBrk="1" hangingPunct="1"/>
            <a:r>
              <a:rPr lang="zh-CN" altLang="en-US" sz="2800" smtClean="0"/>
              <a:t>当邮件服务器 </a:t>
            </a:r>
            <a:r>
              <a:rPr lang="en-US" altLang="zh-CN" sz="2800" smtClean="0"/>
              <a:t>A </a:t>
            </a:r>
            <a:r>
              <a:rPr lang="zh-CN" altLang="en-US" sz="2800" smtClean="0"/>
              <a:t>从另一个邮件服务器 </a:t>
            </a:r>
            <a:r>
              <a:rPr lang="en-US" altLang="zh-CN" sz="2800" smtClean="0"/>
              <a:t>B </a:t>
            </a:r>
            <a:r>
              <a:rPr lang="zh-CN" altLang="en-US" sz="2800" smtClean="0"/>
              <a:t>接收邮件时，邮件服务器 </a:t>
            </a:r>
            <a:r>
              <a:rPr lang="en-US" altLang="zh-CN" sz="2800" smtClean="0"/>
              <a:t>A </a:t>
            </a:r>
            <a:r>
              <a:rPr lang="zh-CN" altLang="en-US" sz="2800" smtClean="0"/>
              <a:t>就作为 </a:t>
            </a:r>
            <a:r>
              <a:rPr lang="en-US" altLang="zh-CN" sz="2800" smtClean="0"/>
              <a:t>SMTP </a:t>
            </a:r>
            <a:r>
              <a:rPr lang="zh-CN" altLang="en-US" sz="2800" smtClean="0"/>
              <a:t>服务器，而 </a:t>
            </a:r>
            <a:r>
              <a:rPr lang="en-US" altLang="zh-CN" sz="2800" smtClean="0"/>
              <a:t>B </a:t>
            </a:r>
            <a:r>
              <a:rPr lang="zh-CN" altLang="en-US" sz="2800" smtClean="0"/>
              <a:t>是 </a:t>
            </a:r>
            <a:r>
              <a:rPr lang="en-US" altLang="zh-CN" sz="2800" smtClean="0"/>
              <a:t>SMTP </a:t>
            </a:r>
            <a:r>
              <a:rPr lang="zh-CN" altLang="en-US" sz="2800" smtClean="0"/>
              <a:t>客户。</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eaLnBrk="1" hangingPunct="1"/>
            <a:r>
              <a:rPr lang="zh-CN" altLang="en-US" smtClean="0"/>
              <a:t>发送和接收电子邮件的</a:t>
            </a:r>
            <a:br>
              <a:rPr lang="zh-CN" altLang="en-US" smtClean="0"/>
            </a:br>
            <a:r>
              <a:rPr lang="zh-CN" altLang="en-US" smtClean="0"/>
              <a:t>几个重要步骤</a:t>
            </a:r>
          </a:p>
        </p:txBody>
      </p:sp>
      <p:sp>
        <p:nvSpPr>
          <p:cNvPr id="111619" name="Rectangle 3"/>
          <p:cNvSpPr>
            <a:spLocks noGrp="1" noChangeArrowheads="1"/>
          </p:cNvSpPr>
          <p:nvPr>
            <p:ph type="body" idx="1"/>
          </p:nvPr>
        </p:nvSpPr>
        <p:spPr>
          <a:xfrm>
            <a:off x="1042988" y="1917700"/>
            <a:ext cx="7772400" cy="4751388"/>
          </a:xfrm>
        </p:spPr>
        <p:txBody>
          <a:bodyPr/>
          <a:lstStyle/>
          <a:p>
            <a:pPr eaLnBrk="1" hangingPunct="1">
              <a:buFont typeface="Wingdings" pitchFamily="2" charset="2"/>
              <a:buNone/>
            </a:pPr>
            <a:r>
              <a:rPr lang="en-US" altLang="zh-CN" sz="2800" smtClean="0">
                <a:sym typeface="Wingdings" pitchFamily="2" charset="2"/>
              </a:rPr>
              <a:t></a:t>
            </a:r>
            <a:r>
              <a:rPr lang="en-US" altLang="zh-CN" sz="2800" smtClean="0"/>
              <a:t> </a:t>
            </a:r>
            <a:r>
              <a:rPr lang="zh-CN" altLang="en-US" sz="2800" smtClean="0"/>
              <a:t>发件人调用 </a:t>
            </a:r>
            <a:r>
              <a:rPr lang="en-US" altLang="zh-CN" sz="2800" smtClean="0"/>
              <a:t>PC </a:t>
            </a:r>
            <a:r>
              <a:rPr lang="zh-CN" altLang="en-US" sz="2800" smtClean="0"/>
              <a:t>机中的用户代理撰写和编辑要发送的邮件。</a:t>
            </a:r>
          </a:p>
          <a:p>
            <a:pPr eaLnBrk="1" hangingPunct="1">
              <a:buFont typeface="Wingdings" pitchFamily="2" charset="2"/>
              <a:buNone/>
            </a:pPr>
            <a:r>
              <a:rPr lang="zh-CN" altLang="en-US" sz="2800" smtClean="0">
                <a:sym typeface="Wingdings" pitchFamily="2" charset="2"/>
              </a:rPr>
              <a:t></a:t>
            </a:r>
            <a:r>
              <a:rPr lang="zh-CN" altLang="en-US" sz="2800" smtClean="0"/>
              <a:t> 发件人的用户代理把邮件用 </a:t>
            </a:r>
            <a:r>
              <a:rPr lang="en-US" altLang="zh-CN" sz="2800" smtClean="0"/>
              <a:t>SMTP </a:t>
            </a:r>
            <a:r>
              <a:rPr lang="zh-CN" altLang="en-US" sz="2800" smtClean="0"/>
              <a:t>协议发给发送方邮件服务器，</a:t>
            </a:r>
          </a:p>
          <a:p>
            <a:pPr eaLnBrk="1" hangingPunct="1">
              <a:buFont typeface="Wingdings" pitchFamily="2" charset="2"/>
              <a:buNone/>
            </a:pPr>
            <a:r>
              <a:rPr lang="zh-CN" altLang="en-US" sz="2800" smtClean="0">
                <a:sym typeface="Wingdings" pitchFamily="2" charset="2"/>
              </a:rPr>
              <a:t></a:t>
            </a:r>
            <a:r>
              <a:rPr lang="zh-CN" altLang="en-US" sz="2800" smtClean="0"/>
              <a:t> </a:t>
            </a:r>
            <a:r>
              <a:rPr lang="en-US" altLang="zh-CN" sz="2800" smtClean="0"/>
              <a:t>SMTP </a:t>
            </a:r>
            <a:r>
              <a:rPr lang="zh-CN" altLang="en-US" sz="2800" smtClean="0"/>
              <a:t>服务器把邮件临时存放在邮件缓存队列中，等待发送。</a:t>
            </a:r>
          </a:p>
          <a:p>
            <a:pPr eaLnBrk="1" hangingPunct="1">
              <a:buFont typeface="Wingdings" pitchFamily="2" charset="2"/>
              <a:buNone/>
            </a:pPr>
            <a:r>
              <a:rPr lang="zh-CN" altLang="en-US" sz="2800" smtClean="0">
                <a:sym typeface="Wingdings" pitchFamily="2" charset="2"/>
              </a:rPr>
              <a:t></a:t>
            </a:r>
            <a:r>
              <a:rPr lang="zh-CN" altLang="en-US" sz="2800" smtClean="0"/>
              <a:t> 发送方邮件服务器的 </a:t>
            </a:r>
            <a:r>
              <a:rPr lang="en-US" altLang="zh-CN" sz="2800" smtClean="0"/>
              <a:t>SMTP </a:t>
            </a:r>
            <a:r>
              <a:rPr lang="zh-CN" altLang="en-US" sz="2800" smtClean="0"/>
              <a:t>客户与接收方邮件服务器的 </a:t>
            </a:r>
            <a:r>
              <a:rPr lang="en-US" altLang="zh-CN" sz="2800" smtClean="0"/>
              <a:t>SMTP </a:t>
            </a:r>
            <a:r>
              <a:rPr lang="zh-CN" altLang="en-US" sz="2800" smtClean="0"/>
              <a:t>服务器建立 </a:t>
            </a:r>
            <a:r>
              <a:rPr lang="en-US" altLang="zh-CN" sz="2800" smtClean="0"/>
              <a:t>TCP </a:t>
            </a:r>
            <a:r>
              <a:rPr lang="zh-CN" altLang="en-US" sz="2800" smtClean="0"/>
              <a:t>连接，然后就把邮件缓存队列中的邮件依次发送出去。   </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algn="ctr" eaLnBrk="1" hangingPunct="1"/>
            <a:r>
              <a:rPr lang="zh-CN" altLang="en-US" smtClean="0"/>
              <a:t>发送和接收电子邮件的</a:t>
            </a:r>
            <a:br>
              <a:rPr lang="zh-CN" altLang="en-US" smtClean="0"/>
            </a:br>
            <a:r>
              <a:rPr lang="zh-CN" altLang="en-US" smtClean="0"/>
              <a:t>几个重要步骤（续）</a:t>
            </a:r>
          </a:p>
        </p:txBody>
      </p:sp>
      <p:sp>
        <p:nvSpPr>
          <p:cNvPr id="112643" name="Rectangle 3"/>
          <p:cNvSpPr>
            <a:spLocks noGrp="1" noChangeArrowheads="1"/>
          </p:cNvSpPr>
          <p:nvPr>
            <p:ph type="body" idx="1"/>
          </p:nvPr>
        </p:nvSpPr>
        <p:spPr>
          <a:xfrm>
            <a:off x="1042988" y="1917700"/>
            <a:ext cx="7772400" cy="4751388"/>
          </a:xfrm>
        </p:spPr>
        <p:txBody>
          <a:bodyPr/>
          <a:lstStyle/>
          <a:p>
            <a:pPr eaLnBrk="1" hangingPunct="1">
              <a:buFont typeface="Wingdings" pitchFamily="2" charset="2"/>
              <a:buNone/>
            </a:pPr>
            <a:r>
              <a:rPr lang="en-US" altLang="zh-CN" smtClean="0">
                <a:sym typeface="Wingdings" pitchFamily="2" charset="2"/>
              </a:rPr>
              <a:t> </a:t>
            </a:r>
            <a:r>
              <a:rPr lang="zh-CN" altLang="en-US" smtClean="0"/>
              <a:t>运行在接收方邮件服务器中的</a:t>
            </a:r>
            <a:r>
              <a:rPr lang="en-US" altLang="zh-CN" smtClean="0"/>
              <a:t>SMTP</a:t>
            </a:r>
            <a:r>
              <a:rPr lang="zh-CN" altLang="en-US" smtClean="0"/>
              <a:t>服务器进 程收到邮件后，把邮件放入收件人的用户邮箱中，等待收件人进行读取。 </a:t>
            </a:r>
          </a:p>
          <a:p>
            <a:pPr eaLnBrk="1" hangingPunct="1">
              <a:buFont typeface="Wingdings" pitchFamily="2" charset="2"/>
              <a:buNone/>
            </a:pPr>
            <a:r>
              <a:rPr lang="zh-CN" altLang="en-US" smtClean="0">
                <a:sym typeface="Wingdings" pitchFamily="2" charset="2"/>
              </a:rPr>
              <a:t> </a:t>
            </a:r>
            <a:r>
              <a:rPr lang="zh-CN" altLang="en-US" smtClean="0"/>
              <a:t>收件人在打算收信时，就运行 </a:t>
            </a:r>
            <a:r>
              <a:rPr lang="en-US" altLang="zh-CN" smtClean="0"/>
              <a:t>PC </a:t>
            </a:r>
            <a:r>
              <a:rPr lang="zh-CN" altLang="en-US" smtClean="0"/>
              <a:t>机中的用户代理，使用 </a:t>
            </a:r>
            <a:r>
              <a:rPr lang="en-US" altLang="zh-CN" smtClean="0"/>
              <a:t>POP3</a:t>
            </a:r>
            <a:r>
              <a:rPr lang="zh-CN" altLang="en-US" smtClean="0"/>
              <a:t>（或 </a:t>
            </a:r>
            <a:r>
              <a:rPr lang="en-US" altLang="zh-CN" smtClean="0"/>
              <a:t>IMAP</a:t>
            </a:r>
            <a:r>
              <a:rPr lang="zh-CN" altLang="en-US" smtClean="0"/>
              <a:t>）协议读取发送给自己的邮件。</a:t>
            </a:r>
          </a:p>
          <a:p>
            <a:pPr eaLnBrk="1" hangingPunct="1"/>
            <a:r>
              <a:rPr lang="zh-CN" altLang="en-US" smtClean="0"/>
              <a:t>请注意，</a:t>
            </a:r>
            <a:r>
              <a:rPr lang="en-US" altLang="zh-CN" smtClean="0"/>
              <a:t>POP3 </a:t>
            </a:r>
            <a:r>
              <a:rPr lang="zh-CN" altLang="en-US" smtClean="0"/>
              <a:t>服务器和 </a:t>
            </a:r>
            <a:r>
              <a:rPr lang="en-US" altLang="zh-CN" smtClean="0"/>
              <a:t>POP3 </a:t>
            </a:r>
            <a:r>
              <a:rPr lang="zh-CN" altLang="en-US" smtClean="0"/>
              <a:t>客户之间的通信是由 </a:t>
            </a:r>
            <a:r>
              <a:rPr lang="en-US" altLang="zh-CN" smtClean="0"/>
              <a:t>POP3 </a:t>
            </a:r>
            <a:r>
              <a:rPr lang="zh-CN" altLang="en-US" smtClean="0"/>
              <a:t>客户发起的。 </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393700" y="214313"/>
            <a:ext cx="8642350" cy="1462087"/>
          </a:xfrm>
        </p:spPr>
        <p:txBody>
          <a:bodyPr/>
          <a:lstStyle/>
          <a:p>
            <a:pPr algn="ctr" eaLnBrk="1" hangingPunct="1"/>
            <a:r>
              <a:rPr lang="zh-CN" altLang="en-US" smtClean="0"/>
              <a:t>电子邮件的组成</a:t>
            </a:r>
          </a:p>
        </p:txBody>
      </p:sp>
      <p:sp>
        <p:nvSpPr>
          <p:cNvPr id="1155075" name="Rectangle 3"/>
          <p:cNvSpPr>
            <a:spLocks noGrp="1" noChangeArrowheads="1"/>
          </p:cNvSpPr>
          <p:nvPr>
            <p:ph type="body" idx="1"/>
          </p:nvPr>
        </p:nvSpPr>
        <p:spPr>
          <a:xfrm>
            <a:off x="468313" y="1916113"/>
            <a:ext cx="8351837" cy="4537075"/>
          </a:xfrm>
        </p:spPr>
        <p:txBody>
          <a:bodyPr/>
          <a:lstStyle/>
          <a:p>
            <a:pPr eaLnBrk="1" hangingPunct="1"/>
            <a:r>
              <a:rPr lang="zh-CN" altLang="en-US" sz="2800" smtClean="0"/>
              <a:t>电子邮件由</a:t>
            </a:r>
            <a:r>
              <a:rPr lang="zh-CN" altLang="en-US" sz="2800" smtClean="0">
                <a:solidFill>
                  <a:schemeClr val="hlink"/>
                </a:solidFill>
              </a:rPr>
              <a:t>信封</a:t>
            </a:r>
            <a:r>
              <a:rPr lang="en-US" altLang="zh-CN" sz="2800" smtClean="0"/>
              <a:t>(envelope)</a:t>
            </a:r>
            <a:r>
              <a:rPr lang="zh-CN" altLang="en-US" sz="2800" smtClean="0"/>
              <a:t>和</a:t>
            </a:r>
            <a:r>
              <a:rPr lang="zh-CN" altLang="en-US" sz="2800" smtClean="0">
                <a:solidFill>
                  <a:schemeClr val="hlink"/>
                </a:solidFill>
              </a:rPr>
              <a:t>内容</a:t>
            </a:r>
            <a:r>
              <a:rPr lang="en-US" altLang="zh-CN" sz="2800" smtClean="0"/>
              <a:t>(content)</a:t>
            </a:r>
            <a:r>
              <a:rPr lang="zh-CN" altLang="en-US" sz="2800" smtClean="0"/>
              <a:t>两部分组成。</a:t>
            </a:r>
          </a:p>
          <a:p>
            <a:pPr eaLnBrk="1" hangingPunct="1"/>
            <a:r>
              <a:rPr lang="zh-CN" altLang="en-US" sz="2800" smtClean="0"/>
              <a:t>电子邮件的传输程序根据邮件信封上的信息来传送邮件。用户在从自己的邮箱中读取邮件时才能见到邮件的内容。</a:t>
            </a:r>
          </a:p>
          <a:p>
            <a:pPr eaLnBrk="1" hangingPunct="1"/>
            <a:r>
              <a:rPr lang="zh-CN" altLang="en-US" sz="2800" smtClean="0"/>
              <a:t>在邮件的信封上，最重要的就是收件人的地址。</a:t>
            </a:r>
            <a:r>
              <a:rPr lang="zh-CN" altLang="en-US" smtClean="0"/>
              <a:t> </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ChangeArrowheads="1"/>
          </p:cNvSpPr>
          <p:nvPr/>
        </p:nvSpPr>
        <p:spPr bwMode="auto">
          <a:xfrm>
            <a:off x="1187450" y="2924175"/>
            <a:ext cx="7651750" cy="6254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691" name="Rectangle 3"/>
          <p:cNvSpPr>
            <a:spLocks noGrp="1" noChangeArrowheads="1"/>
          </p:cNvSpPr>
          <p:nvPr>
            <p:ph type="title"/>
          </p:nvPr>
        </p:nvSpPr>
        <p:spPr>
          <a:xfrm>
            <a:off x="393700" y="214313"/>
            <a:ext cx="8642350" cy="1462087"/>
          </a:xfrm>
        </p:spPr>
        <p:txBody>
          <a:bodyPr/>
          <a:lstStyle/>
          <a:p>
            <a:pPr algn="ctr" eaLnBrk="1" hangingPunct="1"/>
            <a:r>
              <a:rPr lang="zh-CN" altLang="en-US" smtClean="0"/>
              <a:t>电子邮件地址的格式</a:t>
            </a:r>
          </a:p>
        </p:txBody>
      </p:sp>
      <p:sp>
        <p:nvSpPr>
          <p:cNvPr id="1157124" name="Rectangle 4"/>
          <p:cNvSpPr>
            <a:spLocks noGrp="1" noChangeArrowheads="1"/>
          </p:cNvSpPr>
          <p:nvPr>
            <p:ph type="body" idx="1"/>
          </p:nvPr>
        </p:nvSpPr>
        <p:spPr>
          <a:xfrm>
            <a:off x="468313" y="1916113"/>
            <a:ext cx="8351837" cy="4537075"/>
          </a:xfrm>
        </p:spPr>
        <p:txBody>
          <a:bodyPr/>
          <a:lstStyle/>
          <a:p>
            <a:pPr eaLnBrk="1" hangingPunct="1"/>
            <a:r>
              <a:rPr lang="en-US" altLang="zh-CN" sz="2800" smtClean="0"/>
              <a:t>TCP/IP </a:t>
            </a:r>
            <a:r>
              <a:rPr lang="zh-CN" altLang="en-US" sz="2800" smtClean="0"/>
              <a:t>体系的电子邮件系统规定电子邮件地址的格式如下：</a:t>
            </a:r>
          </a:p>
          <a:p>
            <a:pPr algn="r" eaLnBrk="1" hangingPunct="1">
              <a:spcBef>
                <a:spcPct val="45000"/>
              </a:spcBef>
              <a:spcAft>
                <a:spcPct val="45000"/>
              </a:spcAft>
              <a:buFont typeface="Wingdings" pitchFamily="2" charset="2"/>
              <a:buNone/>
            </a:pPr>
            <a:r>
              <a:rPr lang="zh-CN" altLang="en-US" sz="2800" smtClean="0"/>
              <a:t>  收件人邮箱名</a:t>
            </a:r>
            <a:r>
              <a:rPr lang="en-US" altLang="zh-CN" sz="2800" smtClean="0"/>
              <a:t>@</a:t>
            </a:r>
            <a:r>
              <a:rPr lang="zh-CN" altLang="en-US" sz="2800" smtClean="0"/>
              <a:t>邮箱所在主机的域名        </a:t>
            </a:r>
            <a:r>
              <a:rPr lang="en-US" altLang="zh-CN" sz="2800" smtClean="0"/>
              <a:t>(6-1)</a:t>
            </a:r>
          </a:p>
          <a:p>
            <a:pPr algn="just" eaLnBrk="1" hangingPunct="1">
              <a:spcBef>
                <a:spcPct val="0"/>
              </a:spcBef>
              <a:spcAft>
                <a:spcPct val="25000"/>
              </a:spcAft>
            </a:pPr>
            <a:r>
              <a:rPr lang="zh-CN" altLang="en-US" sz="2800" smtClean="0"/>
              <a:t>符号“</a:t>
            </a:r>
            <a:r>
              <a:rPr lang="en-US" altLang="zh-CN" sz="2800" smtClean="0"/>
              <a:t>@”</a:t>
            </a:r>
            <a:r>
              <a:rPr lang="zh-CN" altLang="en-US" sz="2800" smtClean="0"/>
              <a:t>读作“</a:t>
            </a:r>
            <a:r>
              <a:rPr lang="en-US" altLang="zh-CN" sz="2800" smtClean="0"/>
              <a:t>at”</a:t>
            </a:r>
            <a:r>
              <a:rPr lang="zh-CN" altLang="en-US" sz="2800" smtClean="0"/>
              <a:t>，表示“在”的意思。</a:t>
            </a:r>
            <a:r>
              <a:rPr lang="zh-CN" altLang="en-US" smtClean="0"/>
              <a:t> </a:t>
            </a:r>
            <a:endParaRPr lang="zh-CN" altLang="en-US" sz="2800" smtClean="0"/>
          </a:p>
          <a:p>
            <a:pPr algn="just" eaLnBrk="1" hangingPunct="1">
              <a:spcBef>
                <a:spcPct val="0"/>
              </a:spcBef>
              <a:spcAft>
                <a:spcPct val="45000"/>
              </a:spcAft>
            </a:pPr>
            <a:r>
              <a:rPr lang="zh-CN" altLang="en-US" sz="2800" smtClean="0"/>
              <a:t> 例如，电子邮件地址 </a:t>
            </a:r>
            <a:r>
              <a:rPr lang="en-US" altLang="zh-CN" sz="2800" smtClean="0"/>
              <a:t>xiexiren@tsinghua.org.cn</a:t>
            </a:r>
          </a:p>
        </p:txBody>
      </p:sp>
      <p:grpSp>
        <p:nvGrpSpPr>
          <p:cNvPr id="1157125" name="Group 5"/>
          <p:cNvGrpSpPr>
            <a:grpSpLocks/>
          </p:cNvGrpSpPr>
          <p:nvPr/>
        </p:nvGrpSpPr>
        <p:grpSpPr bwMode="auto">
          <a:xfrm>
            <a:off x="5003800" y="4652963"/>
            <a:ext cx="3960813" cy="1728787"/>
            <a:chOff x="3152" y="2931"/>
            <a:chExt cx="2495" cy="1089"/>
          </a:xfrm>
        </p:grpSpPr>
        <p:sp>
          <p:nvSpPr>
            <p:cNvPr id="114699" name="Line 6"/>
            <p:cNvSpPr>
              <a:spLocks noChangeShapeType="1"/>
            </p:cNvSpPr>
            <p:nvPr/>
          </p:nvSpPr>
          <p:spPr bwMode="auto">
            <a:xfrm>
              <a:off x="3696" y="2931"/>
              <a:ext cx="1543"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4700" name="Group 7"/>
            <p:cNvGrpSpPr>
              <a:grpSpLocks/>
            </p:cNvGrpSpPr>
            <p:nvPr/>
          </p:nvGrpSpPr>
          <p:grpSpPr bwMode="auto">
            <a:xfrm>
              <a:off x="3152" y="3339"/>
              <a:ext cx="2495" cy="681"/>
              <a:chOff x="3152" y="3339"/>
              <a:chExt cx="2495" cy="681"/>
            </a:xfrm>
          </p:grpSpPr>
          <p:sp>
            <p:nvSpPr>
              <p:cNvPr id="114701" name="AutoShape 8"/>
              <p:cNvSpPr>
                <a:spLocks noChangeArrowheads="1"/>
              </p:cNvSpPr>
              <p:nvPr/>
            </p:nvSpPr>
            <p:spPr bwMode="auto">
              <a:xfrm>
                <a:off x="3152" y="3339"/>
                <a:ext cx="2404" cy="681"/>
              </a:xfrm>
              <a:prstGeom prst="wedgeRoundRectCallout">
                <a:avLst>
                  <a:gd name="adj1" fmla="val 167"/>
                  <a:gd name="adj2" fmla="val -108148"/>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p>
            </p:txBody>
          </p:sp>
          <p:sp>
            <p:nvSpPr>
              <p:cNvPr id="114702" name="Text Box 9"/>
              <p:cNvSpPr txBox="1">
                <a:spLocks noChangeArrowheads="1"/>
              </p:cNvSpPr>
              <p:nvPr/>
            </p:nvSpPr>
            <p:spPr bwMode="auto">
              <a:xfrm>
                <a:off x="3179" y="3386"/>
                <a:ext cx="246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黑体" pitchFamily="49" charset="-122"/>
                    <a:ea typeface="黑体" pitchFamily="49" charset="-122"/>
                  </a:rPr>
                  <a:t>邮箱所在的主机的域名</a:t>
                </a:r>
              </a:p>
              <a:p>
                <a:pPr eaLnBrk="1" hangingPunct="1"/>
                <a:r>
                  <a:rPr lang="zh-CN" altLang="en-US" sz="2800">
                    <a:solidFill>
                      <a:srgbClr val="333399"/>
                    </a:solidFill>
                    <a:latin typeface="黑体" pitchFamily="49" charset="-122"/>
                    <a:ea typeface="黑体" pitchFamily="49" charset="-122"/>
                  </a:rPr>
                  <a:t>在全世界必须是唯一的 </a:t>
                </a:r>
              </a:p>
            </p:txBody>
          </p:sp>
        </p:grpSp>
      </p:grpSp>
      <p:grpSp>
        <p:nvGrpSpPr>
          <p:cNvPr id="1157130" name="Group 10"/>
          <p:cNvGrpSpPr>
            <a:grpSpLocks/>
          </p:cNvGrpSpPr>
          <p:nvPr/>
        </p:nvGrpSpPr>
        <p:grpSpPr bwMode="auto">
          <a:xfrm>
            <a:off x="865188" y="4652963"/>
            <a:ext cx="4643437" cy="1728787"/>
            <a:chOff x="545" y="2931"/>
            <a:chExt cx="2925" cy="1089"/>
          </a:xfrm>
        </p:grpSpPr>
        <p:sp>
          <p:nvSpPr>
            <p:cNvPr id="114695" name="Line 11"/>
            <p:cNvSpPr>
              <a:spLocks noChangeShapeType="1"/>
            </p:cNvSpPr>
            <p:nvPr/>
          </p:nvSpPr>
          <p:spPr bwMode="auto">
            <a:xfrm>
              <a:off x="2699" y="2931"/>
              <a:ext cx="771"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4696" name="Group 12"/>
            <p:cNvGrpSpPr>
              <a:grpSpLocks/>
            </p:cNvGrpSpPr>
            <p:nvPr/>
          </p:nvGrpSpPr>
          <p:grpSpPr bwMode="auto">
            <a:xfrm>
              <a:off x="545" y="3339"/>
              <a:ext cx="2290" cy="681"/>
              <a:chOff x="545" y="3339"/>
              <a:chExt cx="2290" cy="681"/>
            </a:xfrm>
          </p:grpSpPr>
          <p:sp>
            <p:nvSpPr>
              <p:cNvPr id="114697" name="AutoShape 13"/>
              <p:cNvSpPr>
                <a:spLocks noChangeArrowheads="1"/>
              </p:cNvSpPr>
              <p:nvPr/>
            </p:nvSpPr>
            <p:spPr bwMode="auto">
              <a:xfrm>
                <a:off x="545" y="3339"/>
                <a:ext cx="2223" cy="681"/>
              </a:xfrm>
              <a:prstGeom prst="wedgeRoundRectCallout">
                <a:avLst>
                  <a:gd name="adj1" fmla="val 63764"/>
                  <a:gd name="adj2" fmla="val -108148"/>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p>
            </p:txBody>
          </p:sp>
          <p:sp>
            <p:nvSpPr>
              <p:cNvPr id="114698" name="Text Box 14"/>
              <p:cNvSpPr txBox="1">
                <a:spLocks noChangeArrowheads="1"/>
              </p:cNvSpPr>
              <p:nvPr/>
            </p:nvSpPr>
            <p:spPr bwMode="auto">
              <a:xfrm>
                <a:off x="591" y="3385"/>
                <a:ext cx="224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黑体" pitchFamily="49" charset="-122"/>
                    <a:ea typeface="黑体" pitchFamily="49" charset="-122"/>
                  </a:rPr>
                  <a:t>这个用户名在该域名</a:t>
                </a:r>
              </a:p>
              <a:p>
                <a:pPr eaLnBrk="1" hangingPunct="1"/>
                <a:r>
                  <a:rPr lang="zh-CN" altLang="en-US" sz="2800">
                    <a:solidFill>
                      <a:srgbClr val="333399"/>
                    </a:solidFill>
                    <a:latin typeface="黑体" pitchFamily="49" charset="-122"/>
                    <a:ea typeface="黑体" pitchFamily="49" charset="-122"/>
                  </a:rPr>
                  <a:t>的范围内是唯一的。 </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712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71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57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393700" y="214313"/>
            <a:ext cx="8642350" cy="1462087"/>
          </a:xfrm>
        </p:spPr>
        <p:txBody>
          <a:bodyPr/>
          <a:lstStyle/>
          <a:p>
            <a:pPr algn="ctr" eaLnBrk="1" hangingPunct="1"/>
            <a:r>
              <a:rPr lang="en-US" altLang="zh-CN" smtClean="0"/>
              <a:t>6.5.2  </a:t>
            </a:r>
            <a:r>
              <a:rPr lang="zh-CN" altLang="en-US" smtClean="0"/>
              <a:t>简单邮件传送协议 </a:t>
            </a:r>
            <a:r>
              <a:rPr lang="en-US" altLang="zh-CN" smtClean="0"/>
              <a:t>SMTP </a:t>
            </a:r>
          </a:p>
        </p:txBody>
      </p:sp>
      <p:sp>
        <p:nvSpPr>
          <p:cNvPr id="1159171" name="Rectangle 3"/>
          <p:cNvSpPr>
            <a:spLocks noGrp="1" noChangeArrowheads="1"/>
          </p:cNvSpPr>
          <p:nvPr>
            <p:ph type="body" idx="1"/>
          </p:nvPr>
        </p:nvSpPr>
        <p:spPr>
          <a:xfrm>
            <a:off x="468313" y="1916113"/>
            <a:ext cx="8351837" cy="4537075"/>
          </a:xfrm>
        </p:spPr>
        <p:txBody>
          <a:bodyPr/>
          <a:lstStyle/>
          <a:p>
            <a:pPr algn="just" eaLnBrk="1" hangingPunct="1"/>
            <a:r>
              <a:rPr lang="en-US" altLang="zh-CN" sz="2800" smtClean="0"/>
              <a:t>SMTP </a:t>
            </a:r>
            <a:r>
              <a:rPr lang="zh-CN" altLang="en-US" sz="2800" smtClean="0"/>
              <a:t>所规定的就是在两个相互通信的 </a:t>
            </a:r>
            <a:r>
              <a:rPr lang="en-US" altLang="zh-CN" sz="2800" smtClean="0"/>
              <a:t>SMTP </a:t>
            </a:r>
            <a:r>
              <a:rPr lang="zh-CN" altLang="en-US" sz="2800" smtClean="0"/>
              <a:t>进程之间应如何交换信息。</a:t>
            </a:r>
          </a:p>
          <a:p>
            <a:pPr algn="just" eaLnBrk="1" hangingPunct="1"/>
            <a:r>
              <a:rPr lang="zh-CN" altLang="en-US" sz="2800" smtClean="0"/>
              <a:t>由于 </a:t>
            </a:r>
            <a:r>
              <a:rPr lang="en-US" altLang="zh-CN" sz="2800" smtClean="0"/>
              <a:t>SMTP </a:t>
            </a:r>
            <a:r>
              <a:rPr lang="zh-CN" altLang="en-US" sz="2800" smtClean="0"/>
              <a:t>使用客户服务器方式，因此负责发送邮件的 </a:t>
            </a:r>
            <a:r>
              <a:rPr lang="en-US" altLang="zh-CN" sz="2800" smtClean="0"/>
              <a:t>SMTP </a:t>
            </a:r>
            <a:r>
              <a:rPr lang="zh-CN" altLang="en-US" sz="2800" smtClean="0"/>
              <a:t>进程就是 </a:t>
            </a:r>
            <a:r>
              <a:rPr lang="en-US" altLang="zh-CN" sz="2800" smtClean="0"/>
              <a:t>SMTP </a:t>
            </a:r>
            <a:r>
              <a:rPr lang="zh-CN" altLang="en-US" sz="2800" smtClean="0"/>
              <a:t>客户，而负责接收邮件的 </a:t>
            </a:r>
            <a:r>
              <a:rPr lang="en-US" altLang="zh-CN" sz="2800" smtClean="0"/>
              <a:t>SMTP </a:t>
            </a:r>
            <a:r>
              <a:rPr lang="zh-CN" altLang="en-US" sz="2800" smtClean="0"/>
              <a:t>进程就是 </a:t>
            </a:r>
            <a:r>
              <a:rPr lang="en-US" altLang="zh-CN" sz="2800" smtClean="0"/>
              <a:t>SMTP </a:t>
            </a:r>
            <a:r>
              <a:rPr lang="zh-CN" altLang="en-US" sz="2800" smtClean="0"/>
              <a:t>服务器。</a:t>
            </a:r>
          </a:p>
          <a:p>
            <a:pPr algn="just" eaLnBrk="1" hangingPunct="1"/>
            <a:r>
              <a:rPr lang="en-US" altLang="zh-CN" sz="2800" smtClean="0"/>
              <a:t>SMTP </a:t>
            </a:r>
            <a:r>
              <a:rPr lang="zh-CN" altLang="en-US" sz="2800" smtClean="0"/>
              <a:t>规定了 </a:t>
            </a:r>
            <a:r>
              <a:rPr lang="en-US" altLang="zh-CN" sz="2800" smtClean="0"/>
              <a:t>14 </a:t>
            </a:r>
            <a:r>
              <a:rPr lang="zh-CN" altLang="en-US" sz="2800" smtClean="0"/>
              <a:t>条命令和 </a:t>
            </a:r>
            <a:r>
              <a:rPr lang="en-US" altLang="zh-CN" sz="2800" smtClean="0"/>
              <a:t>21 </a:t>
            </a:r>
            <a:r>
              <a:rPr lang="zh-CN" altLang="en-US" sz="2800" smtClean="0"/>
              <a:t>种应答信息。每条命令用 </a:t>
            </a:r>
            <a:r>
              <a:rPr lang="en-US" altLang="zh-CN" sz="2800" smtClean="0"/>
              <a:t>4 </a:t>
            </a:r>
            <a:r>
              <a:rPr lang="zh-CN" altLang="en-US" sz="2800" smtClean="0"/>
              <a:t>个字母组成，而每一种应答信息一般只有一行信息，由一个 </a:t>
            </a:r>
            <a:r>
              <a:rPr lang="en-US" altLang="zh-CN" sz="2800" smtClean="0"/>
              <a:t>3 </a:t>
            </a:r>
            <a:r>
              <a:rPr lang="zh-CN" altLang="en-US" sz="2800" smtClean="0"/>
              <a:t>位数字的代码开始，后面附上（也可不附上）很简单的文字说明。</a:t>
            </a:r>
            <a:r>
              <a:rPr lang="zh-CN" altLang="en-US" smtClean="0"/>
              <a:t> </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9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algn="ctr" eaLnBrk="1" hangingPunct="1"/>
            <a:r>
              <a:rPr lang="en-US" altLang="zh-CN" smtClean="0"/>
              <a:t>SMTP </a:t>
            </a:r>
            <a:r>
              <a:rPr lang="zh-CN" altLang="en-US" smtClean="0"/>
              <a:t>通信的三个阶段 </a:t>
            </a:r>
          </a:p>
        </p:txBody>
      </p:sp>
      <p:sp>
        <p:nvSpPr>
          <p:cNvPr id="116739" name="Rectangle 3"/>
          <p:cNvSpPr>
            <a:spLocks noGrp="1" noChangeArrowheads="1"/>
          </p:cNvSpPr>
          <p:nvPr>
            <p:ph type="body" idx="1"/>
          </p:nvPr>
        </p:nvSpPr>
        <p:spPr>
          <a:xfrm>
            <a:off x="1042988" y="1989138"/>
            <a:ext cx="7772400" cy="3455987"/>
          </a:xfrm>
        </p:spPr>
        <p:txBody>
          <a:bodyPr/>
          <a:lstStyle/>
          <a:p>
            <a:pPr eaLnBrk="1" hangingPunct="1">
              <a:buFont typeface="Wingdings" pitchFamily="2" charset="2"/>
              <a:buNone/>
            </a:pPr>
            <a:r>
              <a:rPr lang="en-US" altLang="zh-CN" sz="2800" smtClean="0"/>
              <a:t>1. </a:t>
            </a:r>
            <a:r>
              <a:rPr lang="zh-CN" altLang="en-US" sz="2800" smtClean="0"/>
              <a:t>连接建立：连接是在发送主机的 </a:t>
            </a:r>
            <a:r>
              <a:rPr lang="en-US" altLang="zh-CN" sz="2800" smtClean="0"/>
              <a:t>SMTP </a:t>
            </a:r>
            <a:r>
              <a:rPr lang="zh-CN" altLang="en-US" sz="2800" smtClean="0"/>
              <a:t>客户和接收主机的 </a:t>
            </a:r>
            <a:r>
              <a:rPr lang="en-US" altLang="zh-CN" sz="2800" smtClean="0"/>
              <a:t>SMTP </a:t>
            </a:r>
            <a:r>
              <a:rPr lang="zh-CN" altLang="en-US" sz="2800" smtClean="0"/>
              <a:t>服务器之间建立的。</a:t>
            </a:r>
            <a:r>
              <a:rPr lang="en-US" altLang="zh-CN" sz="2800" smtClean="0"/>
              <a:t>SMTP</a:t>
            </a:r>
            <a:r>
              <a:rPr lang="zh-CN" altLang="en-US" sz="2800" smtClean="0"/>
              <a:t>不使用中间的邮件服务器。</a:t>
            </a:r>
            <a:r>
              <a:rPr lang="zh-CN" altLang="en-US" smtClean="0"/>
              <a:t> </a:t>
            </a:r>
            <a:r>
              <a:rPr lang="zh-CN" altLang="en-US" sz="2800" smtClean="0"/>
              <a:t>  </a:t>
            </a:r>
          </a:p>
          <a:p>
            <a:pPr eaLnBrk="1" hangingPunct="1">
              <a:buFont typeface="Wingdings" pitchFamily="2" charset="2"/>
              <a:buNone/>
            </a:pPr>
            <a:r>
              <a:rPr lang="en-US" altLang="zh-CN" sz="2800" smtClean="0"/>
              <a:t>2. </a:t>
            </a:r>
            <a:r>
              <a:rPr lang="zh-CN" altLang="en-US" sz="2800" smtClean="0"/>
              <a:t>邮件传送</a:t>
            </a:r>
          </a:p>
          <a:p>
            <a:pPr eaLnBrk="1" hangingPunct="1">
              <a:buFont typeface="Wingdings" pitchFamily="2" charset="2"/>
              <a:buNone/>
            </a:pPr>
            <a:r>
              <a:rPr lang="en-US" altLang="zh-CN" sz="2800" smtClean="0"/>
              <a:t>3. </a:t>
            </a:r>
            <a:r>
              <a:rPr lang="zh-CN" altLang="en-US" sz="2800" smtClean="0"/>
              <a:t>连接释放：邮件发送完毕后，</a:t>
            </a:r>
            <a:r>
              <a:rPr lang="en-US" altLang="zh-CN" sz="2800" smtClean="0"/>
              <a:t>SMTP </a:t>
            </a:r>
            <a:r>
              <a:rPr lang="zh-CN" altLang="en-US" sz="2800" smtClean="0"/>
              <a:t>应释放 </a:t>
            </a:r>
            <a:r>
              <a:rPr lang="en-US" altLang="zh-CN" sz="2800" smtClean="0"/>
              <a:t>TCP </a:t>
            </a:r>
            <a:r>
              <a:rPr lang="zh-CN" altLang="en-US" sz="2800" smtClean="0"/>
              <a:t>连接。 </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marL="838200" indent="-838200" algn="ctr" eaLnBrk="1" hangingPunct="1"/>
            <a:r>
              <a:rPr lang="en-US" altLang="zh-CN" smtClean="0"/>
              <a:t>6.5.3  </a:t>
            </a:r>
            <a:r>
              <a:rPr lang="zh-CN" altLang="en-US" smtClean="0"/>
              <a:t>电子邮件的信息格式 </a:t>
            </a:r>
          </a:p>
        </p:txBody>
      </p:sp>
      <p:sp>
        <p:nvSpPr>
          <p:cNvPr id="1163267" name="Rectangle 3"/>
          <p:cNvSpPr>
            <a:spLocks noGrp="1" noChangeArrowheads="1"/>
          </p:cNvSpPr>
          <p:nvPr>
            <p:ph type="body" idx="1"/>
          </p:nvPr>
        </p:nvSpPr>
        <p:spPr>
          <a:xfrm>
            <a:off x="755650" y="1917700"/>
            <a:ext cx="8059738" cy="4751388"/>
          </a:xfrm>
        </p:spPr>
        <p:txBody>
          <a:bodyPr/>
          <a:lstStyle/>
          <a:p>
            <a:pPr algn="just" eaLnBrk="1" hangingPunct="1"/>
            <a:r>
              <a:rPr lang="zh-CN" altLang="en-US" sz="2800" smtClean="0"/>
              <a:t>一个电子邮件分为</a:t>
            </a:r>
            <a:r>
              <a:rPr lang="zh-CN" altLang="en-US" sz="2800" smtClean="0">
                <a:solidFill>
                  <a:schemeClr val="hlink"/>
                </a:solidFill>
              </a:rPr>
              <a:t>信封</a:t>
            </a:r>
            <a:r>
              <a:rPr lang="zh-CN" altLang="en-US" sz="2800" smtClean="0"/>
              <a:t>和</a:t>
            </a:r>
            <a:r>
              <a:rPr lang="zh-CN" altLang="en-US" sz="2800" smtClean="0">
                <a:solidFill>
                  <a:schemeClr val="hlink"/>
                </a:solidFill>
              </a:rPr>
              <a:t>内容</a:t>
            </a:r>
            <a:r>
              <a:rPr lang="zh-CN" altLang="en-US" sz="2800" smtClean="0"/>
              <a:t>两大部分。</a:t>
            </a:r>
          </a:p>
          <a:p>
            <a:pPr algn="just" eaLnBrk="1" hangingPunct="1"/>
            <a:r>
              <a:rPr lang="en-US" altLang="zh-CN" sz="2800" smtClean="0"/>
              <a:t>RFC 822 </a:t>
            </a:r>
            <a:r>
              <a:rPr lang="zh-CN" altLang="en-US" sz="2800" smtClean="0"/>
              <a:t>只规定了邮件</a:t>
            </a:r>
            <a:r>
              <a:rPr lang="zh-CN" altLang="en-US" sz="2800" smtClean="0">
                <a:solidFill>
                  <a:schemeClr val="hlink"/>
                </a:solidFill>
              </a:rPr>
              <a:t>内容</a:t>
            </a:r>
            <a:r>
              <a:rPr lang="zh-CN" altLang="en-US" sz="2800" smtClean="0"/>
              <a:t>中的</a:t>
            </a:r>
            <a:r>
              <a:rPr lang="zh-CN" altLang="en-US" sz="2800" smtClean="0">
                <a:solidFill>
                  <a:schemeClr val="hlink"/>
                </a:solidFill>
              </a:rPr>
              <a:t>首部</a:t>
            </a:r>
            <a:r>
              <a:rPr lang="en-US" altLang="zh-CN" sz="2800" smtClean="0"/>
              <a:t>(header)</a:t>
            </a:r>
            <a:r>
              <a:rPr lang="zh-CN" altLang="en-US" sz="2800" smtClean="0"/>
              <a:t>格式，而对邮件的</a:t>
            </a:r>
            <a:r>
              <a:rPr lang="zh-CN" altLang="en-US" sz="2800" smtClean="0">
                <a:solidFill>
                  <a:schemeClr val="hlink"/>
                </a:solidFill>
              </a:rPr>
              <a:t>主体</a:t>
            </a:r>
            <a:r>
              <a:rPr lang="en-US" altLang="zh-CN" sz="2800" smtClean="0"/>
              <a:t>(body)</a:t>
            </a:r>
            <a:r>
              <a:rPr lang="zh-CN" altLang="en-US" sz="2800" smtClean="0"/>
              <a:t>部分则让用户自由撰写。</a:t>
            </a:r>
          </a:p>
          <a:p>
            <a:pPr algn="just" eaLnBrk="1" hangingPunct="1"/>
            <a:r>
              <a:rPr lang="zh-CN" altLang="en-US" sz="2800" smtClean="0"/>
              <a:t>用户写好首部后，邮件系统将自动地将信封所需的信息提取出来并写在信封上。所以用户不需要填写电子邮件信封上的信息。</a:t>
            </a:r>
          </a:p>
          <a:p>
            <a:pPr algn="just" eaLnBrk="1" hangingPunct="1"/>
            <a:r>
              <a:rPr lang="zh-CN" altLang="en-US" sz="2800" smtClean="0"/>
              <a:t>邮件内容首部包括一些关键字，后面加上冒号。最重要的关键字是：</a:t>
            </a:r>
            <a:r>
              <a:rPr lang="en-US" altLang="zh-CN" sz="2800" smtClean="0"/>
              <a:t>To </a:t>
            </a:r>
            <a:r>
              <a:rPr lang="zh-CN" altLang="en-US" sz="2800" smtClean="0"/>
              <a:t>和 </a:t>
            </a:r>
            <a:r>
              <a:rPr lang="en-US" altLang="zh-CN" sz="2800" smtClean="0"/>
              <a:t>Subject</a:t>
            </a:r>
            <a:r>
              <a:rPr lang="zh-CN" altLang="en-US" sz="2800" smtClean="0"/>
              <a:t>。</a:t>
            </a:r>
            <a:r>
              <a:rPr lang="zh-CN" altLang="en-US" smtClean="0"/>
              <a:t>  </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algn="ctr" eaLnBrk="1" hangingPunct="1"/>
            <a:r>
              <a:rPr lang="zh-CN" altLang="en-US" smtClean="0"/>
              <a:t>邮件内容的首部 </a:t>
            </a:r>
          </a:p>
        </p:txBody>
      </p:sp>
      <p:sp>
        <p:nvSpPr>
          <p:cNvPr id="1165315" name="Rectangle 3"/>
          <p:cNvSpPr>
            <a:spLocks noGrp="1" noChangeArrowheads="1"/>
          </p:cNvSpPr>
          <p:nvPr>
            <p:ph type="body" idx="1"/>
          </p:nvPr>
        </p:nvSpPr>
        <p:spPr>
          <a:xfrm>
            <a:off x="215900" y="1989138"/>
            <a:ext cx="8459788" cy="4319587"/>
          </a:xfrm>
        </p:spPr>
        <p:txBody>
          <a:bodyPr/>
          <a:lstStyle/>
          <a:p>
            <a:pPr marL="609600" indent="-609600" eaLnBrk="1" hangingPunct="1"/>
            <a:r>
              <a:rPr lang="en-US" altLang="zh-CN" sz="2800" smtClean="0"/>
              <a:t>“To:”</a:t>
            </a:r>
            <a:r>
              <a:rPr lang="zh-CN" altLang="en-US" sz="2800" smtClean="0"/>
              <a:t>后面填入一个或多个收件人的电子邮件地址。用户只需打开地址簿，点击收件人名字，收件人的电子邮件地址就会自动地填入到合适的位置上。</a:t>
            </a:r>
          </a:p>
          <a:p>
            <a:pPr marL="609600" indent="-609600" eaLnBrk="1" hangingPunct="1"/>
            <a:r>
              <a:rPr lang="zh-CN" altLang="en-US" sz="2800" smtClean="0"/>
              <a:t> “</a:t>
            </a:r>
            <a:r>
              <a:rPr lang="en-US" altLang="zh-CN" sz="2800" smtClean="0"/>
              <a:t>Subject:”</a:t>
            </a:r>
            <a:r>
              <a:rPr lang="zh-CN" altLang="en-US" sz="2800" smtClean="0"/>
              <a:t>是邮件的主题。它反映了邮件的主要内容，便于用户查找邮件。</a:t>
            </a:r>
          </a:p>
          <a:p>
            <a:pPr marL="609600" indent="-609600" eaLnBrk="1" hangingPunct="1"/>
            <a:r>
              <a:rPr lang="zh-CN" altLang="en-US" sz="2800" smtClean="0"/>
              <a:t>抄送 “</a:t>
            </a:r>
            <a:r>
              <a:rPr lang="en-US" altLang="zh-CN" sz="2800" smtClean="0"/>
              <a:t>Cc:” </a:t>
            </a:r>
            <a:r>
              <a:rPr lang="zh-CN" altLang="en-US" sz="2800" smtClean="0"/>
              <a:t>表示应给某某人发送一个邮件副本。</a:t>
            </a:r>
          </a:p>
          <a:p>
            <a:pPr marL="609600" indent="-609600" eaLnBrk="1" hangingPunct="1"/>
            <a:r>
              <a:rPr lang="zh-CN" altLang="en-US" sz="2800" smtClean="0"/>
              <a:t>“</a:t>
            </a:r>
            <a:r>
              <a:rPr lang="en-US" altLang="zh-CN" sz="2800" smtClean="0"/>
              <a:t>From” </a:t>
            </a:r>
            <a:r>
              <a:rPr lang="zh-CN" altLang="en-US" sz="2800" smtClean="0"/>
              <a:t>和 “</a:t>
            </a:r>
            <a:r>
              <a:rPr lang="en-US" altLang="zh-CN" sz="2800" smtClean="0"/>
              <a:t>Date” </a:t>
            </a:r>
            <a:r>
              <a:rPr lang="zh-CN" altLang="en-US" sz="2800" smtClean="0"/>
              <a:t>表示发信人的电子邮件地址和发信日期。“</a:t>
            </a:r>
            <a:r>
              <a:rPr lang="en-US" altLang="zh-CN" sz="2800" smtClean="0"/>
              <a:t>Reply-To” </a:t>
            </a:r>
            <a:r>
              <a:rPr lang="zh-CN" altLang="en-US" sz="2800" smtClean="0"/>
              <a:t>是对方回信所用的地址。  </a:t>
            </a:r>
            <a:r>
              <a:rPr lang="zh-CN" altLang="en-US" sz="36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5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53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5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algn="ctr" eaLnBrk="1" hangingPunct="1"/>
            <a:r>
              <a:rPr lang="en-US" altLang="zh-CN" smtClean="0"/>
              <a:t>6.5.4  </a:t>
            </a:r>
            <a:r>
              <a:rPr lang="zh-CN" altLang="en-US" smtClean="0"/>
              <a:t>邮件读取协议</a:t>
            </a:r>
            <a:br>
              <a:rPr lang="zh-CN" altLang="en-US" smtClean="0"/>
            </a:br>
            <a:r>
              <a:rPr lang="en-US" altLang="zh-CN" smtClean="0"/>
              <a:t>POP3 </a:t>
            </a:r>
            <a:r>
              <a:rPr lang="zh-CN" altLang="en-US" smtClean="0"/>
              <a:t>和 </a:t>
            </a:r>
            <a:r>
              <a:rPr lang="en-US" altLang="zh-CN" smtClean="0"/>
              <a:t>IMAP</a:t>
            </a:r>
          </a:p>
        </p:txBody>
      </p:sp>
      <p:sp>
        <p:nvSpPr>
          <p:cNvPr id="1167363" name="Rectangle 3"/>
          <p:cNvSpPr>
            <a:spLocks noGrp="1" noChangeArrowheads="1"/>
          </p:cNvSpPr>
          <p:nvPr>
            <p:ph type="body" idx="1"/>
          </p:nvPr>
        </p:nvSpPr>
        <p:spPr>
          <a:xfrm>
            <a:off x="827088" y="1989138"/>
            <a:ext cx="8137525" cy="4319587"/>
          </a:xfrm>
        </p:spPr>
        <p:txBody>
          <a:bodyPr/>
          <a:lstStyle/>
          <a:p>
            <a:pPr marL="609600" indent="-609600" algn="just" eaLnBrk="1" hangingPunct="1"/>
            <a:r>
              <a:rPr lang="zh-CN" altLang="en-US" sz="2800" smtClean="0"/>
              <a:t>邮局协议</a:t>
            </a:r>
            <a:r>
              <a:rPr lang="zh-CN" altLang="en-US" sz="1400" smtClean="0"/>
              <a:t> </a:t>
            </a:r>
            <a:r>
              <a:rPr lang="en-US" altLang="zh-CN" sz="2800" smtClean="0"/>
              <a:t>POP</a:t>
            </a:r>
            <a:r>
              <a:rPr lang="en-US" altLang="zh-CN" sz="1000" smtClean="0"/>
              <a:t> </a:t>
            </a:r>
            <a:r>
              <a:rPr lang="zh-CN" altLang="en-US" sz="2800" smtClean="0"/>
              <a:t>是一个非常简单、但功能有限的邮件读取协议，现在使用的是它的第三个版本 </a:t>
            </a:r>
            <a:r>
              <a:rPr lang="en-US" altLang="zh-CN" sz="2800" smtClean="0"/>
              <a:t>POP3</a:t>
            </a:r>
            <a:r>
              <a:rPr lang="zh-CN" altLang="en-US" sz="2800" smtClean="0"/>
              <a:t>。</a:t>
            </a:r>
          </a:p>
          <a:p>
            <a:pPr marL="609600" indent="-609600" algn="just" eaLnBrk="1" hangingPunct="1"/>
            <a:r>
              <a:rPr lang="en-US" altLang="zh-CN" sz="2800" smtClean="0"/>
              <a:t>POP</a:t>
            </a:r>
            <a:r>
              <a:rPr lang="en-US" altLang="zh-CN" sz="1600" smtClean="0"/>
              <a:t> </a:t>
            </a:r>
            <a:r>
              <a:rPr lang="zh-CN" altLang="en-US" sz="2800" smtClean="0"/>
              <a:t>也使用客户服务器的工作方式。</a:t>
            </a:r>
          </a:p>
          <a:p>
            <a:pPr marL="609600" indent="-609600" algn="just" eaLnBrk="1" hangingPunct="1"/>
            <a:r>
              <a:rPr lang="zh-CN" altLang="en-US" sz="2800" smtClean="0"/>
              <a:t>在接收邮件的用户</a:t>
            </a:r>
            <a:r>
              <a:rPr lang="zh-CN" altLang="en-US" sz="1600" smtClean="0"/>
              <a:t> </a:t>
            </a:r>
            <a:r>
              <a:rPr lang="en-US" altLang="zh-CN" sz="2800" smtClean="0"/>
              <a:t>PC</a:t>
            </a:r>
            <a:r>
              <a:rPr lang="en-US" altLang="zh-CN" sz="1600" smtClean="0"/>
              <a:t> </a:t>
            </a:r>
            <a:r>
              <a:rPr lang="zh-CN" altLang="en-US" sz="2800" smtClean="0"/>
              <a:t>机中必须运行</a:t>
            </a:r>
            <a:r>
              <a:rPr lang="zh-CN" altLang="en-US" sz="1600" smtClean="0"/>
              <a:t> </a:t>
            </a:r>
            <a:r>
              <a:rPr lang="en-US" altLang="zh-CN" sz="2800" smtClean="0"/>
              <a:t>POP</a:t>
            </a:r>
            <a:r>
              <a:rPr lang="en-US" altLang="zh-CN" sz="1800" smtClean="0"/>
              <a:t> </a:t>
            </a:r>
            <a:r>
              <a:rPr lang="zh-CN" altLang="en-US" sz="2800" smtClean="0"/>
              <a:t>客户程序，而在用户所连接的</a:t>
            </a:r>
            <a:r>
              <a:rPr lang="zh-CN" altLang="en-US" sz="1600" smtClean="0"/>
              <a:t> </a:t>
            </a:r>
            <a:r>
              <a:rPr lang="en-US" altLang="zh-CN" sz="2800" smtClean="0"/>
              <a:t>ISP</a:t>
            </a:r>
            <a:r>
              <a:rPr lang="en-US" altLang="zh-CN" sz="1600" smtClean="0"/>
              <a:t> </a:t>
            </a:r>
            <a:r>
              <a:rPr lang="zh-CN" altLang="en-US" sz="2800" smtClean="0"/>
              <a:t>的邮件服务器中则运行</a:t>
            </a:r>
            <a:r>
              <a:rPr lang="zh-CN" altLang="en-US" sz="1600" smtClean="0"/>
              <a:t> </a:t>
            </a:r>
            <a:r>
              <a:rPr lang="en-US" altLang="zh-CN" sz="2800" smtClean="0"/>
              <a:t>POP</a:t>
            </a:r>
            <a:r>
              <a:rPr lang="en-US" altLang="zh-CN" sz="1600" smtClean="0"/>
              <a:t> </a:t>
            </a:r>
            <a:r>
              <a:rPr lang="zh-CN" altLang="en-US" sz="2800" smtClean="0"/>
              <a:t>服务器程序。</a:t>
            </a:r>
            <a:r>
              <a:rPr lang="zh-CN" altLang="en-US" smtClean="0"/>
              <a:t>  </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algn="ctr" eaLnBrk="1" hangingPunct="1"/>
            <a:r>
              <a:rPr lang="en-US" altLang="zh-CN" sz="4000" smtClean="0"/>
              <a:t>IMAP </a:t>
            </a:r>
            <a:r>
              <a:rPr lang="zh-CN" altLang="en-US" sz="4000" smtClean="0"/>
              <a:t>协议</a:t>
            </a:r>
            <a:br>
              <a:rPr lang="zh-CN" altLang="en-US" sz="4000" smtClean="0"/>
            </a:br>
            <a:r>
              <a:rPr lang="en-US" altLang="zh-CN" sz="3600" smtClean="0"/>
              <a:t>(Internet Message Access Protocol)</a:t>
            </a:r>
            <a:r>
              <a:rPr lang="en-US" altLang="zh-CN" sz="4000" smtClean="0"/>
              <a:t> </a:t>
            </a:r>
          </a:p>
        </p:txBody>
      </p:sp>
      <p:sp>
        <p:nvSpPr>
          <p:cNvPr id="1169411"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IMAP </a:t>
            </a:r>
            <a:r>
              <a:rPr lang="zh-CN" altLang="en-US" sz="2800" smtClean="0"/>
              <a:t>也是按客户服务器方式工作，现在较新的是版本 </a:t>
            </a:r>
            <a:r>
              <a:rPr lang="en-US" altLang="zh-CN" sz="2800" smtClean="0"/>
              <a:t>4</a:t>
            </a:r>
            <a:r>
              <a:rPr lang="zh-CN" altLang="en-US" sz="2800" smtClean="0"/>
              <a:t>，即 </a:t>
            </a:r>
            <a:r>
              <a:rPr lang="en-US" altLang="zh-CN" sz="2800" smtClean="0"/>
              <a:t>IMAP4</a:t>
            </a:r>
            <a:r>
              <a:rPr lang="zh-CN" altLang="en-US" sz="2800" smtClean="0"/>
              <a:t>。</a:t>
            </a:r>
          </a:p>
          <a:p>
            <a:pPr eaLnBrk="1" hangingPunct="1"/>
            <a:r>
              <a:rPr lang="zh-CN" altLang="en-US" sz="2800" smtClean="0"/>
              <a:t>用户在自己的 </a:t>
            </a:r>
            <a:r>
              <a:rPr lang="en-US" altLang="zh-CN" sz="2800" smtClean="0"/>
              <a:t>PC </a:t>
            </a:r>
            <a:r>
              <a:rPr lang="zh-CN" altLang="en-US" sz="2800" smtClean="0"/>
              <a:t>机上就可以操纵 </a:t>
            </a:r>
            <a:r>
              <a:rPr lang="en-US" altLang="zh-CN" sz="2800" smtClean="0"/>
              <a:t>ISP </a:t>
            </a:r>
            <a:r>
              <a:rPr lang="zh-CN" altLang="en-US" sz="2800" smtClean="0"/>
              <a:t>的邮件服务器的邮箱，就像在本地操纵一样。</a:t>
            </a:r>
          </a:p>
          <a:p>
            <a:pPr eaLnBrk="1" hangingPunct="1"/>
            <a:r>
              <a:rPr lang="zh-CN" altLang="en-US" sz="2800" smtClean="0"/>
              <a:t>因此 </a:t>
            </a:r>
            <a:r>
              <a:rPr lang="en-US" altLang="zh-CN" sz="2800" smtClean="0"/>
              <a:t>IMAP </a:t>
            </a:r>
            <a:r>
              <a:rPr lang="zh-CN" altLang="en-US" sz="2800" smtClean="0"/>
              <a:t>是一个联机协议。当用户 </a:t>
            </a:r>
            <a:r>
              <a:rPr lang="en-US" altLang="zh-CN" sz="2800" smtClean="0"/>
              <a:t>PC </a:t>
            </a:r>
            <a:r>
              <a:rPr lang="zh-CN" altLang="en-US" sz="2800" smtClean="0"/>
              <a:t>机上的 </a:t>
            </a:r>
            <a:r>
              <a:rPr lang="en-US" altLang="zh-CN" sz="2800" smtClean="0"/>
              <a:t>IMAP </a:t>
            </a:r>
            <a:r>
              <a:rPr lang="zh-CN" altLang="en-US" sz="2800" smtClean="0"/>
              <a:t>客户程序打开 </a:t>
            </a:r>
            <a:r>
              <a:rPr lang="en-US" altLang="zh-CN" sz="2800" smtClean="0"/>
              <a:t>IMAP </a:t>
            </a:r>
            <a:r>
              <a:rPr lang="zh-CN" altLang="en-US" sz="2800" smtClean="0"/>
              <a:t>服务器的邮箱时，用户就可看到邮件的首部。若用户需要打开某个邮件，则该邮件才传到用户的计算机上。</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755650" y="214313"/>
            <a:ext cx="8188325" cy="1462087"/>
          </a:xfrm>
        </p:spPr>
        <p:txBody>
          <a:bodyPr/>
          <a:lstStyle/>
          <a:p>
            <a:pPr algn="ctr" eaLnBrk="1" hangingPunct="1"/>
            <a:r>
              <a:rPr lang="en-US" altLang="zh-CN" smtClean="0"/>
              <a:t>IMAP </a:t>
            </a:r>
            <a:r>
              <a:rPr lang="zh-CN" altLang="en-US" smtClean="0"/>
              <a:t>的特点</a:t>
            </a:r>
            <a:endParaRPr lang="zh-CN" altLang="en-US" sz="4000" smtClean="0"/>
          </a:p>
        </p:txBody>
      </p:sp>
      <p:sp>
        <p:nvSpPr>
          <p:cNvPr id="1171459" name="Rectangle 3"/>
          <p:cNvSpPr>
            <a:spLocks noGrp="1" noChangeArrowheads="1"/>
          </p:cNvSpPr>
          <p:nvPr>
            <p:ph type="body" idx="1"/>
          </p:nvPr>
        </p:nvSpPr>
        <p:spPr>
          <a:xfrm>
            <a:off x="323850" y="1917700"/>
            <a:ext cx="8640763" cy="4319588"/>
          </a:xfrm>
        </p:spPr>
        <p:txBody>
          <a:bodyPr/>
          <a:lstStyle/>
          <a:p>
            <a:pPr algn="just" eaLnBrk="1" hangingPunct="1">
              <a:lnSpc>
                <a:spcPct val="105000"/>
              </a:lnSpc>
            </a:pPr>
            <a:r>
              <a:rPr lang="en-US" altLang="zh-CN" sz="2800" smtClean="0"/>
              <a:t>IMAP</a:t>
            </a:r>
            <a:r>
              <a:rPr lang="zh-CN" altLang="en-US" sz="2800" smtClean="0"/>
              <a:t>最大的好处就是用户可以在不同的地方使用不同的计算机随时上网阅读和处理自己的邮件。</a:t>
            </a:r>
          </a:p>
          <a:p>
            <a:pPr algn="just" eaLnBrk="1" hangingPunct="1">
              <a:lnSpc>
                <a:spcPct val="105000"/>
              </a:lnSpc>
            </a:pPr>
            <a:r>
              <a:rPr lang="en-US" altLang="zh-CN" sz="2800" smtClean="0"/>
              <a:t>IMAP </a:t>
            </a:r>
            <a:r>
              <a:rPr lang="zh-CN" altLang="en-US" sz="2800" smtClean="0"/>
              <a:t>还允许收件人只读取邮件中的某一个部分。例如，收到了一个带有视像附件（此文件可能很大）的邮件。为了节省时间，可以先下载邮件的正文部分，待以后有时间再读取或下载这个很长的附件。</a:t>
            </a:r>
          </a:p>
          <a:p>
            <a:pPr algn="just" eaLnBrk="1" hangingPunct="1">
              <a:lnSpc>
                <a:spcPct val="105000"/>
              </a:lnSpc>
            </a:pPr>
            <a:r>
              <a:rPr lang="en-US" altLang="zh-CN" sz="2800" smtClean="0"/>
              <a:t>IMAP </a:t>
            </a:r>
            <a:r>
              <a:rPr lang="zh-CN" altLang="en-US" sz="2800" smtClean="0"/>
              <a:t>的缺点是如果用户没有将邮件复制到自己的 </a:t>
            </a:r>
            <a:r>
              <a:rPr lang="en-US" altLang="zh-CN" sz="2800" smtClean="0"/>
              <a:t>PC </a:t>
            </a:r>
            <a:r>
              <a:rPr lang="zh-CN" altLang="en-US" sz="2800" smtClean="0"/>
              <a:t>机上，则邮件一直是存放在 </a:t>
            </a:r>
            <a:r>
              <a:rPr lang="en-US" altLang="zh-CN" sz="2800" smtClean="0"/>
              <a:t>IMAP </a:t>
            </a:r>
            <a:r>
              <a:rPr lang="zh-CN" altLang="en-US" sz="2800" smtClean="0"/>
              <a:t>服务器上。因此用户需要经常与 </a:t>
            </a:r>
            <a:r>
              <a:rPr lang="en-US" altLang="zh-CN" sz="2800" smtClean="0"/>
              <a:t>IMAP </a:t>
            </a:r>
            <a:r>
              <a:rPr lang="zh-CN" altLang="en-US" sz="2800" smtClean="0"/>
              <a:t>服务器建立连接。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14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1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459"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lgn="ctr" eaLnBrk="1" hangingPunct="1"/>
            <a:r>
              <a:rPr lang="zh-CN" altLang="en-US" smtClean="0"/>
              <a:t>必须注意</a:t>
            </a:r>
          </a:p>
        </p:txBody>
      </p:sp>
      <p:sp>
        <p:nvSpPr>
          <p:cNvPr id="1173507" name="Rectangle 3"/>
          <p:cNvSpPr>
            <a:spLocks noGrp="1" noChangeArrowheads="1"/>
          </p:cNvSpPr>
          <p:nvPr>
            <p:ph type="body" idx="1"/>
          </p:nvPr>
        </p:nvSpPr>
        <p:spPr>
          <a:xfrm>
            <a:off x="827088" y="1917700"/>
            <a:ext cx="8137525" cy="4319588"/>
          </a:xfrm>
        </p:spPr>
        <p:txBody>
          <a:bodyPr/>
          <a:lstStyle/>
          <a:p>
            <a:pPr eaLnBrk="1" hangingPunct="1"/>
            <a:r>
              <a:rPr lang="zh-CN" altLang="en-US" sz="2800" smtClean="0"/>
              <a:t>不要将邮件读取协议 </a:t>
            </a:r>
            <a:r>
              <a:rPr lang="en-US" altLang="zh-CN" sz="2800" smtClean="0"/>
              <a:t>POP </a:t>
            </a:r>
            <a:r>
              <a:rPr lang="zh-CN" altLang="en-US" sz="2800" smtClean="0"/>
              <a:t>或 </a:t>
            </a:r>
            <a:r>
              <a:rPr lang="en-US" altLang="zh-CN" sz="2800" smtClean="0"/>
              <a:t>IMAP </a:t>
            </a:r>
            <a:r>
              <a:rPr lang="zh-CN" altLang="en-US" sz="2800" smtClean="0"/>
              <a:t>与邮件传送协议 </a:t>
            </a:r>
            <a:r>
              <a:rPr lang="en-US" altLang="zh-CN" sz="2800" smtClean="0"/>
              <a:t>SMTP </a:t>
            </a:r>
            <a:r>
              <a:rPr lang="zh-CN" altLang="en-US" sz="2800" smtClean="0"/>
              <a:t>弄混。</a:t>
            </a:r>
          </a:p>
          <a:p>
            <a:pPr eaLnBrk="1" hangingPunct="1"/>
            <a:r>
              <a:rPr lang="zh-CN" altLang="en-US" sz="2800" smtClean="0"/>
              <a:t>发信人的用户代理向源邮件服务器发送邮件，以及源邮件服务器向目的邮件服务器发送邮件，都是使用 </a:t>
            </a:r>
            <a:r>
              <a:rPr lang="en-US" altLang="zh-CN" sz="2800" smtClean="0"/>
              <a:t>SMTP </a:t>
            </a:r>
            <a:r>
              <a:rPr lang="zh-CN" altLang="en-US" sz="2800" smtClean="0"/>
              <a:t>协议。</a:t>
            </a:r>
          </a:p>
          <a:p>
            <a:pPr eaLnBrk="1" hangingPunct="1"/>
            <a:r>
              <a:rPr lang="zh-CN" altLang="en-US" sz="2800" smtClean="0"/>
              <a:t>而 </a:t>
            </a:r>
            <a:r>
              <a:rPr lang="en-US" altLang="zh-CN" sz="2800" smtClean="0"/>
              <a:t>POP </a:t>
            </a:r>
            <a:r>
              <a:rPr lang="zh-CN" altLang="en-US" sz="2800" smtClean="0"/>
              <a:t>协议或 </a:t>
            </a:r>
            <a:r>
              <a:rPr lang="en-US" altLang="zh-CN" sz="2800" smtClean="0"/>
              <a:t>IMAP </a:t>
            </a:r>
            <a:r>
              <a:rPr lang="zh-CN" altLang="en-US" sz="2800" smtClean="0"/>
              <a:t>协议则是用户从目的邮件服务器上读取邮件所使用的协议。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3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3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7"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15"/>
          <p:cNvSpPr txBox="1">
            <a:spLocks noChangeArrowheads="1"/>
          </p:cNvSpPr>
          <p:nvPr/>
        </p:nvSpPr>
        <p:spPr bwMode="auto">
          <a:xfrm>
            <a:off x="7048500" y="5564188"/>
            <a:ext cx="979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HTTP</a:t>
            </a:r>
          </a:p>
        </p:txBody>
      </p:sp>
      <p:sp>
        <p:nvSpPr>
          <p:cNvPr id="123907" name="Text Box 14"/>
          <p:cNvSpPr txBox="1">
            <a:spLocks noChangeArrowheads="1"/>
          </p:cNvSpPr>
          <p:nvPr/>
        </p:nvSpPr>
        <p:spPr bwMode="auto">
          <a:xfrm>
            <a:off x="827088" y="5564188"/>
            <a:ext cx="979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HTTP</a:t>
            </a:r>
          </a:p>
        </p:txBody>
      </p:sp>
      <p:sp>
        <p:nvSpPr>
          <p:cNvPr id="123908" name="Rectangle 2"/>
          <p:cNvSpPr>
            <a:spLocks noGrp="1" noChangeArrowheads="1"/>
          </p:cNvSpPr>
          <p:nvPr>
            <p:ph type="title"/>
          </p:nvPr>
        </p:nvSpPr>
        <p:spPr/>
        <p:txBody>
          <a:bodyPr/>
          <a:lstStyle/>
          <a:p>
            <a:pPr algn="ctr" eaLnBrk="1" hangingPunct="1"/>
            <a:r>
              <a:rPr lang="en-US" altLang="zh-CN" smtClean="0"/>
              <a:t>6.5.5  </a:t>
            </a:r>
            <a:r>
              <a:rPr lang="zh-CN" altLang="en-US" smtClean="0"/>
              <a:t>基于万维网的电子邮件</a:t>
            </a:r>
          </a:p>
        </p:txBody>
      </p:sp>
      <p:sp>
        <p:nvSpPr>
          <p:cNvPr id="123909" name="Rectangle 3"/>
          <p:cNvSpPr>
            <a:spLocks noGrp="1" noChangeArrowheads="1"/>
          </p:cNvSpPr>
          <p:nvPr>
            <p:ph type="body" idx="1"/>
          </p:nvPr>
        </p:nvSpPr>
        <p:spPr>
          <a:xfrm>
            <a:off x="1042988" y="1773238"/>
            <a:ext cx="7772400" cy="2808287"/>
          </a:xfrm>
        </p:spPr>
        <p:txBody>
          <a:bodyPr/>
          <a:lstStyle/>
          <a:p>
            <a:pPr eaLnBrk="1" hangingPunct="1"/>
            <a:r>
              <a:rPr lang="zh-CN" altLang="en-US" smtClean="0"/>
              <a:t>电子邮件从 </a:t>
            </a:r>
            <a:r>
              <a:rPr lang="en-US" altLang="zh-CN" smtClean="0"/>
              <a:t>A </a:t>
            </a:r>
            <a:r>
              <a:rPr lang="zh-CN" altLang="en-US" smtClean="0"/>
              <a:t>发送到网易邮件服务器是使用 </a:t>
            </a:r>
            <a:r>
              <a:rPr lang="en-US" altLang="zh-CN" smtClean="0"/>
              <a:t>HTTP </a:t>
            </a:r>
            <a:r>
              <a:rPr lang="zh-CN" altLang="en-US" smtClean="0"/>
              <a:t>协议。</a:t>
            </a:r>
          </a:p>
          <a:p>
            <a:pPr eaLnBrk="1" hangingPunct="1"/>
            <a:r>
              <a:rPr lang="zh-CN" altLang="en-US" smtClean="0"/>
              <a:t>两个邮件服务器之间的传送使用 </a:t>
            </a:r>
            <a:r>
              <a:rPr lang="en-US" altLang="zh-CN" smtClean="0"/>
              <a:t>SMTP</a:t>
            </a:r>
            <a:r>
              <a:rPr lang="zh-CN" altLang="en-US" smtClean="0"/>
              <a:t>。</a:t>
            </a:r>
          </a:p>
          <a:p>
            <a:pPr eaLnBrk="1" hangingPunct="1"/>
            <a:r>
              <a:rPr lang="zh-CN" altLang="en-US" smtClean="0"/>
              <a:t>邮件从新浪邮件服务器传送到 </a:t>
            </a:r>
            <a:r>
              <a:rPr lang="en-US" altLang="zh-CN" smtClean="0"/>
              <a:t>B </a:t>
            </a:r>
            <a:r>
              <a:rPr lang="zh-CN" altLang="en-US" smtClean="0"/>
              <a:t>是使用 </a:t>
            </a:r>
            <a:r>
              <a:rPr lang="en-US" altLang="zh-CN" smtClean="0"/>
              <a:t>HTTP </a:t>
            </a:r>
            <a:r>
              <a:rPr lang="zh-CN" altLang="en-US" smtClean="0"/>
              <a:t>协议。</a:t>
            </a:r>
          </a:p>
        </p:txBody>
      </p:sp>
      <p:sp>
        <p:nvSpPr>
          <p:cNvPr id="123910" name="Text Box 4"/>
          <p:cNvSpPr txBox="1">
            <a:spLocks noChangeArrowheads="1"/>
          </p:cNvSpPr>
          <p:nvPr/>
        </p:nvSpPr>
        <p:spPr bwMode="auto">
          <a:xfrm>
            <a:off x="376238" y="53355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A</a:t>
            </a:r>
          </a:p>
        </p:txBody>
      </p:sp>
      <p:pic>
        <p:nvPicPr>
          <p:cNvPr id="123911"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3850" y="5748338"/>
            <a:ext cx="398463"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051050" y="5461000"/>
            <a:ext cx="565150"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13"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197600" y="5461000"/>
            <a:ext cx="565150"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4" name="Text Box 8"/>
          <p:cNvSpPr txBox="1">
            <a:spLocks noChangeArrowheads="1"/>
          </p:cNvSpPr>
          <p:nvPr/>
        </p:nvSpPr>
        <p:spPr bwMode="auto">
          <a:xfrm>
            <a:off x="8288338" y="53340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B</a:t>
            </a:r>
          </a:p>
        </p:txBody>
      </p:sp>
      <p:pic>
        <p:nvPicPr>
          <p:cNvPr id="123915" name="Picture 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8235950" y="5746750"/>
            <a:ext cx="398463"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6" name="Line 10"/>
          <p:cNvSpPr>
            <a:spLocks noChangeShapeType="1"/>
          </p:cNvSpPr>
          <p:nvPr/>
        </p:nvSpPr>
        <p:spPr bwMode="auto">
          <a:xfrm flipV="1">
            <a:off x="638175" y="6037263"/>
            <a:ext cx="1485900" cy="1270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17" name="Line 11"/>
          <p:cNvSpPr>
            <a:spLocks noChangeShapeType="1"/>
          </p:cNvSpPr>
          <p:nvPr/>
        </p:nvSpPr>
        <p:spPr bwMode="auto">
          <a:xfrm flipV="1">
            <a:off x="2555875" y="6021388"/>
            <a:ext cx="3744913" cy="15875"/>
          </a:xfrm>
          <a:prstGeom prst="line">
            <a:avLst/>
          </a:prstGeom>
          <a:noFill/>
          <a:ln w="762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18" name="Line 12"/>
          <p:cNvSpPr>
            <a:spLocks noChangeShapeType="1"/>
          </p:cNvSpPr>
          <p:nvPr/>
        </p:nvSpPr>
        <p:spPr bwMode="auto">
          <a:xfrm flipV="1">
            <a:off x="6762750" y="6021388"/>
            <a:ext cx="1554163" cy="15875"/>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19" name="Text Box 13"/>
          <p:cNvSpPr txBox="1">
            <a:spLocks noChangeArrowheads="1"/>
          </p:cNvSpPr>
          <p:nvPr/>
        </p:nvSpPr>
        <p:spPr bwMode="auto">
          <a:xfrm>
            <a:off x="3902075" y="5589588"/>
            <a:ext cx="1030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SMTP</a:t>
            </a:r>
          </a:p>
        </p:txBody>
      </p:sp>
      <p:sp>
        <p:nvSpPr>
          <p:cNvPr id="123920" name="Text Box 16"/>
          <p:cNvSpPr txBox="1">
            <a:spLocks noChangeArrowheads="1"/>
          </p:cNvSpPr>
          <p:nvPr/>
        </p:nvSpPr>
        <p:spPr bwMode="auto">
          <a:xfrm>
            <a:off x="1173163" y="4767263"/>
            <a:ext cx="231775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90000"/>
              </a:lnSpc>
            </a:pPr>
            <a:r>
              <a:rPr lang="zh-CN" altLang="en-US" sz="2400">
                <a:solidFill>
                  <a:schemeClr val="folHlink"/>
                </a:solidFill>
                <a:latin typeface="Arial" pitchFamily="34" charset="0"/>
                <a:ea typeface="黑体" pitchFamily="49" charset="-122"/>
              </a:rPr>
              <a:t>网易邮件服务器</a:t>
            </a:r>
          </a:p>
          <a:p>
            <a:pPr algn="ctr" eaLnBrk="1" hangingPunct="1">
              <a:lnSpc>
                <a:spcPct val="90000"/>
              </a:lnSpc>
            </a:pPr>
            <a:r>
              <a:rPr lang="en-US" altLang="zh-CN" sz="2400">
                <a:solidFill>
                  <a:schemeClr val="folHlink"/>
                </a:solidFill>
                <a:latin typeface="Arial" pitchFamily="34" charset="0"/>
                <a:ea typeface="黑体" pitchFamily="49" charset="-122"/>
              </a:rPr>
              <a:t>mail.163.com</a:t>
            </a:r>
          </a:p>
        </p:txBody>
      </p:sp>
      <p:sp>
        <p:nvSpPr>
          <p:cNvPr id="123921" name="Text Box 17"/>
          <p:cNvSpPr txBox="1">
            <a:spLocks noChangeArrowheads="1"/>
          </p:cNvSpPr>
          <p:nvPr/>
        </p:nvSpPr>
        <p:spPr bwMode="auto">
          <a:xfrm>
            <a:off x="5140325" y="4767263"/>
            <a:ext cx="2455863"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lnSpc>
                <a:spcPct val="90000"/>
              </a:lnSpc>
            </a:pPr>
            <a:r>
              <a:rPr lang="zh-CN" altLang="en-US" sz="2400">
                <a:solidFill>
                  <a:schemeClr val="folHlink"/>
                </a:solidFill>
                <a:latin typeface="Arial" pitchFamily="34" charset="0"/>
                <a:ea typeface="黑体" pitchFamily="49" charset="-122"/>
              </a:rPr>
              <a:t>新浪邮件服务器</a:t>
            </a:r>
          </a:p>
          <a:p>
            <a:pPr algn="ctr" eaLnBrk="1" hangingPunct="1">
              <a:lnSpc>
                <a:spcPct val="90000"/>
              </a:lnSpc>
            </a:pPr>
            <a:r>
              <a:rPr lang="en-US" altLang="zh-CN" sz="2400">
                <a:solidFill>
                  <a:schemeClr val="folHlink"/>
                </a:solidFill>
                <a:latin typeface="Arial" pitchFamily="34" charset="0"/>
                <a:ea typeface="黑体" pitchFamily="49" charset="-122"/>
              </a:rPr>
              <a:t>mail.sina.com.cn</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684213" y="214313"/>
            <a:ext cx="8135937" cy="1462087"/>
          </a:xfrm>
        </p:spPr>
        <p:txBody>
          <a:bodyPr/>
          <a:lstStyle/>
          <a:p>
            <a:pPr algn="ctr" eaLnBrk="1" hangingPunct="1"/>
            <a:r>
              <a:rPr lang="en-US" altLang="zh-CN" sz="4000" smtClean="0"/>
              <a:t>6.5.6  </a:t>
            </a:r>
            <a:r>
              <a:rPr lang="zh-CN" altLang="en-US" sz="4000" smtClean="0"/>
              <a:t>通用因特网邮件扩充 </a:t>
            </a:r>
            <a:r>
              <a:rPr lang="en-US" altLang="zh-CN" sz="4000" smtClean="0"/>
              <a:t>MIME</a:t>
            </a:r>
            <a:br>
              <a:rPr lang="en-US" altLang="zh-CN" sz="4000" smtClean="0"/>
            </a:br>
            <a:r>
              <a:rPr lang="en-US" altLang="zh-CN" sz="3600" smtClean="0"/>
              <a:t>1.  MIME </a:t>
            </a:r>
            <a:r>
              <a:rPr lang="zh-CN" altLang="en-US" sz="3600" smtClean="0"/>
              <a:t>概述</a:t>
            </a:r>
            <a:r>
              <a:rPr lang="zh-CN" altLang="en-US" sz="4000" smtClean="0"/>
              <a:t> </a:t>
            </a:r>
          </a:p>
        </p:txBody>
      </p:sp>
      <p:sp>
        <p:nvSpPr>
          <p:cNvPr id="1175555" name="Rectangle 3"/>
          <p:cNvSpPr>
            <a:spLocks noGrp="1" noChangeArrowheads="1"/>
          </p:cNvSpPr>
          <p:nvPr>
            <p:ph type="body" idx="1"/>
          </p:nvPr>
        </p:nvSpPr>
        <p:spPr>
          <a:xfrm>
            <a:off x="827088" y="2060575"/>
            <a:ext cx="7705725" cy="4248150"/>
          </a:xfrm>
        </p:spPr>
        <p:txBody>
          <a:bodyPr/>
          <a:lstStyle/>
          <a:p>
            <a:pPr algn="just" eaLnBrk="1" hangingPunct="1">
              <a:buFont typeface="Wingdings" pitchFamily="2" charset="2"/>
              <a:buNone/>
            </a:pPr>
            <a:r>
              <a:rPr lang="en-US" altLang="zh-CN" sz="2800" smtClean="0"/>
              <a:t>SMTP </a:t>
            </a:r>
            <a:r>
              <a:rPr lang="zh-CN" altLang="en-US" sz="2800" smtClean="0"/>
              <a:t>有以下缺点：</a:t>
            </a:r>
          </a:p>
          <a:p>
            <a:pPr algn="just" eaLnBrk="1" hangingPunct="1"/>
            <a:r>
              <a:rPr lang="en-US" altLang="zh-CN" sz="2800" smtClean="0"/>
              <a:t>SMTP </a:t>
            </a:r>
            <a:r>
              <a:rPr lang="zh-CN" altLang="en-US" sz="2800" smtClean="0"/>
              <a:t>不能传送可执行文件或其他的二进制对象。</a:t>
            </a:r>
          </a:p>
          <a:p>
            <a:pPr algn="just" eaLnBrk="1" hangingPunct="1"/>
            <a:r>
              <a:rPr lang="en-US" altLang="zh-CN" sz="2800" smtClean="0"/>
              <a:t>SMTP </a:t>
            </a:r>
            <a:r>
              <a:rPr lang="zh-CN" altLang="en-US" sz="2800" smtClean="0"/>
              <a:t>限于传送 </a:t>
            </a:r>
            <a:r>
              <a:rPr lang="en-US" altLang="zh-CN" sz="2800" smtClean="0"/>
              <a:t>7 </a:t>
            </a:r>
            <a:r>
              <a:rPr lang="zh-CN" altLang="en-US" sz="2800" smtClean="0"/>
              <a:t>位的 </a:t>
            </a:r>
            <a:r>
              <a:rPr lang="en-US" altLang="zh-CN" sz="2800" smtClean="0"/>
              <a:t>ASCII </a:t>
            </a:r>
            <a:r>
              <a:rPr lang="zh-CN" altLang="en-US" sz="2800" smtClean="0"/>
              <a:t>码。许多其他非英语国家的文字（如中文、俄文，甚至带重音符号的法文或德文）就无法传送。</a:t>
            </a:r>
          </a:p>
          <a:p>
            <a:pPr algn="just" eaLnBrk="1" hangingPunct="1"/>
            <a:r>
              <a:rPr lang="en-US" altLang="zh-CN" sz="2800" smtClean="0"/>
              <a:t>SMTP </a:t>
            </a:r>
            <a:r>
              <a:rPr lang="zh-CN" altLang="en-US" sz="2800" smtClean="0"/>
              <a:t>服务器会拒绝超过一定长度的邮件。</a:t>
            </a:r>
          </a:p>
          <a:p>
            <a:pPr algn="just" eaLnBrk="1" hangingPunct="1"/>
            <a:r>
              <a:rPr lang="zh-CN" altLang="en-US" sz="2800" smtClean="0"/>
              <a:t>某些 </a:t>
            </a:r>
            <a:r>
              <a:rPr lang="en-US" altLang="zh-CN" sz="2800" smtClean="0"/>
              <a:t>SMTP </a:t>
            </a:r>
            <a:r>
              <a:rPr lang="zh-CN" altLang="en-US" sz="2800" smtClean="0"/>
              <a:t>的实现并没有完全按照</a:t>
            </a:r>
            <a:r>
              <a:rPr lang="en-US" altLang="zh-CN" sz="2800" smtClean="0"/>
              <a:t>[RFC 821]</a:t>
            </a:r>
            <a:r>
              <a:rPr lang="zh-CN" altLang="en-US" sz="2800" smtClean="0"/>
              <a:t>的 </a:t>
            </a:r>
            <a:r>
              <a:rPr lang="en-US" altLang="zh-CN" sz="2800" smtClean="0"/>
              <a:t>SMTP </a:t>
            </a:r>
            <a:r>
              <a:rPr lang="zh-CN" altLang="en-US" sz="2800" smtClean="0"/>
              <a:t>标准。</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algn="ctr" eaLnBrk="1" hangingPunct="1"/>
            <a:r>
              <a:rPr lang="en-US" altLang="zh-CN" smtClean="0"/>
              <a:t>MIME </a:t>
            </a:r>
            <a:r>
              <a:rPr lang="zh-CN" altLang="en-US" smtClean="0"/>
              <a:t>的特点</a:t>
            </a:r>
          </a:p>
        </p:txBody>
      </p:sp>
      <p:sp>
        <p:nvSpPr>
          <p:cNvPr id="125955" name="Rectangle 3"/>
          <p:cNvSpPr>
            <a:spLocks noGrp="1" noChangeArrowheads="1"/>
          </p:cNvSpPr>
          <p:nvPr>
            <p:ph type="body" idx="1"/>
          </p:nvPr>
        </p:nvSpPr>
        <p:spPr>
          <a:xfrm>
            <a:off x="828675" y="1989138"/>
            <a:ext cx="7559675" cy="4248150"/>
          </a:xfrm>
        </p:spPr>
        <p:txBody>
          <a:bodyPr/>
          <a:lstStyle/>
          <a:p>
            <a:pPr algn="just" eaLnBrk="1" hangingPunct="1"/>
            <a:r>
              <a:rPr lang="en-US" altLang="zh-CN" sz="2800" smtClean="0"/>
              <a:t>MIME </a:t>
            </a:r>
            <a:r>
              <a:rPr lang="zh-CN" altLang="en-US" sz="2800" smtClean="0"/>
              <a:t>并没有改动 </a:t>
            </a:r>
            <a:r>
              <a:rPr lang="en-US" altLang="zh-CN" sz="2800" smtClean="0"/>
              <a:t>SMTP </a:t>
            </a:r>
            <a:r>
              <a:rPr lang="zh-CN" altLang="en-US" sz="2800" smtClean="0"/>
              <a:t>或取代它。</a:t>
            </a:r>
          </a:p>
          <a:p>
            <a:pPr algn="just" eaLnBrk="1" hangingPunct="1"/>
            <a:r>
              <a:rPr lang="en-US" altLang="zh-CN" sz="2800" smtClean="0"/>
              <a:t>MIME </a:t>
            </a:r>
            <a:r>
              <a:rPr lang="zh-CN" altLang="en-US" sz="2800" smtClean="0"/>
              <a:t>的意图是继续使用目前的</a:t>
            </a:r>
            <a:r>
              <a:rPr lang="en-US" altLang="zh-CN" sz="2800" smtClean="0"/>
              <a:t>[RFC 822]</a:t>
            </a:r>
            <a:r>
              <a:rPr lang="zh-CN" altLang="en-US" sz="2800" smtClean="0"/>
              <a:t>格式，但增加了邮件主体的结构，并定义了传送非 </a:t>
            </a:r>
            <a:r>
              <a:rPr lang="en-US" altLang="zh-CN" sz="2800" smtClean="0"/>
              <a:t>ASCII </a:t>
            </a:r>
            <a:r>
              <a:rPr lang="zh-CN" altLang="en-US" sz="2800" smtClean="0"/>
              <a:t>码的编码规则。  </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755650" y="1052513"/>
            <a:ext cx="7793038" cy="695325"/>
          </a:xfrm>
        </p:spPr>
        <p:txBody>
          <a:bodyPr/>
          <a:lstStyle/>
          <a:p>
            <a:pPr algn="ctr" eaLnBrk="1" hangingPunct="1"/>
            <a:r>
              <a:rPr lang="en-US" altLang="zh-CN" smtClean="0"/>
              <a:t>MIME </a:t>
            </a:r>
            <a:r>
              <a:rPr lang="zh-CN" altLang="en-US" smtClean="0"/>
              <a:t>和 </a:t>
            </a:r>
            <a:r>
              <a:rPr lang="en-US" altLang="zh-CN" smtClean="0"/>
              <a:t>SMTP </a:t>
            </a:r>
            <a:r>
              <a:rPr lang="zh-CN" altLang="en-US" smtClean="0"/>
              <a:t>的关系 </a:t>
            </a:r>
          </a:p>
        </p:txBody>
      </p:sp>
      <p:sp>
        <p:nvSpPr>
          <p:cNvPr id="126979" name="Text Box 3"/>
          <p:cNvSpPr txBox="1">
            <a:spLocks noChangeArrowheads="1"/>
          </p:cNvSpPr>
          <p:nvPr/>
        </p:nvSpPr>
        <p:spPr bwMode="auto">
          <a:xfrm>
            <a:off x="1647825" y="2887663"/>
            <a:ext cx="1495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非 </a:t>
            </a:r>
            <a:r>
              <a:rPr kumimoji="1" lang="en-US" altLang="zh-CN" sz="2000">
                <a:solidFill>
                  <a:srgbClr val="333399"/>
                </a:solidFill>
                <a:latin typeface="Arial" pitchFamily="34" charset="0"/>
                <a:ea typeface="黑体" pitchFamily="49" charset="-122"/>
              </a:rPr>
              <a:t>ASCII </a:t>
            </a:r>
            <a:r>
              <a:rPr kumimoji="1" lang="zh-CN" altLang="en-US" sz="2000">
                <a:solidFill>
                  <a:srgbClr val="333399"/>
                </a:solidFill>
                <a:latin typeface="Arial" pitchFamily="34" charset="0"/>
                <a:ea typeface="黑体" pitchFamily="49" charset="-122"/>
              </a:rPr>
              <a:t>码</a:t>
            </a:r>
          </a:p>
        </p:txBody>
      </p:sp>
      <p:sp>
        <p:nvSpPr>
          <p:cNvPr id="126980" name="Text Box 4"/>
          <p:cNvSpPr txBox="1">
            <a:spLocks noChangeArrowheads="1"/>
          </p:cNvSpPr>
          <p:nvPr/>
        </p:nvSpPr>
        <p:spPr bwMode="auto">
          <a:xfrm>
            <a:off x="1662113" y="4400550"/>
            <a:ext cx="1706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7 </a:t>
            </a:r>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ASCII </a:t>
            </a:r>
            <a:r>
              <a:rPr kumimoji="1" lang="zh-CN" altLang="en-US" sz="2000">
                <a:solidFill>
                  <a:srgbClr val="333399"/>
                </a:solidFill>
                <a:latin typeface="Arial" pitchFamily="34" charset="0"/>
                <a:ea typeface="黑体" pitchFamily="49" charset="-122"/>
              </a:rPr>
              <a:t>码</a:t>
            </a:r>
          </a:p>
        </p:txBody>
      </p:sp>
      <p:sp>
        <p:nvSpPr>
          <p:cNvPr id="126981" name="Rectangle 5"/>
          <p:cNvSpPr>
            <a:spLocks noChangeArrowheads="1"/>
          </p:cNvSpPr>
          <p:nvPr/>
        </p:nvSpPr>
        <p:spPr bwMode="auto">
          <a:xfrm>
            <a:off x="1042988" y="3465513"/>
            <a:ext cx="1182687"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a:r>
              <a:rPr kumimoji="1" lang="en-US" altLang="zh-CN" sz="2000">
                <a:solidFill>
                  <a:srgbClr val="333399"/>
                </a:solidFill>
                <a:latin typeface="Arial" pitchFamily="34" charset="0"/>
                <a:ea typeface="黑体" pitchFamily="49" charset="-122"/>
              </a:rPr>
              <a:t>MIME</a:t>
            </a:r>
          </a:p>
        </p:txBody>
      </p:sp>
      <p:sp>
        <p:nvSpPr>
          <p:cNvPr id="126982" name="Rectangle 6"/>
          <p:cNvSpPr>
            <a:spLocks noChangeArrowheads="1"/>
          </p:cNvSpPr>
          <p:nvPr/>
        </p:nvSpPr>
        <p:spPr bwMode="auto">
          <a:xfrm>
            <a:off x="1042988" y="5137150"/>
            <a:ext cx="1182687"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kumimoji="1" lang="en-US" altLang="zh-CN" sz="2000">
                <a:solidFill>
                  <a:srgbClr val="333399"/>
                </a:solidFill>
                <a:latin typeface="Arial" pitchFamily="34" charset="0"/>
                <a:ea typeface="黑体" pitchFamily="49" charset="-122"/>
              </a:rPr>
              <a:t>SMTP</a:t>
            </a:r>
          </a:p>
        </p:txBody>
      </p:sp>
      <p:sp>
        <p:nvSpPr>
          <p:cNvPr id="126983" name="Rectangle 7"/>
          <p:cNvSpPr>
            <a:spLocks noChangeArrowheads="1"/>
          </p:cNvSpPr>
          <p:nvPr/>
        </p:nvSpPr>
        <p:spPr bwMode="auto">
          <a:xfrm>
            <a:off x="7061200" y="3465513"/>
            <a:ext cx="1182688"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a:r>
              <a:rPr kumimoji="1" lang="en-US" altLang="zh-CN" sz="2000">
                <a:solidFill>
                  <a:srgbClr val="333399"/>
                </a:solidFill>
                <a:latin typeface="Arial" pitchFamily="34" charset="0"/>
                <a:ea typeface="黑体" pitchFamily="49" charset="-122"/>
              </a:rPr>
              <a:t>MIME</a:t>
            </a:r>
          </a:p>
        </p:txBody>
      </p:sp>
      <p:sp>
        <p:nvSpPr>
          <p:cNvPr id="126984" name="Rectangle 8"/>
          <p:cNvSpPr>
            <a:spLocks noChangeArrowheads="1"/>
          </p:cNvSpPr>
          <p:nvPr/>
        </p:nvSpPr>
        <p:spPr bwMode="auto">
          <a:xfrm>
            <a:off x="7061200" y="5137150"/>
            <a:ext cx="1182688"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kumimoji="1" lang="en-US" altLang="zh-CN" sz="2000">
                <a:solidFill>
                  <a:srgbClr val="333399"/>
                </a:solidFill>
                <a:latin typeface="Arial" pitchFamily="34" charset="0"/>
                <a:ea typeface="黑体" pitchFamily="49" charset="-122"/>
              </a:rPr>
              <a:t>SMTP</a:t>
            </a:r>
          </a:p>
        </p:txBody>
      </p:sp>
      <p:sp>
        <p:nvSpPr>
          <p:cNvPr id="126985" name="Line 9"/>
          <p:cNvSpPr>
            <a:spLocks noChangeShapeType="1"/>
          </p:cNvSpPr>
          <p:nvPr/>
        </p:nvSpPr>
        <p:spPr bwMode="auto">
          <a:xfrm>
            <a:off x="2243138" y="5435600"/>
            <a:ext cx="4837112"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986" name="Line 10"/>
          <p:cNvSpPr>
            <a:spLocks noChangeShapeType="1"/>
          </p:cNvSpPr>
          <p:nvPr/>
        </p:nvSpPr>
        <p:spPr bwMode="auto">
          <a:xfrm rot="5400000" flipH="1" flipV="1">
            <a:off x="1096169" y="4599782"/>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987" name="Line 11"/>
          <p:cNvSpPr>
            <a:spLocks noChangeShapeType="1"/>
          </p:cNvSpPr>
          <p:nvPr/>
        </p:nvSpPr>
        <p:spPr bwMode="auto">
          <a:xfrm rot="5400000" flipH="1" flipV="1">
            <a:off x="7115969" y="4599782"/>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988" name="Line 12"/>
          <p:cNvSpPr>
            <a:spLocks noChangeShapeType="1"/>
          </p:cNvSpPr>
          <p:nvPr/>
        </p:nvSpPr>
        <p:spPr bwMode="auto">
          <a:xfrm rot="16200000" flipV="1">
            <a:off x="1248569" y="3080544"/>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989" name="Line 13"/>
          <p:cNvSpPr>
            <a:spLocks noChangeShapeType="1"/>
          </p:cNvSpPr>
          <p:nvPr/>
        </p:nvSpPr>
        <p:spPr bwMode="auto">
          <a:xfrm rot="16200000" flipV="1">
            <a:off x="7268369" y="3080544"/>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990" name="Text Box 14"/>
          <p:cNvSpPr txBox="1">
            <a:spLocks noChangeArrowheads="1"/>
          </p:cNvSpPr>
          <p:nvPr/>
        </p:nvSpPr>
        <p:spPr bwMode="auto">
          <a:xfrm>
            <a:off x="5940425" y="4371975"/>
            <a:ext cx="1706563"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7 </a:t>
            </a:r>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ASCII </a:t>
            </a:r>
            <a:r>
              <a:rPr kumimoji="1" lang="zh-CN" altLang="en-US" sz="2000">
                <a:solidFill>
                  <a:srgbClr val="333399"/>
                </a:solidFill>
                <a:latin typeface="Arial" pitchFamily="34" charset="0"/>
                <a:ea typeface="黑体" pitchFamily="49" charset="-122"/>
              </a:rPr>
              <a:t>码</a:t>
            </a:r>
          </a:p>
        </p:txBody>
      </p:sp>
      <p:sp>
        <p:nvSpPr>
          <p:cNvPr id="126991" name="Text Box 15"/>
          <p:cNvSpPr txBox="1">
            <a:spLocks noChangeArrowheads="1"/>
          </p:cNvSpPr>
          <p:nvPr/>
        </p:nvSpPr>
        <p:spPr bwMode="auto">
          <a:xfrm>
            <a:off x="3600450" y="5013325"/>
            <a:ext cx="17049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7 </a:t>
            </a:r>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ASCII </a:t>
            </a:r>
            <a:r>
              <a:rPr kumimoji="1" lang="zh-CN" altLang="en-US" sz="2000">
                <a:solidFill>
                  <a:srgbClr val="333399"/>
                </a:solidFill>
                <a:latin typeface="Arial" pitchFamily="34" charset="0"/>
                <a:ea typeface="黑体" pitchFamily="49" charset="-122"/>
              </a:rPr>
              <a:t>码</a:t>
            </a:r>
          </a:p>
        </p:txBody>
      </p:sp>
      <p:sp>
        <p:nvSpPr>
          <p:cNvPr id="126992" name="Text Box 16"/>
          <p:cNvSpPr txBox="1">
            <a:spLocks noChangeArrowheads="1"/>
          </p:cNvSpPr>
          <p:nvPr/>
        </p:nvSpPr>
        <p:spPr bwMode="auto">
          <a:xfrm>
            <a:off x="6099175" y="2887663"/>
            <a:ext cx="1497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非 </a:t>
            </a:r>
            <a:r>
              <a:rPr kumimoji="1" lang="en-US" altLang="zh-CN" sz="2000">
                <a:solidFill>
                  <a:srgbClr val="333399"/>
                </a:solidFill>
                <a:latin typeface="Arial" pitchFamily="34" charset="0"/>
                <a:ea typeface="黑体" pitchFamily="49" charset="-122"/>
              </a:rPr>
              <a:t>ASCII </a:t>
            </a:r>
            <a:r>
              <a:rPr kumimoji="1" lang="zh-CN" altLang="en-US" sz="2000">
                <a:solidFill>
                  <a:srgbClr val="333399"/>
                </a:solidFill>
                <a:latin typeface="Arial" pitchFamily="34" charset="0"/>
                <a:ea typeface="黑体" pitchFamily="49" charset="-122"/>
              </a:rPr>
              <a:t>码</a:t>
            </a:r>
          </a:p>
        </p:txBody>
      </p:sp>
      <p:sp>
        <p:nvSpPr>
          <p:cNvPr id="126993" name="Rectangle 17"/>
          <p:cNvSpPr>
            <a:spLocks noChangeArrowheads="1"/>
          </p:cNvSpPr>
          <p:nvPr/>
        </p:nvSpPr>
        <p:spPr bwMode="auto">
          <a:xfrm>
            <a:off x="1150938" y="2230438"/>
            <a:ext cx="966787" cy="477837"/>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用户</a:t>
            </a:r>
          </a:p>
        </p:txBody>
      </p:sp>
      <p:sp>
        <p:nvSpPr>
          <p:cNvPr id="126994" name="Rectangle 18"/>
          <p:cNvSpPr>
            <a:spLocks noChangeArrowheads="1"/>
          </p:cNvSpPr>
          <p:nvPr/>
        </p:nvSpPr>
        <p:spPr bwMode="auto">
          <a:xfrm>
            <a:off x="7169150" y="2230438"/>
            <a:ext cx="966788" cy="477837"/>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用户</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755650" y="333375"/>
            <a:ext cx="7793038" cy="1439863"/>
          </a:xfrm>
        </p:spPr>
        <p:txBody>
          <a:bodyPr/>
          <a:lstStyle/>
          <a:p>
            <a:pPr algn="ctr" eaLnBrk="1" hangingPunct="1"/>
            <a:r>
              <a:rPr lang="en-US" altLang="zh-CN" sz="4800" smtClean="0"/>
              <a:t>MIME </a:t>
            </a:r>
            <a:r>
              <a:rPr lang="zh-CN" altLang="en-US" sz="4800" smtClean="0"/>
              <a:t>主要包括三个部分 </a:t>
            </a:r>
          </a:p>
        </p:txBody>
      </p:sp>
      <p:sp>
        <p:nvSpPr>
          <p:cNvPr id="1181699" name="Rectangle 3"/>
          <p:cNvSpPr>
            <a:spLocks noGrp="1" noChangeArrowheads="1"/>
          </p:cNvSpPr>
          <p:nvPr>
            <p:ph type="body" idx="1"/>
          </p:nvPr>
        </p:nvSpPr>
        <p:spPr>
          <a:xfrm>
            <a:off x="827088" y="1906588"/>
            <a:ext cx="8101012" cy="4114800"/>
          </a:xfrm>
        </p:spPr>
        <p:txBody>
          <a:bodyPr/>
          <a:lstStyle/>
          <a:p>
            <a:pPr algn="just" eaLnBrk="1" hangingPunct="1">
              <a:lnSpc>
                <a:spcPct val="105000"/>
              </a:lnSpc>
            </a:pPr>
            <a:r>
              <a:rPr lang="en-US" altLang="zh-CN" sz="2800" smtClean="0"/>
              <a:t>5</a:t>
            </a:r>
            <a:r>
              <a:rPr lang="en-US" altLang="zh-CN" sz="1600" smtClean="0"/>
              <a:t> </a:t>
            </a:r>
            <a:r>
              <a:rPr lang="zh-CN" altLang="en-US" sz="2800" smtClean="0"/>
              <a:t>个新的邮件首部字段，它们可包含在</a:t>
            </a:r>
            <a:r>
              <a:rPr lang="en-US" altLang="zh-CN" sz="2800" smtClean="0"/>
              <a:t>[RFC 822]</a:t>
            </a:r>
            <a:r>
              <a:rPr lang="zh-CN" altLang="en-US" sz="2800" smtClean="0"/>
              <a:t>首部中。这些字段提供了有关邮件主体的信息。</a:t>
            </a:r>
          </a:p>
          <a:p>
            <a:pPr eaLnBrk="1" hangingPunct="1"/>
            <a:r>
              <a:rPr lang="zh-CN" altLang="en-US" sz="2800" smtClean="0"/>
              <a:t>定义了许多邮件内容的格式，对多媒体电子邮件的表示方法进行了标准化。</a:t>
            </a:r>
          </a:p>
          <a:p>
            <a:pPr eaLnBrk="1" hangingPunct="1"/>
            <a:r>
              <a:rPr lang="zh-CN" altLang="en-US" sz="2800" smtClean="0"/>
              <a:t>定义了传送编码，可对任何内容格式进行转换，而不会被邮件系统改变。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16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1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9027" name="Rectangle 3"/>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902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9029" name="Rectangle 5"/>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9030" name="Rectangle 6"/>
          <p:cNvSpPr>
            <a:spLocks noGrp="1" noChangeArrowheads="1"/>
          </p:cNvSpPr>
          <p:nvPr>
            <p:ph type="title"/>
          </p:nvPr>
        </p:nvSpPr>
        <p:spPr>
          <a:xfrm>
            <a:off x="1150938" y="214313"/>
            <a:ext cx="6877050" cy="1462087"/>
          </a:xfrm>
        </p:spPr>
        <p:txBody>
          <a:bodyPr/>
          <a:lstStyle/>
          <a:p>
            <a:pPr algn="ctr" eaLnBrk="1" hangingPunct="1"/>
            <a:r>
              <a:rPr lang="en-US" altLang="zh-CN" sz="4000" smtClean="0"/>
              <a:t>MIME </a:t>
            </a:r>
            <a:r>
              <a:rPr lang="zh-CN" altLang="en-US" sz="4000" smtClean="0"/>
              <a:t>增加 </a:t>
            </a:r>
            <a:r>
              <a:rPr lang="en-US" altLang="zh-CN" sz="4000" smtClean="0"/>
              <a:t>5 </a:t>
            </a:r>
            <a:r>
              <a:rPr lang="zh-CN" altLang="en-US" sz="4000" smtClean="0"/>
              <a:t>个</a:t>
            </a:r>
            <a:br>
              <a:rPr lang="zh-CN" altLang="en-US" sz="4000" smtClean="0"/>
            </a:br>
            <a:r>
              <a:rPr lang="zh-CN" altLang="en-US" sz="4000" smtClean="0"/>
              <a:t>新的邮件首部 </a:t>
            </a:r>
          </a:p>
        </p:txBody>
      </p:sp>
      <p:sp>
        <p:nvSpPr>
          <p:cNvPr id="129031" name="Rectangle 7"/>
          <p:cNvSpPr>
            <a:spLocks noGrp="1" noChangeArrowheads="1"/>
          </p:cNvSpPr>
          <p:nvPr>
            <p:ph type="body" idx="1"/>
          </p:nvPr>
        </p:nvSpPr>
        <p:spPr>
          <a:xfrm>
            <a:off x="611188" y="1987550"/>
            <a:ext cx="8132762" cy="4465638"/>
          </a:xfrm>
        </p:spPr>
        <p:txBody>
          <a:bodyPr/>
          <a:lstStyle/>
          <a:p>
            <a:pPr algn="just" eaLnBrk="1" hangingPunct="1"/>
            <a:r>
              <a:rPr lang="en-US" altLang="zh-CN" sz="2800" smtClean="0"/>
              <a:t>MIME-Version: </a:t>
            </a:r>
            <a:r>
              <a:rPr lang="zh-CN" altLang="en-US" sz="2800" smtClean="0"/>
              <a:t>标志 </a:t>
            </a:r>
            <a:r>
              <a:rPr lang="en-US" altLang="zh-CN" sz="2800" smtClean="0"/>
              <a:t>MIME </a:t>
            </a:r>
            <a:r>
              <a:rPr lang="zh-CN" altLang="en-US" sz="2800" smtClean="0"/>
              <a:t>的版本。现在的版本号是 </a:t>
            </a:r>
            <a:r>
              <a:rPr lang="en-US" altLang="zh-CN" sz="2800" smtClean="0"/>
              <a:t>1.0</a:t>
            </a:r>
            <a:r>
              <a:rPr lang="zh-CN" altLang="en-US" sz="2800" smtClean="0"/>
              <a:t>。若无此行，则为英文文本。</a:t>
            </a:r>
          </a:p>
          <a:p>
            <a:pPr algn="just" eaLnBrk="1" hangingPunct="1"/>
            <a:r>
              <a:rPr lang="en-US" altLang="zh-CN" sz="2800" smtClean="0"/>
              <a:t>Content-Description: </a:t>
            </a:r>
            <a:r>
              <a:rPr lang="zh-CN" altLang="en-US" sz="2800" smtClean="0"/>
              <a:t>这是可读字符串，说明此邮件是什么。和邮件的主题差不多。</a:t>
            </a:r>
          </a:p>
          <a:p>
            <a:pPr algn="just" eaLnBrk="1" hangingPunct="1"/>
            <a:r>
              <a:rPr lang="en-US" altLang="zh-CN" sz="2800" smtClean="0"/>
              <a:t>Content-Id: </a:t>
            </a:r>
            <a:r>
              <a:rPr lang="zh-CN" altLang="en-US" sz="2800" smtClean="0"/>
              <a:t>邮件的唯一标识符。 </a:t>
            </a:r>
          </a:p>
          <a:p>
            <a:pPr eaLnBrk="1" hangingPunct="1"/>
            <a:r>
              <a:rPr lang="en-US" altLang="zh-CN" sz="2800" smtClean="0"/>
              <a:t>Content-Transfer-Encoding: </a:t>
            </a:r>
            <a:r>
              <a:rPr lang="zh-CN" altLang="en-US" sz="2800" smtClean="0"/>
              <a:t>在传送时邮件的主体是如何编码的。</a:t>
            </a:r>
          </a:p>
          <a:p>
            <a:pPr eaLnBrk="1" hangingPunct="1"/>
            <a:r>
              <a:rPr lang="en-US" altLang="zh-CN" sz="2800" smtClean="0"/>
              <a:t>Content-Type: </a:t>
            </a:r>
            <a:r>
              <a:rPr lang="zh-CN" altLang="en-US" sz="2800" smtClean="0"/>
              <a:t>说明邮件的性质。 </a:t>
            </a:r>
          </a:p>
        </p:txBody>
      </p:sp>
      <p:sp>
        <p:nvSpPr>
          <p:cNvPr id="129032" name="Rectangle 8"/>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903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0051" name="Rectangle 3"/>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005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0053" name="Rectangle 5"/>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0054" name="Rectangle 6"/>
          <p:cNvSpPr>
            <a:spLocks noGrp="1" noChangeArrowheads="1"/>
          </p:cNvSpPr>
          <p:nvPr>
            <p:ph type="title"/>
          </p:nvPr>
        </p:nvSpPr>
        <p:spPr>
          <a:xfrm>
            <a:off x="971550" y="214313"/>
            <a:ext cx="7793038" cy="1462087"/>
          </a:xfrm>
        </p:spPr>
        <p:txBody>
          <a:bodyPr/>
          <a:lstStyle/>
          <a:p>
            <a:pPr algn="ctr" eaLnBrk="1" hangingPunct="1"/>
            <a:r>
              <a:rPr lang="en-US" altLang="zh-CN" smtClean="0"/>
              <a:t>2.  </a:t>
            </a:r>
            <a:r>
              <a:rPr lang="zh-CN" altLang="en-US" smtClean="0"/>
              <a:t>内容传送编码</a:t>
            </a:r>
            <a:br>
              <a:rPr lang="zh-CN" altLang="en-US" smtClean="0"/>
            </a:br>
            <a:r>
              <a:rPr lang="en-US" altLang="zh-CN" smtClean="0"/>
              <a:t>(</a:t>
            </a:r>
            <a:r>
              <a:rPr lang="en-US" altLang="zh-CN" sz="4000" smtClean="0"/>
              <a:t>Content-Transfer-Encoding)</a:t>
            </a:r>
            <a:r>
              <a:rPr lang="en-US" altLang="zh-CN" smtClean="0"/>
              <a:t> </a:t>
            </a:r>
          </a:p>
        </p:txBody>
      </p:sp>
      <p:sp>
        <p:nvSpPr>
          <p:cNvPr id="1185799" name="Rectangle 7"/>
          <p:cNvSpPr>
            <a:spLocks noGrp="1" noChangeArrowheads="1"/>
          </p:cNvSpPr>
          <p:nvPr>
            <p:ph type="body" idx="1"/>
          </p:nvPr>
        </p:nvSpPr>
        <p:spPr>
          <a:xfrm>
            <a:off x="971550" y="1916113"/>
            <a:ext cx="7772400" cy="4114800"/>
          </a:xfrm>
        </p:spPr>
        <p:txBody>
          <a:bodyPr/>
          <a:lstStyle/>
          <a:p>
            <a:pPr algn="just" eaLnBrk="1" hangingPunct="1"/>
            <a:r>
              <a:rPr lang="zh-CN" altLang="en-US" sz="2800" smtClean="0"/>
              <a:t>最简单的编码就是 </a:t>
            </a:r>
            <a:r>
              <a:rPr lang="en-US" altLang="zh-CN" sz="2800" smtClean="0"/>
              <a:t>7 </a:t>
            </a:r>
            <a:r>
              <a:rPr lang="zh-CN" altLang="en-US" sz="2800" smtClean="0"/>
              <a:t>位 </a:t>
            </a:r>
            <a:r>
              <a:rPr lang="en-US" altLang="zh-CN" sz="2800" smtClean="0"/>
              <a:t>ASCII </a:t>
            </a:r>
            <a:r>
              <a:rPr lang="zh-CN" altLang="en-US" sz="2800" smtClean="0"/>
              <a:t>码，而每行不能超过 </a:t>
            </a:r>
            <a:r>
              <a:rPr lang="en-US" altLang="zh-CN" sz="2800" smtClean="0"/>
              <a:t>1000 </a:t>
            </a:r>
            <a:r>
              <a:rPr lang="zh-CN" altLang="en-US" sz="2800" smtClean="0"/>
              <a:t>个字符。</a:t>
            </a:r>
            <a:r>
              <a:rPr lang="en-US" altLang="zh-CN" sz="2800" smtClean="0"/>
              <a:t>MIME </a:t>
            </a:r>
            <a:r>
              <a:rPr lang="zh-CN" altLang="en-US" sz="2800" smtClean="0"/>
              <a:t>对这种由 </a:t>
            </a:r>
            <a:r>
              <a:rPr lang="en-US" altLang="zh-CN" sz="2800" smtClean="0"/>
              <a:t>ASCII </a:t>
            </a:r>
            <a:r>
              <a:rPr lang="zh-CN" altLang="en-US" sz="2800" smtClean="0"/>
              <a:t>码构成的邮件主体不进行任何转换。 </a:t>
            </a:r>
          </a:p>
          <a:p>
            <a:pPr algn="just" eaLnBrk="1" hangingPunct="1"/>
            <a:r>
              <a:rPr lang="zh-CN" altLang="en-US" sz="2800" smtClean="0"/>
              <a:t>另一种编码称为 </a:t>
            </a:r>
            <a:r>
              <a:rPr lang="en-US" altLang="zh-CN" sz="2800" smtClean="0"/>
              <a:t>quoted-printable</a:t>
            </a:r>
            <a:r>
              <a:rPr lang="zh-CN" altLang="en-US" sz="2800" smtClean="0"/>
              <a:t>，这种编码方法适用于当所传送的数据中只有少量的非 </a:t>
            </a:r>
            <a:r>
              <a:rPr lang="en-US" altLang="zh-CN" sz="2800" smtClean="0"/>
              <a:t>ASCII </a:t>
            </a:r>
            <a:r>
              <a:rPr lang="zh-CN" altLang="en-US" sz="2800" smtClean="0"/>
              <a:t>码。</a:t>
            </a:r>
          </a:p>
          <a:p>
            <a:pPr algn="just" eaLnBrk="1" hangingPunct="1"/>
            <a:r>
              <a:rPr lang="zh-CN" altLang="en-US" sz="2800" smtClean="0"/>
              <a:t>对于任意的二进制文件，可用 </a:t>
            </a:r>
            <a:r>
              <a:rPr lang="en-US" altLang="zh-CN" sz="2800" smtClean="0"/>
              <a:t>base64 </a:t>
            </a:r>
            <a:r>
              <a:rPr lang="zh-CN" altLang="en-US" sz="2800" smtClean="0"/>
              <a:t>编码。</a:t>
            </a:r>
            <a:r>
              <a:rPr lang="zh-CN" altLang="en-US" smtClean="0"/>
              <a:t> </a:t>
            </a:r>
            <a:r>
              <a:rPr lang="zh-CN" altLang="en-US" sz="2800" smtClean="0"/>
              <a:t> </a:t>
            </a:r>
          </a:p>
        </p:txBody>
      </p:sp>
      <p:sp>
        <p:nvSpPr>
          <p:cNvPr id="130056" name="Rectangle 8"/>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0057"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57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57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algn="ctr" eaLnBrk="1" hangingPunct="1"/>
            <a:r>
              <a:rPr lang="en-US" altLang="zh-CN" smtClean="0"/>
              <a:t>3.  </a:t>
            </a:r>
            <a:r>
              <a:rPr lang="zh-CN" altLang="en-US" smtClean="0"/>
              <a:t>内容类型 </a:t>
            </a:r>
          </a:p>
        </p:txBody>
      </p:sp>
      <p:sp>
        <p:nvSpPr>
          <p:cNvPr id="1187843" name="Rectangle 3"/>
          <p:cNvSpPr>
            <a:spLocks noGrp="1" noChangeArrowheads="1"/>
          </p:cNvSpPr>
          <p:nvPr>
            <p:ph type="body" idx="4294967295"/>
          </p:nvPr>
        </p:nvSpPr>
        <p:spPr>
          <a:xfrm>
            <a:off x="1187450" y="1978025"/>
            <a:ext cx="7088188" cy="4114800"/>
          </a:xfrm>
        </p:spPr>
        <p:txBody>
          <a:bodyPr/>
          <a:lstStyle/>
          <a:p>
            <a:pPr algn="just" eaLnBrk="1" hangingPunct="1">
              <a:lnSpc>
                <a:spcPct val="110000"/>
              </a:lnSpc>
            </a:pPr>
            <a:r>
              <a:rPr lang="en-US" altLang="zh-CN" sz="2800" smtClean="0"/>
              <a:t>MIME</a:t>
            </a:r>
            <a:r>
              <a:rPr lang="zh-CN" altLang="en-US" sz="2800" smtClean="0"/>
              <a:t>着标准规定 </a:t>
            </a:r>
            <a:r>
              <a:rPr lang="en-US" altLang="zh-CN" sz="2800" smtClean="0"/>
              <a:t>Content-Type </a:t>
            </a:r>
            <a:r>
              <a:rPr lang="zh-CN" altLang="en-US" sz="2800" smtClean="0"/>
              <a:t>说明必须含有两个标识符，即内容类型</a:t>
            </a:r>
            <a:r>
              <a:rPr lang="en-US" altLang="zh-CN" sz="2800" smtClean="0"/>
              <a:t>(type)</a:t>
            </a:r>
            <a:r>
              <a:rPr lang="zh-CN" altLang="en-US" sz="2800" smtClean="0"/>
              <a:t>和子类型</a:t>
            </a:r>
            <a:r>
              <a:rPr lang="en-US" altLang="zh-CN" sz="2800" smtClean="0"/>
              <a:t>(subtype)</a:t>
            </a:r>
            <a:r>
              <a:rPr lang="zh-CN" altLang="en-US" sz="2800" smtClean="0"/>
              <a:t>，中间用“</a:t>
            </a:r>
            <a:r>
              <a:rPr lang="en-US" altLang="zh-CN" sz="2800" smtClean="0"/>
              <a:t>/”</a:t>
            </a:r>
            <a:r>
              <a:rPr lang="zh-CN" altLang="en-US" sz="2800" smtClean="0"/>
              <a:t>分开。 </a:t>
            </a:r>
          </a:p>
          <a:p>
            <a:pPr algn="just" eaLnBrk="1" hangingPunct="1">
              <a:lnSpc>
                <a:spcPct val="110000"/>
              </a:lnSpc>
            </a:pPr>
            <a:r>
              <a:rPr lang="en-US" altLang="zh-CN" sz="2800" smtClean="0"/>
              <a:t>MIME </a:t>
            </a:r>
            <a:r>
              <a:rPr lang="zh-CN" altLang="en-US" sz="2800" smtClean="0"/>
              <a:t>标准定义了 </a:t>
            </a:r>
            <a:r>
              <a:rPr lang="en-US" altLang="zh-CN" sz="2800" smtClean="0"/>
              <a:t>7 </a:t>
            </a:r>
            <a:r>
              <a:rPr lang="zh-CN" altLang="en-US" sz="2800" smtClean="0"/>
              <a:t>个基本内容类型和 </a:t>
            </a:r>
            <a:r>
              <a:rPr lang="en-US" altLang="zh-CN" sz="2800" smtClean="0"/>
              <a:t>15 </a:t>
            </a:r>
            <a:r>
              <a:rPr lang="zh-CN" altLang="en-US" sz="2800" smtClean="0"/>
              <a:t>种子类型。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7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algn="ctr" eaLnBrk="1" hangingPunct="1"/>
            <a:r>
              <a:rPr lang="en-US" altLang="zh-CN" sz="4000" smtClean="0"/>
              <a:t>6.6  </a:t>
            </a:r>
            <a:r>
              <a:rPr lang="zh-CN" altLang="en-US" sz="4000" smtClean="0"/>
              <a:t>动态主机配置协议 </a:t>
            </a:r>
            <a:r>
              <a:rPr lang="en-US" altLang="zh-CN" sz="4000" smtClean="0"/>
              <a:t>DHCP</a:t>
            </a:r>
          </a:p>
        </p:txBody>
      </p:sp>
      <p:sp>
        <p:nvSpPr>
          <p:cNvPr id="715779" name="Rectangle 3"/>
          <p:cNvSpPr>
            <a:spLocks noGrp="1" noChangeArrowheads="1"/>
          </p:cNvSpPr>
          <p:nvPr>
            <p:ph type="body" idx="1"/>
          </p:nvPr>
        </p:nvSpPr>
        <p:spPr>
          <a:xfrm>
            <a:off x="1042988" y="1978025"/>
            <a:ext cx="7772400" cy="4475163"/>
          </a:xfrm>
        </p:spPr>
        <p:txBody>
          <a:bodyPr/>
          <a:lstStyle/>
          <a:p>
            <a:pPr eaLnBrk="1" hangingPunct="1"/>
            <a:r>
              <a:rPr lang="zh-CN" altLang="en-US" smtClean="0"/>
              <a:t>为了将软件协议做成通用的和便于移植，协议软件的编写者把协议软件参数化。这就使得在很多台计算机上使用同一个经过编译的二进制代码成为可能。</a:t>
            </a:r>
          </a:p>
          <a:p>
            <a:pPr eaLnBrk="1" hangingPunct="1"/>
            <a:r>
              <a:rPr lang="zh-CN" altLang="en-US" smtClean="0"/>
              <a:t>一台计算机和另一台计算机的区别，都可通过一些不同的参数来体现。</a:t>
            </a:r>
          </a:p>
          <a:p>
            <a:pPr eaLnBrk="1" hangingPunct="1"/>
            <a:r>
              <a:rPr lang="zh-CN" altLang="en-US" smtClean="0"/>
              <a:t>在软件协议运行之前，必须给每一个参数赋值。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algn="ctr" eaLnBrk="1" hangingPunct="1"/>
            <a:r>
              <a:rPr lang="zh-CN" altLang="en-US" smtClean="0"/>
              <a:t>协议配置</a:t>
            </a:r>
          </a:p>
        </p:txBody>
      </p:sp>
      <p:sp>
        <p:nvSpPr>
          <p:cNvPr id="716803" name="Rectangle 3"/>
          <p:cNvSpPr>
            <a:spLocks noGrp="1" noChangeArrowheads="1"/>
          </p:cNvSpPr>
          <p:nvPr>
            <p:ph type="body" idx="1"/>
          </p:nvPr>
        </p:nvSpPr>
        <p:spPr>
          <a:xfrm>
            <a:off x="1042988" y="1906588"/>
            <a:ext cx="7772400" cy="4114800"/>
          </a:xfrm>
        </p:spPr>
        <p:txBody>
          <a:bodyPr/>
          <a:lstStyle/>
          <a:p>
            <a:pPr eaLnBrk="1" hangingPunct="1"/>
            <a:r>
              <a:rPr lang="zh-CN" altLang="en-US" smtClean="0"/>
              <a:t>在协议软件中给这些参数赋值的动作叫做</a:t>
            </a:r>
            <a:r>
              <a:rPr lang="zh-CN" altLang="en-US" smtClean="0">
                <a:solidFill>
                  <a:schemeClr val="hlink"/>
                </a:solidFill>
              </a:rPr>
              <a:t>协议配置</a:t>
            </a:r>
            <a:r>
              <a:rPr lang="zh-CN" altLang="en-US" smtClean="0"/>
              <a:t>。</a:t>
            </a:r>
          </a:p>
          <a:p>
            <a:pPr eaLnBrk="1" hangingPunct="1"/>
            <a:r>
              <a:rPr lang="zh-CN" altLang="en-US" smtClean="0"/>
              <a:t>一个软件协议在使用之前必须是已正确配置的。</a:t>
            </a:r>
          </a:p>
          <a:p>
            <a:pPr eaLnBrk="1" hangingPunct="1"/>
            <a:r>
              <a:rPr lang="zh-CN" altLang="en-US" smtClean="0"/>
              <a:t>具体的配置信息有哪些则取决于协议栈。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algn="ctr" eaLnBrk="1" hangingPunct="1"/>
            <a:r>
              <a:rPr lang="zh-CN" altLang="en-US" smtClean="0"/>
              <a:t>协议配置（续）</a:t>
            </a:r>
          </a:p>
        </p:txBody>
      </p:sp>
      <p:sp>
        <p:nvSpPr>
          <p:cNvPr id="134147" name="Rectangle 3"/>
          <p:cNvSpPr>
            <a:spLocks noGrp="1" noChangeArrowheads="1"/>
          </p:cNvSpPr>
          <p:nvPr>
            <p:ph type="body" idx="1"/>
          </p:nvPr>
        </p:nvSpPr>
        <p:spPr>
          <a:xfrm>
            <a:off x="1546225" y="2051050"/>
            <a:ext cx="6049963" cy="4114800"/>
          </a:xfrm>
        </p:spPr>
        <p:txBody>
          <a:bodyPr/>
          <a:lstStyle/>
          <a:p>
            <a:pPr eaLnBrk="1" hangingPunct="1">
              <a:lnSpc>
                <a:spcPct val="90000"/>
              </a:lnSpc>
            </a:pPr>
            <a:r>
              <a:rPr lang="zh-CN" altLang="en-US" smtClean="0"/>
              <a:t>需要配置的项目</a:t>
            </a:r>
          </a:p>
          <a:p>
            <a:pPr eaLnBrk="1" hangingPunct="1">
              <a:lnSpc>
                <a:spcPct val="90000"/>
              </a:lnSpc>
              <a:buFont typeface="Wingdings" pitchFamily="2" charset="2"/>
              <a:buNone/>
            </a:pPr>
            <a:r>
              <a:rPr lang="zh-CN" altLang="en-US" smtClean="0"/>
              <a:t>  </a:t>
            </a:r>
            <a:r>
              <a:rPr lang="en-US" altLang="zh-CN" smtClean="0"/>
              <a:t>(1) IP </a:t>
            </a:r>
            <a:r>
              <a:rPr lang="zh-CN" altLang="en-US" smtClean="0"/>
              <a:t>地址</a:t>
            </a:r>
          </a:p>
          <a:p>
            <a:pPr eaLnBrk="1" hangingPunct="1">
              <a:lnSpc>
                <a:spcPct val="90000"/>
              </a:lnSpc>
              <a:buFont typeface="Wingdings" pitchFamily="2" charset="2"/>
              <a:buNone/>
            </a:pPr>
            <a:r>
              <a:rPr lang="zh-CN" altLang="en-US" smtClean="0"/>
              <a:t>  </a:t>
            </a:r>
            <a:r>
              <a:rPr lang="en-US" altLang="zh-CN" smtClean="0"/>
              <a:t>(2) </a:t>
            </a:r>
            <a:r>
              <a:rPr lang="zh-CN" altLang="en-US" smtClean="0"/>
              <a:t>子网掩码</a:t>
            </a:r>
          </a:p>
          <a:p>
            <a:pPr eaLnBrk="1" hangingPunct="1">
              <a:lnSpc>
                <a:spcPct val="90000"/>
              </a:lnSpc>
              <a:buFont typeface="Wingdings" pitchFamily="2" charset="2"/>
              <a:buNone/>
            </a:pPr>
            <a:r>
              <a:rPr lang="zh-CN" altLang="en-US" smtClean="0"/>
              <a:t>  </a:t>
            </a:r>
            <a:r>
              <a:rPr lang="en-US" altLang="zh-CN" smtClean="0"/>
              <a:t>(3) </a:t>
            </a:r>
            <a:r>
              <a:rPr lang="zh-CN" altLang="en-US" smtClean="0"/>
              <a:t>默认路由器的 </a:t>
            </a:r>
            <a:r>
              <a:rPr lang="en-US" altLang="zh-CN" smtClean="0"/>
              <a:t>IP </a:t>
            </a:r>
            <a:r>
              <a:rPr lang="zh-CN" altLang="en-US" smtClean="0"/>
              <a:t>地址</a:t>
            </a:r>
          </a:p>
          <a:p>
            <a:pPr eaLnBrk="1" hangingPunct="1">
              <a:lnSpc>
                <a:spcPct val="90000"/>
              </a:lnSpc>
              <a:buFont typeface="Wingdings" pitchFamily="2" charset="2"/>
              <a:buNone/>
            </a:pPr>
            <a:r>
              <a:rPr lang="zh-CN" altLang="en-US" smtClean="0"/>
              <a:t>  </a:t>
            </a:r>
            <a:r>
              <a:rPr lang="en-US" altLang="zh-CN" smtClean="0"/>
              <a:t>(4) </a:t>
            </a:r>
            <a:r>
              <a:rPr lang="zh-CN" altLang="en-US" smtClean="0"/>
              <a:t>域名服务器的 </a:t>
            </a:r>
            <a:r>
              <a:rPr lang="en-US" altLang="zh-CN" smtClean="0"/>
              <a:t>IP </a:t>
            </a:r>
            <a:r>
              <a:rPr lang="zh-CN" altLang="en-US" smtClean="0"/>
              <a:t>地址</a:t>
            </a:r>
          </a:p>
          <a:p>
            <a:pPr eaLnBrk="1" hangingPunct="1">
              <a:lnSpc>
                <a:spcPct val="90000"/>
              </a:lnSpc>
            </a:pPr>
            <a:r>
              <a:rPr lang="zh-CN" altLang="en-US" smtClean="0"/>
              <a:t>这些信息通常存储在一个配置文件中，计算机在引导过程中可以对这个文件进行存取。 </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468313" y="-26988"/>
            <a:ext cx="8475662" cy="1462088"/>
          </a:xfrm>
        </p:spPr>
        <p:txBody>
          <a:bodyPr/>
          <a:lstStyle/>
          <a:p>
            <a:pPr algn="ctr" eaLnBrk="1" hangingPunct="1"/>
            <a:r>
              <a:rPr lang="zh-CN" altLang="en-US" sz="4000" smtClean="0"/>
              <a:t>动态主机配置协议 </a:t>
            </a:r>
            <a:r>
              <a:rPr lang="en-US" altLang="zh-CN" sz="4000" smtClean="0"/>
              <a:t>DHCP</a:t>
            </a:r>
            <a:br>
              <a:rPr lang="en-US" altLang="zh-CN" sz="4000" smtClean="0"/>
            </a:br>
            <a:r>
              <a:rPr lang="en-US" altLang="zh-CN" sz="3600" smtClean="0"/>
              <a:t>(Dynamic Host Configuration Protocol)</a:t>
            </a:r>
            <a:r>
              <a:rPr lang="en-US" altLang="zh-CN" sz="4000" smtClean="0"/>
              <a:t>  </a:t>
            </a:r>
          </a:p>
        </p:txBody>
      </p:sp>
      <p:sp>
        <p:nvSpPr>
          <p:cNvPr id="720899" name="Rectangle 3"/>
          <p:cNvSpPr>
            <a:spLocks noGrp="1" noChangeArrowheads="1"/>
          </p:cNvSpPr>
          <p:nvPr>
            <p:ph type="body" idx="1"/>
          </p:nvPr>
        </p:nvSpPr>
        <p:spPr>
          <a:xfrm>
            <a:off x="1042988" y="1978025"/>
            <a:ext cx="7772400" cy="4114800"/>
          </a:xfrm>
        </p:spPr>
        <p:txBody>
          <a:bodyPr/>
          <a:lstStyle/>
          <a:p>
            <a:pPr eaLnBrk="1" hangingPunct="1"/>
            <a:r>
              <a:rPr lang="zh-CN" altLang="en-US" smtClean="0">
                <a:solidFill>
                  <a:schemeClr val="hlink"/>
                </a:solidFill>
              </a:rPr>
              <a:t>动态主机配置协议</a:t>
            </a:r>
            <a:r>
              <a:rPr lang="zh-CN" altLang="en-US" smtClean="0"/>
              <a:t> </a:t>
            </a:r>
            <a:r>
              <a:rPr lang="en-US" altLang="zh-CN" smtClean="0"/>
              <a:t>DHCP </a:t>
            </a:r>
            <a:r>
              <a:rPr lang="zh-CN" altLang="en-US" smtClean="0"/>
              <a:t>提供了</a:t>
            </a:r>
            <a:r>
              <a:rPr lang="zh-CN" altLang="en-US" smtClean="0">
                <a:solidFill>
                  <a:schemeClr val="hlink"/>
                </a:solidFill>
              </a:rPr>
              <a:t>即插即用连网</a:t>
            </a:r>
            <a:r>
              <a:rPr lang="en-US" altLang="zh-CN" smtClean="0"/>
              <a:t>(plug-and-play networking)</a:t>
            </a:r>
            <a:r>
              <a:rPr lang="zh-CN" altLang="en-US" smtClean="0"/>
              <a:t>的机制。</a:t>
            </a:r>
          </a:p>
          <a:p>
            <a:pPr eaLnBrk="1" hangingPunct="1"/>
            <a:r>
              <a:rPr lang="zh-CN" altLang="en-US" smtClean="0"/>
              <a:t>这种机制允许一台计算机加入新的网络和获取</a:t>
            </a:r>
            <a:r>
              <a:rPr lang="en-US" altLang="zh-CN" smtClean="0"/>
              <a:t>IP</a:t>
            </a:r>
            <a:r>
              <a:rPr lang="zh-CN" altLang="en-US" smtClean="0"/>
              <a:t>地址而不用手工参与。</a:t>
            </a:r>
          </a:p>
          <a:p>
            <a:pPr eaLnBrk="1" hangingPunct="1"/>
            <a:r>
              <a:rPr lang="zh-CN" altLang="en-US" smtClean="0"/>
              <a:t>设置自动获取</a:t>
            </a:r>
            <a:r>
              <a:rPr lang="en-US" altLang="zh-CN" smtClean="0"/>
              <a:t>IP</a:t>
            </a:r>
            <a:r>
              <a:rPr lang="zh-CN" altLang="en-US" smtClean="0"/>
              <a:t>和自动获得</a:t>
            </a:r>
            <a:r>
              <a:rPr lang="en-US" altLang="zh-CN" smtClean="0"/>
              <a:t>DNS</a:t>
            </a:r>
            <a:r>
              <a:rPr lang="zh-CN" altLang="en-US" smtClean="0"/>
              <a:t>服务器地址。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08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08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r>
              <a:rPr lang="en-US" altLang="zh-CN" smtClean="0"/>
              <a:t>DHCP </a:t>
            </a:r>
            <a:r>
              <a:rPr lang="zh-CN" altLang="en-US" smtClean="0"/>
              <a:t>使用客户服务器方式。</a:t>
            </a:r>
          </a:p>
        </p:txBody>
      </p:sp>
      <p:sp>
        <p:nvSpPr>
          <p:cNvPr id="721923" name="Rectangle 3"/>
          <p:cNvSpPr>
            <a:spLocks noGrp="1" noChangeArrowheads="1"/>
          </p:cNvSpPr>
          <p:nvPr>
            <p:ph type="body" idx="1"/>
          </p:nvPr>
        </p:nvSpPr>
        <p:spPr>
          <a:xfrm>
            <a:off x="1042988" y="1906588"/>
            <a:ext cx="7772400" cy="4546600"/>
          </a:xfrm>
        </p:spPr>
        <p:txBody>
          <a:bodyPr/>
          <a:lstStyle/>
          <a:p>
            <a:pPr eaLnBrk="1" hangingPunct="1"/>
            <a:r>
              <a:rPr lang="zh-CN" altLang="en-US" sz="2800" smtClean="0"/>
              <a:t>需要 </a:t>
            </a:r>
            <a:r>
              <a:rPr lang="en-US" altLang="zh-CN" sz="2800" smtClean="0"/>
              <a:t>IP </a:t>
            </a:r>
            <a:r>
              <a:rPr lang="zh-CN" altLang="en-US" sz="2800" smtClean="0"/>
              <a:t>地址的主机在启动时就向 </a:t>
            </a:r>
            <a:r>
              <a:rPr lang="en-US" altLang="zh-CN" sz="2800" smtClean="0"/>
              <a:t>DHCP </a:t>
            </a:r>
            <a:r>
              <a:rPr lang="zh-CN" altLang="en-US" sz="2800" smtClean="0"/>
              <a:t>服务器广播发送发现报文（</a:t>
            </a:r>
            <a:r>
              <a:rPr lang="en-US" altLang="zh-CN" sz="2800" smtClean="0"/>
              <a:t>DHCPDISCOVER</a:t>
            </a:r>
            <a:r>
              <a:rPr lang="zh-CN" altLang="en-US" sz="2800" smtClean="0"/>
              <a:t>），这时该主机就成为 </a:t>
            </a:r>
            <a:r>
              <a:rPr lang="en-US" altLang="zh-CN" sz="2800" smtClean="0"/>
              <a:t>DHCP </a:t>
            </a:r>
            <a:r>
              <a:rPr lang="zh-CN" altLang="en-US" sz="2800" smtClean="0"/>
              <a:t>客户。</a:t>
            </a:r>
          </a:p>
          <a:p>
            <a:pPr eaLnBrk="1" hangingPunct="1"/>
            <a:r>
              <a:rPr lang="zh-CN" altLang="en-US" sz="2800" smtClean="0"/>
              <a:t>本地网络上所有主机都能收到此广播报文，但只有 </a:t>
            </a:r>
            <a:r>
              <a:rPr lang="en-US" altLang="zh-CN" sz="2800" smtClean="0"/>
              <a:t>DHCP </a:t>
            </a:r>
            <a:r>
              <a:rPr lang="zh-CN" altLang="en-US" sz="2800" smtClean="0"/>
              <a:t>服务器才回答此广播报文。</a:t>
            </a:r>
          </a:p>
          <a:p>
            <a:pPr eaLnBrk="1" hangingPunct="1"/>
            <a:r>
              <a:rPr lang="en-US" altLang="zh-CN" sz="2800" smtClean="0"/>
              <a:t>DHCP </a:t>
            </a:r>
            <a:r>
              <a:rPr lang="zh-CN" altLang="en-US" sz="2800" smtClean="0"/>
              <a:t>服务器先在其数据库中查找该计算机的配置信息。若找到，则返回找到的信息。若找不到，则从服务器的 </a:t>
            </a:r>
            <a:r>
              <a:rPr lang="en-US" altLang="zh-CN" sz="2800" smtClean="0"/>
              <a:t>IP </a:t>
            </a:r>
            <a:r>
              <a:rPr lang="zh-CN" altLang="en-US" sz="2800" smtClean="0"/>
              <a:t>地址池</a:t>
            </a:r>
            <a:r>
              <a:rPr lang="en-US" altLang="zh-CN" sz="2800" smtClean="0"/>
              <a:t>(address pool)</a:t>
            </a:r>
            <a:r>
              <a:rPr lang="zh-CN" altLang="en-US" sz="2800" smtClean="0"/>
              <a:t>中取一个地址分配给该计算机。</a:t>
            </a:r>
            <a:r>
              <a:rPr lang="en-US" altLang="zh-CN" sz="2800" smtClean="0"/>
              <a:t>DHCP </a:t>
            </a:r>
            <a:r>
              <a:rPr lang="zh-CN" altLang="en-US" sz="2800" smtClean="0"/>
              <a:t>服务器的回答报文叫做提供报文（</a:t>
            </a:r>
            <a:r>
              <a:rPr lang="en-US" altLang="zh-CN" sz="2800" smtClean="0"/>
              <a:t>DHCPOFFER</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1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algn="ctr" eaLnBrk="1" hangingPunct="1"/>
            <a:r>
              <a:rPr lang="en-US" altLang="zh-CN" smtClean="0"/>
              <a:t>DHCP </a:t>
            </a:r>
            <a:r>
              <a:rPr lang="zh-CN" altLang="en-US" smtClean="0"/>
              <a:t>中继代理</a:t>
            </a:r>
            <a:r>
              <a:rPr lang="en-US" altLang="zh-CN" smtClean="0"/>
              <a:t>(relay agent) </a:t>
            </a:r>
          </a:p>
        </p:txBody>
      </p:sp>
      <p:sp>
        <p:nvSpPr>
          <p:cNvPr id="722947"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t>并不是每个网络上都有 </a:t>
            </a:r>
            <a:r>
              <a:rPr lang="en-US" altLang="zh-CN" sz="2800" smtClean="0"/>
              <a:t>DHCP </a:t>
            </a:r>
            <a:r>
              <a:rPr lang="zh-CN" altLang="en-US" sz="2800" smtClean="0"/>
              <a:t>服务器，这样会使 </a:t>
            </a:r>
            <a:r>
              <a:rPr lang="en-US" altLang="zh-CN" sz="2800" smtClean="0"/>
              <a:t>DHCP </a:t>
            </a:r>
            <a:r>
              <a:rPr lang="zh-CN" altLang="en-US" sz="2800" smtClean="0"/>
              <a:t>服务器的数量太多。现在是每一个网络至少有一个 </a:t>
            </a:r>
            <a:r>
              <a:rPr lang="en-US" altLang="zh-CN" sz="2800" smtClean="0"/>
              <a:t>DHCP </a:t>
            </a:r>
            <a:r>
              <a:rPr lang="zh-CN" altLang="en-US" sz="2800" smtClean="0">
                <a:solidFill>
                  <a:schemeClr val="hlink"/>
                </a:solidFill>
              </a:rPr>
              <a:t>中继代理</a:t>
            </a:r>
            <a:r>
              <a:rPr lang="zh-CN" altLang="en-US" sz="2800" smtClean="0"/>
              <a:t>，它配置了 </a:t>
            </a:r>
            <a:r>
              <a:rPr lang="en-US" altLang="zh-CN" sz="2800" smtClean="0"/>
              <a:t>DHCP </a:t>
            </a:r>
            <a:r>
              <a:rPr lang="zh-CN" altLang="en-US" sz="2800" smtClean="0"/>
              <a:t>服务器的 </a:t>
            </a:r>
            <a:r>
              <a:rPr lang="en-US" altLang="zh-CN" sz="2800" smtClean="0"/>
              <a:t>IP </a:t>
            </a:r>
            <a:r>
              <a:rPr lang="zh-CN" altLang="en-US" sz="2800" smtClean="0"/>
              <a:t>地址信息。</a:t>
            </a:r>
          </a:p>
          <a:p>
            <a:pPr eaLnBrk="1" hangingPunct="1"/>
            <a:r>
              <a:rPr lang="zh-CN" altLang="en-US" sz="2800" smtClean="0"/>
              <a:t>当 </a:t>
            </a:r>
            <a:r>
              <a:rPr lang="en-US" altLang="zh-CN" sz="2800" smtClean="0"/>
              <a:t>DHCP </a:t>
            </a:r>
            <a:r>
              <a:rPr lang="zh-CN" altLang="en-US" sz="2800" smtClean="0"/>
              <a:t>中继代理收到主机发送的发现报文后，就以单播方式向 </a:t>
            </a:r>
            <a:r>
              <a:rPr lang="en-US" altLang="zh-CN" sz="2800" smtClean="0"/>
              <a:t>DHCP </a:t>
            </a:r>
            <a:r>
              <a:rPr lang="zh-CN" altLang="en-US" sz="2800" smtClean="0"/>
              <a:t>服务器转发此报文，并等待其回答。收到 </a:t>
            </a:r>
            <a:r>
              <a:rPr lang="en-US" altLang="zh-CN" sz="2800" smtClean="0"/>
              <a:t>DHCP </a:t>
            </a:r>
            <a:r>
              <a:rPr lang="zh-CN" altLang="en-US" sz="2800" smtClean="0"/>
              <a:t>服务器回答的提供报文后，</a:t>
            </a:r>
            <a:r>
              <a:rPr lang="en-US" altLang="zh-CN" sz="2800" smtClean="0"/>
              <a:t>DHCP </a:t>
            </a:r>
            <a:r>
              <a:rPr lang="zh-CN" altLang="en-US" sz="2800" smtClean="0"/>
              <a:t>中继代理再将此提供报文发回给主机。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2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4"/>
          <p:cNvSpPr>
            <a:spLocks noGrp="1" noChangeArrowheads="1"/>
          </p:cNvSpPr>
          <p:nvPr>
            <p:ph type="title"/>
          </p:nvPr>
        </p:nvSpPr>
        <p:spPr/>
        <p:txBody>
          <a:bodyPr/>
          <a:lstStyle/>
          <a:p>
            <a:pPr algn="ctr" eaLnBrk="1" hangingPunct="1"/>
            <a:r>
              <a:rPr lang="en-US" altLang="zh-CN" smtClean="0"/>
              <a:t>DHCP </a:t>
            </a:r>
            <a:r>
              <a:rPr lang="zh-CN" altLang="en-US" smtClean="0"/>
              <a:t>中继代理</a:t>
            </a:r>
            <a:br>
              <a:rPr lang="zh-CN" altLang="en-US" smtClean="0"/>
            </a:br>
            <a:r>
              <a:rPr lang="zh-CN" altLang="en-US" smtClean="0"/>
              <a:t>以单播方式转发发现报文 </a:t>
            </a:r>
          </a:p>
        </p:txBody>
      </p:sp>
      <p:sp>
        <p:nvSpPr>
          <p:cNvPr id="138243" name="Line 5"/>
          <p:cNvSpPr>
            <a:spLocks noChangeShapeType="1"/>
          </p:cNvSpPr>
          <p:nvPr/>
        </p:nvSpPr>
        <p:spPr bwMode="auto">
          <a:xfrm>
            <a:off x="1225550" y="3419475"/>
            <a:ext cx="0" cy="4222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244" name="Line 6"/>
          <p:cNvSpPr>
            <a:spLocks noChangeShapeType="1"/>
          </p:cNvSpPr>
          <p:nvPr/>
        </p:nvSpPr>
        <p:spPr bwMode="auto">
          <a:xfrm flipV="1">
            <a:off x="3516313" y="4264025"/>
            <a:ext cx="486568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3824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8013" y="3103563"/>
            <a:ext cx="871537" cy="159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246" name="Text Box 8"/>
          <p:cNvSpPr txBox="1">
            <a:spLocks noChangeArrowheads="1"/>
          </p:cNvSpPr>
          <p:nvPr/>
        </p:nvSpPr>
        <p:spPr bwMode="auto">
          <a:xfrm>
            <a:off x="0" y="20605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主机</a:t>
            </a:r>
          </a:p>
        </p:txBody>
      </p:sp>
      <p:sp>
        <p:nvSpPr>
          <p:cNvPr id="138247" name="Text Box 9"/>
          <p:cNvSpPr txBox="1">
            <a:spLocks noChangeArrowheads="1"/>
          </p:cNvSpPr>
          <p:nvPr/>
        </p:nvSpPr>
        <p:spPr bwMode="auto">
          <a:xfrm>
            <a:off x="8162925" y="2476500"/>
            <a:ext cx="94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en-US" altLang="zh-CN" sz="2000">
                <a:solidFill>
                  <a:srgbClr val="333399"/>
                </a:solidFill>
                <a:latin typeface="Arial" pitchFamily="34" charset="0"/>
                <a:ea typeface="黑体" pitchFamily="49" charset="-122"/>
              </a:rPr>
              <a:t>DHCP</a:t>
            </a:r>
          </a:p>
          <a:p>
            <a:pPr algn="ctr" eaLnBrk="1" hangingPunct="1"/>
            <a:r>
              <a:rPr kumimoji="1" lang="zh-CN" altLang="en-US" sz="2000">
                <a:solidFill>
                  <a:srgbClr val="333399"/>
                </a:solidFill>
                <a:latin typeface="Arial" pitchFamily="34" charset="0"/>
                <a:ea typeface="黑体" pitchFamily="49" charset="-122"/>
              </a:rPr>
              <a:t>服务器</a:t>
            </a:r>
          </a:p>
        </p:txBody>
      </p:sp>
      <p:grpSp>
        <p:nvGrpSpPr>
          <p:cNvPr id="138248" name="Group 10"/>
          <p:cNvGrpSpPr>
            <a:grpSpLocks/>
          </p:cNvGrpSpPr>
          <p:nvPr/>
        </p:nvGrpSpPr>
        <p:grpSpPr bwMode="auto">
          <a:xfrm>
            <a:off x="6283325" y="3524250"/>
            <a:ext cx="1465263" cy="1411288"/>
            <a:chOff x="3204" y="2684"/>
            <a:chExt cx="1080" cy="854"/>
          </a:xfrm>
        </p:grpSpPr>
        <p:sp>
          <p:nvSpPr>
            <p:cNvPr id="138268" name="Oval 11"/>
            <p:cNvSpPr>
              <a:spLocks noChangeArrowheads="1"/>
            </p:cNvSpPr>
            <p:nvPr/>
          </p:nvSpPr>
          <p:spPr bwMode="auto">
            <a:xfrm>
              <a:off x="3457" y="2684"/>
              <a:ext cx="464" cy="228"/>
            </a:xfrm>
            <a:prstGeom prst="ellipse">
              <a:avLst/>
            </a:prstGeom>
            <a:solidFill>
              <a:srgbClr val="EAEAEA"/>
            </a:solidFill>
            <a:ln w="12700">
              <a:solidFill>
                <a:srgbClr val="000000"/>
              </a:solidFill>
              <a:round/>
              <a:headEnd/>
              <a:tailEnd/>
            </a:ln>
          </p:spPr>
          <p:txBody>
            <a:bodyPr/>
            <a:lstStyle/>
            <a:p>
              <a:endParaRPr lang="zh-CN" altLang="en-US"/>
            </a:p>
          </p:txBody>
        </p:sp>
        <p:sp>
          <p:nvSpPr>
            <p:cNvPr id="138269" name="Freeform 12"/>
            <p:cNvSpPr>
              <a:spLocks/>
            </p:cNvSpPr>
            <p:nvPr/>
          </p:nvSpPr>
          <p:spPr bwMode="auto">
            <a:xfrm>
              <a:off x="3853" y="2753"/>
              <a:ext cx="312" cy="202"/>
            </a:xfrm>
            <a:custGeom>
              <a:avLst/>
              <a:gdLst>
                <a:gd name="T0" fmla="*/ 182 w 312"/>
                <a:gd name="T1" fmla="*/ 10 h 202"/>
                <a:gd name="T2" fmla="*/ 150 w 312"/>
                <a:gd name="T3" fmla="*/ 4 h 202"/>
                <a:gd name="T4" fmla="*/ 119 w 312"/>
                <a:gd name="T5" fmla="*/ 0 h 202"/>
                <a:gd name="T6" fmla="*/ 91 w 312"/>
                <a:gd name="T7" fmla="*/ 2 h 202"/>
                <a:gd name="T8" fmla="*/ 67 w 312"/>
                <a:gd name="T9" fmla="*/ 8 h 202"/>
                <a:gd name="T10" fmla="*/ 44 w 312"/>
                <a:gd name="T11" fmla="*/ 16 h 202"/>
                <a:gd name="T12" fmla="*/ 25 w 312"/>
                <a:gd name="T13" fmla="*/ 29 h 202"/>
                <a:gd name="T14" fmla="*/ 12 w 312"/>
                <a:gd name="T15" fmla="*/ 44 h 202"/>
                <a:gd name="T16" fmla="*/ 2 w 312"/>
                <a:gd name="T17" fmla="*/ 61 h 202"/>
                <a:gd name="T18" fmla="*/ 0 w 312"/>
                <a:gd name="T19" fmla="*/ 80 h 202"/>
                <a:gd name="T20" fmla="*/ 6 w 312"/>
                <a:gd name="T21" fmla="*/ 99 h 202"/>
                <a:gd name="T22" fmla="*/ 16 w 312"/>
                <a:gd name="T23" fmla="*/ 117 h 202"/>
                <a:gd name="T24" fmla="*/ 31 w 312"/>
                <a:gd name="T25" fmla="*/ 136 h 202"/>
                <a:gd name="T26" fmla="*/ 51 w 312"/>
                <a:gd name="T27" fmla="*/ 153 h 202"/>
                <a:gd name="T28" fmla="*/ 74 w 312"/>
                <a:gd name="T29" fmla="*/ 170 h 202"/>
                <a:gd name="T30" fmla="*/ 102 w 312"/>
                <a:gd name="T31" fmla="*/ 183 h 202"/>
                <a:gd name="T32" fmla="*/ 133 w 312"/>
                <a:gd name="T33" fmla="*/ 193 h 202"/>
                <a:gd name="T34" fmla="*/ 165 w 312"/>
                <a:gd name="T35" fmla="*/ 199 h 202"/>
                <a:gd name="T36" fmla="*/ 195 w 312"/>
                <a:gd name="T37" fmla="*/ 202 h 202"/>
                <a:gd name="T38" fmla="*/ 223 w 312"/>
                <a:gd name="T39" fmla="*/ 200 h 202"/>
                <a:gd name="T40" fmla="*/ 248 w 312"/>
                <a:gd name="T41" fmla="*/ 195 h 202"/>
                <a:gd name="T42" fmla="*/ 271 w 312"/>
                <a:gd name="T43" fmla="*/ 187 h 202"/>
                <a:gd name="T44" fmla="*/ 289 w 312"/>
                <a:gd name="T45" fmla="*/ 174 h 202"/>
                <a:gd name="T46" fmla="*/ 303 w 312"/>
                <a:gd name="T47" fmla="*/ 159 h 202"/>
                <a:gd name="T48" fmla="*/ 310 w 312"/>
                <a:gd name="T49" fmla="*/ 142 h 202"/>
                <a:gd name="T50" fmla="*/ 312 w 312"/>
                <a:gd name="T51" fmla="*/ 123 h 202"/>
                <a:gd name="T52" fmla="*/ 308 w 312"/>
                <a:gd name="T53" fmla="*/ 104 h 202"/>
                <a:gd name="T54" fmla="*/ 297 w 312"/>
                <a:gd name="T55" fmla="*/ 85 h 202"/>
                <a:gd name="T56" fmla="*/ 284 w 312"/>
                <a:gd name="T57" fmla="*/ 66 h 202"/>
                <a:gd name="T58" fmla="*/ 263 w 312"/>
                <a:gd name="T59" fmla="*/ 50 h 202"/>
                <a:gd name="T60" fmla="*/ 240 w 312"/>
                <a:gd name="T61" fmla="*/ 33 h 202"/>
                <a:gd name="T62" fmla="*/ 212 w 312"/>
                <a:gd name="T63" fmla="*/ 19 h 202"/>
                <a:gd name="T64" fmla="*/ 182 w 312"/>
                <a:gd name="T65" fmla="*/ 10 h 2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2" h="202">
                  <a:moveTo>
                    <a:pt x="182" y="10"/>
                  </a:moveTo>
                  <a:lnTo>
                    <a:pt x="150" y="4"/>
                  </a:lnTo>
                  <a:lnTo>
                    <a:pt x="119" y="0"/>
                  </a:lnTo>
                  <a:lnTo>
                    <a:pt x="91" y="2"/>
                  </a:lnTo>
                  <a:lnTo>
                    <a:pt x="67" y="8"/>
                  </a:lnTo>
                  <a:lnTo>
                    <a:pt x="44" y="16"/>
                  </a:lnTo>
                  <a:lnTo>
                    <a:pt x="25" y="29"/>
                  </a:lnTo>
                  <a:lnTo>
                    <a:pt x="12" y="44"/>
                  </a:lnTo>
                  <a:lnTo>
                    <a:pt x="2" y="61"/>
                  </a:lnTo>
                  <a:lnTo>
                    <a:pt x="0" y="80"/>
                  </a:lnTo>
                  <a:lnTo>
                    <a:pt x="6" y="99"/>
                  </a:lnTo>
                  <a:lnTo>
                    <a:pt x="16" y="117"/>
                  </a:lnTo>
                  <a:lnTo>
                    <a:pt x="31" y="136"/>
                  </a:lnTo>
                  <a:lnTo>
                    <a:pt x="51" y="153"/>
                  </a:lnTo>
                  <a:lnTo>
                    <a:pt x="74" y="170"/>
                  </a:lnTo>
                  <a:lnTo>
                    <a:pt x="102" y="183"/>
                  </a:lnTo>
                  <a:lnTo>
                    <a:pt x="133" y="193"/>
                  </a:lnTo>
                  <a:lnTo>
                    <a:pt x="165" y="199"/>
                  </a:lnTo>
                  <a:lnTo>
                    <a:pt x="195" y="202"/>
                  </a:lnTo>
                  <a:lnTo>
                    <a:pt x="223" y="200"/>
                  </a:lnTo>
                  <a:lnTo>
                    <a:pt x="248" y="195"/>
                  </a:lnTo>
                  <a:lnTo>
                    <a:pt x="271" y="187"/>
                  </a:lnTo>
                  <a:lnTo>
                    <a:pt x="289" y="174"/>
                  </a:lnTo>
                  <a:lnTo>
                    <a:pt x="303" y="159"/>
                  </a:lnTo>
                  <a:lnTo>
                    <a:pt x="310" y="142"/>
                  </a:lnTo>
                  <a:lnTo>
                    <a:pt x="312" y="123"/>
                  </a:lnTo>
                  <a:lnTo>
                    <a:pt x="308" y="104"/>
                  </a:lnTo>
                  <a:lnTo>
                    <a:pt x="297" y="85"/>
                  </a:lnTo>
                  <a:lnTo>
                    <a:pt x="284" y="66"/>
                  </a:lnTo>
                  <a:lnTo>
                    <a:pt x="263" y="50"/>
                  </a:lnTo>
                  <a:lnTo>
                    <a:pt x="240" y="33"/>
                  </a:lnTo>
                  <a:lnTo>
                    <a:pt x="212" y="19"/>
                  </a:lnTo>
                  <a:lnTo>
                    <a:pt x="182" y="10"/>
                  </a:lnTo>
                  <a:close/>
                </a:path>
              </a:pathLst>
            </a:custGeom>
            <a:solidFill>
              <a:srgbClr val="EAEAEA"/>
            </a:solidFill>
            <a:ln w="12700">
              <a:solidFill>
                <a:srgbClr val="000000"/>
              </a:solidFill>
              <a:prstDash val="solid"/>
              <a:round/>
              <a:headEnd/>
              <a:tailEnd/>
            </a:ln>
          </p:spPr>
          <p:txBody>
            <a:bodyPr/>
            <a:lstStyle/>
            <a:p>
              <a:endParaRPr lang="zh-CN" altLang="en-US"/>
            </a:p>
          </p:txBody>
        </p:sp>
        <p:sp>
          <p:nvSpPr>
            <p:cNvPr id="138270" name="Freeform 13"/>
            <p:cNvSpPr>
              <a:spLocks/>
            </p:cNvSpPr>
            <p:nvPr/>
          </p:nvSpPr>
          <p:spPr bwMode="auto">
            <a:xfrm>
              <a:off x="4014" y="2946"/>
              <a:ext cx="270" cy="232"/>
            </a:xfrm>
            <a:custGeom>
              <a:avLst/>
              <a:gdLst>
                <a:gd name="T0" fmla="*/ 181 w 270"/>
                <a:gd name="T1" fmla="*/ 15 h 232"/>
                <a:gd name="T2" fmla="*/ 155 w 270"/>
                <a:gd name="T3" fmla="*/ 6 h 232"/>
                <a:gd name="T4" fmla="*/ 128 w 270"/>
                <a:gd name="T5" fmla="*/ 0 h 232"/>
                <a:gd name="T6" fmla="*/ 104 w 270"/>
                <a:gd name="T7" fmla="*/ 0 h 232"/>
                <a:gd name="T8" fmla="*/ 79 w 270"/>
                <a:gd name="T9" fmla="*/ 4 h 232"/>
                <a:gd name="T10" fmla="*/ 57 w 270"/>
                <a:gd name="T11" fmla="*/ 11 h 232"/>
                <a:gd name="T12" fmla="*/ 38 w 270"/>
                <a:gd name="T13" fmla="*/ 23 h 232"/>
                <a:gd name="T14" fmla="*/ 21 w 270"/>
                <a:gd name="T15" fmla="*/ 38 h 232"/>
                <a:gd name="T16" fmla="*/ 9 w 270"/>
                <a:gd name="T17" fmla="*/ 56 h 232"/>
                <a:gd name="T18" fmla="*/ 2 w 270"/>
                <a:gd name="T19" fmla="*/ 79 h 232"/>
                <a:gd name="T20" fmla="*/ 0 w 270"/>
                <a:gd name="T21" fmla="*/ 100 h 232"/>
                <a:gd name="T22" fmla="*/ 4 w 270"/>
                <a:gd name="T23" fmla="*/ 123 h 232"/>
                <a:gd name="T24" fmla="*/ 13 w 270"/>
                <a:gd name="T25" fmla="*/ 145 h 232"/>
                <a:gd name="T26" fmla="*/ 26 w 270"/>
                <a:gd name="T27" fmla="*/ 166 h 232"/>
                <a:gd name="T28" fmla="*/ 43 w 270"/>
                <a:gd name="T29" fmla="*/ 185 h 232"/>
                <a:gd name="T30" fmla="*/ 64 w 270"/>
                <a:gd name="T31" fmla="*/ 202 h 232"/>
                <a:gd name="T32" fmla="*/ 89 w 270"/>
                <a:gd name="T33" fmla="*/ 217 h 232"/>
                <a:gd name="T34" fmla="*/ 115 w 270"/>
                <a:gd name="T35" fmla="*/ 226 h 232"/>
                <a:gd name="T36" fmla="*/ 142 w 270"/>
                <a:gd name="T37" fmla="*/ 232 h 232"/>
                <a:gd name="T38" fmla="*/ 166 w 270"/>
                <a:gd name="T39" fmla="*/ 232 h 232"/>
                <a:gd name="T40" fmla="*/ 191 w 270"/>
                <a:gd name="T41" fmla="*/ 228 h 232"/>
                <a:gd name="T42" fmla="*/ 213 w 270"/>
                <a:gd name="T43" fmla="*/ 221 h 232"/>
                <a:gd name="T44" fmla="*/ 232 w 270"/>
                <a:gd name="T45" fmla="*/ 209 h 232"/>
                <a:gd name="T46" fmla="*/ 249 w 270"/>
                <a:gd name="T47" fmla="*/ 194 h 232"/>
                <a:gd name="T48" fmla="*/ 261 w 270"/>
                <a:gd name="T49" fmla="*/ 175 h 232"/>
                <a:gd name="T50" fmla="*/ 268 w 270"/>
                <a:gd name="T51" fmla="*/ 155 h 232"/>
                <a:gd name="T52" fmla="*/ 270 w 270"/>
                <a:gd name="T53" fmla="*/ 132 h 232"/>
                <a:gd name="T54" fmla="*/ 266 w 270"/>
                <a:gd name="T55" fmla="*/ 109 h 232"/>
                <a:gd name="T56" fmla="*/ 257 w 270"/>
                <a:gd name="T57" fmla="*/ 87 h 232"/>
                <a:gd name="T58" fmla="*/ 244 w 270"/>
                <a:gd name="T59" fmla="*/ 66 h 232"/>
                <a:gd name="T60" fmla="*/ 227 w 270"/>
                <a:gd name="T61" fmla="*/ 47 h 232"/>
                <a:gd name="T62" fmla="*/ 206 w 270"/>
                <a:gd name="T63" fmla="*/ 30 h 232"/>
                <a:gd name="T64" fmla="*/ 181 w 270"/>
                <a:gd name="T65" fmla="*/ 15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0" h="232">
                  <a:moveTo>
                    <a:pt x="181" y="15"/>
                  </a:moveTo>
                  <a:lnTo>
                    <a:pt x="155" y="6"/>
                  </a:lnTo>
                  <a:lnTo>
                    <a:pt x="128" y="0"/>
                  </a:lnTo>
                  <a:lnTo>
                    <a:pt x="104" y="0"/>
                  </a:lnTo>
                  <a:lnTo>
                    <a:pt x="79" y="4"/>
                  </a:lnTo>
                  <a:lnTo>
                    <a:pt x="57" y="11"/>
                  </a:lnTo>
                  <a:lnTo>
                    <a:pt x="38" y="23"/>
                  </a:lnTo>
                  <a:lnTo>
                    <a:pt x="21" y="38"/>
                  </a:lnTo>
                  <a:lnTo>
                    <a:pt x="9" y="56"/>
                  </a:lnTo>
                  <a:lnTo>
                    <a:pt x="2" y="79"/>
                  </a:lnTo>
                  <a:lnTo>
                    <a:pt x="0" y="100"/>
                  </a:lnTo>
                  <a:lnTo>
                    <a:pt x="4" y="123"/>
                  </a:lnTo>
                  <a:lnTo>
                    <a:pt x="13" y="145"/>
                  </a:lnTo>
                  <a:lnTo>
                    <a:pt x="26" y="166"/>
                  </a:lnTo>
                  <a:lnTo>
                    <a:pt x="43" y="185"/>
                  </a:lnTo>
                  <a:lnTo>
                    <a:pt x="64" y="202"/>
                  </a:lnTo>
                  <a:lnTo>
                    <a:pt x="89" y="217"/>
                  </a:lnTo>
                  <a:lnTo>
                    <a:pt x="115" y="226"/>
                  </a:lnTo>
                  <a:lnTo>
                    <a:pt x="142" y="232"/>
                  </a:lnTo>
                  <a:lnTo>
                    <a:pt x="166" y="232"/>
                  </a:lnTo>
                  <a:lnTo>
                    <a:pt x="191" y="228"/>
                  </a:lnTo>
                  <a:lnTo>
                    <a:pt x="213" y="221"/>
                  </a:lnTo>
                  <a:lnTo>
                    <a:pt x="232" y="209"/>
                  </a:lnTo>
                  <a:lnTo>
                    <a:pt x="249" y="194"/>
                  </a:lnTo>
                  <a:lnTo>
                    <a:pt x="261" y="175"/>
                  </a:lnTo>
                  <a:lnTo>
                    <a:pt x="268" y="155"/>
                  </a:lnTo>
                  <a:lnTo>
                    <a:pt x="270" y="132"/>
                  </a:lnTo>
                  <a:lnTo>
                    <a:pt x="266" y="109"/>
                  </a:lnTo>
                  <a:lnTo>
                    <a:pt x="257" y="87"/>
                  </a:lnTo>
                  <a:lnTo>
                    <a:pt x="244" y="66"/>
                  </a:lnTo>
                  <a:lnTo>
                    <a:pt x="227" y="47"/>
                  </a:lnTo>
                  <a:lnTo>
                    <a:pt x="206" y="30"/>
                  </a:lnTo>
                  <a:lnTo>
                    <a:pt x="181" y="15"/>
                  </a:lnTo>
                  <a:close/>
                </a:path>
              </a:pathLst>
            </a:custGeom>
            <a:solidFill>
              <a:srgbClr val="EAEAEA"/>
            </a:solidFill>
            <a:ln w="12700">
              <a:solidFill>
                <a:srgbClr val="000000"/>
              </a:solidFill>
              <a:prstDash val="solid"/>
              <a:round/>
              <a:headEnd/>
              <a:tailEnd/>
            </a:ln>
          </p:spPr>
          <p:txBody>
            <a:bodyPr/>
            <a:lstStyle/>
            <a:p>
              <a:endParaRPr lang="zh-CN" altLang="en-US"/>
            </a:p>
          </p:txBody>
        </p:sp>
        <p:sp>
          <p:nvSpPr>
            <p:cNvPr id="138271" name="Freeform 14"/>
            <p:cNvSpPr>
              <a:spLocks/>
            </p:cNvSpPr>
            <p:nvPr/>
          </p:nvSpPr>
          <p:spPr bwMode="auto">
            <a:xfrm>
              <a:off x="3927" y="3165"/>
              <a:ext cx="325" cy="285"/>
            </a:xfrm>
            <a:custGeom>
              <a:avLst/>
              <a:gdLst>
                <a:gd name="T0" fmla="*/ 102 w 325"/>
                <a:gd name="T1" fmla="*/ 19 h 285"/>
                <a:gd name="T2" fmla="*/ 74 w 325"/>
                <a:gd name="T3" fmla="*/ 36 h 285"/>
                <a:gd name="T4" fmla="*/ 49 w 325"/>
                <a:gd name="T5" fmla="*/ 58 h 285"/>
                <a:gd name="T6" fmla="*/ 28 w 325"/>
                <a:gd name="T7" fmla="*/ 81 h 285"/>
                <a:gd name="T8" fmla="*/ 13 w 325"/>
                <a:gd name="T9" fmla="*/ 107 h 285"/>
                <a:gd name="T10" fmla="*/ 4 w 325"/>
                <a:gd name="T11" fmla="*/ 134 h 285"/>
                <a:gd name="T12" fmla="*/ 0 w 325"/>
                <a:gd name="T13" fmla="*/ 162 h 285"/>
                <a:gd name="T14" fmla="*/ 2 w 325"/>
                <a:gd name="T15" fmla="*/ 188 h 285"/>
                <a:gd name="T16" fmla="*/ 11 w 325"/>
                <a:gd name="T17" fmla="*/ 215 h 285"/>
                <a:gd name="T18" fmla="*/ 27 w 325"/>
                <a:gd name="T19" fmla="*/ 237 h 285"/>
                <a:gd name="T20" fmla="*/ 45 w 325"/>
                <a:gd name="T21" fmla="*/ 256 h 285"/>
                <a:gd name="T22" fmla="*/ 70 w 325"/>
                <a:gd name="T23" fmla="*/ 271 h 285"/>
                <a:gd name="T24" fmla="*/ 98 w 325"/>
                <a:gd name="T25" fmla="*/ 279 h 285"/>
                <a:gd name="T26" fmla="*/ 127 w 325"/>
                <a:gd name="T27" fmla="*/ 285 h 285"/>
                <a:gd name="T28" fmla="*/ 159 w 325"/>
                <a:gd name="T29" fmla="*/ 283 h 285"/>
                <a:gd name="T30" fmla="*/ 191 w 325"/>
                <a:gd name="T31" fmla="*/ 275 h 285"/>
                <a:gd name="T32" fmla="*/ 223 w 325"/>
                <a:gd name="T33" fmla="*/ 264 h 285"/>
                <a:gd name="T34" fmla="*/ 251 w 325"/>
                <a:gd name="T35" fmla="*/ 247 h 285"/>
                <a:gd name="T36" fmla="*/ 276 w 325"/>
                <a:gd name="T37" fmla="*/ 226 h 285"/>
                <a:gd name="T38" fmla="*/ 297 w 325"/>
                <a:gd name="T39" fmla="*/ 202 h 285"/>
                <a:gd name="T40" fmla="*/ 312 w 325"/>
                <a:gd name="T41" fmla="*/ 175 h 285"/>
                <a:gd name="T42" fmla="*/ 321 w 325"/>
                <a:gd name="T43" fmla="*/ 149 h 285"/>
                <a:gd name="T44" fmla="*/ 325 w 325"/>
                <a:gd name="T45" fmla="*/ 120 h 285"/>
                <a:gd name="T46" fmla="*/ 323 w 325"/>
                <a:gd name="T47" fmla="*/ 94 h 285"/>
                <a:gd name="T48" fmla="*/ 314 w 325"/>
                <a:gd name="T49" fmla="*/ 68 h 285"/>
                <a:gd name="T50" fmla="*/ 299 w 325"/>
                <a:gd name="T51" fmla="*/ 45 h 285"/>
                <a:gd name="T52" fmla="*/ 280 w 325"/>
                <a:gd name="T53" fmla="*/ 26 h 285"/>
                <a:gd name="T54" fmla="*/ 255 w 325"/>
                <a:gd name="T55" fmla="*/ 11 h 285"/>
                <a:gd name="T56" fmla="*/ 229 w 325"/>
                <a:gd name="T57" fmla="*/ 4 h 285"/>
                <a:gd name="T58" fmla="*/ 198 w 325"/>
                <a:gd name="T59" fmla="*/ 0 h 285"/>
                <a:gd name="T60" fmla="*/ 166 w 325"/>
                <a:gd name="T61" fmla="*/ 0 h 285"/>
                <a:gd name="T62" fmla="*/ 134 w 325"/>
                <a:gd name="T63" fmla="*/ 7 h 285"/>
                <a:gd name="T64" fmla="*/ 102 w 325"/>
                <a:gd name="T65" fmla="*/ 19 h 2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25" h="285">
                  <a:moveTo>
                    <a:pt x="102" y="19"/>
                  </a:moveTo>
                  <a:lnTo>
                    <a:pt x="74" y="36"/>
                  </a:lnTo>
                  <a:lnTo>
                    <a:pt x="49" y="58"/>
                  </a:lnTo>
                  <a:lnTo>
                    <a:pt x="28" y="81"/>
                  </a:lnTo>
                  <a:lnTo>
                    <a:pt x="13" y="107"/>
                  </a:lnTo>
                  <a:lnTo>
                    <a:pt x="4" y="134"/>
                  </a:lnTo>
                  <a:lnTo>
                    <a:pt x="0" y="162"/>
                  </a:lnTo>
                  <a:lnTo>
                    <a:pt x="2" y="188"/>
                  </a:lnTo>
                  <a:lnTo>
                    <a:pt x="11" y="215"/>
                  </a:lnTo>
                  <a:lnTo>
                    <a:pt x="27" y="237"/>
                  </a:lnTo>
                  <a:lnTo>
                    <a:pt x="45" y="256"/>
                  </a:lnTo>
                  <a:lnTo>
                    <a:pt x="70" y="271"/>
                  </a:lnTo>
                  <a:lnTo>
                    <a:pt x="98" y="279"/>
                  </a:lnTo>
                  <a:lnTo>
                    <a:pt x="127" y="285"/>
                  </a:lnTo>
                  <a:lnTo>
                    <a:pt x="159" y="283"/>
                  </a:lnTo>
                  <a:lnTo>
                    <a:pt x="191" y="275"/>
                  </a:lnTo>
                  <a:lnTo>
                    <a:pt x="223" y="264"/>
                  </a:lnTo>
                  <a:lnTo>
                    <a:pt x="251" y="247"/>
                  </a:lnTo>
                  <a:lnTo>
                    <a:pt x="276" y="226"/>
                  </a:lnTo>
                  <a:lnTo>
                    <a:pt x="297" y="202"/>
                  </a:lnTo>
                  <a:lnTo>
                    <a:pt x="312" y="175"/>
                  </a:lnTo>
                  <a:lnTo>
                    <a:pt x="321" y="149"/>
                  </a:lnTo>
                  <a:lnTo>
                    <a:pt x="325" y="120"/>
                  </a:lnTo>
                  <a:lnTo>
                    <a:pt x="323" y="94"/>
                  </a:lnTo>
                  <a:lnTo>
                    <a:pt x="314" y="68"/>
                  </a:lnTo>
                  <a:lnTo>
                    <a:pt x="299" y="45"/>
                  </a:lnTo>
                  <a:lnTo>
                    <a:pt x="280" y="26"/>
                  </a:lnTo>
                  <a:lnTo>
                    <a:pt x="255" y="11"/>
                  </a:lnTo>
                  <a:lnTo>
                    <a:pt x="229" y="4"/>
                  </a:lnTo>
                  <a:lnTo>
                    <a:pt x="198" y="0"/>
                  </a:lnTo>
                  <a:lnTo>
                    <a:pt x="166" y="0"/>
                  </a:lnTo>
                  <a:lnTo>
                    <a:pt x="134" y="7"/>
                  </a:lnTo>
                  <a:lnTo>
                    <a:pt x="102" y="19"/>
                  </a:lnTo>
                  <a:close/>
                </a:path>
              </a:pathLst>
            </a:custGeom>
            <a:solidFill>
              <a:srgbClr val="EAEAEA"/>
            </a:solidFill>
            <a:ln w="12700">
              <a:solidFill>
                <a:srgbClr val="000000"/>
              </a:solidFill>
              <a:prstDash val="solid"/>
              <a:round/>
              <a:headEnd/>
              <a:tailEnd/>
            </a:ln>
          </p:spPr>
          <p:txBody>
            <a:bodyPr/>
            <a:lstStyle/>
            <a:p>
              <a:endParaRPr lang="zh-CN" altLang="en-US"/>
            </a:p>
          </p:txBody>
        </p:sp>
        <p:sp>
          <p:nvSpPr>
            <p:cNvPr id="138272" name="Oval 15"/>
            <p:cNvSpPr>
              <a:spLocks noChangeArrowheads="1"/>
            </p:cNvSpPr>
            <p:nvPr/>
          </p:nvSpPr>
          <p:spPr bwMode="auto">
            <a:xfrm>
              <a:off x="3514" y="3201"/>
              <a:ext cx="538" cy="337"/>
            </a:xfrm>
            <a:prstGeom prst="ellipse">
              <a:avLst/>
            </a:prstGeom>
            <a:solidFill>
              <a:srgbClr val="EAEAEA"/>
            </a:solidFill>
            <a:ln w="12700">
              <a:solidFill>
                <a:srgbClr val="000000"/>
              </a:solidFill>
              <a:round/>
              <a:headEnd/>
              <a:tailEnd/>
            </a:ln>
          </p:spPr>
          <p:txBody>
            <a:bodyPr/>
            <a:lstStyle/>
            <a:p>
              <a:endParaRPr lang="zh-CN" altLang="en-US"/>
            </a:p>
          </p:txBody>
        </p:sp>
        <p:sp>
          <p:nvSpPr>
            <p:cNvPr id="138273" name="Freeform 16"/>
            <p:cNvSpPr>
              <a:spLocks/>
            </p:cNvSpPr>
            <p:nvPr/>
          </p:nvSpPr>
          <p:spPr bwMode="auto">
            <a:xfrm>
              <a:off x="3289" y="3193"/>
              <a:ext cx="300" cy="232"/>
            </a:xfrm>
            <a:custGeom>
              <a:avLst/>
              <a:gdLst>
                <a:gd name="T0" fmla="*/ 185 w 300"/>
                <a:gd name="T1" fmla="*/ 9 h 232"/>
                <a:gd name="T2" fmla="*/ 155 w 300"/>
                <a:gd name="T3" fmla="*/ 2 h 232"/>
                <a:gd name="T4" fmla="*/ 124 w 300"/>
                <a:gd name="T5" fmla="*/ 0 h 232"/>
                <a:gd name="T6" fmla="*/ 98 w 300"/>
                <a:gd name="T7" fmla="*/ 2 h 232"/>
                <a:gd name="T8" fmla="*/ 71 w 300"/>
                <a:gd name="T9" fmla="*/ 8 h 232"/>
                <a:gd name="T10" fmla="*/ 49 w 300"/>
                <a:gd name="T11" fmla="*/ 17 h 232"/>
                <a:gd name="T12" fmla="*/ 30 w 300"/>
                <a:gd name="T13" fmla="*/ 30 h 232"/>
                <a:gd name="T14" fmla="*/ 15 w 300"/>
                <a:gd name="T15" fmla="*/ 47 h 232"/>
                <a:gd name="T16" fmla="*/ 3 w 300"/>
                <a:gd name="T17" fmla="*/ 68 h 232"/>
                <a:gd name="T18" fmla="*/ 0 w 300"/>
                <a:gd name="T19" fmla="*/ 91 h 232"/>
                <a:gd name="T20" fmla="*/ 2 w 300"/>
                <a:gd name="T21" fmla="*/ 113 h 232"/>
                <a:gd name="T22" fmla="*/ 9 w 300"/>
                <a:gd name="T23" fmla="*/ 136 h 232"/>
                <a:gd name="T24" fmla="*/ 22 w 300"/>
                <a:gd name="T25" fmla="*/ 157 h 232"/>
                <a:gd name="T26" fmla="*/ 39 w 300"/>
                <a:gd name="T27" fmla="*/ 177 h 232"/>
                <a:gd name="T28" fmla="*/ 62 w 300"/>
                <a:gd name="T29" fmla="*/ 196 h 232"/>
                <a:gd name="T30" fmla="*/ 87 w 300"/>
                <a:gd name="T31" fmla="*/ 211 h 232"/>
                <a:gd name="T32" fmla="*/ 115 w 300"/>
                <a:gd name="T33" fmla="*/ 223 h 232"/>
                <a:gd name="T34" fmla="*/ 145 w 300"/>
                <a:gd name="T35" fmla="*/ 230 h 232"/>
                <a:gd name="T36" fmla="*/ 175 w 300"/>
                <a:gd name="T37" fmla="*/ 232 h 232"/>
                <a:gd name="T38" fmla="*/ 202 w 300"/>
                <a:gd name="T39" fmla="*/ 230 h 232"/>
                <a:gd name="T40" fmla="*/ 228 w 300"/>
                <a:gd name="T41" fmla="*/ 225 h 232"/>
                <a:gd name="T42" fmla="*/ 251 w 300"/>
                <a:gd name="T43" fmla="*/ 213 h 232"/>
                <a:gd name="T44" fmla="*/ 270 w 300"/>
                <a:gd name="T45" fmla="*/ 200 h 232"/>
                <a:gd name="T46" fmla="*/ 287 w 300"/>
                <a:gd name="T47" fmla="*/ 183 h 232"/>
                <a:gd name="T48" fmla="*/ 296 w 300"/>
                <a:gd name="T49" fmla="*/ 162 h 232"/>
                <a:gd name="T50" fmla="*/ 300 w 300"/>
                <a:gd name="T51" fmla="*/ 140 h 232"/>
                <a:gd name="T52" fmla="*/ 298 w 300"/>
                <a:gd name="T53" fmla="*/ 117 h 232"/>
                <a:gd name="T54" fmla="*/ 291 w 300"/>
                <a:gd name="T55" fmla="*/ 94 h 232"/>
                <a:gd name="T56" fmla="*/ 277 w 300"/>
                <a:gd name="T57" fmla="*/ 74 h 232"/>
                <a:gd name="T58" fmla="*/ 260 w 300"/>
                <a:gd name="T59" fmla="*/ 55 h 232"/>
                <a:gd name="T60" fmla="*/ 238 w 300"/>
                <a:gd name="T61" fmla="*/ 36 h 232"/>
                <a:gd name="T62" fmla="*/ 213 w 300"/>
                <a:gd name="T63" fmla="*/ 21 h 232"/>
                <a:gd name="T64" fmla="*/ 185 w 300"/>
                <a:gd name="T65" fmla="*/ 9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0" h="232">
                  <a:moveTo>
                    <a:pt x="185" y="9"/>
                  </a:moveTo>
                  <a:lnTo>
                    <a:pt x="155" y="2"/>
                  </a:lnTo>
                  <a:lnTo>
                    <a:pt x="124" y="0"/>
                  </a:lnTo>
                  <a:lnTo>
                    <a:pt x="98" y="2"/>
                  </a:lnTo>
                  <a:lnTo>
                    <a:pt x="71" y="8"/>
                  </a:lnTo>
                  <a:lnTo>
                    <a:pt x="49" y="17"/>
                  </a:lnTo>
                  <a:lnTo>
                    <a:pt x="30" y="30"/>
                  </a:lnTo>
                  <a:lnTo>
                    <a:pt x="15" y="47"/>
                  </a:lnTo>
                  <a:lnTo>
                    <a:pt x="3" y="68"/>
                  </a:lnTo>
                  <a:lnTo>
                    <a:pt x="0" y="91"/>
                  </a:lnTo>
                  <a:lnTo>
                    <a:pt x="2" y="113"/>
                  </a:lnTo>
                  <a:lnTo>
                    <a:pt x="9" y="136"/>
                  </a:lnTo>
                  <a:lnTo>
                    <a:pt x="22" y="157"/>
                  </a:lnTo>
                  <a:lnTo>
                    <a:pt x="39" y="177"/>
                  </a:lnTo>
                  <a:lnTo>
                    <a:pt x="62" y="196"/>
                  </a:lnTo>
                  <a:lnTo>
                    <a:pt x="87" y="211"/>
                  </a:lnTo>
                  <a:lnTo>
                    <a:pt x="115" y="223"/>
                  </a:lnTo>
                  <a:lnTo>
                    <a:pt x="145" y="230"/>
                  </a:lnTo>
                  <a:lnTo>
                    <a:pt x="175" y="232"/>
                  </a:lnTo>
                  <a:lnTo>
                    <a:pt x="202" y="230"/>
                  </a:lnTo>
                  <a:lnTo>
                    <a:pt x="228" y="225"/>
                  </a:lnTo>
                  <a:lnTo>
                    <a:pt x="251" y="213"/>
                  </a:lnTo>
                  <a:lnTo>
                    <a:pt x="270" y="200"/>
                  </a:lnTo>
                  <a:lnTo>
                    <a:pt x="287" y="183"/>
                  </a:lnTo>
                  <a:lnTo>
                    <a:pt x="296" y="162"/>
                  </a:lnTo>
                  <a:lnTo>
                    <a:pt x="300" y="140"/>
                  </a:lnTo>
                  <a:lnTo>
                    <a:pt x="298" y="117"/>
                  </a:lnTo>
                  <a:lnTo>
                    <a:pt x="291" y="94"/>
                  </a:lnTo>
                  <a:lnTo>
                    <a:pt x="277" y="74"/>
                  </a:lnTo>
                  <a:lnTo>
                    <a:pt x="260" y="55"/>
                  </a:lnTo>
                  <a:lnTo>
                    <a:pt x="238" y="36"/>
                  </a:lnTo>
                  <a:lnTo>
                    <a:pt x="213" y="21"/>
                  </a:lnTo>
                  <a:lnTo>
                    <a:pt x="185" y="9"/>
                  </a:lnTo>
                  <a:close/>
                </a:path>
              </a:pathLst>
            </a:custGeom>
            <a:solidFill>
              <a:srgbClr val="EAEAEA"/>
            </a:solidFill>
            <a:ln w="12700">
              <a:solidFill>
                <a:srgbClr val="000000"/>
              </a:solidFill>
              <a:prstDash val="solid"/>
              <a:round/>
              <a:headEnd/>
              <a:tailEnd/>
            </a:ln>
          </p:spPr>
          <p:txBody>
            <a:bodyPr/>
            <a:lstStyle/>
            <a:p>
              <a:endParaRPr lang="zh-CN" altLang="en-US"/>
            </a:p>
          </p:txBody>
        </p:sp>
        <p:sp>
          <p:nvSpPr>
            <p:cNvPr id="138274" name="Oval 17"/>
            <p:cNvSpPr>
              <a:spLocks noChangeArrowheads="1"/>
            </p:cNvSpPr>
            <p:nvPr/>
          </p:nvSpPr>
          <p:spPr bwMode="auto">
            <a:xfrm>
              <a:off x="3204" y="3023"/>
              <a:ext cx="245" cy="219"/>
            </a:xfrm>
            <a:prstGeom prst="ellipse">
              <a:avLst/>
            </a:prstGeom>
            <a:solidFill>
              <a:srgbClr val="EAEAEA"/>
            </a:solidFill>
            <a:ln w="12700">
              <a:solidFill>
                <a:srgbClr val="000000"/>
              </a:solidFill>
              <a:round/>
              <a:headEnd/>
              <a:tailEnd/>
            </a:ln>
          </p:spPr>
          <p:txBody>
            <a:bodyPr/>
            <a:lstStyle/>
            <a:p>
              <a:endParaRPr lang="zh-CN" altLang="en-US"/>
            </a:p>
          </p:txBody>
        </p:sp>
        <p:sp>
          <p:nvSpPr>
            <p:cNvPr id="138275" name="Freeform 18"/>
            <p:cNvSpPr>
              <a:spLocks/>
            </p:cNvSpPr>
            <p:nvPr/>
          </p:nvSpPr>
          <p:spPr bwMode="auto">
            <a:xfrm>
              <a:off x="3253" y="2827"/>
              <a:ext cx="315" cy="259"/>
            </a:xfrm>
            <a:custGeom>
              <a:avLst/>
              <a:gdLst>
                <a:gd name="T0" fmla="*/ 100 w 315"/>
                <a:gd name="T1" fmla="*/ 32 h 259"/>
                <a:gd name="T2" fmla="*/ 72 w 315"/>
                <a:gd name="T3" fmla="*/ 53 h 259"/>
                <a:gd name="T4" fmla="*/ 47 w 315"/>
                <a:gd name="T5" fmla="*/ 74 h 259"/>
                <a:gd name="T6" fmla="*/ 28 w 315"/>
                <a:gd name="T7" fmla="*/ 98 h 259"/>
                <a:gd name="T8" fmla="*/ 13 w 315"/>
                <a:gd name="T9" fmla="*/ 123 h 259"/>
                <a:gd name="T10" fmla="*/ 4 w 315"/>
                <a:gd name="T11" fmla="*/ 149 h 259"/>
                <a:gd name="T12" fmla="*/ 0 w 315"/>
                <a:gd name="T13" fmla="*/ 174 h 259"/>
                <a:gd name="T14" fmla="*/ 2 w 315"/>
                <a:gd name="T15" fmla="*/ 196 h 259"/>
                <a:gd name="T16" fmla="*/ 11 w 315"/>
                <a:gd name="T17" fmla="*/ 217 h 259"/>
                <a:gd name="T18" fmla="*/ 26 w 315"/>
                <a:gd name="T19" fmla="*/ 234 h 259"/>
                <a:gd name="T20" fmla="*/ 45 w 315"/>
                <a:gd name="T21" fmla="*/ 247 h 259"/>
                <a:gd name="T22" fmla="*/ 70 w 315"/>
                <a:gd name="T23" fmla="*/ 257 h 259"/>
                <a:gd name="T24" fmla="*/ 96 w 315"/>
                <a:gd name="T25" fmla="*/ 259 h 259"/>
                <a:gd name="T26" fmla="*/ 124 w 315"/>
                <a:gd name="T27" fmla="*/ 259 h 259"/>
                <a:gd name="T28" fmla="*/ 155 w 315"/>
                <a:gd name="T29" fmla="*/ 253 h 259"/>
                <a:gd name="T30" fmla="*/ 185 w 315"/>
                <a:gd name="T31" fmla="*/ 242 h 259"/>
                <a:gd name="T32" fmla="*/ 215 w 315"/>
                <a:gd name="T33" fmla="*/ 226 h 259"/>
                <a:gd name="T34" fmla="*/ 243 w 315"/>
                <a:gd name="T35" fmla="*/ 208 h 259"/>
                <a:gd name="T36" fmla="*/ 268 w 315"/>
                <a:gd name="T37" fmla="*/ 185 h 259"/>
                <a:gd name="T38" fmla="*/ 287 w 315"/>
                <a:gd name="T39" fmla="*/ 160 h 259"/>
                <a:gd name="T40" fmla="*/ 302 w 315"/>
                <a:gd name="T41" fmla="*/ 136 h 259"/>
                <a:gd name="T42" fmla="*/ 311 w 315"/>
                <a:gd name="T43" fmla="*/ 109 h 259"/>
                <a:gd name="T44" fmla="*/ 315 w 315"/>
                <a:gd name="T45" fmla="*/ 87 h 259"/>
                <a:gd name="T46" fmla="*/ 313 w 315"/>
                <a:gd name="T47" fmla="*/ 62 h 259"/>
                <a:gd name="T48" fmla="*/ 304 w 315"/>
                <a:gd name="T49" fmla="*/ 42 h 259"/>
                <a:gd name="T50" fmla="*/ 289 w 315"/>
                <a:gd name="T51" fmla="*/ 25 h 259"/>
                <a:gd name="T52" fmla="*/ 270 w 315"/>
                <a:gd name="T53" fmla="*/ 11 h 259"/>
                <a:gd name="T54" fmla="*/ 247 w 315"/>
                <a:gd name="T55" fmla="*/ 4 h 259"/>
                <a:gd name="T56" fmla="*/ 221 w 315"/>
                <a:gd name="T57" fmla="*/ 0 h 259"/>
                <a:gd name="T58" fmla="*/ 192 w 315"/>
                <a:gd name="T59" fmla="*/ 0 h 259"/>
                <a:gd name="T60" fmla="*/ 162 w 315"/>
                <a:gd name="T61" fmla="*/ 6 h 259"/>
                <a:gd name="T62" fmla="*/ 130 w 315"/>
                <a:gd name="T63" fmla="*/ 17 h 259"/>
                <a:gd name="T64" fmla="*/ 100 w 315"/>
                <a:gd name="T65" fmla="*/ 32 h 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5" h="259">
                  <a:moveTo>
                    <a:pt x="100" y="32"/>
                  </a:moveTo>
                  <a:lnTo>
                    <a:pt x="72" y="53"/>
                  </a:lnTo>
                  <a:lnTo>
                    <a:pt x="47" y="74"/>
                  </a:lnTo>
                  <a:lnTo>
                    <a:pt x="28" y="98"/>
                  </a:lnTo>
                  <a:lnTo>
                    <a:pt x="13" y="123"/>
                  </a:lnTo>
                  <a:lnTo>
                    <a:pt x="4" y="149"/>
                  </a:lnTo>
                  <a:lnTo>
                    <a:pt x="0" y="174"/>
                  </a:lnTo>
                  <a:lnTo>
                    <a:pt x="2" y="196"/>
                  </a:lnTo>
                  <a:lnTo>
                    <a:pt x="11" y="217"/>
                  </a:lnTo>
                  <a:lnTo>
                    <a:pt x="26" y="234"/>
                  </a:lnTo>
                  <a:lnTo>
                    <a:pt x="45" y="247"/>
                  </a:lnTo>
                  <a:lnTo>
                    <a:pt x="70" y="257"/>
                  </a:lnTo>
                  <a:lnTo>
                    <a:pt x="96" y="259"/>
                  </a:lnTo>
                  <a:lnTo>
                    <a:pt x="124" y="259"/>
                  </a:lnTo>
                  <a:lnTo>
                    <a:pt x="155" y="253"/>
                  </a:lnTo>
                  <a:lnTo>
                    <a:pt x="185" y="242"/>
                  </a:lnTo>
                  <a:lnTo>
                    <a:pt x="215" y="226"/>
                  </a:lnTo>
                  <a:lnTo>
                    <a:pt x="243" y="208"/>
                  </a:lnTo>
                  <a:lnTo>
                    <a:pt x="268" y="185"/>
                  </a:lnTo>
                  <a:lnTo>
                    <a:pt x="287" y="160"/>
                  </a:lnTo>
                  <a:lnTo>
                    <a:pt x="302" y="136"/>
                  </a:lnTo>
                  <a:lnTo>
                    <a:pt x="311" y="109"/>
                  </a:lnTo>
                  <a:lnTo>
                    <a:pt x="315" y="87"/>
                  </a:lnTo>
                  <a:lnTo>
                    <a:pt x="313" y="62"/>
                  </a:lnTo>
                  <a:lnTo>
                    <a:pt x="304" y="42"/>
                  </a:lnTo>
                  <a:lnTo>
                    <a:pt x="289" y="25"/>
                  </a:lnTo>
                  <a:lnTo>
                    <a:pt x="270" y="11"/>
                  </a:lnTo>
                  <a:lnTo>
                    <a:pt x="247" y="4"/>
                  </a:lnTo>
                  <a:lnTo>
                    <a:pt x="221" y="0"/>
                  </a:lnTo>
                  <a:lnTo>
                    <a:pt x="192" y="0"/>
                  </a:lnTo>
                  <a:lnTo>
                    <a:pt x="162" y="6"/>
                  </a:lnTo>
                  <a:lnTo>
                    <a:pt x="130" y="17"/>
                  </a:lnTo>
                  <a:lnTo>
                    <a:pt x="100" y="32"/>
                  </a:lnTo>
                  <a:close/>
                </a:path>
              </a:pathLst>
            </a:custGeom>
            <a:solidFill>
              <a:srgbClr val="EAEAEA"/>
            </a:solidFill>
            <a:ln w="12700">
              <a:solidFill>
                <a:srgbClr val="000000"/>
              </a:solidFill>
              <a:prstDash val="solid"/>
              <a:round/>
              <a:headEnd/>
              <a:tailEnd/>
            </a:ln>
          </p:spPr>
          <p:txBody>
            <a:bodyPr/>
            <a:lstStyle/>
            <a:p>
              <a:endParaRPr lang="zh-CN" altLang="en-US"/>
            </a:p>
          </p:txBody>
        </p:sp>
        <p:sp>
          <p:nvSpPr>
            <p:cNvPr id="138276" name="Freeform 19"/>
            <p:cNvSpPr>
              <a:spLocks/>
            </p:cNvSpPr>
            <p:nvPr/>
          </p:nvSpPr>
          <p:spPr bwMode="auto">
            <a:xfrm>
              <a:off x="3319" y="2831"/>
              <a:ext cx="850" cy="583"/>
            </a:xfrm>
            <a:custGeom>
              <a:avLst/>
              <a:gdLst>
                <a:gd name="T0" fmla="*/ 125 w 850"/>
                <a:gd name="T1" fmla="*/ 117 h 583"/>
                <a:gd name="T2" fmla="*/ 166 w 850"/>
                <a:gd name="T3" fmla="*/ 109 h 583"/>
                <a:gd name="T4" fmla="*/ 210 w 850"/>
                <a:gd name="T5" fmla="*/ 102 h 583"/>
                <a:gd name="T6" fmla="*/ 247 w 850"/>
                <a:gd name="T7" fmla="*/ 96 h 583"/>
                <a:gd name="T8" fmla="*/ 272 w 850"/>
                <a:gd name="T9" fmla="*/ 66 h 583"/>
                <a:gd name="T10" fmla="*/ 234 w 850"/>
                <a:gd name="T11" fmla="*/ 58 h 583"/>
                <a:gd name="T12" fmla="*/ 198 w 850"/>
                <a:gd name="T13" fmla="*/ 66 h 583"/>
                <a:gd name="T14" fmla="*/ 179 w 850"/>
                <a:gd name="T15" fmla="*/ 66 h 583"/>
                <a:gd name="T16" fmla="*/ 217 w 850"/>
                <a:gd name="T17" fmla="*/ 36 h 583"/>
                <a:gd name="T18" fmla="*/ 261 w 850"/>
                <a:gd name="T19" fmla="*/ 21 h 583"/>
                <a:gd name="T20" fmla="*/ 296 w 850"/>
                <a:gd name="T21" fmla="*/ 13 h 583"/>
                <a:gd name="T22" fmla="*/ 334 w 850"/>
                <a:gd name="T23" fmla="*/ 5 h 583"/>
                <a:gd name="T24" fmla="*/ 372 w 850"/>
                <a:gd name="T25" fmla="*/ 0 h 583"/>
                <a:gd name="T26" fmla="*/ 410 w 850"/>
                <a:gd name="T27" fmla="*/ 0 h 583"/>
                <a:gd name="T28" fmla="*/ 446 w 850"/>
                <a:gd name="T29" fmla="*/ 0 h 583"/>
                <a:gd name="T30" fmla="*/ 534 w 850"/>
                <a:gd name="T31" fmla="*/ 0 h 583"/>
                <a:gd name="T32" fmla="*/ 584 w 850"/>
                <a:gd name="T33" fmla="*/ 0 h 583"/>
                <a:gd name="T34" fmla="*/ 627 w 850"/>
                <a:gd name="T35" fmla="*/ 21 h 583"/>
                <a:gd name="T36" fmla="*/ 657 w 850"/>
                <a:gd name="T37" fmla="*/ 51 h 583"/>
                <a:gd name="T38" fmla="*/ 695 w 850"/>
                <a:gd name="T39" fmla="*/ 72 h 583"/>
                <a:gd name="T40" fmla="*/ 733 w 850"/>
                <a:gd name="T41" fmla="*/ 81 h 583"/>
                <a:gd name="T42" fmla="*/ 771 w 850"/>
                <a:gd name="T43" fmla="*/ 109 h 583"/>
                <a:gd name="T44" fmla="*/ 801 w 850"/>
                <a:gd name="T45" fmla="*/ 139 h 583"/>
                <a:gd name="T46" fmla="*/ 825 w 850"/>
                <a:gd name="T47" fmla="*/ 183 h 583"/>
                <a:gd name="T48" fmla="*/ 833 w 850"/>
                <a:gd name="T49" fmla="*/ 234 h 583"/>
                <a:gd name="T50" fmla="*/ 839 w 850"/>
                <a:gd name="T51" fmla="*/ 279 h 583"/>
                <a:gd name="T52" fmla="*/ 839 w 850"/>
                <a:gd name="T53" fmla="*/ 324 h 583"/>
                <a:gd name="T54" fmla="*/ 839 w 850"/>
                <a:gd name="T55" fmla="*/ 368 h 583"/>
                <a:gd name="T56" fmla="*/ 850 w 850"/>
                <a:gd name="T57" fmla="*/ 413 h 583"/>
                <a:gd name="T58" fmla="*/ 850 w 850"/>
                <a:gd name="T59" fmla="*/ 456 h 583"/>
                <a:gd name="T60" fmla="*/ 825 w 850"/>
                <a:gd name="T61" fmla="*/ 500 h 583"/>
                <a:gd name="T62" fmla="*/ 782 w 850"/>
                <a:gd name="T63" fmla="*/ 524 h 583"/>
                <a:gd name="T64" fmla="*/ 746 w 850"/>
                <a:gd name="T65" fmla="*/ 545 h 583"/>
                <a:gd name="T66" fmla="*/ 708 w 850"/>
                <a:gd name="T67" fmla="*/ 568 h 583"/>
                <a:gd name="T68" fmla="*/ 670 w 850"/>
                <a:gd name="T69" fmla="*/ 575 h 583"/>
                <a:gd name="T70" fmla="*/ 621 w 850"/>
                <a:gd name="T71" fmla="*/ 583 h 583"/>
                <a:gd name="T72" fmla="*/ 576 w 850"/>
                <a:gd name="T73" fmla="*/ 583 h 583"/>
                <a:gd name="T74" fmla="*/ 540 w 850"/>
                <a:gd name="T75" fmla="*/ 583 h 583"/>
                <a:gd name="T76" fmla="*/ 502 w 850"/>
                <a:gd name="T77" fmla="*/ 583 h 583"/>
                <a:gd name="T78" fmla="*/ 465 w 850"/>
                <a:gd name="T79" fmla="*/ 583 h 583"/>
                <a:gd name="T80" fmla="*/ 427 w 850"/>
                <a:gd name="T81" fmla="*/ 583 h 583"/>
                <a:gd name="T82" fmla="*/ 391 w 850"/>
                <a:gd name="T83" fmla="*/ 583 h 583"/>
                <a:gd name="T84" fmla="*/ 353 w 850"/>
                <a:gd name="T85" fmla="*/ 583 h 583"/>
                <a:gd name="T86" fmla="*/ 310 w 850"/>
                <a:gd name="T87" fmla="*/ 583 h 583"/>
                <a:gd name="T88" fmla="*/ 272 w 850"/>
                <a:gd name="T89" fmla="*/ 583 h 583"/>
                <a:gd name="T90" fmla="*/ 234 w 850"/>
                <a:gd name="T91" fmla="*/ 583 h 583"/>
                <a:gd name="T92" fmla="*/ 198 w 850"/>
                <a:gd name="T93" fmla="*/ 560 h 583"/>
                <a:gd name="T94" fmla="*/ 160 w 850"/>
                <a:gd name="T95" fmla="*/ 545 h 583"/>
                <a:gd name="T96" fmla="*/ 125 w 850"/>
                <a:gd name="T97" fmla="*/ 524 h 583"/>
                <a:gd name="T98" fmla="*/ 92 w 850"/>
                <a:gd name="T99" fmla="*/ 487 h 583"/>
                <a:gd name="T100" fmla="*/ 68 w 850"/>
                <a:gd name="T101" fmla="*/ 456 h 583"/>
                <a:gd name="T102" fmla="*/ 43 w 850"/>
                <a:gd name="T103" fmla="*/ 413 h 583"/>
                <a:gd name="T104" fmla="*/ 17 w 850"/>
                <a:gd name="T105" fmla="*/ 360 h 583"/>
                <a:gd name="T106" fmla="*/ 0 w 850"/>
                <a:gd name="T107" fmla="*/ 309 h 583"/>
                <a:gd name="T108" fmla="*/ 0 w 850"/>
                <a:gd name="T109" fmla="*/ 264 h 583"/>
                <a:gd name="T110" fmla="*/ 6 w 850"/>
                <a:gd name="T111" fmla="*/ 213 h 583"/>
                <a:gd name="T112" fmla="*/ 30 w 850"/>
                <a:gd name="T113" fmla="*/ 175 h 583"/>
                <a:gd name="T114" fmla="*/ 62 w 850"/>
                <a:gd name="T115" fmla="*/ 155 h 583"/>
                <a:gd name="T116" fmla="*/ 98 w 850"/>
                <a:gd name="T117" fmla="*/ 139 h 583"/>
                <a:gd name="T118" fmla="*/ 130 w 850"/>
                <a:gd name="T119" fmla="*/ 117 h 583"/>
                <a:gd name="T120" fmla="*/ 147 w 850"/>
                <a:gd name="T121" fmla="*/ 139 h 58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50" h="583">
                  <a:moveTo>
                    <a:pt x="104" y="117"/>
                  </a:moveTo>
                  <a:lnTo>
                    <a:pt x="125" y="117"/>
                  </a:lnTo>
                  <a:lnTo>
                    <a:pt x="142" y="117"/>
                  </a:lnTo>
                  <a:lnTo>
                    <a:pt x="166" y="109"/>
                  </a:lnTo>
                  <a:lnTo>
                    <a:pt x="185" y="109"/>
                  </a:lnTo>
                  <a:lnTo>
                    <a:pt x="210" y="102"/>
                  </a:lnTo>
                  <a:lnTo>
                    <a:pt x="228" y="102"/>
                  </a:lnTo>
                  <a:lnTo>
                    <a:pt x="247" y="96"/>
                  </a:lnTo>
                  <a:lnTo>
                    <a:pt x="266" y="88"/>
                  </a:lnTo>
                  <a:lnTo>
                    <a:pt x="272" y="66"/>
                  </a:lnTo>
                  <a:lnTo>
                    <a:pt x="255" y="58"/>
                  </a:lnTo>
                  <a:lnTo>
                    <a:pt x="234" y="58"/>
                  </a:lnTo>
                  <a:lnTo>
                    <a:pt x="217" y="66"/>
                  </a:lnTo>
                  <a:lnTo>
                    <a:pt x="198" y="66"/>
                  </a:lnTo>
                  <a:lnTo>
                    <a:pt x="179" y="88"/>
                  </a:lnTo>
                  <a:lnTo>
                    <a:pt x="179" y="66"/>
                  </a:lnTo>
                  <a:lnTo>
                    <a:pt x="198" y="51"/>
                  </a:lnTo>
                  <a:lnTo>
                    <a:pt x="217" y="36"/>
                  </a:lnTo>
                  <a:lnTo>
                    <a:pt x="242" y="28"/>
                  </a:lnTo>
                  <a:lnTo>
                    <a:pt x="261" y="21"/>
                  </a:lnTo>
                  <a:lnTo>
                    <a:pt x="279" y="21"/>
                  </a:lnTo>
                  <a:lnTo>
                    <a:pt x="296" y="13"/>
                  </a:lnTo>
                  <a:lnTo>
                    <a:pt x="315" y="13"/>
                  </a:lnTo>
                  <a:lnTo>
                    <a:pt x="334" y="5"/>
                  </a:lnTo>
                  <a:lnTo>
                    <a:pt x="353" y="5"/>
                  </a:lnTo>
                  <a:lnTo>
                    <a:pt x="372" y="0"/>
                  </a:lnTo>
                  <a:lnTo>
                    <a:pt x="391" y="0"/>
                  </a:lnTo>
                  <a:lnTo>
                    <a:pt x="410" y="0"/>
                  </a:lnTo>
                  <a:lnTo>
                    <a:pt x="427" y="0"/>
                  </a:lnTo>
                  <a:lnTo>
                    <a:pt x="446" y="0"/>
                  </a:lnTo>
                  <a:lnTo>
                    <a:pt x="483" y="0"/>
                  </a:lnTo>
                  <a:lnTo>
                    <a:pt x="534" y="0"/>
                  </a:lnTo>
                  <a:lnTo>
                    <a:pt x="559" y="0"/>
                  </a:lnTo>
                  <a:lnTo>
                    <a:pt x="584" y="0"/>
                  </a:lnTo>
                  <a:lnTo>
                    <a:pt x="608" y="5"/>
                  </a:lnTo>
                  <a:lnTo>
                    <a:pt x="627" y="21"/>
                  </a:lnTo>
                  <a:lnTo>
                    <a:pt x="638" y="43"/>
                  </a:lnTo>
                  <a:lnTo>
                    <a:pt x="657" y="51"/>
                  </a:lnTo>
                  <a:lnTo>
                    <a:pt x="676" y="66"/>
                  </a:lnTo>
                  <a:lnTo>
                    <a:pt x="695" y="72"/>
                  </a:lnTo>
                  <a:lnTo>
                    <a:pt x="714" y="72"/>
                  </a:lnTo>
                  <a:lnTo>
                    <a:pt x="733" y="81"/>
                  </a:lnTo>
                  <a:lnTo>
                    <a:pt x="752" y="96"/>
                  </a:lnTo>
                  <a:lnTo>
                    <a:pt x="771" y="109"/>
                  </a:lnTo>
                  <a:lnTo>
                    <a:pt x="782" y="132"/>
                  </a:lnTo>
                  <a:lnTo>
                    <a:pt x="801" y="139"/>
                  </a:lnTo>
                  <a:lnTo>
                    <a:pt x="806" y="162"/>
                  </a:lnTo>
                  <a:lnTo>
                    <a:pt x="825" y="183"/>
                  </a:lnTo>
                  <a:lnTo>
                    <a:pt x="833" y="213"/>
                  </a:lnTo>
                  <a:lnTo>
                    <a:pt x="833" y="234"/>
                  </a:lnTo>
                  <a:lnTo>
                    <a:pt x="839" y="258"/>
                  </a:lnTo>
                  <a:lnTo>
                    <a:pt x="839" y="279"/>
                  </a:lnTo>
                  <a:lnTo>
                    <a:pt x="839" y="302"/>
                  </a:lnTo>
                  <a:lnTo>
                    <a:pt x="839" y="324"/>
                  </a:lnTo>
                  <a:lnTo>
                    <a:pt x="839" y="347"/>
                  </a:lnTo>
                  <a:lnTo>
                    <a:pt x="839" y="368"/>
                  </a:lnTo>
                  <a:lnTo>
                    <a:pt x="850" y="390"/>
                  </a:lnTo>
                  <a:lnTo>
                    <a:pt x="850" y="413"/>
                  </a:lnTo>
                  <a:lnTo>
                    <a:pt x="850" y="434"/>
                  </a:lnTo>
                  <a:lnTo>
                    <a:pt x="850" y="456"/>
                  </a:lnTo>
                  <a:lnTo>
                    <a:pt x="844" y="479"/>
                  </a:lnTo>
                  <a:lnTo>
                    <a:pt x="825" y="500"/>
                  </a:lnTo>
                  <a:lnTo>
                    <a:pt x="801" y="517"/>
                  </a:lnTo>
                  <a:lnTo>
                    <a:pt x="782" y="524"/>
                  </a:lnTo>
                  <a:lnTo>
                    <a:pt x="765" y="537"/>
                  </a:lnTo>
                  <a:lnTo>
                    <a:pt x="746" y="545"/>
                  </a:lnTo>
                  <a:lnTo>
                    <a:pt x="725" y="553"/>
                  </a:lnTo>
                  <a:lnTo>
                    <a:pt x="708" y="568"/>
                  </a:lnTo>
                  <a:lnTo>
                    <a:pt x="689" y="575"/>
                  </a:lnTo>
                  <a:lnTo>
                    <a:pt x="670" y="575"/>
                  </a:lnTo>
                  <a:lnTo>
                    <a:pt x="644" y="583"/>
                  </a:lnTo>
                  <a:lnTo>
                    <a:pt x="621" y="583"/>
                  </a:lnTo>
                  <a:lnTo>
                    <a:pt x="602" y="583"/>
                  </a:lnTo>
                  <a:lnTo>
                    <a:pt x="576" y="583"/>
                  </a:lnTo>
                  <a:lnTo>
                    <a:pt x="559" y="583"/>
                  </a:lnTo>
                  <a:lnTo>
                    <a:pt x="540" y="583"/>
                  </a:lnTo>
                  <a:lnTo>
                    <a:pt x="521" y="583"/>
                  </a:lnTo>
                  <a:lnTo>
                    <a:pt x="502" y="583"/>
                  </a:lnTo>
                  <a:lnTo>
                    <a:pt x="483" y="583"/>
                  </a:lnTo>
                  <a:lnTo>
                    <a:pt x="465" y="583"/>
                  </a:lnTo>
                  <a:lnTo>
                    <a:pt x="446" y="583"/>
                  </a:lnTo>
                  <a:lnTo>
                    <a:pt x="427" y="583"/>
                  </a:lnTo>
                  <a:lnTo>
                    <a:pt x="410" y="583"/>
                  </a:lnTo>
                  <a:lnTo>
                    <a:pt x="391" y="583"/>
                  </a:lnTo>
                  <a:lnTo>
                    <a:pt x="372" y="583"/>
                  </a:lnTo>
                  <a:lnTo>
                    <a:pt x="353" y="583"/>
                  </a:lnTo>
                  <a:lnTo>
                    <a:pt x="329" y="583"/>
                  </a:lnTo>
                  <a:lnTo>
                    <a:pt x="310" y="583"/>
                  </a:lnTo>
                  <a:lnTo>
                    <a:pt x="291" y="583"/>
                  </a:lnTo>
                  <a:lnTo>
                    <a:pt x="272" y="583"/>
                  </a:lnTo>
                  <a:lnTo>
                    <a:pt x="255" y="583"/>
                  </a:lnTo>
                  <a:lnTo>
                    <a:pt x="234" y="583"/>
                  </a:lnTo>
                  <a:lnTo>
                    <a:pt x="217" y="568"/>
                  </a:lnTo>
                  <a:lnTo>
                    <a:pt x="198" y="560"/>
                  </a:lnTo>
                  <a:lnTo>
                    <a:pt x="179" y="553"/>
                  </a:lnTo>
                  <a:lnTo>
                    <a:pt x="160" y="545"/>
                  </a:lnTo>
                  <a:lnTo>
                    <a:pt x="142" y="537"/>
                  </a:lnTo>
                  <a:lnTo>
                    <a:pt x="125" y="524"/>
                  </a:lnTo>
                  <a:lnTo>
                    <a:pt x="104" y="509"/>
                  </a:lnTo>
                  <a:lnTo>
                    <a:pt x="92" y="487"/>
                  </a:lnTo>
                  <a:lnTo>
                    <a:pt x="74" y="479"/>
                  </a:lnTo>
                  <a:lnTo>
                    <a:pt x="68" y="456"/>
                  </a:lnTo>
                  <a:lnTo>
                    <a:pt x="49" y="434"/>
                  </a:lnTo>
                  <a:lnTo>
                    <a:pt x="43" y="413"/>
                  </a:lnTo>
                  <a:lnTo>
                    <a:pt x="24" y="390"/>
                  </a:lnTo>
                  <a:lnTo>
                    <a:pt x="17" y="360"/>
                  </a:lnTo>
                  <a:lnTo>
                    <a:pt x="6" y="330"/>
                  </a:lnTo>
                  <a:lnTo>
                    <a:pt x="0" y="309"/>
                  </a:lnTo>
                  <a:lnTo>
                    <a:pt x="0" y="287"/>
                  </a:lnTo>
                  <a:lnTo>
                    <a:pt x="0" y="264"/>
                  </a:lnTo>
                  <a:lnTo>
                    <a:pt x="0" y="243"/>
                  </a:lnTo>
                  <a:lnTo>
                    <a:pt x="6" y="213"/>
                  </a:lnTo>
                  <a:lnTo>
                    <a:pt x="11" y="192"/>
                  </a:lnTo>
                  <a:lnTo>
                    <a:pt x="30" y="175"/>
                  </a:lnTo>
                  <a:lnTo>
                    <a:pt x="43" y="155"/>
                  </a:lnTo>
                  <a:lnTo>
                    <a:pt x="62" y="155"/>
                  </a:lnTo>
                  <a:lnTo>
                    <a:pt x="79" y="147"/>
                  </a:lnTo>
                  <a:lnTo>
                    <a:pt x="98" y="139"/>
                  </a:lnTo>
                  <a:lnTo>
                    <a:pt x="117" y="139"/>
                  </a:lnTo>
                  <a:lnTo>
                    <a:pt x="130" y="117"/>
                  </a:lnTo>
                  <a:lnTo>
                    <a:pt x="130" y="96"/>
                  </a:lnTo>
                  <a:lnTo>
                    <a:pt x="147" y="139"/>
                  </a:lnTo>
                  <a:lnTo>
                    <a:pt x="104" y="117"/>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77" name="Freeform 20"/>
            <p:cNvSpPr>
              <a:spLocks/>
            </p:cNvSpPr>
            <p:nvPr/>
          </p:nvSpPr>
          <p:spPr bwMode="auto">
            <a:xfrm>
              <a:off x="3483" y="2787"/>
              <a:ext cx="132" cy="168"/>
            </a:xfrm>
            <a:custGeom>
              <a:avLst/>
              <a:gdLst>
                <a:gd name="T0" fmla="*/ 6 w 132"/>
                <a:gd name="T1" fmla="*/ 95 h 168"/>
                <a:gd name="T2" fmla="*/ 0 w 132"/>
                <a:gd name="T3" fmla="*/ 72 h 168"/>
                <a:gd name="T4" fmla="*/ 0 w 132"/>
                <a:gd name="T5" fmla="*/ 51 h 168"/>
                <a:gd name="T6" fmla="*/ 17 w 132"/>
                <a:gd name="T7" fmla="*/ 36 h 168"/>
                <a:gd name="T8" fmla="*/ 36 w 132"/>
                <a:gd name="T9" fmla="*/ 21 h 168"/>
                <a:gd name="T10" fmla="*/ 53 w 132"/>
                <a:gd name="T11" fmla="*/ 0 h 168"/>
                <a:gd name="T12" fmla="*/ 72 w 132"/>
                <a:gd name="T13" fmla="*/ 0 h 168"/>
                <a:gd name="T14" fmla="*/ 91 w 132"/>
                <a:gd name="T15" fmla="*/ 0 h 168"/>
                <a:gd name="T16" fmla="*/ 97 w 132"/>
                <a:gd name="T17" fmla="*/ 21 h 168"/>
                <a:gd name="T18" fmla="*/ 110 w 132"/>
                <a:gd name="T19" fmla="*/ 44 h 168"/>
                <a:gd name="T20" fmla="*/ 121 w 132"/>
                <a:gd name="T21" fmla="*/ 66 h 168"/>
                <a:gd name="T22" fmla="*/ 127 w 132"/>
                <a:gd name="T23" fmla="*/ 87 h 168"/>
                <a:gd name="T24" fmla="*/ 132 w 132"/>
                <a:gd name="T25" fmla="*/ 108 h 168"/>
                <a:gd name="T26" fmla="*/ 132 w 132"/>
                <a:gd name="T27" fmla="*/ 132 h 168"/>
                <a:gd name="T28" fmla="*/ 132 w 132"/>
                <a:gd name="T29" fmla="*/ 153 h 168"/>
                <a:gd name="T30" fmla="*/ 115 w 132"/>
                <a:gd name="T31" fmla="*/ 168 h 168"/>
                <a:gd name="T32" fmla="*/ 97 w 132"/>
                <a:gd name="T33" fmla="*/ 168 h 168"/>
                <a:gd name="T34" fmla="*/ 80 w 132"/>
                <a:gd name="T35" fmla="*/ 168 h 168"/>
                <a:gd name="T36" fmla="*/ 61 w 132"/>
                <a:gd name="T37" fmla="*/ 168 h 168"/>
                <a:gd name="T38" fmla="*/ 42 w 132"/>
                <a:gd name="T39" fmla="*/ 161 h 168"/>
                <a:gd name="T40" fmla="*/ 23 w 132"/>
                <a:gd name="T41" fmla="*/ 146 h 168"/>
                <a:gd name="T42" fmla="*/ 12 w 132"/>
                <a:gd name="T43" fmla="*/ 123 h 168"/>
                <a:gd name="T44" fmla="*/ 6 w 132"/>
                <a:gd name="T45" fmla="*/ 102 h 168"/>
                <a:gd name="T46" fmla="*/ 6 w 132"/>
                <a:gd name="T47" fmla="*/ 95 h 1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32" h="168">
                  <a:moveTo>
                    <a:pt x="6" y="95"/>
                  </a:moveTo>
                  <a:lnTo>
                    <a:pt x="0" y="72"/>
                  </a:lnTo>
                  <a:lnTo>
                    <a:pt x="0" y="51"/>
                  </a:lnTo>
                  <a:lnTo>
                    <a:pt x="17" y="36"/>
                  </a:lnTo>
                  <a:lnTo>
                    <a:pt x="36" y="21"/>
                  </a:lnTo>
                  <a:lnTo>
                    <a:pt x="53" y="0"/>
                  </a:lnTo>
                  <a:lnTo>
                    <a:pt x="72" y="0"/>
                  </a:lnTo>
                  <a:lnTo>
                    <a:pt x="91" y="0"/>
                  </a:lnTo>
                  <a:lnTo>
                    <a:pt x="97" y="21"/>
                  </a:lnTo>
                  <a:lnTo>
                    <a:pt x="110" y="44"/>
                  </a:lnTo>
                  <a:lnTo>
                    <a:pt x="121" y="66"/>
                  </a:lnTo>
                  <a:lnTo>
                    <a:pt x="127" y="87"/>
                  </a:lnTo>
                  <a:lnTo>
                    <a:pt x="132" y="108"/>
                  </a:lnTo>
                  <a:lnTo>
                    <a:pt x="132" y="132"/>
                  </a:lnTo>
                  <a:lnTo>
                    <a:pt x="132" y="153"/>
                  </a:lnTo>
                  <a:lnTo>
                    <a:pt x="115" y="168"/>
                  </a:lnTo>
                  <a:lnTo>
                    <a:pt x="97" y="168"/>
                  </a:lnTo>
                  <a:lnTo>
                    <a:pt x="80" y="168"/>
                  </a:lnTo>
                  <a:lnTo>
                    <a:pt x="61" y="168"/>
                  </a:lnTo>
                  <a:lnTo>
                    <a:pt x="42" y="161"/>
                  </a:lnTo>
                  <a:lnTo>
                    <a:pt x="23" y="146"/>
                  </a:lnTo>
                  <a:lnTo>
                    <a:pt x="12" y="123"/>
                  </a:lnTo>
                  <a:lnTo>
                    <a:pt x="6" y="102"/>
                  </a:lnTo>
                  <a:lnTo>
                    <a:pt x="6" y="95"/>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78" name="Freeform 21"/>
            <p:cNvSpPr>
              <a:spLocks/>
            </p:cNvSpPr>
            <p:nvPr/>
          </p:nvSpPr>
          <p:spPr bwMode="auto">
            <a:xfrm>
              <a:off x="3802" y="2742"/>
              <a:ext cx="93" cy="123"/>
            </a:xfrm>
            <a:custGeom>
              <a:avLst/>
              <a:gdLst>
                <a:gd name="T0" fmla="*/ 0 w 93"/>
                <a:gd name="T1" fmla="*/ 0 h 123"/>
                <a:gd name="T2" fmla="*/ 17 w 93"/>
                <a:gd name="T3" fmla="*/ 15 h 123"/>
                <a:gd name="T4" fmla="*/ 36 w 93"/>
                <a:gd name="T5" fmla="*/ 28 h 123"/>
                <a:gd name="T6" fmla="*/ 55 w 93"/>
                <a:gd name="T7" fmla="*/ 28 h 123"/>
                <a:gd name="T8" fmla="*/ 74 w 93"/>
                <a:gd name="T9" fmla="*/ 44 h 123"/>
                <a:gd name="T10" fmla="*/ 87 w 93"/>
                <a:gd name="T11" fmla="*/ 66 h 123"/>
                <a:gd name="T12" fmla="*/ 93 w 93"/>
                <a:gd name="T13" fmla="*/ 87 h 123"/>
                <a:gd name="T14" fmla="*/ 93 w 93"/>
                <a:gd name="T15" fmla="*/ 110 h 123"/>
                <a:gd name="T16" fmla="*/ 74 w 93"/>
                <a:gd name="T17" fmla="*/ 123 h 123"/>
                <a:gd name="T18" fmla="*/ 55 w 93"/>
                <a:gd name="T19" fmla="*/ 123 h 123"/>
                <a:gd name="T20" fmla="*/ 31 w 93"/>
                <a:gd name="T21" fmla="*/ 115 h 123"/>
                <a:gd name="T22" fmla="*/ 12 w 93"/>
                <a:gd name="T23" fmla="*/ 102 h 123"/>
                <a:gd name="T24" fmla="*/ 6 w 93"/>
                <a:gd name="T25" fmla="*/ 79 h 123"/>
                <a:gd name="T26" fmla="*/ 0 w 93"/>
                <a:gd name="T27" fmla="*/ 57 h 123"/>
                <a:gd name="T28" fmla="*/ 0 w 93"/>
                <a:gd name="T29" fmla="*/ 36 h 123"/>
                <a:gd name="T30" fmla="*/ 12 w 93"/>
                <a:gd name="T31" fmla="*/ 15 h 123"/>
                <a:gd name="T32" fmla="*/ 0 w 93"/>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 h="123">
                  <a:moveTo>
                    <a:pt x="0" y="0"/>
                  </a:moveTo>
                  <a:lnTo>
                    <a:pt x="17" y="15"/>
                  </a:lnTo>
                  <a:lnTo>
                    <a:pt x="36" y="28"/>
                  </a:lnTo>
                  <a:lnTo>
                    <a:pt x="55" y="28"/>
                  </a:lnTo>
                  <a:lnTo>
                    <a:pt x="74" y="44"/>
                  </a:lnTo>
                  <a:lnTo>
                    <a:pt x="87" y="66"/>
                  </a:lnTo>
                  <a:lnTo>
                    <a:pt x="93" y="87"/>
                  </a:lnTo>
                  <a:lnTo>
                    <a:pt x="93" y="110"/>
                  </a:lnTo>
                  <a:lnTo>
                    <a:pt x="74" y="123"/>
                  </a:lnTo>
                  <a:lnTo>
                    <a:pt x="55" y="123"/>
                  </a:lnTo>
                  <a:lnTo>
                    <a:pt x="31" y="115"/>
                  </a:lnTo>
                  <a:lnTo>
                    <a:pt x="12" y="102"/>
                  </a:lnTo>
                  <a:lnTo>
                    <a:pt x="6" y="79"/>
                  </a:lnTo>
                  <a:lnTo>
                    <a:pt x="0" y="57"/>
                  </a:lnTo>
                  <a:lnTo>
                    <a:pt x="0" y="36"/>
                  </a:lnTo>
                  <a:lnTo>
                    <a:pt x="12" y="15"/>
                  </a:ln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38249" name="Line 22"/>
          <p:cNvSpPr>
            <a:spLocks noChangeShapeType="1"/>
          </p:cNvSpPr>
          <p:nvPr/>
        </p:nvSpPr>
        <p:spPr bwMode="auto">
          <a:xfrm>
            <a:off x="134938" y="3397250"/>
            <a:ext cx="3570287" cy="22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250" name="Line 23"/>
          <p:cNvSpPr>
            <a:spLocks noChangeShapeType="1"/>
          </p:cNvSpPr>
          <p:nvPr/>
        </p:nvSpPr>
        <p:spPr bwMode="auto">
          <a:xfrm>
            <a:off x="366713" y="2995613"/>
            <a:ext cx="0" cy="4238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251" name="Line 24"/>
          <p:cNvSpPr>
            <a:spLocks noChangeShapeType="1"/>
          </p:cNvSpPr>
          <p:nvPr/>
        </p:nvSpPr>
        <p:spPr bwMode="auto">
          <a:xfrm>
            <a:off x="3324225" y="3419475"/>
            <a:ext cx="0" cy="4222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38252" name="Picture 2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3" y="2500313"/>
            <a:ext cx="620712"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253" name="Text Box 26"/>
          <p:cNvSpPr txBox="1">
            <a:spLocks noChangeArrowheads="1"/>
          </p:cNvSpPr>
          <p:nvPr/>
        </p:nvSpPr>
        <p:spPr bwMode="auto">
          <a:xfrm>
            <a:off x="6648450" y="3802063"/>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其他</a:t>
            </a:r>
          </a:p>
          <a:p>
            <a:pPr algn="ctr" eaLnBrk="1" hangingPunct="1"/>
            <a:r>
              <a:rPr kumimoji="1" lang="zh-CN" altLang="en-US" sz="2000">
                <a:solidFill>
                  <a:srgbClr val="333399"/>
                </a:solidFill>
                <a:latin typeface="Arial" pitchFamily="34" charset="0"/>
                <a:ea typeface="黑体" pitchFamily="49" charset="-122"/>
              </a:rPr>
              <a:t>网络</a:t>
            </a:r>
          </a:p>
        </p:txBody>
      </p:sp>
      <p:sp>
        <p:nvSpPr>
          <p:cNvPr id="138254" name="Text Box 27"/>
          <p:cNvSpPr txBox="1">
            <a:spLocks noChangeArrowheads="1"/>
          </p:cNvSpPr>
          <p:nvPr/>
        </p:nvSpPr>
        <p:spPr bwMode="auto">
          <a:xfrm>
            <a:off x="2762250" y="4405313"/>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en-US" altLang="zh-CN" sz="2000">
                <a:solidFill>
                  <a:srgbClr val="333399"/>
                </a:solidFill>
                <a:latin typeface="Arial" pitchFamily="34" charset="0"/>
                <a:ea typeface="黑体" pitchFamily="49" charset="-122"/>
              </a:rPr>
              <a:t>DHCP</a:t>
            </a:r>
          </a:p>
          <a:p>
            <a:pPr algn="ctr" eaLnBrk="1" hangingPunct="1"/>
            <a:r>
              <a:rPr kumimoji="1" lang="zh-CN" altLang="en-US" sz="2000">
                <a:solidFill>
                  <a:srgbClr val="333399"/>
                </a:solidFill>
                <a:latin typeface="Arial" pitchFamily="34" charset="0"/>
                <a:ea typeface="黑体" pitchFamily="49" charset="-122"/>
              </a:rPr>
              <a:t>中继代理</a:t>
            </a:r>
          </a:p>
        </p:txBody>
      </p:sp>
      <p:grpSp>
        <p:nvGrpSpPr>
          <p:cNvPr id="724009" name="Group 41"/>
          <p:cNvGrpSpPr>
            <a:grpSpLocks/>
          </p:cNvGrpSpPr>
          <p:nvPr/>
        </p:nvGrpSpPr>
        <p:grpSpPr bwMode="auto">
          <a:xfrm>
            <a:off x="906463" y="2349500"/>
            <a:ext cx="2576512" cy="858838"/>
            <a:chOff x="571" y="1480"/>
            <a:chExt cx="1623" cy="541"/>
          </a:xfrm>
        </p:grpSpPr>
        <p:grpSp>
          <p:nvGrpSpPr>
            <p:cNvPr id="138264" name="Group 31"/>
            <p:cNvGrpSpPr>
              <a:grpSpLocks/>
            </p:cNvGrpSpPr>
            <p:nvPr/>
          </p:nvGrpSpPr>
          <p:grpSpPr bwMode="auto">
            <a:xfrm>
              <a:off x="571" y="1754"/>
              <a:ext cx="1623" cy="267"/>
              <a:chOff x="1008" y="2400"/>
              <a:chExt cx="1296" cy="192"/>
            </a:xfrm>
          </p:grpSpPr>
          <p:sp>
            <p:nvSpPr>
              <p:cNvPr id="138266" name="AutoShape 32"/>
              <p:cNvSpPr>
                <a:spLocks noChangeArrowheads="1"/>
              </p:cNvSpPr>
              <p:nvPr/>
            </p:nvSpPr>
            <p:spPr bwMode="auto">
              <a:xfrm>
                <a:off x="2064" y="2448"/>
                <a:ext cx="240" cy="96"/>
              </a:xfrm>
              <a:prstGeom prst="rightArrow">
                <a:avLst>
                  <a:gd name="adj1" fmla="val 50000"/>
                  <a:gd name="adj2" fmla="val 625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7" name="Rectangle 33"/>
              <p:cNvSpPr>
                <a:spLocks noChangeArrowheads="1"/>
              </p:cNvSpPr>
              <p:nvPr/>
            </p:nvSpPr>
            <p:spPr bwMode="auto">
              <a:xfrm>
                <a:off x="1008" y="2400"/>
                <a:ext cx="1056" cy="192"/>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grpSp>
        <p:sp>
          <p:nvSpPr>
            <p:cNvPr id="138265" name="Text Box 34"/>
            <p:cNvSpPr txBox="1">
              <a:spLocks noChangeArrowheads="1"/>
            </p:cNvSpPr>
            <p:nvPr/>
          </p:nvSpPr>
          <p:spPr bwMode="auto">
            <a:xfrm>
              <a:off x="967" y="1480"/>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广播</a:t>
              </a:r>
            </a:p>
          </p:txBody>
        </p:sp>
      </p:grpSp>
      <p:grpSp>
        <p:nvGrpSpPr>
          <p:cNvPr id="724010" name="Group 42"/>
          <p:cNvGrpSpPr>
            <a:grpSpLocks/>
          </p:cNvGrpSpPr>
          <p:nvPr/>
        </p:nvGrpSpPr>
        <p:grpSpPr bwMode="auto">
          <a:xfrm>
            <a:off x="3705225" y="3214688"/>
            <a:ext cx="2578100" cy="838200"/>
            <a:chOff x="2334" y="2025"/>
            <a:chExt cx="1624" cy="528"/>
          </a:xfrm>
        </p:grpSpPr>
        <p:grpSp>
          <p:nvGrpSpPr>
            <p:cNvPr id="138260" name="Group 28"/>
            <p:cNvGrpSpPr>
              <a:grpSpLocks/>
            </p:cNvGrpSpPr>
            <p:nvPr/>
          </p:nvGrpSpPr>
          <p:grpSpPr bwMode="auto">
            <a:xfrm>
              <a:off x="2334" y="2287"/>
              <a:ext cx="1624" cy="266"/>
              <a:chOff x="1008" y="2400"/>
              <a:chExt cx="1296" cy="192"/>
            </a:xfrm>
          </p:grpSpPr>
          <p:sp>
            <p:nvSpPr>
              <p:cNvPr id="138262" name="AutoShape 29"/>
              <p:cNvSpPr>
                <a:spLocks noChangeArrowheads="1"/>
              </p:cNvSpPr>
              <p:nvPr/>
            </p:nvSpPr>
            <p:spPr bwMode="auto">
              <a:xfrm>
                <a:off x="2064" y="2448"/>
                <a:ext cx="240" cy="96"/>
              </a:xfrm>
              <a:prstGeom prst="rightArrow">
                <a:avLst>
                  <a:gd name="adj1" fmla="val 50000"/>
                  <a:gd name="adj2" fmla="val 62500"/>
                </a:avLst>
              </a:prstGeom>
              <a:solidFill>
                <a:srgbClr val="FFC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3" name="Rectangle 30"/>
              <p:cNvSpPr>
                <a:spLocks noChangeArrowheads="1"/>
              </p:cNvSpPr>
              <p:nvPr/>
            </p:nvSpPr>
            <p:spPr bwMode="auto">
              <a:xfrm>
                <a:off x="1008" y="2400"/>
                <a:ext cx="1056" cy="192"/>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grpSp>
        <p:sp>
          <p:nvSpPr>
            <p:cNvPr id="138261" name="Text Box 35"/>
            <p:cNvSpPr txBox="1">
              <a:spLocks noChangeArrowheads="1"/>
            </p:cNvSpPr>
            <p:nvPr/>
          </p:nvSpPr>
          <p:spPr bwMode="auto">
            <a:xfrm>
              <a:off x="2764" y="2025"/>
              <a:ext cx="4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单播</a:t>
              </a:r>
            </a:p>
          </p:txBody>
        </p:sp>
      </p:grpSp>
      <p:pic>
        <p:nvPicPr>
          <p:cNvPr id="138257" name="Picture 3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75" y="3725863"/>
            <a:ext cx="620713"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8" name="Picture 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3075" y="3762375"/>
            <a:ext cx="622300"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4008" name="Text Box 40"/>
          <p:cNvSpPr txBox="1">
            <a:spLocks noChangeArrowheads="1"/>
          </p:cNvSpPr>
          <p:nvPr/>
        </p:nvSpPr>
        <p:spPr bwMode="auto">
          <a:xfrm>
            <a:off x="357188" y="5413375"/>
            <a:ext cx="8391525" cy="528638"/>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Arial" pitchFamily="34" charset="0"/>
                <a:ea typeface="黑体" pitchFamily="49" charset="-122"/>
              </a:rPr>
              <a:t>注意：</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报文只是 </a:t>
            </a:r>
            <a:r>
              <a:rPr lang="en-US" altLang="zh-CN" sz="2800">
                <a:solidFill>
                  <a:srgbClr val="333399"/>
                </a:solidFill>
                <a:latin typeface="Arial" pitchFamily="34" charset="0"/>
                <a:ea typeface="黑体" pitchFamily="49" charset="-122"/>
              </a:rPr>
              <a:t>UDP </a:t>
            </a:r>
            <a:r>
              <a:rPr lang="zh-CN" altLang="en-US" sz="2800">
                <a:solidFill>
                  <a:srgbClr val="333399"/>
                </a:solidFill>
                <a:latin typeface="Arial" pitchFamily="34" charset="0"/>
                <a:ea typeface="黑体" pitchFamily="49" charset="-122"/>
              </a:rPr>
              <a:t>用户数据报中的数据。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24009"/>
                                        </p:tgtEl>
                                        <p:attrNameLst>
                                          <p:attrName>style.visibility</p:attrName>
                                        </p:attrNameLst>
                                      </p:cBhvr>
                                      <p:to>
                                        <p:strVal val="visible"/>
                                      </p:to>
                                    </p:set>
                                    <p:animEffect transition="in" filter="wipe(left)">
                                      <p:cBhvr>
                                        <p:cTn id="7" dur="1000"/>
                                        <p:tgtEl>
                                          <p:spTgt spid="724009"/>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724010"/>
                                        </p:tgtEl>
                                        <p:attrNameLst>
                                          <p:attrName>style.visibility</p:attrName>
                                        </p:attrNameLst>
                                      </p:cBhvr>
                                      <p:to>
                                        <p:strVal val="visible"/>
                                      </p:to>
                                    </p:set>
                                    <p:animEffect transition="in" filter="wipe(left)">
                                      <p:cBhvr>
                                        <p:cTn id="11" dur="1000"/>
                                        <p:tgtEl>
                                          <p:spTgt spid="724010"/>
                                        </p:tgtEl>
                                      </p:cBhvr>
                                    </p:animEffect>
                                  </p:childTnLst>
                                </p:cTn>
                              </p:par>
                            </p:childTnLst>
                          </p:cTn>
                        </p:par>
                        <p:par>
                          <p:cTn id="12" fill="hold" nodeType="afterGroup">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724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08"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ctr" eaLnBrk="1" hangingPunct="1"/>
            <a:r>
              <a:rPr lang="zh-CN" altLang="en-US" smtClean="0"/>
              <a:t>租用期</a:t>
            </a:r>
            <a:r>
              <a:rPr lang="en-US" altLang="zh-CN" smtClean="0"/>
              <a:t>(lease period) </a:t>
            </a:r>
          </a:p>
        </p:txBody>
      </p:sp>
      <p:sp>
        <p:nvSpPr>
          <p:cNvPr id="139267"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DHCP </a:t>
            </a:r>
            <a:r>
              <a:rPr lang="zh-CN" altLang="en-US" sz="2800" smtClean="0"/>
              <a:t>服务器分配给 </a:t>
            </a:r>
            <a:r>
              <a:rPr lang="en-US" altLang="zh-CN" sz="2800" smtClean="0"/>
              <a:t>DHCP </a:t>
            </a:r>
            <a:r>
              <a:rPr lang="zh-CN" altLang="en-US" sz="2800" smtClean="0"/>
              <a:t>客户的 </a:t>
            </a:r>
            <a:r>
              <a:rPr lang="en-US" altLang="zh-CN" sz="2800" smtClean="0"/>
              <a:t>IP </a:t>
            </a:r>
            <a:r>
              <a:rPr lang="zh-CN" altLang="en-US" sz="2800" smtClean="0"/>
              <a:t>地址的临时的，因此 </a:t>
            </a:r>
            <a:r>
              <a:rPr lang="en-US" altLang="zh-CN" sz="2800" smtClean="0"/>
              <a:t>DHCP </a:t>
            </a:r>
            <a:r>
              <a:rPr lang="zh-CN" altLang="en-US" sz="2800" smtClean="0"/>
              <a:t>客户只能在一段有限的时间内使用这个分配到的 </a:t>
            </a:r>
            <a:r>
              <a:rPr lang="en-US" altLang="zh-CN" sz="2800" smtClean="0"/>
              <a:t>IP </a:t>
            </a:r>
            <a:r>
              <a:rPr lang="zh-CN" altLang="en-US" sz="2800" smtClean="0"/>
              <a:t>地址。</a:t>
            </a:r>
            <a:r>
              <a:rPr lang="en-US" altLang="zh-CN" sz="2800" smtClean="0"/>
              <a:t>DHCP </a:t>
            </a:r>
            <a:r>
              <a:rPr lang="zh-CN" altLang="en-US" sz="2800" smtClean="0"/>
              <a:t>协议称这段时间为</a:t>
            </a:r>
            <a:r>
              <a:rPr lang="zh-CN" altLang="en-US" sz="2800" smtClean="0">
                <a:solidFill>
                  <a:schemeClr val="hlink"/>
                </a:solidFill>
              </a:rPr>
              <a:t>租用期</a:t>
            </a:r>
            <a:r>
              <a:rPr lang="zh-CN" altLang="en-US" sz="2800" smtClean="0"/>
              <a:t>。 </a:t>
            </a:r>
          </a:p>
          <a:p>
            <a:pPr eaLnBrk="1" hangingPunct="1"/>
            <a:r>
              <a:rPr lang="zh-CN" altLang="en-US" sz="2800" smtClean="0"/>
              <a:t>租用期的数值应由 </a:t>
            </a:r>
            <a:r>
              <a:rPr lang="en-US" altLang="zh-CN" sz="2800" smtClean="0"/>
              <a:t>DHCP </a:t>
            </a:r>
            <a:r>
              <a:rPr lang="zh-CN" altLang="en-US" sz="2800" smtClean="0"/>
              <a:t>服务器自己决定。</a:t>
            </a:r>
          </a:p>
          <a:p>
            <a:pPr eaLnBrk="1" hangingPunct="1"/>
            <a:r>
              <a:rPr lang="en-US" altLang="zh-CN" sz="2800" smtClean="0"/>
              <a:t>DHCP </a:t>
            </a:r>
            <a:r>
              <a:rPr lang="zh-CN" altLang="en-US" sz="2800" smtClean="0"/>
              <a:t>客户也可在自己发送的报文中（例如，发现报文）提出对租用期的要求。  </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0291" name="Line 4"/>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292" name="Line 6"/>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293" name="Rectangle 7"/>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294" name="Rectangle 8"/>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0295" name="Rectangle 9"/>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296" name="Rectangle 10"/>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297" name="Rectangle 11"/>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298" name="Text Box 12"/>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299" name="Text Box 13"/>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00" name="Line 14"/>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01" name="Rectangle 15"/>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02" name="Rectangle 16"/>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0303" name="Rectangle 17"/>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04" name="Rectangle 18"/>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05" name="Rectangle 19"/>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06" name="Text Box 20"/>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07" name="Text Box 21"/>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08" name="Line 23"/>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09" name="Rectangle 24"/>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10" name="Rectangle 25"/>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0311" name="Rectangle 26"/>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12" name="Rectangle 27"/>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13" name="Rectangle 28"/>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14" name="Text Box 29"/>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15" name="Text Box 30"/>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16" name="Line 31"/>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17" name="Rectangle 32"/>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18" name="Rectangle 33"/>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0319" name="Rectangle 34"/>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20" name="Rectangle 35"/>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21" name="Rectangle 36"/>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22" name="Text Box 37"/>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23" name="Text Box 38"/>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24" name="Line 40"/>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25" name="Rectangle 41"/>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26" name="Rectangle 42"/>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0327" name="Rectangle 43"/>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28" name="Rectangle 44"/>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29" name="Rectangle 45"/>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30" name="Text Box 46"/>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31" name="Text Box 47"/>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32" name="Line 48"/>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33" name="Rectangle 49"/>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34" name="Rectangle 50"/>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0335" name="Rectangle 51"/>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36" name="Rectangle 52"/>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37" name="Rectangle 53"/>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38" name="Text Box 54"/>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39" name="Text Box 55"/>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40" name="Line 56"/>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1" name="Rectangle 57"/>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42" name="Rectangle 58"/>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0343" name="Rectangle 59"/>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44" name="Rectangle 60"/>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45" name="Rectangle 61"/>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46" name="Text Box 62"/>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47" name="Text Box 63"/>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48" name="Line 65"/>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9" name="Rectangle 66"/>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0350" name="Rectangle 67"/>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0351" name="Rectangle 68"/>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52" name="Rectangle 69"/>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53" name="Rectangle 70"/>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0354" name="Text Box 71"/>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55" name="Text Box 72"/>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56" name="Rectangle 73"/>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0357" name="Rectangle 74"/>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0358" name="Text Box 75"/>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0359" name="Text Box 76"/>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0360" name="Text Box 77"/>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1" name="Text Box 78"/>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2" name="Text Box 79"/>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3" name="Text Box 80"/>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4" name="Text Box 81"/>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5" name="Text Box 82"/>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6" name="Text Box 83"/>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7" name="Text Box 84"/>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0368" name="Text Box 85"/>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0369" name="Text Box 86"/>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grpSp>
        <p:nvGrpSpPr>
          <p:cNvPr id="727131" name="Group 91"/>
          <p:cNvGrpSpPr>
            <a:grpSpLocks/>
          </p:cNvGrpSpPr>
          <p:nvPr/>
        </p:nvGrpSpPr>
        <p:grpSpPr bwMode="auto">
          <a:xfrm>
            <a:off x="0" y="4622800"/>
            <a:ext cx="9144000" cy="2235200"/>
            <a:chOff x="0" y="2840"/>
            <a:chExt cx="5760" cy="1480"/>
          </a:xfrm>
        </p:grpSpPr>
        <p:sp>
          <p:nvSpPr>
            <p:cNvPr id="140371" name="Rectangle 88"/>
            <p:cNvSpPr>
              <a:spLocks noChangeArrowheads="1"/>
            </p:cNvSpPr>
            <p:nvPr/>
          </p:nvSpPr>
          <p:spPr bwMode="auto">
            <a:xfrm>
              <a:off x="0" y="2840"/>
              <a:ext cx="5760" cy="148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0372" name="Text Box 90"/>
            <p:cNvSpPr txBox="1">
              <a:spLocks noChangeArrowheads="1"/>
            </p:cNvSpPr>
            <p:nvPr/>
          </p:nvSpPr>
          <p:spPr bwMode="auto">
            <a:xfrm>
              <a:off x="781" y="3176"/>
              <a:ext cx="4449" cy="714"/>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服务器被动打开 </a:t>
              </a:r>
              <a:r>
                <a:rPr lang="en-US" altLang="zh-CN" sz="2800">
                  <a:solidFill>
                    <a:srgbClr val="333399"/>
                  </a:solidFill>
                  <a:latin typeface="Arial" pitchFamily="34" charset="0"/>
                  <a:ea typeface="黑体" pitchFamily="49" charset="-122"/>
                </a:rPr>
                <a:t>UDP </a:t>
              </a:r>
              <a:r>
                <a:rPr lang="zh-CN" altLang="en-US" sz="2800">
                  <a:solidFill>
                    <a:srgbClr val="333399"/>
                  </a:solidFill>
                  <a:latin typeface="Arial" pitchFamily="34" charset="0"/>
                  <a:ea typeface="黑体" pitchFamily="49" charset="-122"/>
                </a:rPr>
                <a:t>端口 </a:t>
              </a:r>
              <a:r>
                <a:rPr lang="en-US" altLang="zh-CN" sz="2800">
                  <a:solidFill>
                    <a:srgbClr val="333399"/>
                  </a:solidFill>
                  <a:latin typeface="Arial" pitchFamily="34" charset="0"/>
                  <a:ea typeface="黑体" pitchFamily="49" charset="-122"/>
                </a:rPr>
                <a:t>67</a:t>
              </a:r>
              <a:r>
                <a:rPr lang="zh-CN" altLang="en-US" sz="2800">
                  <a:solidFill>
                    <a:srgbClr val="333399"/>
                  </a:solidFill>
                  <a:latin typeface="Arial" pitchFamily="34" charset="0"/>
                  <a:ea typeface="黑体" pitchFamily="49" charset="-122"/>
                </a:rPr>
                <a:t>，</a:t>
              </a:r>
            </a:p>
            <a:p>
              <a:pPr eaLnBrk="1" hangingPunct="1"/>
              <a:r>
                <a:rPr lang="zh-CN" altLang="en-US" sz="2800">
                  <a:solidFill>
                    <a:srgbClr val="333399"/>
                  </a:solidFill>
                  <a:latin typeface="Arial" pitchFamily="34" charset="0"/>
                  <a:ea typeface="黑体" pitchFamily="49" charset="-122"/>
                </a:rPr>
                <a:t>        等待客户端发来的报文。</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7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1315"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16"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17"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18"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1319"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20"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21"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22"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23"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24"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25"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26"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1327"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28"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29"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30"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31"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32"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33"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34"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1335"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36"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37"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38"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39"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40"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41"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42"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1343"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44"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45"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46"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47"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48"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49"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50"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1351"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52"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53"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54"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55"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56"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57"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58"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1359"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60"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61"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62"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63"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64"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65"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66"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1367"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68"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69"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70"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71"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72"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373"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1374"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1375"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76"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77"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1378"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79"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80"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1381"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1382"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1383"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1384"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85"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86"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87"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88"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89"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90"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91"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92"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1393"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1394" name="Rectangle 83"/>
          <p:cNvSpPr>
            <a:spLocks noChangeArrowheads="1"/>
          </p:cNvSpPr>
          <p:nvPr/>
        </p:nvSpPr>
        <p:spPr bwMode="auto">
          <a:xfrm>
            <a:off x="0" y="4622800"/>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1395" name="Text Box 85"/>
          <p:cNvSpPr txBox="1">
            <a:spLocks noChangeArrowheads="1"/>
          </p:cNvSpPr>
          <p:nvPr/>
        </p:nvSpPr>
        <p:spPr bwMode="auto">
          <a:xfrm>
            <a:off x="1239838" y="5138738"/>
            <a:ext cx="5780087" cy="1077912"/>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a:solidFill>
                  <a:srgbClr val="333399"/>
                </a:solidFill>
                <a:sym typeface="Wingdings" pitchFamily="2" charset="2"/>
              </a:rPr>
              <a:t></a:t>
            </a:r>
            <a:r>
              <a:rPr lang="zh-CN" altLang="en-US" sz="2800">
                <a:solidFill>
                  <a:srgbClr val="333399"/>
                </a:solidFill>
              </a:rPr>
              <a:t>：</a:t>
            </a:r>
            <a:r>
              <a:rPr lang="en-US" altLang="zh-CN" sz="2800">
                <a:solidFill>
                  <a:srgbClr val="333399"/>
                </a:solidFill>
              </a:rPr>
              <a:t>DHCP </a:t>
            </a:r>
            <a:r>
              <a:rPr lang="zh-CN" altLang="en-US" sz="2800">
                <a:solidFill>
                  <a:srgbClr val="333399"/>
                </a:solidFill>
              </a:rPr>
              <a:t>客户从 </a:t>
            </a:r>
            <a:r>
              <a:rPr lang="en-US" altLang="zh-CN" sz="2800">
                <a:solidFill>
                  <a:srgbClr val="333399"/>
                </a:solidFill>
              </a:rPr>
              <a:t>UDP </a:t>
            </a:r>
            <a:r>
              <a:rPr lang="zh-CN" altLang="en-US" sz="2800">
                <a:solidFill>
                  <a:srgbClr val="333399"/>
                </a:solidFill>
              </a:rPr>
              <a:t>端口 </a:t>
            </a:r>
            <a:r>
              <a:rPr lang="en-US" altLang="zh-CN" sz="2800">
                <a:solidFill>
                  <a:srgbClr val="333399"/>
                </a:solidFill>
              </a:rPr>
              <a:t>68</a:t>
            </a:r>
          </a:p>
          <a:p>
            <a:pPr eaLnBrk="1" hangingPunct="1"/>
            <a:r>
              <a:rPr lang="en-US" altLang="zh-CN" sz="2800">
                <a:solidFill>
                  <a:srgbClr val="333399"/>
                </a:solidFill>
              </a:rPr>
              <a:t>      </a:t>
            </a:r>
            <a:r>
              <a:rPr lang="zh-CN" altLang="en-US" sz="2800">
                <a:solidFill>
                  <a:srgbClr val="333399"/>
                </a:solidFill>
              </a:rPr>
              <a:t>发送 </a:t>
            </a:r>
            <a:r>
              <a:rPr lang="en-US" altLang="zh-CN" sz="2800">
                <a:solidFill>
                  <a:srgbClr val="333399"/>
                </a:solidFill>
              </a:rPr>
              <a:t>DHCP </a:t>
            </a:r>
            <a:r>
              <a:rPr lang="zh-CN" altLang="en-US" sz="2800">
                <a:solidFill>
                  <a:srgbClr val="333399"/>
                </a:solidFill>
              </a:rPr>
              <a:t>发现报文。</a:t>
            </a: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2339"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40"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41"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42"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2343"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44"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45"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46"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47"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48"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49"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50"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2351"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52"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53"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54"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55"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56"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57"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58"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2359"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60"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61"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62"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63"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64"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65"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66"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2367"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68"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69"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70"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71"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72"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73"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74"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2375"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76"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77"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78"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79"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80"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81"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82"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2383"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84"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85"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86"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87"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88"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89"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90"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2391"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392"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393"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394"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95"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396"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97"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2398"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2399"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400"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401"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2402"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403"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404"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2405"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2406"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2407"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2408"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09"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0"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1"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2"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3"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4"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5"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6"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2417"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2418" name="Rectangle 83"/>
          <p:cNvSpPr>
            <a:spLocks noChangeArrowheads="1"/>
          </p:cNvSpPr>
          <p:nvPr/>
        </p:nvSpPr>
        <p:spPr bwMode="auto">
          <a:xfrm>
            <a:off x="0" y="4622800"/>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2419" name="Text Box 85"/>
          <p:cNvSpPr txBox="1">
            <a:spLocks noChangeArrowheads="1"/>
          </p:cNvSpPr>
          <p:nvPr/>
        </p:nvSpPr>
        <p:spPr bwMode="auto">
          <a:xfrm>
            <a:off x="755650" y="5013325"/>
            <a:ext cx="7920038" cy="15049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：凡收到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发现报文的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a:t>
            </a:r>
          </a:p>
          <a:p>
            <a:pPr algn="just" eaLnBrk="1" hangingPunct="1"/>
            <a:r>
              <a:rPr lang="zh-CN" altLang="en-US" sz="2800">
                <a:solidFill>
                  <a:srgbClr val="333399"/>
                </a:solidFill>
                <a:latin typeface="Arial" pitchFamily="34" charset="0"/>
                <a:ea typeface="黑体" pitchFamily="49" charset="-122"/>
              </a:rPr>
              <a:t>       都发出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提供报文，因此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客户</a:t>
            </a:r>
          </a:p>
          <a:p>
            <a:pPr algn="just" eaLnBrk="1" hangingPunct="1"/>
            <a:r>
              <a:rPr lang="zh-CN" altLang="en-US" sz="2800">
                <a:solidFill>
                  <a:srgbClr val="333399"/>
                </a:solidFill>
                <a:latin typeface="Arial" pitchFamily="34" charset="0"/>
                <a:ea typeface="黑体" pitchFamily="49" charset="-122"/>
              </a:rPr>
              <a:t>       可能收到多个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提供报文。</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3363"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64"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65"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366"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3367"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368"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369"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370"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71"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72"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73"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374"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3375"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376"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377"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378"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79"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80"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81"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382"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3383"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384"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385"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386"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87"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88"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89"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390"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3391"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392"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393"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394"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95"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396"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97"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398"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3399"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400"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401"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402"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03"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04"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05"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406"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3407"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408"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409"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410"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11"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12"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13"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414"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3415"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416"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417"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418"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19"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20"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21"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3422"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3423"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424"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425"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3426"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27"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28"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3429"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3430"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3431"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3432"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3"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4"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5"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6"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7"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8"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39"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40"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3441"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3442" name="Rectangle 83"/>
          <p:cNvSpPr>
            <a:spLocks noChangeArrowheads="1"/>
          </p:cNvSpPr>
          <p:nvPr/>
        </p:nvSpPr>
        <p:spPr bwMode="auto">
          <a:xfrm>
            <a:off x="0" y="4622800"/>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3443" name="Text Box 85"/>
          <p:cNvSpPr txBox="1">
            <a:spLocks noChangeArrowheads="1"/>
          </p:cNvSpPr>
          <p:nvPr/>
        </p:nvSpPr>
        <p:spPr bwMode="auto">
          <a:xfrm>
            <a:off x="755650" y="5013325"/>
            <a:ext cx="7632700" cy="15049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客户从几个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服务器中选择</a:t>
            </a:r>
          </a:p>
          <a:p>
            <a:pPr algn="just" eaLnBrk="1" hangingPunct="1"/>
            <a:r>
              <a:rPr lang="zh-CN" altLang="en-US" sz="2800">
                <a:solidFill>
                  <a:srgbClr val="333399"/>
                </a:solidFill>
                <a:latin typeface="Arial" pitchFamily="34" charset="0"/>
                <a:ea typeface="黑体" pitchFamily="49" charset="-122"/>
              </a:rPr>
              <a:t>       其中的一个，并向所选择的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a:t>
            </a:r>
          </a:p>
          <a:p>
            <a:pPr algn="just" eaLnBrk="1" hangingPunct="1"/>
            <a:r>
              <a:rPr lang="zh-CN" altLang="en-US" sz="2800">
                <a:solidFill>
                  <a:srgbClr val="333399"/>
                </a:solidFill>
                <a:latin typeface="Arial" pitchFamily="34" charset="0"/>
                <a:ea typeface="黑体" pitchFamily="49" charset="-122"/>
              </a:rPr>
              <a:t>        器发送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请求报文。</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4387"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88"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89"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390"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4391"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392"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393"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394"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395"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396"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7"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398"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4399"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00"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01"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02"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03"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04"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5"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406"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4407"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08"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09"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10"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11"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12"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3"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414"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4415"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16"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17"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18"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19"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20"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1"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422"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4423"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24"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25"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26"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27"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28"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9"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430"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4431"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32"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33"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34"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35"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36"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7"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438"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4439"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40"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41"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42"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43"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44"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5"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4446"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4447"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48"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49"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4450"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51"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52"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4453"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4454"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4455"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4456"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57"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58"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59"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60"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61"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62"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63"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64"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4465"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4466" name="Rectangle 83"/>
          <p:cNvSpPr>
            <a:spLocks noChangeArrowheads="1"/>
          </p:cNvSpPr>
          <p:nvPr/>
        </p:nvSpPr>
        <p:spPr bwMode="auto">
          <a:xfrm>
            <a:off x="0" y="4622800"/>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4467" name="Text Box 85"/>
          <p:cNvSpPr txBox="1">
            <a:spLocks noChangeArrowheads="1"/>
          </p:cNvSpPr>
          <p:nvPr/>
        </p:nvSpPr>
        <p:spPr bwMode="auto">
          <a:xfrm>
            <a:off x="828675" y="4941888"/>
            <a:ext cx="7704138" cy="15049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：被选择的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服务器发送确认报文</a:t>
            </a:r>
          </a:p>
          <a:p>
            <a:pPr algn="just" eaLnBrk="1" hangingPunct="1"/>
            <a:r>
              <a:rPr lang="zh-CN" altLang="en-US" sz="28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DHCPACK</a:t>
            </a:r>
            <a:r>
              <a:rPr lang="zh-CN" altLang="en-US" sz="2800">
                <a:solidFill>
                  <a:srgbClr val="333399"/>
                </a:solidFill>
                <a:latin typeface="Arial" pitchFamily="34" charset="0"/>
                <a:ea typeface="黑体" pitchFamily="49" charset="-122"/>
              </a:rPr>
              <a:t>，进入已绑定状态，并可</a:t>
            </a:r>
          </a:p>
          <a:p>
            <a:pPr algn="just" eaLnBrk="1" hangingPunct="1"/>
            <a:r>
              <a:rPr lang="zh-CN" altLang="en-US" sz="2800">
                <a:solidFill>
                  <a:srgbClr val="333399"/>
                </a:solidFill>
                <a:latin typeface="Arial" pitchFamily="34" charset="0"/>
                <a:ea typeface="黑体" pitchFamily="49" charset="-122"/>
              </a:rPr>
              <a:t>       开始使用得到的临时 </a:t>
            </a:r>
            <a:r>
              <a:rPr lang="en-US" altLang="zh-CN" sz="2800">
                <a:solidFill>
                  <a:srgbClr val="333399"/>
                </a:solidFill>
                <a:latin typeface="Arial" pitchFamily="34" charset="0"/>
                <a:ea typeface="黑体" pitchFamily="49" charset="-122"/>
              </a:rPr>
              <a:t>IP </a:t>
            </a:r>
            <a:r>
              <a:rPr lang="zh-CN" altLang="en-US" sz="2800">
                <a:solidFill>
                  <a:srgbClr val="333399"/>
                </a:solidFill>
                <a:latin typeface="Arial" pitchFamily="34" charset="0"/>
                <a:ea typeface="黑体" pitchFamily="49" charset="-122"/>
              </a:rPr>
              <a:t>地址了。</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5411"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12"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13"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14"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5415"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16"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17"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18"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19"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20"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1"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22"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5423"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24"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25"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26"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27"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28"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9"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30"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5431"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32"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33"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34"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35"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36"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7"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38"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5439"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40"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41"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42"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43"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44"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5"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46"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5447"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48"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49"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50"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51"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52"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3"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54"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5455"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56"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57"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58"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59"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60"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61"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62"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5463"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64"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65"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66"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67"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68"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69"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5470"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5471"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72"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73"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5474"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75"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76"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5477"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5478"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5479"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5480"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1"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2"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3"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4"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5"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6"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7"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88"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5489"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5490" name="Rectangle 83"/>
          <p:cNvSpPr>
            <a:spLocks noChangeArrowheads="1"/>
          </p:cNvSpPr>
          <p:nvPr/>
        </p:nvSpPr>
        <p:spPr bwMode="auto">
          <a:xfrm>
            <a:off x="0" y="4622800"/>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5491" name="Text Box 85"/>
          <p:cNvSpPr txBox="1">
            <a:spLocks noChangeArrowheads="1"/>
          </p:cNvSpPr>
          <p:nvPr/>
        </p:nvSpPr>
        <p:spPr bwMode="auto">
          <a:xfrm>
            <a:off x="468313" y="4941888"/>
            <a:ext cx="8424862" cy="1382712"/>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sz="2800">
                <a:solidFill>
                  <a:srgbClr val="333399"/>
                </a:solidFill>
                <a:latin typeface="Arial" pitchFamily="34" charset="0"/>
                <a:ea typeface="黑体" pitchFamily="49" charset="-122"/>
              </a:rPr>
              <a:t>DHCP</a:t>
            </a:r>
            <a:r>
              <a:rPr lang="en-US" altLang="zh-CN" sz="2000">
                <a:solidFill>
                  <a:srgbClr val="333399"/>
                </a:solidFill>
                <a:latin typeface="Arial" pitchFamily="34" charset="0"/>
                <a:ea typeface="黑体" pitchFamily="49" charset="-122"/>
              </a:rPr>
              <a:t> </a:t>
            </a:r>
            <a:r>
              <a:rPr lang="zh-CN" altLang="en-US" sz="2800">
                <a:solidFill>
                  <a:srgbClr val="333399"/>
                </a:solidFill>
                <a:latin typeface="Arial" pitchFamily="34" charset="0"/>
                <a:ea typeface="黑体" pitchFamily="49" charset="-122"/>
              </a:rPr>
              <a:t>客户现在要根据服务器提供的租用期</a:t>
            </a:r>
            <a:r>
              <a:rPr lang="zh-CN" altLang="en-US" sz="16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T</a:t>
            </a:r>
            <a:r>
              <a:rPr lang="en-US" altLang="zh-CN" sz="1600">
                <a:solidFill>
                  <a:srgbClr val="333399"/>
                </a:solidFill>
                <a:latin typeface="Arial" pitchFamily="34" charset="0"/>
                <a:ea typeface="黑体" pitchFamily="49" charset="-122"/>
              </a:rPr>
              <a:t> </a:t>
            </a:r>
            <a:r>
              <a:rPr lang="zh-CN" altLang="en-US" sz="2800">
                <a:solidFill>
                  <a:srgbClr val="333399"/>
                </a:solidFill>
                <a:latin typeface="Arial" pitchFamily="34" charset="0"/>
                <a:ea typeface="黑体" pitchFamily="49" charset="-122"/>
              </a:rPr>
              <a:t>设置两个计时器</a:t>
            </a:r>
            <a:r>
              <a:rPr lang="zh-CN" altLang="en-US" sz="16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T</a:t>
            </a:r>
            <a:r>
              <a:rPr lang="en-US" altLang="zh-CN" sz="2800" baseline="-25000">
                <a:solidFill>
                  <a:srgbClr val="333399"/>
                </a:solidFill>
                <a:latin typeface="Arial" pitchFamily="34" charset="0"/>
                <a:ea typeface="黑体" pitchFamily="49" charset="-122"/>
              </a:rPr>
              <a:t>1</a:t>
            </a:r>
            <a:r>
              <a:rPr lang="en-US" altLang="zh-CN" sz="1600">
                <a:solidFill>
                  <a:srgbClr val="333399"/>
                </a:solidFill>
                <a:latin typeface="Arial" pitchFamily="34" charset="0"/>
                <a:ea typeface="黑体" pitchFamily="49" charset="-122"/>
              </a:rPr>
              <a:t> </a:t>
            </a:r>
            <a:r>
              <a:rPr lang="zh-CN" altLang="en-US" sz="2800">
                <a:solidFill>
                  <a:srgbClr val="333399"/>
                </a:solidFill>
                <a:latin typeface="Arial" pitchFamily="34" charset="0"/>
                <a:ea typeface="黑体" pitchFamily="49" charset="-122"/>
              </a:rPr>
              <a:t>和</a:t>
            </a:r>
            <a:r>
              <a:rPr lang="zh-CN" altLang="en-US" sz="7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T</a:t>
            </a:r>
            <a:r>
              <a:rPr lang="en-US" altLang="zh-CN" sz="2800" baseline="-25000">
                <a:solidFill>
                  <a:srgbClr val="333399"/>
                </a:solidFill>
                <a:latin typeface="Arial" pitchFamily="34" charset="0"/>
                <a:ea typeface="黑体" pitchFamily="49" charset="-122"/>
              </a:rPr>
              <a:t>2</a:t>
            </a:r>
            <a:r>
              <a:rPr lang="zh-CN" altLang="en-US" sz="2800">
                <a:solidFill>
                  <a:srgbClr val="333399"/>
                </a:solidFill>
                <a:latin typeface="Arial" pitchFamily="34" charset="0"/>
                <a:ea typeface="黑体" pitchFamily="49" charset="-122"/>
              </a:rPr>
              <a:t>，它们的超时时间分别是</a:t>
            </a:r>
            <a:r>
              <a:rPr lang="zh-CN" altLang="en-US" sz="14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0.5T </a:t>
            </a:r>
            <a:r>
              <a:rPr lang="zh-CN" altLang="en-US" sz="2800">
                <a:solidFill>
                  <a:srgbClr val="333399"/>
                </a:solidFill>
                <a:latin typeface="Arial" pitchFamily="34" charset="0"/>
                <a:ea typeface="黑体" pitchFamily="49" charset="-122"/>
              </a:rPr>
              <a:t>和 </a:t>
            </a:r>
            <a:r>
              <a:rPr lang="en-US" altLang="zh-CN" sz="2800">
                <a:solidFill>
                  <a:srgbClr val="333399"/>
                </a:solidFill>
                <a:latin typeface="Arial" pitchFamily="34" charset="0"/>
                <a:ea typeface="黑体" pitchFamily="49" charset="-122"/>
              </a:rPr>
              <a:t>0.875T</a:t>
            </a:r>
            <a:r>
              <a:rPr lang="zh-CN" altLang="en-US" sz="2800">
                <a:solidFill>
                  <a:srgbClr val="333399"/>
                </a:solidFill>
                <a:latin typeface="Arial" pitchFamily="34" charset="0"/>
                <a:ea typeface="黑体" pitchFamily="49" charset="-122"/>
              </a:rPr>
              <a:t>。当超时时间到就要请求更新租用期。</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6435"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36"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37"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38"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6439"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40"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41"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42"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43"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44"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5"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46"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6447"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48"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49"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50"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51"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52"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3"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54"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6455"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56"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57"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58"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59"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60"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1"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62"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6463"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64"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65"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66"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67"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68"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9"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70"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6471"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72"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73"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74"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75"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76"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77"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78"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6479"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80"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81"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82"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83"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84"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85"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86"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6487"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88"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89"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90"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91"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92"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93"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6494"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6495"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496"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497"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6498"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499"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500"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6501"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6502"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6503"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6504"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05"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06"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07"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08"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09"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10"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11"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12"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6513"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6514" name="Rectangle 83"/>
          <p:cNvSpPr>
            <a:spLocks noChangeArrowheads="1"/>
          </p:cNvSpPr>
          <p:nvPr/>
        </p:nvSpPr>
        <p:spPr bwMode="auto">
          <a:xfrm>
            <a:off x="0" y="4622800"/>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6515" name="Text Box 85"/>
          <p:cNvSpPr txBox="1">
            <a:spLocks noChangeArrowheads="1"/>
          </p:cNvSpPr>
          <p:nvPr/>
        </p:nvSpPr>
        <p:spPr bwMode="auto">
          <a:xfrm>
            <a:off x="468313" y="4941888"/>
            <a:ext cx="8424862" cy="1077912"/>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：租用期过了一半（</a:t>
            </a:r>
            <a:r>
              <a:rPr lang="en-US" altLang="zh-CN" sz="2800">
                <a:solidFill>
                  <a:srgbClr val="333399"/>
                </a:solidFill>
                <a:latin typeface="Arial" pitchFamily="34" charset="0"/>
                <a:ea typeface="黑体" pitchFamily="49" charset="-122"/>
              </a:rPr>
              <a:t>T1 </a:t>
            </a:r>
            <a:r>
              <a:rPr lang="zh-CN" altLang="en-US" sz="2800">
                <a:solidFill>
                  <a:srgbClr val="333399"/>
                </a:solidFill>
                <a:latin typeface="Arial" pitchFamily="34" charset="0"/>
                <a:ea typeface="黑体" pitchFamily="49" charset="-122"/>
              </a:rPr>
              <a:t>时间到），</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发送</a:t>
            </a:r>
          </a:p>
          <a:p>
            <a:pPr algn="just" eaLnBrk="1" hangingPunct="1"/>
            <a:r>
              <a:rPr lang="zh-CN" altLang="en-US" sz="2800">
                <a:solidFill>
                  <a:srgbClr val="333399"/>
                </a:solidFill>
                <a:latin typeface="Arial" pitchFamily="34" charset="0"/>
                <a:ea typeface="黑体" pitchFamily="49" charset="-122"/>
              </a:rPr>
              <a:t>       请求报文 </a:t>
            </a:r>
            <a:r>
              <a:rPr lang="en-US" altLang="zh-CN" sz="2800">
                <a:solidFill>
                  <a:srgbClr val="333399"/>
                </a:solidFill>
                <a:latin typeface="Arial" pitchFamily="34" charset="0"/>
                <a:ea typeface="黑体" pitchFamily="49" charset="-122"/>
              </a:rPr>
              <a:t>DHCPREQUEST </a:t>
            </a:r>
            <a:r>
              <a:rPr lang="zh-CN" altLang="en-US" sz="2800">
                <a:solidFill>
                  <a:srgbClr val="333399"/>
                </a:solidFill>
                <a:latin typeface="Arial" pitchFamily="34" charset="0"/>
                <a:ea typeface="黑体" pitchFamily="49" charset="-122"/>
              </a:rPr>
              <a:t>要求更新租用期。 </a:t>
            </a: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7459"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0"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1"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462"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7463"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464"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465"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466"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67"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68"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9"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470"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7471"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472"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473"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474"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75"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76"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7"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478"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7479"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480"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481"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482"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83"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84"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5"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486"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7487"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488"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489"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490"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91"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92"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3"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494"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7495"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496"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497"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498"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499"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00"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1"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502"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7503"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504"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505"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506"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07"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08"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9"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510"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7511"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512"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513"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514"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15"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16"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7"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7518"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7519"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520"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521"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7522"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23"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24"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7525"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7526"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7527"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7528"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29"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0"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1"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2"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3"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4"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5"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6"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7537"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7538" name="Rectangle 83"/>
          <p:cNvSpPr>
            <a:spLocks noChangeArrowheads="1"/>
          </p:cNvSpPr>
          <p:nvPr/>
        </p:nvSpPr>
        <p:spPr bwMode="auto">
          <a:xfrm>
            <a:off x="0" y="765175"/>
            <a:ext cx="9144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7539" name="Text Box 85"/>
          <p:cNvSpPr txBox="1">
            <a:spLocks noChangeArrowheads="1"/>
          </p:cNvSpPr>
          <p:nvPr/>
        </p:nvSpPr>
        <p:spPr bwMode="auto">
          <a:xfrm>
            <a:off x="395288" y="1128713"/>
            <a:ext cx="8424862" cy="15049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服务器若同意，则发回确认报文</a:t>
            </a:r>
          </a:p>
          <a:p>
            <a:pPr algn="just" eaLnBrk="1" hangingPunct="1"/>
            <a:r>
              <a:rPr lang="zh-CN" altLang="en-US" sz="28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DHCPACK</a:t>
            </a:r>
            <a:r>
              <a:rPr lang="zh-CN" altLang="en-US" sz="2800">
                <a:solidFill>
                  <a:srgbClr val="333399"/>
                </a:solidFill>
                <a:latin typeface="Arial" pitchFamily="34" charset="0"/>
                <a:ea typeface="黑体" pitchFamily="49" charset="-122"/>
              </a:rPr>
              <a:t>。</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客户得到了新的租</a:t>
            </a:r>
          </a:p>
          <a:p>
            <a:pPr algn="just" eaLnBrk="1" hangingPunct="1"/>
            <a:r>
              <a:rPr lang="zh-CN" altLang="en-US" sz="2800">
                <a:solidFill>
                  <a:srgbClr val="333399"/>
                </a:solidFill>
                <a:latin typeface="Arial" pitchFamily="34" charset="0"/>
                <a:ea typeface="黑体" pitchFamily="49" charset="-122"/>
              </a:rPr>
              <a:t>        用期，重新设置计时器。</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8483"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484"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485"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486"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8487"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488"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489"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490"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491"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492"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493"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494"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8495"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496"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497"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498"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499"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00"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01"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502"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8503"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04"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05"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506"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07"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08"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09"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510"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8511"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12"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13"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514"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15"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16"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17"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518"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8519"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20"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21"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522"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23"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24"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25"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526"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8527"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28"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29"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530"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31"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32"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3"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534"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8535"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36"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37"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538"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39"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40"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41"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8542"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8543"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44"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45"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8546"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47"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48"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8549"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8550"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8551"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8552"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3"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4"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5"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6"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7"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8"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59"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60"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8561"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8562" name="Rectangle 82"/>
          <p:cNvSpPr>
            <a:spLocks noChangeArrowheads="1"/>
          </p:cNvSpPr>
          <p:nvPr/>
        </p:nvSpPr>
        <p:spPr bwMode="auto">
          <a:xfrm>
            <a:off x="0" y="765175"/>
            <a:ext cx="9144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8563" name="Text Box 84"/>
          <p:cNvSpPr txBox="1">
            <a:spLocks noChangeArrowheads="1"/>
          </p:cNvSpPr>
          <p:nvPr/>
        </p:nvSpPr>
        <p:spPr bwMode="auto">
          <a:xfrm>
            <a:off x="395288" y="908050"/>
            <a:ext cx="8424862" cy="1931988"/>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服务器若不同意，则发回否认报文</a:t>
            </a:r>
          </a:p>
          <a:p>
            <a:pPr algn="just" eaLnBrk="1" hangingPunct="1"/>
            <a:r>
              <a:rPr lang="zh-CN" altLang="en-US" sz="2800">
                <a:solidFill>
                  <a:srgbClr val="333399"/>
                </a:solidFill>
                <a:latin typeface="Arial" pitchFamily="34" charset="0"/>
                <a:ea typeface="黑体" pitchFamily="49" charset="-122"/>
              </a:rPr>
              <a:t>       </a:t>
            </a:r>
            <a:r>
              <a:rPr lang="en-US" altLang="zh-CN" sz="2800">
                <a:solidFill>
                  <a:srgbClr val="333399"/>
                </a:solidFill>
                <a:latin typeface="Arial" pitchFamily="34" charset="0"/>
                <a:ea typeface="黑体" pitchFamily="49" charset="-122"/>
              </a:rPr>
              <a:t>DHCPNACK</a:t>
            </a:r>
            <a:r>
              <a:rPr lang="zh-CN" altLang="en-US" sz="2800">
                <a:solidFill>
                  <a:srgbClr val="333399"/>
                </a:solidFill>
                <a:latin typeface="Arial" pitchFamily="34" charset="0"/>
                <a:ea typeface="黑体" pitchFamily="49" charset="-122"/>
              </a:rPr>
              <a:t>。这时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客户必须立即</a:t>
            </a:r>
          </a:p>
          <a:p>
            <a:pPr algn="just" eaLnBrk="1" hangingPunct="1"/>
            <a:r>
              <a:rPr lang="zh-CN" altLang="en-US" sz="2800">
                <a:solidFill>
                  <a:srgbClr val="333399"/>
                </a:solidFill>
                <a:latin typeface="Arial" pitchFamily="34" charset="0"/>
                <a:ea typeface="黑体" pitchFamily="49" charset="-122"/>
              </a:rPr>
              <a:t>       停止使用原来的 </a:t>
            </a:r>
            <a:r>
              <a:rPr lang="en-US" altLang="zh-CN" sz="2800">
                <a:solidFill>
                  <a:srgbClr val="333399"/>
                </a:solidFill>
                <a:latin typeface="Arial" pitchFamily="34" charset="0"/>
                <a:ea typeface="黑体" pitchFamily="49" charset="-122"/>
              </a:rPr>
              <a:t>IP </a:t>
            </a:r>
            <a:r>
              <a:rPr lang="zh-CN" altLang="en-US" sz="2800">
                <a:solidFill>
                  <a:srgbClr val="333399"/>
                </a:solidFill>
                <a:latin typeface="Arial" pitchFamily="34" charset="0"/>
                <a:ea typeface="黑体" pitchFamily="49" charset="-122"/>
              </a:rPr>
              <a:t>地址，而必须重新申</a:t>
            </a:r>
          </a:p>
          <a:p>
            <a:pPr algn="just" eaLnBrk="1" hangingPunct="1"/>
            <a:r>
              <a:rPr lang="zh-CN" altLang="en-US" sz="2800">
                <a:solidFill>
                  <a:srgbClr val="333399"/>
                </a:solidFill>
                <a:latin typeface="Arial" pitchFamily="34" charset="0"/>
                <a:ea typeface="黑体" pitchFamily="49" charset="-122"/>
              </a:rPr>
              <a:t>       请 </a:t>
            </a:r>
            <a:r>
              <a:rPr lang="en-US" altLang="zh-CN" sz="2800">
                <a:solidFill>
                  <a:srgbClr val="333399"/>
                </a:solidFill>
                <a:latin typeface="Arial" pitchFamily="34" charset="0"/>
                <a:ea typeface="黑体" pitchFamily="49" charset="-122"/>
              </a:rPr>
              <a:t>IP </a:t>
            </a:r>
            <a:r>
              <a:rPr lang="zh-CN" altLang="en-US" sz="2800">
                <a:solidFill>
                  <a:srgbClr val="333399"/>
                </a:solidFill>
                <a:latin typeface="Arial" pitchFamily="34" charset="0"/>
                <a:ea typeface="黑体" pitchFamily="49" charset="-122"/>
              </a:rPr>
              <a:t>地址（回到步骤</a:t>
            </a:r>
            <a:r>
              <a:rPr lang="zh-CN" altLang="en-US" sz="2800">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49507"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08"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09"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10"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49511"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12"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13"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14"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15"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16"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17"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18"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49519"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20"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21"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22"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23"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24"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25"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26"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9527"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28"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29"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30"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31"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32"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33"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34"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9535"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36"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37"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38"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39"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40"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41"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42"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49543"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44"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45"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46"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47"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48"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49"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50"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49551"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52"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53"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54"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55"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56"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57"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58"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49559"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60"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61"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62"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63"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64"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65"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49566"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49567"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68"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69"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49570"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71"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72"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49573"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49574"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49575"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49576"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77"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78"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79"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80"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81"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82"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83"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84"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49585"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49586" name="Rectangle 82"/>
          <p:cNvSpPr>
            <a:spLocks noChangeArrowheads="1"/>
          </p:cNvSpPr>
          <p:nvPr/>
        </p:nvSpPr>
        <p:spPr bwMode="auto">
          <a:xfrm>
            <a:off x="0" y="765175"/>
            <a:ext cx="9144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49587" name="Text Box 84"/>
          <p:cNvSpPr txBox="1">
            <a:spLocks noChangeArrowheads="1"/>
          </p:cNvSpPr>
          <p:nvPr/>
        </p:nvSpPr>
        <p:spPr bwMode="auto">
          <a:xfrm>
            <a:off x="250825" y="1125538"/>
            <a:ext cx="8569325" cy="18097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zh-CN" altLang="en-US" sz="2800">
                <a:solidFill>
                  <a:srgbClr val="333399"/>
                </a:solidFill>
                <a:latin typeface="Arial" pitchFamily="34" charset="0"/>
                <a:ea typeface="黑体" pitchFamily="49" charset="-122"/>
              </a:rPr>
              <a:t>若</a:t>
            </a:r>
            <a:r>
              <a:rPr lang="en-US" altLang="zh-CN" sz="2800">
                <a:solidFill>
                  <a:srgbClr val="333399"/>
                </a:solidFill>
                <a:latin typeface="Arial" pitchFamily="34" charset="0"/>
                <a:ea typeface="黑体" pitchFamily="49" charset="-122"/>
              </a:rPr>
              <a:t>DHCP</a:t>
            </a:r>
            <a:r>
              <a:rPr lang="zh-CN" altLang="en-US" sz="2800">
                <a:solidFill>
                  <a:srgbClr val="333399"/>
                </a:solidFill>
                <a:latin typeface="Arial" pitchFamily="34" charset="0"/>
                <a:ea typeface="黑体" pitchFamily="49" charset="-122"/>
              </a:rPr>
              <a:t>服务器不响应步骤</a:t>
            </a:r>
            <a:r>
              <a:rPr lang="zh-CN" altLang="en-US" sz="2800">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的请求报文</a:t>
            </a:r>
            <a:r>
              <a:rPr lang="en-US" altLang="zh-CN" sz="2800">
                <a:solidFill>
                  <a:srgbClr val="333399"/>
                </a:solidFill>
                <a:latin typeface="Arial" pitchFamily="34" charset="0"/>
                <a:ea typeface="黑体" pitchFamily="49" charset="-122"/>
              </a:rPr>
              <a:t>DHCPREQUEST</a:t>
            </a:r>
            <a:r>
              <a:rPr lang="zh-CN" altLang="en-US" sz="2800">
                <a:solidFill>
                  <a:srgbClr val="333399"/>
                </a:solidFill>
                <a:latin typeface="Arial" pitchFamily="34" charset="0"/>
                <a:ea typeface="黑体" pitchFamily="49" charset="-122"/>
              </a:rPr>
              <a:t>，则在租用期过了 </a:t>
            </a:r>
            <a:r>
              <a:rPr lang="en-US" altLang="zh-CN" sz="2800">
                <a:solidFill>
                  <a:srgbClr val="333399"/>
                </a:solidFill>
                <a:latin typeface="Arial" pitchFamily="34" charset="0"/>
                <a:ea typeface="黑体" pitchFamily="49" charset="-122"/>
              </a:rPr>
              <a:t>87.5% </a:t>
            </a:r>
            <a:r>
              <a:rPr lang="zh-CN" altLang="en-US" sz="2800">
                <a:solidFill>
                  <a:srgbClr val="333399"/>
                </a:solidFill>
                <a:latin typeface="Arial" pitchFamily="34" charset="0"/>
                <a:ea typeface="黑体" pitchFamily="49" charset="-122"/>
              </a:rPr>
              <a:t>时，</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客户必须重新发送请求报文 </a:t>
            </a:r>
            <a:r>
              <a:rPr lang="en-US" altLang="zh-CN" sz="2800">
                <a:solidFill>
                  <a:srgbClr val="333399"/>
                </a:solidFill>
                <a:latin typeface="Arial" pitchFamily="34" charset="0"/>
                <a:ea typeface="黑体" pitchFamily="49" charset="-122"/>
              </a:rPr>
              <a:t>DHCPREQUEST</a:t>
            </a:r>
            <a:r>
              <a:rPr lang="zh-CN" altLang="en-US" sz="2800">
                <a:solidFill>
                  <a:srgbClr val="333399"/>
                </a:solidFill>
                <a:latin typeface="Arial" pitchFamily="34" charset="0"/>
                <a:ea typeface="黑体" pitchFamily="49" charset="-122"/>
              </a:rPr>
              <a:t>（重复步骤</a:t>
            </a:r>
            <a:r>
              <a:rPr lang="zh-CN" altLang="en-US" sz="2800">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），然后又继续后面的步骤。 </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971550" y="188913"/>
            <a:ext cx="7793038" cy="539750"/>
          </a:xfrm>
        </p:spPr>
        <p:txBody>
          <a:bodyPr/>
          <a:lstStyle/>
          <a:p>
            <a:pPr algn="ctr" eaLnBrk="1" hangingPunct="1"/>
            <a:r>
              <a:rPr lang="en-US" altLang="zh-CN" sz="3200" smtClean="0"/>
              <a:t>DHCP </a:t>
            </a:r>
            <a:r>
              <a:rPr lang="zh-CN" altLang="en-US" sz="3200" smtClean="0"/>
              <a:t>协议的工作过程 </a:t>
            </a:r>
          </a:p>
        </p:txBody>
      </p:sp>
      <p:sp>
        <p:nvSpPr>
          <p:cNvPr id="150531" name="Line 3"/>
          <p:cNvSpPr>
            <a:spLocks noChangeShapeType="1"/>
          </p:cNvSpPr>
          <p:nvPr/>
        </p:nvSpPr>
        <p:spPr bwMode="auto">
          <a:xfrm flipH="1">
            <a:off x="5659438" y="1100138"/>
            <a:ext cx="1390650"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32" name="Line 4"/>
          <p:cNvSpPr>
            <a:spLocks noChangeShapeType="1"/>
          </p:cNvSpPr>
          <p:nvPr/>
        </p:nvSpPr>
        <p:spPr bwMode="auto">
          <a:xfrm>
            <a:off x="2265363" y="17478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33" name="Rectangle 5"/>
          <p:cNvSpPr>
            <a:spLocks noChangeArrowheads="1"/>
          </p:cNvSpPr>
          <p:nvPr/>
        </p:nvSpPr>
        <p:spPr bwMode="auto">
          <a:xfrm>
            <a:off x="576263" y="1576388"/>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34" name="Rectangle 6"/>
          <p:cNvSpPr>
            <a:spLocks noChangeArrowheads="1"/>
          </p:cNvSpPr>
          <p:nvPr/>
        </p:nvSpPr>
        <p:spPr bwMode="auto">
          <a:xfrm>
            <a:off x="3257550" y="1617663"/>
            <a:ext cx="2681288" cy="2571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DHCPDISCOVER</a:t>
            </a:r>
          </a:p>
        </p:txBody>
      </p:sp>
      <p:sp>
        <p:nvSpPr>
          <p:cNvPr id="150535" name="Rectangle 7"/>
          <p:cNvSpPr>
            <a:spLocks noChangeArrowheads="1"/>
          </p:cNvSpPr>
          <p:nvPr/>
        </p:nvSpPr>
        <p:spPr bwMode="auto">
          <a:xfrm>
            <a:off x="7527925" y="1576388"/>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36" name="Rectangle 8"/>
          <p:cNvSpPr>
            <a:spLocks noChangeArrowheads="1"/>
          </p:cNvSpPr>
          <p:nvPr/>
        </p:nvSpPr>
        <p:spPr bwMode="auto">
          <a:xfrm>
            <a:off x="7032625" y="1617663"/>
            <a:ext cx="495300" cy="257175"/>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37" name="Rectangle 9"/>
          <p:cNvSpPr>
            <a:spLocks noChangeArrowheads="1"/>
          </p:cNvSpPr>
          <p:nvPr/>
        </p:nvSpPr>
        <p:spPr bwMode="auto">
          <a:xfrm>
            <a:off x="1570038" y="1617663"/>
            <a:ext cx="695325" cy="257175"/>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38" name="Text Box 10"/>
          <p:cNvSpPr txBox="1">
            <a:spLocks noChangeArrowheads="1"/>
          </p:cNvSpPr>
          <p:nvPr/>
        </p:nvSpPr>
        <p:spPr bwMode="auto">
          <a:xfrm>
            <a:off x="1566863" y="18542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39" name="Text Box 11"/>
          <p:cNvSpPr txBox="1">
            <a:spLocks noChangeArrowheads="1"/>
          </p:cNvSpPr>
          <p:nvPr/>
        </p:nvSpPr>
        <p:spPr bwMode="auto">
          <a:xfrm>
            <a:off x="6848475" y="185102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40" name="Line 12"/>
          <p:cNvSpPr>
            <a:spLocks noChangeShapeType="1"/>
          </p:cNvSpPr>
          <p:nvPr/>
        </p:nvSpPr>
        <p:spPr bwMode="auto">
          <a:xfrm flipH="1">
            <a:off x="2263775" y="2359025"/>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41" name="Rectangle 13"/>
          <p:cNvSpPr>
            <a:spLocks noChangeArrowheads="1"/>
          </p:cNvSpPr>
          <p:nvPr/>
        </p:nvSpPr>
        <p:spPr bwMode="auto">
          <a:xfrm>
            <a:off x="576263" y="2187575"/>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42" name="Rectangle 14"/>
          <p:cNvSpPr>
            <a:spLocks noChangeArrowheads="1"/>
          </p:cNvSpPr>
          <p:nvPr/>
        </p:nvSpPr>
        <p:spPr bwMode="auto">
          <a:xfrm>
            <a:off x="3257550" y="2230438"/>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DHCPOFFER</a:t>
            </a:r>
          </a:p>
        </p:txBody>
      </p:sp>
      <p:sp>
        <p:nvSpPr>
          <p:cNvPr id="150543" name="Rectangle 15"/>
          <p:cNvSpPr>
            <a:spLocks noChangeArrowheads="1"/>
          </p:cNvSpPr>
          <p:nvPr/>
        </p:nvSpPr>
        <p:spPr bwMode="auto">
          <a:xfrm>
            <a:off x="7527925" y="2187575"/>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44" name="Rectangle 16"/>
          <p:cNvSpPr>
            <a:spLocks noChangeArrowheads="1"/>
          </p:cNvSpPr>
          <p:nvPr/>
        </p:nvSpPr>
        <p:spPr bwMode="auto">
          <a:xfrm>
            <a:off x="7032625" y="2230438"/>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45" name="Rectangle 17"/>
          <p:cNvSpPr>
            <a:spLocks noChangeArrowheads="1"/>
          </p:cNvSpPr>
          <p:nvPr/>
        </p:nvSpPr>
        <p:spPr bwMode="auto">
          <a:xfrm>
            <a:off x="1568450" y="2230438"/>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46" name="Text Box 18"/>
          <p:cNvSpPr txBox="1">
            <a:spLocks noChangeArrowheads="1"/>
          </p:cNvSpPr>
          <p:nvPr/>
        </p:nvSpPr>
        <p:spPr bwMode="auto">
          <a:xfrm>
            <a:off x="1566863" y="2462213"/>
            <a:ext cx="72231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47" name="Text Box 19"/>
          <p:cNvSpPr txBox="1">
            <a:spLocks noChangeArrowheads="1"/>
          </p:cNvSpPr>
          <p:nvPr/>
        </p:nvSpPr>
        <p:spPr bwMode="auto">
          <a:xfrm>
            <a:off x="6848475" y="2462213"/>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48" name="Line 20"/>
          <p:cNvSpPr>
            <a:spLocks noChangeShapeType="1"/>
          </p:cNvSpPr>
          <p:nvPr/>
        </p:nvSpPr>
        <p:spPr bwMode="auto">
          <a:xfrm>
            <a:off x="2265363" y="29686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49" name="Rectangle 21"/>
          <p:cNvSpPr>
            <a:spLocks noChangeArrowheads="1"/>
          </p:cNvSpPr>
          <p:nvPr/>
        </p:nvSpPr>
        <p:spPr bwMode="auto">
          <a:xfrm>
            <a:off x="576263" y="2798763"/>
            <a:ext cx="993775" cy="34131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50" name="Rectangle 22"/>
          <p:cNvSpPr>
            <a:spLocks noChangeArrowheads="1"/>
          </p:cNvSpPr>
          <p:nvPr/>
        </p:nvSpPr>
        <p:spPr bwMode="auto">
          <a:xfrm>
            <a:off x="3257550" y="2841625"/>
            <a:ext cx="2681288" cy="25558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50551" name="Rectangle 23"/>
          <p:cNvSpPr>
            <a:spLocks noChangeArrowheads="1"/>
          </p:cNvSpPr>
          <p:nvPr/>
        </p:nvSpPr>
        <p:spPr bwMode="auto">
          <a:xfrm>
            <a:off x="7527925" y="2798763"/>
            <a:ext cx="993775" cy="34131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52" name="Rectangle 24"/>
          <p:cNvSpPr>
            <a:spLocks noChangeArrowheads="1"/>
          </p:cNvSpPr>
          <p:nvPr/>
        </p:nvSpPr>
        <p:spPr bwMode="auto">
          <a:xfrm>
            <a:off x="7032625" y="2841625"/>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53" name="Rectangle 25"/>
          <p:cNvSpPr>
            <a:spLocks noChangeArrowheads="1"/>
          </p:cNvSpPr>
          <p:nvPr/>
        </p:nvSpPr>
        <p:spPr bwMode="auto">
          <a:xfrm>
            <a:off x="1570038" y="2841625"/>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54" name="Text Box 26"/>
          <p:cNvSpPr txBox="1">
            <a:spLocks noChangeArrowheads="1"/>
          </p:cNvSpPr>
          <p:nvPr/>
        </p:nvSpPr>
        <p:spPr bwMode="auto">
          <a:xfrm>
            <a:off x="1566863" y="30749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55" name="Text Box 27"/>
          <p:cNvSpPr txBox="1">
            <a:spLocks noChangeArrowheads="1"/>
          </p:cNvSpPr>
          <p:nvPr/>
        </p:nvSpPr>
        <p:spPr bwMode="auto">
          <a:xfrm>
            <a:off x="6848475" y="30749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56" name="Line 28"/>
          <p:cNvSpPr>
            <a:spLocks noChangeShapeType="1"/>
          </p:cNvSpPr>
          <p:nvPr/>
        </p:nvSpPr>
        <p:spPr bwMode="auto">
          <a:xfrm flipH="1">
            <a:off x="2263775" y="3579813"/>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57" name="Rectangle 29"/>
          <p:cNvSpPr>
            <a:spLocks noChangeArrowheads="1"/>
          </p:cNvSpPr>
          <p:nvPr/>
        </p:nvSpPr>
        <p:spPr bwMode="auto">
          <a:xfrm>
            <a:off x="576263" y="3409950"/>
            <a:ext cx="992187" cy="3397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58" name="Rectangle 30"/>
          <p:cNvSpPr>
            <a:spLocks noChangeArrowheads="1"/>
          </p:cNvSpPr>
          <p:nvPr/>
        </p:nvSpPr>
        <p:spPr bwMode="auto">
          <a:xfrm>
            <a:off x="3257550" y="3452813"/>
            <a:ext cx="2681288" cy="2540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50559" name="Rectangle 31"/>
          <p:cNvSpPr>
            <a:spLocks noChangeArrowheads="1"/>
          </p:cNvSpPr>
          <p:nvPr/>
        </p:nvSpPr>
        <p:spPr bwMode="auto">
          <a:xfrm>
            <a:off x="7527925" y="3409950"/>
            <a:ext cx="993775" cy="3397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60" name="Rectangle 32"/>
          <p:cNvSpPr>
            <a:spLocks noChangeArrowheads="1"/>
          </p:cNvSpPr>
          <p:nvPr/>
        </p:nvSpPr>
        <p:spPr bwMode="auto">
          <a:xfrm>
            <a:off x="7032625" y="3452813"/>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61" name="Rectangle 33"/>
          <p:cNvSpPr>
            <a:spLocks noChangeArrowheads="1"/>
          </p:cNvSpPr>
          <p:nvPr/>
        </p:nvSpPr>
        <p:spPr bwMode="auto">
          <a:xfrm>
            <a:off x="1568450" y="3452813"/>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62" name="Text Box 34"/>
          <p:cNvSpPr txBox="1">
            <a:spLocks noChangeArrowheads="1"/>
          </p:cNvSpPr>
          <p:nvPr/>
        </p:nvSpPr>
        <p:spPr bwMode="auto">
          <a:xfrm>
            <a:off x="1566863" y="36845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63" name="Text Box 35"/>
          <p:cNvSpPr txBox="1">
            <a:spLocks noChangeArrowheads="1"/>
          </p:cNvSpPr>
          <p:nvPr/>
        </p:nvSpPr>
        <p:spPr bwMode="auto">
          <a:xfrm>
            <a:off x="6848475" y="36845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64" name="Line 36"/>
          <p:cNvSpPr>
            <a:spLocks noChangeShapeType="1"/>
          </p:cNvSpPr>
          <p:nvPr/>
        </p:nvSpPr>
        <p:spPr bwMode="auto">
          <a:xfrm>
            <a:off x="2265363" y="4187825"/>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65" name="Rectangle 37"/>
          <p:cNvSpPr>
            <a:spLocks noChangeArrowheads="1"/>
          </p:cNvSpPr>
          <p:nvPr/>
        </p:nvSpPr>
        <p:spPr bwMode="auto">
          <a:xfrm>
            <a:off x="576263" y="4017963"/>
            <a:ext cx="993775"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66" name="Rectangle 38"/>
          <p:cNvSpPr>
            <a:spLocks noChangeArrowheads="1"/>
          </p:cNvSpPr>
          <p:nvPr/>
        </p:nvSpPr>
        <p:spPr bwMode="auto">
          <a:xfrm>
            <a:off x="3257550" y="4060825"/>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DHCPREQUEST</a:t>
            </a:r>
          </a:p>
        </p:txBody>
      </p:sp>
      <p:sp>
        <p:nvSpPr>
          <p:cNvPr id="150567" name="Rectangle 39"/>
          <p:cNvSpPr>
            <a:spLocks noChangeArrowheads="1"/>
          </p:cNvSpPr>
          <p:nvPr/>
        </p:nvSpPr>
        <p:spPr bwMode="auto">
          <a:xfrm>
            <a:off x="7527925" y="4017963"/>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68" name="Rectangle 40"/>
          <p:cNvSpPr>
            <a:spLocks noChangeArrowheads="1"/>
          </p:cNvSpPr>
          <p:nvPr/>
        </p:nvSpPr>
        <p:spPr bwMode="auto">
          <a:xfrm>
            <a:off x="7032625" y="4060825"/>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69" name="Rectangle 41"/>
          <p:cNvSpPr>
            <a:spLocks noChangeArrowheads="1"/>
          </p:cNvSpPr>
          <p:nvPr/>
        </p:nvSpPr>
        <p:spPr bwMode="auto">
          <a:xfrm>
            <a:off x="1570038" y="4060825"/>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70" name="Text Box 42"/>
          <p:cNvSpPr txBox="1">
            <a:spLocks noChangeArrowheads="1"/>
          </p:cNvSpPr>
          <p:nvPr/>
        </p:nvSpPr>
        <p:spPr bwMode="auto">
          <a:xfrm>
            <a:off x="1566863" y="4292600"/>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71" name="Text Box 43"/>
          <p:cNvSpPr txBox="1">
            <a:spLocks noChangeArrowheads="1"/>
          </p:cNvSpPr>
          <p:nvPr/>
        </p:nvSpPr>
        <p:spPr bwMode="auto">
          <a:xfrm>
            <a:off x="6848475" y="4292600"/>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72" name="Line 44"/>
          <p:cNvSpPr>
            <a:spLocks noChangeShapeType="1"/>
          </p:cNvSpPr>
          <p:nvPr/>
        </p:nvSpPr>
        <p:spPr bwMode="auto">
          <a:xfrm flipH="1">
            <a:off x="2263775" y="4800600"/>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73" name="Rectangle 45"/>
          <p:cNvSpPr>
            <a:spLocks noChangeArrowheads="1"/>
          </p:cNvSpPr>
          <p:nvPr/>
        </p:nvSpPr>
        <p:spPr bwMode="auto">
          <a:xfrm>
            <a:off x="576263" y="4629150"/>
            <a:ext cx="992187"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74" name="Rectangle 46"/>
          <p:cNvSpPr>
            <a:spLocks noChangeArrowheads="1"/>
          </p:cNvSpPr>
          <p:nvPr/>
        </p:nvSpPr>
        <p:spPr bwMode="auto">
          <a:xfrm>
            <a:off x="3257550" y="4672013"/>
            <a:ext cx="2681288" cy="25558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DHCPNACK</a:t>
            </a:r>
          </a:p>
        </p:txBody>
      </p:sp>
      <p:sp>
        <p:nvSpPr>
          <p:cNvPr id="150575" name="Rectangle 47"/>
          <p:cNvSpPr>
            <a:spLocks noChangeArrowheads="1"/>
          </p:cNvSpPr>
          <p:nvPr/>
        </p:nvSpPr>
        <p:spPr bwMode="auto">
          <a:xfrm>
            <a:off x="7527925" y="4629150"/>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76" name="Rectangle 48"/>
          <p:cNvSpPr>
            <a:spLocks noChangeArrowheads="1"/>
          </p:cNvSpPr>
          <p:nvPr/>
        </p:nvSpPr>
        <p:spPr bwMode="auto">
          <a:xfrm>
            <a:off x="7032625" y="4672013"/>
            <a:ext cx="495300" cy="255587"/>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77" name="Rectangle 49"/>
          <p:cNvSpPr>
            <a:spLocks noChangeArrowheads="1"/>
          </p:cNvSpPr>
          <p:nvPr/>
        </p:nvSpPr>
        <p:spPr bwMode="auto">
          <a:xfrm>
            <a:off x="1568450" y="4672013"/>
            <a:ext cx="695325" cy="255587"/>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78" name="Text Box 50"/>
          <p:cNvSpPr txBox="1">
            <a:spLocks noChangeArrowheads="1"/>
          </p:cNvSpPr>
          <p:nvPr/>
        </p:nvSpPr>
        <p:spPr bwMode="auto">
          <a:xfrm>
            <a:off x="1566863" y="4903788"/>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79" name="Text Box 51"/>
          <p:cNvSpPr txBox="1">
            <a:spLocks noChangeArrowheads="1"/>
          </p:cNvSpPr>
          <p:nvPr/>
        </p:nvSpPr>
        <p:spPr bwMode="auto">
          <a:xfrm>
            <a:off x="6848475" y="4903788"/>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80" name="Line 52"/>
          <p:cNvSpPr>
            <a:spLocks noChangeShapeType="1"/>
          </p:cNvSpPr>
          <p:nvPr/>
        </p:nvSpPr>
        <p:spPr bwMode="auto">
          <a:xfrm flipH="1">
            <a:off x="2263775" y="5411788"/>
            <a:ext cx="4768850"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81" name="Rectangle 53"/>
          <p:cNvSpPr>
            <a:spLocks noChangeArrowheads="1"/>
          </p:cNvSpPr>
          <p:nvPr/>
        </p:nvSpPr>
        <p:spPr bwMode="auto">
          <a:xfrm>
            <a:off x="576263" y="5240338"/>
            <a:ext cx="992187" cy="3381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82" name="Rectangle 54"/>
          <p:cNvSpPr>
            <a:spLocks noChangeArrowheads="1"/>
          </p:cNvSpPr>
          <p:nvPr/>
        </p:nvSpPr>
        <p:spPr bwMode="auto">
          <a:xfrm>
            <a:off x="3257550" y="5283200"/>
            <a:ext cx="2681288" cy="2555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DHCPACK</a:t>
            </a:r>
          </a:p>
        </p:txBody>
      </p:sp>
      <p:sp>
        <p:nvSpPr>
          <p:cNvPr id="150583" name="Rectangle 55"/>
          <p:cNvSpPr>
            <a:spLocks noChangeArrowheads="1"/>
          </p:cNvSpPr>
          <p:nvPr/>
        </p:nvSpPr>
        <p:spPr bwMode="auto">
          <a:xfrm>
            <a:off x="7527925" y="5240338"/>
            <a:ext cx="993775" cy="3381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84" name="Rectangle 56"/>
          <p:cNvSpPr>
            <a:spLocks noChangeArrowheads="1"/>
          </p:cNvSpPr>
          <p:nvPr/>
        </p:nvSpPr>
        <p:spPr bwMode="auto">
          <a:xfrm>
            <a:off x="7032625" y="5283200"/>
            <a:ext cx="495300" cy="255588"/>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85" name="Rectangle 57"/>
          <p:cNvSpPr>
            <a:spLocks noChangeArrowheads="1"/>
          </p:cNvSpPr>
          <p:nvPr/>
        </p:nvSpPr>
        <p:spPr bwMode="auto">
          <a:xfrm>
            <a:off x="1568450" y="5283200"/>
            <a:ext cx="695325" cy="255588"/>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86" name="Text Box 58"/>
          <p:cNvSpPr txBox="1">
            <a:spLocks noChangeArrowheads="1"/>
          </p:cNvSpPr>
          <p:nvPr/>
        </p:nvSpPr>
        <p:spPr bwMode="auto">
          <a:xfrm>
            <a:off x="1566863" y="5514975"/>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87" name="Text Box 59"/>
          <p:cNvSpPr txBox="1">
            <a:spLocks noChangeArrowheads="1"/>
          </p:cNvSpPr>
          <p:nvPr/>
        </p:nvSpPr>
        <p:spPr bwMode="auto">
          <a:xfrm>
            <a:off x="6848475" y="55149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88" name="Line 60"/>
          <p:cNvSpPr>
            <a:spLocks noChangeShapeType="1"/>
          </p:cNvSpPr>
          <p:nvPr/>
        </p:nvSpPr>
        <p:spPr bwMode="auto">
          <a:xfrm>
            <a:off x="2265363" y="6256338"/>
            <a:ext cx="4767262" cy="0"/>
          </a:xfrm>
          <a:prstGeom prst="line">
            <a:avLst/>
          </a:prstGeom>
          <a:noFill/>
          <a:ln w="571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89" name="Rectangle 61"/>
          <p:cNvSpPr>
            <a:spLocks noChangeArrowheads="1"/>
          </p:cNvSpPr>
          <p:nvPr/>
        </p:nvSpPr>
        <p:spPr bwMode="auto">
          <a:xfrm>
            <a:off x="576263" y="6086475"/>
            <a:ext cx="993775" cy="3381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客户</a:t>
            </a:r>
          </a:p>
        </p:txBody>
      </p:sp>
      <p:sp>
        <p:nvSpPr>
          <p:cNvPr id="150590" name="Rectangle 62"/>
          <p:cNvSpPr>
            <a:spLocks noChangeArrowheads="1"/>
          </p:cNvSpPr>
          <p:nvPr/>
        </p:nvSpPr>
        <p:spPr bwMode="auto">
          <a:xfrm>
            <a:off x="3257550" y="6129338"/>
            <a:ext cx="2681288" cy="25400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DHCPRELEASE</a:t>
            </a:r>
          </a:p>
        </p:txBody>
      </p:sp>
      <p:sp>
        <p:nvSpPr>
          <p:cNvPr id="150591" name="Rectangle 63"/>
          <p:cNvSpPr>
            <a:spLocks noChangeArrowheads="1"/>
          </p:cNvSpPr>
          <p:nvPr/>
        </p:nvSpPr>
        <p:spPr bwMode="auto">
          <a:xfrm>
            <a:off x="7527925" y="608647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92" name="Rectangle 64"/>
          <p:cNvSpPr>
            <a:spLocks noChangeArrowheads="1"/>
          </p:cNvSpPr>
          <p:nvPr/>
        </p:nvSpPr>
        <p:spPr bwMode="auto">
          <a:xfrm>
            <a:off x="7032625" y="6129338"/>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93" name="Rectangle 65"/>
          <p:cNvSpPr>
            <a:spLocks noChangeArrowheads="1"/>
          </p:cNvSpPr>
          <p:nvPr/>
        </p:nvSpPr>
        <p:spPr bwMode="auto">
          <a:xfrm>
            <a:off x="1570038" y="6129338"/>
            <a:ext cx="695325" cy="254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68</a:t>
            </a:r>
          </a:p>
        </p:txBody>
      </p:sp>
      <p:sp>
        <p:nvSpPr>
          <p:cNvPr id="150594" name="Text Box 66"/>
          <p:cNvSpPr txBox="1">
            <a:spLocks noChangeArrowheads="1"/>
          </p:cNvSpPr>
          <p:nvPr/>
        </p:nvSpPr>
        <p:spPr bwMode="auto">
          <a:xfrm>
            <a:off x="1566863" y="6361113"/>
            <a:ext cx="72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95" name="Text Box 67"/>
          <p:cNvSpPr txBox="1">
            <a:spLocks noChangeArrowheads="1"/>
          </p:cNvSpPr>
          <p:nvPr/>
        </p:nvSpPr>
        <p:spPr bwMode="auto">
          <a:xfrm>
            <a:off x="6848475" y="6361113"/>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96" name="Rectangle 68"/>
          <p:cNvSpPr>
            <a:spLocks noChangeArrowheads="1"/>
          </p:cNvSpPr>
          <p:nvPr/>
        </p:nvSpPr>
        <p:spPr bwMode="auto">
          <a:xfrm>
            <a:off x="7527925" y="936625"/>
            <a:ext cx="993775" cy="3381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33399"/>
                </a:solidFill>
                <a:latin typeface="Arial" pitchFamily="34" charset="0"/>
                <a:ea typeface="黑体" pitchFamily="49" charset="-122"/>
              </a:rPr>
              <a:t>服务器</a:t>
            </a:r>
          </a:p>
        </p:txBody>
      </p:sp>
      <p:sp>
        <p:nvSpPr>
          <p:cNvPr id="150597" name="Rectangle 69"/>
          <p:cNvSpPr>
            <a:spLocks noChangeArrowheads="1"/>
          </p:cNvSpPr>
          <p:nvPr/>
        </p:nvSpPr>
        <p:spPr bwMode="auto">
          <a:xfrm>
            <a:off x="7032625" y="977900"/>
            <a:ext cx="495300" cy="254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67</a:t>
            </a:r>
          </a:p>
        </p:txBody>
      </p:sp>
      <p:sp>
        <p:nvSpPr>
          <p:cNvPr id="150598" name="Text Box 70"/>
          <p:cNvSpPr txBox="1">
            <a:spLocks noChangeArrowheads="1"/>
          </p:cNvSpPr>
          <p:nvPr/>
        </p:nvSpPr>
        <p:spPr bwMode="auto">
          <a:xfrm>
            <a:off x="6848475" y="1209675"/>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p>
        </p:txBody>
      </p:sp>
      <p:sp>
        <p:nvSpPr>
          <p:cNvPr id="150599" name="Text Box 71"/>
          <p:cNvSpPr txBox="1">
            <a:spLocks noChangeArrowheads="1"/>
          </p:cNvSpPr>
          <p:nvPr/>
        </p:nvSpPr>
        <p:spPr bwMode="auto">
          <a:xfrm>
            <a:off x="5740400" y="6921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被动打开</a:t>
            </a:r>
          </a:p>
        </p:txBody>
      </p:sp>
      <p:sp>
        <p:nvSpPr>
          <p:cNvPr id="150600" name="Text Box 72"/>
          <p:cNvSpPr txBox="1">
            <a:spLocks noChangeArrowheads="1"/>
          </p:cNvSpPr>
          <p:nvPr/>
        </p:nvSpPr>
        <p:spPr bwMode="auto">
          <a:xfrm>
            <a:off x="8526463" y="82073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1" name="Text Box 73"/>
          <p:cNvSpPr txBox="1">
            <a:spLocks noChangeArrowheads="1"/>
          </p:cNvSpPr>
          <p:nvPr/>
        </p:nvSpPr>
        <p:spPr bwMode="auto">
          <a:xfrm>
            <a:off x="79375" y="14351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2" name="Text Box 74"/>
          <p:cNvSpPr txBox="1">
            <a:spLocks noChangeArrowheads="1"/>
          </p:cNvSpPr>
          <p:nvPr/>
        </p:nvSpPr>
        <p:spPr bwMode="auto">
          <a:xfrm>
            <a:off x="8526463" y="20574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3" name="Text Box 75"/>
          <p:cNvSpPr txBox="1">
            <a:spLocks noChangeArrowheads="1"/>
          </p:cNvSpPr>
          <p:nvPr/>
        </p:nvSpPr>
        <p:spPr bwMode="auto">
          <a:xfrm>
            <a:off x="79375" y="26543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4" name="Text Box 76"/>
          <p:cNvSpPr txBox="1">
            <a:spLocks noChangeArrowheads="1"/>
          </p:cNvSpPr>
          <p:nvPr/>
        </p:nvSpPr>
        <p:spPr bwMode="auto">
          <a:xfrm>
            <a:off x="8521700" y="3278188"/>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5" name="Text Box 77"/>
          <p:cNvSpPr txBox="1">
            <a:spLocks noChangeArrowheads="1"/>
          </p:cNvSpPr>
          <p:nvPr/>
        </p:nvSpPr>
        <p:spPr bwMode="auto">
          <a:xfrm>
            <a:off x="79375" y="39020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6" name="Text Box 78"/>
          <p:cNvSpPr txBox="1">
            <a:spLocks noChangeArrowheads="1"/>
          </p:cNvSpPr>
          <p:nvPr/>
        </p:nvSpPr>
        <p:spPr bwMode="auto">
          <a:xfrm>
            <a:off x="8521700" y="4486275"/>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7" name="Text Box 79"/>
          <p:cNvSpPr txBox="1">
            <a:spLocks noChangeArrowheads="1"/>
          </p:cNvSpPr>
          <p:nvPr/>
        </p:nvSpPr>
        <p:spPr bwMode="auto">
          <a:xfrm>
            <a:off x="8521700" y="5110163"/>
            <a:ext cx="50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08" name="Text Box 80"/>
          <p:cNvSpPr txBox="1">
            <a:spLocks noChangeArrowheads="1"/>
          </p:cNvSpPr>
          <p:nvPr/>
        </p:nvSpPr>
        <p:spPr bwMode="auto">
          <a:xfrm rot="-5400000">
            <a:off x="4025900" y="54832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a:t>
            </a:r>
          </a:p>
        </p:txBody>
      </p:sp>
      <p:sp>
        <p:nvSpPr>
          <p:cNvPr id="150609" name="Text Box 81"/>
          <p:cNvSpPr txBox="1">
            <a:spLocks noChangeArrowheads="1"/>
          </p:cNvSpPr>
          <p:nvPr/>
        </p:nvSpPr>
        <p:spPr bwMode="auto">
          <a:xfrm>
            <a:off x="79375" y="5892800"/>
            <a:ext cx="50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800">
                <a:solidFill>
                  <a:srgbClr val="333399"/>
                </a:solidFill>
                <a:latin typeface="Arial" pitchFamily="34" charset="0"/>
                <a:ea typeface="黑体" pitchFamily="49" charset="-122"/>
                <a:sym typeface="Wingdings" pitchFamily="2" charset="2"/>
              </a:rPr>
              <a:t></a:t>
            </a:r>
          </a:p>
        </p:txBody>
      </p:sp>
      <p:sp>
        <p:nvSpPr>
          <p:cNvPr id="150610" name="Rectangle 82"/>
          <p:cNvSpPr>
            <a:spLocks noChangeArrowheads="1"/>
          </p:cNvSpPr>
          <p:nvPr/>
        </p:nvSpPr>
        <p:spPr bwMode="auto">
          <a:xfrm>
            <a:off x="0" y="765175"/>
            <a:ext cx="9144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p>
        </p:txBody>
      </p:sp>
      <p:sp>
        <p:nvSpPr>
          <p:cNvPr id="150611" name="Text Box 84"/>
          <p:cNvSpPr txBox="1">
            <a:spLocks noChangeArrowheads="1"/>
          </p:cNvSpPr>
          <p:nvPr/>
        </p:nvSpPr>
        <p:spPr bwMode="auto">
          <a:xfrm>
            <a:off x="539750" y="1258888"/>
            <a:ext cx="8064500" cy="15049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just" eaLnBrk="1" hangingPunct="1"/>
            <a:r>
              <a:rPr lang="en-US" altLang="zh-CN">
                <a:solidFill>
                  <a:srgbClr val="333399"/>
                </a:solidFill>
                <a:latin typeface="Arial" pitchFamily="34" charset="0"/>
                <a:ea typeface="黑体" pitchFamily="49" charset="-122"/>
                <a:sym typeface="Wingdings" pitchFamily="2" charset="2"/>
              </a:rPr>
              <a:t></a:t>
            </a:r>
            <a:r>
              <a:rPr lang="zh-CN" altLang="en-US" sz="2800">
                <a:solidFill>
                  <a:srgbClr val="333399"/>
                </a:solidFill>
                <a:latin typeface="Arial" pitchFamily="34" charset="0"/>
                <a:ea typeface="黑体" pitchFamily="49" charset="-122"/>
              </a:rPr>
              <a:t>：</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客户可随时提前终止服务器所提供的</a:t>
            </a:r>
          </a:p>
          <a:p>
            <a:pPr algn="just" eaLnBrk="1" hangingPunct="1"/>
            <a:r>
              <a:rPr lang="zh-CN" altLang="en-US" sz="2800">
                <a:solidFill>
                  <a:srgbClr val="333399"/>
                </a:solidFill>
                <a:latin typeface="Arial" pitchFamily="34" charset="0"/>
                <a:ea typeface="黑体" pitchFamily="49" charset="-122"/>
              </a:rPr>
              <a:t>        租用期，这时只需向 </a:t>
            </a:r>
            <a:r>
              <a:rPr lang="en-US" altLang="zh-CN" sz="2800">
                <a:solidFill>
                  <a:srgbClr val="333399"/>
                </a:solidFill>
                <a:latin typeface="Arial" pitchFamily="34" charset="0"/>
                <a:ea typeface="黑体" pitchFamily="49" charset="-122"/>
              </a:rPr>
              <a:t>DHCP </a:t>
            </a:r>
            <a:r>
              <a:rPr lang="zh-CN" altLang="en-US" sz="2800">
                <a:solidFill>
                  <a:srgbClr val="333399"/>
                </a:solidFill>
                <a:latin typeface="Arial" pitchFamily="34" charset="0"/>
                <a:ea typeface="黑体" pitchFamily="49" charset="-122"/>
              </a:rPr>
              <a:t>服务器发送释</a:t>
            </a:r>
          </a:p>
          <a:p>
            <a:pPr algn="just" eaLnBrk="1" hangingPunct="1"/>
            <a:r>
              <a:rPr lang="zh-CN" altLang="en-US" sz="2800">
                <a:solidFill>
                  <a:srgbClr val="333399"/>
                </a:solidFill>
                <a:latin typeface="Arial" pitchFamily="34" charset="0"/>
                <a:ea typeface="黑体" pitchFamily="49" charset="-122"/>
              </a:rPr>
              <a:t>        放报文 </a:t>
            </a:r>
            <a:r>
              <a:rPr lang="en-US" altLang="zh-CN" sz="2800">
                <a:solidFill>
                  <a:srgbClr val="333399"/>
                </a:solidFill>
                <a:latin typeface="Arial" pitchFamily="34" charset="0"/>
                <a:ea typeface="黑体" pitchFamily="49" charset="-122"/>
              </a:rPr>
              <a:t>DHCPRELEASE </a:t>
            </a:r>
            <a:r>
              <a:rPr lang="zh-CN" altLang="en-US" sz="2800">
                <a:solidFill>
                  <a:srgbClr val="333399"/>
                </a:solidFill>
                <a:latin typeface="Arial" pitchFamily="34" charset="0"/>
                <a:ea typeface="黑体" pitchFamily="49" charset="-122"/>
              </a:rPr>
              <a:t>即可。</a:t>
            </a: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algn="ctr" eaLnBrk="1" hangingPunct="1"/>
            <a:r>
              <a:rPr lang="en-US" altLang="zh-CN" smtClean="0"/>
              <a:t>6.7  </a:t>
            </a:r>
            <a:r>
              <a:rPr lang="zh-CN" altLang="en-US" smtClean="0"/>
              <a:t>简单网络管理协议 </a:t>
            </a:r>
            <a:r>
              <a:rPr lang="en-US" altLang="zh-CN" smtClean="0"/>
              <a:t>SNMP</a:t>
            </a:r>
            <a:br>
              <a:rPr lang="en-US" altLang="zh-CN" smtClean="0"/>
            </a:br>
            <a:r>
              <a:rPr lang="en-US" altLang="zh-CN" sz="4000" smtClean="0"/>
              <a:t>6.7.1  </a:t>
            </a:r>
            <a:r>
              <a:rPr lang="zh-CN" altLang="en-US" sz="4000" smtClean="0"/>
              <a:t>网络管理的基本概念</a:t>
            </a:r>
          </a:p>
        </p:txBody>
      </p:sp>
      <p:sp>
        <p:nvSpPr>
          <p:cNvPr id="151555" name="Rectangle 3"/>
          <p:cNvSpPr>
            <a:spLocks noGrp="1" noChangeArrowheads="1"/>
          </p:cNvSpPr>
          <p:nvPr>
            <p:ph type="body" idx="1"/>
          </p:nvPr>
        </p:nvSpPr>
        <p:spPr>
          <a:xfrm>
            <a:off x="1042988" y="1906588"/>
            <a:ext cx="7772400" cy="4114800"/>
          </a:xfrm>
        </p:spPr>
        <p:txBody>
          <a:bodyPr/>
          <a:lstStyle/>
          <a:p>
            <a:pPr eaLnBrk="1" hangingPunct="1"/>
            <a:r>
              <a:rPr lang="zh-CN" altLang="en-US" smtClean="0">
                <a:solidFill>
                  <a:schemeClr val="hlink"/>
                </a:solidFill>
              </a:rPr>
              <a:t>网络管理</a:t>
            </a:r>
            <a:r>
              <a:rPr lang="zh-CN" altLang="en-US" smtClean="0"/>
              <a:t>包括对硬件、软件和人力的使用、综合与协调，以便对网络资源进行监视、测试、配置、分析、评价和控制，这样就能以合理的价格满足网络的一些需求，如实时运行性能，服务质量等。网络管理常简称为</a:t>
            </a:r>
            <a:r>
              <a:rPr lang="zh-CN" altLang="en-US" smtClean="0">
                <a:solidFill>
                  <a:schemeClr val="hlink"/>
                </a:solidFill>
              </a:rPr>
              <a:t>网管</a:t>
            </a:r>
            <a:r>
              <a:rPr lang="zh-CN" altLang="en-US" smtClean="0"/>
              <a:t>。</a:t>
            </a:r>
          </a:p>
          <a:p>
            <a:pPr eaLnBrk="1" hangingPunct="1"/>
            <a:r>
              <a:rPr lang="zh-CN" altLang="en-US" smtClean="0"/>
              <a:t>网络管理并不是指对网络进行行政上的管理。</a:t>
            </a: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4"/>
          <p:cNvSpPr>
            <a:spLocks noGrp="1" noChangeArrowheads="1"/>
          </p:cNvSpPr>
          <p:nvPr>
            <p:ph type="title"/>
          </p:nvPr>
        </p:nvSpPr>
        <p:spPr>
          <a:xfrm>
            <a:off x="827088" y="788988"/>
            <a:ext cx="7793037" cy="768350"/>
          </a:xfrm>
        </p:spPr>
        <p:txBody>
          <a:bodyPr/>
          <a:lstStyle/>
          <a:p>
            <a:pPr algn="ctr" eaLnBrk="1" hangingPunct="1"/>
            <a:r>
              <a:rPr lang="zh-CN" altLang="en-US" smtClean="0"/>
              <a:t>网络管理的一般模型 </a:t>
            </a:r>
          </a:p>
        </p:txBody>
      </p:sp>
      <p:grpSp>
        <p:nvGrpSpPr>
          <p:cNvPr id="152579" name="Group 5"/>
          <p:cNvGrpSpPr>
            <a:grpSpLocks/>
          </p:cNvGrpSpPr>
          <p:nvPr/>
        </p:nvGrpSpPr>
        <p:grpSpPr bwMode="auto">
          <a:xfrm>
            <a:off x="5489575" y="4014788"/>
            <a:ext cx="1576388" cy="2006600"/>
            <a:chOff x="3072" y="2208"/>
            <a:chExt cx="1056" cy="1056"/>
          </a:xfrm>
        </p:grpSpPr>
        <p:grpSp>
          <p:nvGrpSpPr>
            <p:cNvPr id="152620" name="Group 6"/>
            <p:cNvGrpSpPr>
              <a:grpSpLocks/>
            </p:cNvGrpSpPr>
            <p:nvPr/>
          </p:nvGrpSpPr>
          <p:grpSpPr bwMode="auto">
            <a:xfrm flipH="1">
              <a:off x="3072" y="2543"/>
              <a:ext cx="888" cy="721"/>
              <a:chOff x="2565" y="2202"/>
              <a:chExt cx="355" cy="297"/>
            </a:xfrm>
          </p:grpSpPr>
          <p:sp>
            <p:nvSpPr>
              <p:cNvPr id="152760" name="Freeform 7"/>
              <p:cNvSpPr>
                <a:spLocks/>
              </p:cNvSpPr>
              <p:nvPr/>
            </p:nvSpPr>
            <p:spPr bwMode="auto">
              <a:xfrm>
                <a:off x="2646" y="2242"/>
                <a:ext cx="125" cy="189"/>
              </a:xfrm>
              <a:custGeom>
                <a:avLst/>
                <a:gdLst>
                  <a:gd name="T0" fmla="*/ 12 w 876"/>
                  <a:gd name="T1" fmla="*/ 0 h 1326"/>
                  <a:gd name="T2" fmla="*/ 18 w 876"/>
                  <a:gd name="T3" fmla="*/ 25 h 1326"/>
                  <a:gd name="T4" fmla="*/ 0 w 876"/>
                  <a:gd name="T5" fmla="*/ 27 h 1326"/>
                  <a:gd name="T6" fmla="*/ 5 w 876"/>
                  <a:gd name="T7" fmla="*/ 0 h 13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6" h="1326">
                    <a:moveTo>
                      <a:pt x="582" y="23"/>
                    </a:moveTo>
                    <a:lnTo>
                      <a:pt x="876" y="1209"/>
                    </a:lnTo>
                    <a:lnTo>
                      <a:pt x="0" y="1326"/>
                    </a:lnTo>
                    <a:lnTo>
                      <a:pt x="22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52761" name="Group 8"/>
              <p:cNvGrpSpPr>
                <a:grpSpLocks/>
              </p:cNvGrpSpPr>
              <p:nvPr/>
            </p:nvGrpSpPr>
            <p:grpSpPr bwMode="auto">
              <a:xfrm>
                <a:off x="2565" y="2202"/>
                <a:ext cx="351" cy="78"/>
                <a:chOff x="2565" y="2202"/>
                <a:chExt cx="351" cy="78"/>
              </a:xfrm>
            </p:grpSpPr>
            <p:sp>
              <p:nvSpPr>
                <p:cNvPr id="152763" name="Freeform 9"/>
                <p:cNvSpPr>
                  <a:spLocks/>
                </p:cNvSpPr>
                <p:nvPr/>
              </p:nvSpPr>
              <p:spPr bwMode="auto">
                <a:xfrm>
                  <a:off x="2565" y="2202"/>
                  <a:ext cx="351" cy="66"/>
                </a:xfrm>
                <a:custGeom>
                  <a:avLst/>
                  <a:gdLst>
                    <a:gd name="T0" fmla="*/ 50 w 2454"/>
                    <a:gd name="T1" fmla="*/ 5 h 468"/>
                    <a:gd name="T2" fmla="*/ 19 w 2454"/>
                    <a:gd name="T3" fmla="*/ 9 h 468"/>
                    <a:gd name="T4" fmla="*/ 0 w 2454"/>
                    <a:gd name="T5" fmla="*/ 2 h 468"/>
                    <a:gd name="T6" fmla="*/ 24 w 2454"/>
                    <a:gd name="T7" fmla="*/ 0 h 468"/>
                    <a:gd name="T8" fmla="*/ 50 w 2454"/>
                    <a:gd name="T9" fmla="*/ 5 h 4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152764" name="Freeform 10"/>
                <p:cNvSpPr>
                  <a:spLocks/>
                </p:cNvSpPr>
                <p:nvPr/>
              </p:nvSpPr>
              <p:spPr bwMode="auto">
                <a:xfrm>
                  <a:off x="2694" y="2236"/>
                  <a:ext cx="221" cy="44"/>
                </a:xfrm>
                <a:custGeom>
                  <a:avLst/>
                  <a:gdLst>
                    <a:gd name="T0" fmla="*/ 32 w 1542"/>
                    <a:gd name="T1" fmla="*/ 0 h 303"/>
                    <a:gd name="T2" fmla="*/ 0 w 1542"/>
                    <a:gd name="T3" fmla="*/ 5 h 303"/>
                    <a:gd name="T4" fmla="*/ 0 w 1542"/>
                    <a:gd name="T5" fmla="*/ 6 h 303"/>
                    <a:gd name="T6" fmla="*/ 32 w 1542"/>
                    <a:gd name="T7" fmla="*/ 2 h 303"/>
                    <a:gd name="T8" fmla="*/ 32 w 1542"/>
                    <a:gd name="T9" fmla="*/ 0 h 3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prstDash val="solid"/>
                  <a:round/>
                  <a:headEnd/>
                  <a:tailEnd/>
                </a:ln>
              </p:spPr>
              <p:txBody>
                <a:bodyPr/>
                <a:lstStyle/>
                <a:p>
                  <a:endParaRPr lang="zh-CN" altLang="en-US"/>
                </a:p>
              </p:txBody>
            </p:sp>
            <p:sp>
              <p:nvSpPr>
                <p:cNvPr id="152765" name="Freeform 11"/>
                <p:cNvSpPr>
                  <a:spLocks/>
                </p:cNvSpPr>
                <p:nvPr/>
              </p:nvSpPr>
              <p:spPr bwMode="auto">
                <a:xfrm>
                  <a:off x="2565" y="2218"/>
                  <a:ext cx="129" cy="62"/>
                </a:xfrm>
                <a:custGeom>
                  <a:avLst/>
                  <a:gdLst>
                    <a:gd name="T0" fmla="*/ 18 w 906"/>
                    <a:gd name="T1" fmla="*/ 9 h 428"/>
                    <a:gd name="T2" fmla="*/ 18 w 906"/>
                    <a:gd name="T3" fmla="*/ 7 h 428"/>
                    <a:gd name="T4" fmla="*/ 0 w 906"/>
                    <a:gd name="T5" fmla="*/ 0 h 428"/>
                    <a:gd name="T6" fmla="*/ 0 w 906"/>
                    <a:gd name="T7" fmla="*/ 1 h 428"/>
                    <a:gd name="T8" fmla="*/ 18 w 906"/>
                    <a:gd name="T9" fmla="*/ 9 h 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6" h="428">
                      <a:moveTo>
                        <a:pt x="906" y="428"/>
                      </a:moveTo>
                      <a:lnTo>
                        <a:pt x="906" y="350"/>
                      </a:lnTo>
                      <a:lnTo>
                        <a:pt x="0" y="0"/>
                      </a:lnTo>
                      <a:lnTo>
                        <a:pt x="0" y="54"/>
                      </a:lnTo>
                      <a:lnTo>
                        <a:pt x="906" y="428"/>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152762" name="Freeform 12"/>
              <p:cNvSpPr>
                <a:spLocks/>
              </p:cNvSpPr>
              <p:nvPr/>
            </p:nvSpPr>
            <p:spPr bwMode="auto">
              <a:xfrm>
                <a:off x="2767" y="2256"/>
                <a:ext cx="153" cy="243"/>
              </a:xfrm>
              <a:custGeom>
                <a:avLst/>
                <a:gdLst>
                  <a:gd name="T0" fmla="*/ 12 w 1066"/>
                  <a:gd name="T1" fmla="*/ 0 h 1700"/>
                  <a:gd name="T2" fmla="*/ 22 w 1066"/>
                  <a:gd name="T3" fmla="*/ 32 h 1700"/>
                  <a:gd name="T4" fmla="*/ 0 w 1066"/>
                  <a:gd name="T5" fmla="*/ 35 h 1700"/>
                  <a:gd name="T6" fmla="*/ 3 w 1066"/>
                  <a:gd name="T7" fmla="*/ 1 h 17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6" h="1700">
                    <a:moveTo>
                      <a:pt x="589" y="0"/>
                    </a:moveTo>
                    <a:lnTo>
                      <a:pt x="1066" y="1569"/>
                    </a:lnTo>
                    <a:lnTo>
                      <a:pt x="0" y="1700"/>
                    </a:lnTo>
                    <a:lnTo>
                      <a:pt x="170" y="32"/>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52621" name="Group 13"/>
            <p:cNvGrpSpPr>
              <a:grpSpLocks/>
            </p:cNvGrpSpPr>
            <p:nvPr/>
          </p:nvGrpSpPr>
          <p:grpSpPr bwMode="auto">
            <a:xfrm flipH="1">
              <a:off x="3225" y="2269"/>
              <a:ext cx="610" cy="417"/>
              <a:chOff x="2615" y="2089"/>
              <a:chExt cx="244" cy="172"/>
            </a:xfrm>
          </p:grpSpPr>
          <p:grpSp>
            <p:nvGrpSpPr>
              <p:cNvPr id="152709" name="Group 14"/>
              <p:cNvGrpSpPr>
                <a:grpSpLocks/>
              </p:cNvGrpSpPr>
              <p:nvPr/>
            </p:nvGrpSpPr>
            <p:grpSpPr bwMode="auto">
              <a:xfrm>
                <a:off x="2671" y="2089"/>
                <a:ext cx="188" cy="156"/>
                <a:chOff x="2671" y="2089"/>
                <a:chExt cx="188" cy="156"/>
              </a:xfrm>
            </p:grpSpPr>
            <p:grpSp>
              <p:nvGrpSpPr>
                <p:cNvPr id="152742" name="Group 15"/>
                <p:cNvGrpSpPr>
                  <a:grpSpLocks/>
                </p:cNvGrpSpPr>
                <p:nvPr/>
              </p:nvGrpSpPr>
              <p:grpSpPr bwMode="auto">
                <a:xfrm>
                  <a:off x="2671" y="2089"/>
                  <a:ext cx="188" cy="156"/>
                  <a:chOff x="2671" y="2089"/>
                  <a:chExt cx="188" cy="156"/>
                </a:xfrm>
              </p:grpSpPr>
              <p:grpSp>
                <p:nvGrpSpPr>
                  <p:cNvPr id="152751" name="Group 16"/>
                  <p:cNvGrpSpPr>
                    <a:grpSpLocks/>
                  </p:cNvGrpSpPr>
                  <p:nvPr/>
                </p:nvGrpSpPr>
                <p:grpSpPr bwMode="auto">
                  <a:xfrm>
                    <a:off x="2671" y="2177"/>
                    <a:ext cx="188" cy="68"/>
                    <a:chOff x="2671" y="2177"/>
                    <a:chExt cx="188" cy="68"/>
                  </a:xfrm>
                </p:grpSpPr>
                <p:sp>
                  <p:nvSpPr>
                    <p:cNvPr id="152757" name="Freeform 17"/>
                    <p:cNvSpPr>
                      <a:spLocks/>
                    </p:cNvSpPr>
                    <p:nvPr/>
                  </p:nvSpPr>
                  <p:spPr bwMode="auto">
                    <a:xfrm>
                      <a:off x="2671" y="2177"/>
                      <a:ext cx="108" cy="68"/>
                    </a:xfrm>
                    <a:custGeom>
                      <a:avLst/>
                      <a:gdLst>
                        <a:gd name="T0" fmla="*/ 15 w 758"/>
                        <a:gd name="T1" fmla="*/ 3 h 475"/>
                        <a:gd name="T2" fmla="*/ 15 w 758"/>
                        <a:gd name="T3" fmla="*/ 10 h 475"/>
                        <a:gd name="T4" fmla="*/ 0 w 758"/>
                        <a:gd name="T5" fmla="*/ 5 h 475"/>
                        <a:gd name="T6" fmla="*/ 0 w 758"/>
                        <a:gd name="T7" fmla="*/ 0 h 475"/>
                        <a:gd name="T8" fmla="*/ 15 w 758"/>
                        <a:gd name="T9" fmla="*/ 3 h 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8" h="475">
                          <a:moveTo>
                            <a:pt x="758" y="146"/>
                          </a:moveTo>
                          <a:lnTo>
                            <a:pt x="758" y="475"/>
                          </a:lnTo>
                          <a:lnTo>
                            <a:pt x="0" y="232"/>
                          </a:lnTo>
                          <a:lnTo>
                            <a:pt x="0" y="0"/>
                          </a:lnTo>
                          <a:lnTo>
                            <a:pt x="758" y="146"/>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52758" name="Freeform 18"/>
                    <p:cNvSpPr>
                      <a:spLocks/>
                    </p:cNvSpPr>
                    <p:nvPr/>
                  </p:nvSpPr>
                  <p:spPr bwMode="auto">
                    <a:xfrm>
                      <a:off x="2779" y="2193"/>
                      <a:ext cx="80" cy="52"/>
                    </a:xfrm>
                    <a:custGeom>
                      <a:avLst/>
                      <a:gdLst>
                        <a:gd name="T0" fmla="*/ 0 w 563"/>
                        <a:gd name="T1" fmla="*/ 1 h 362"/>
                        <a:gd name="T2" fmla="*/ 0 w 563"/>
                        <a:gd name="T3" fmla="*/ 7 h 362"/>
                        <a:gd name="T4" fmla="*/ 11 w 563"/>
                        <a:gd name="T5" fmla="*/ 6 h 362"/>
                        <a:gd name="T6" fmla="*/ 11 w 563"/>
                        <a:gd name="T7" fmla="*/ 0 h 362"/>
                        <a:gd name="T8" fmla="*/ 0 w 563"/>
                        <a:gd name="T9" fmla="*/ 1 h 3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3" h="362">
                          <a:moveTo>
                            <a:pt x="0" y="33"/>
                          </a:moveTo>
                          <a:lnTo>
                            <a:pt x="0" y="362"/>
                          </a:lnTo>
                          <a:lnTo>
                            <a:pt x="563" y="280"/>
                          </a:lnTo>
                          <a:lnTo>
                            <a:pt x="563" y="0"/>
                          </a:lnTo>
                          <a:lnTo>
                            <a:pt x="0" y="33"/>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52759" name="Freeform 19"/>
                    <p:cNvSpPr>
                      <a:spLocks/>
                    </p:cNvSpPr>
                    <p:nvPr/>
                  </p:nvSpPr>
                  <p:spPr bwMode="auto">
                    <a:xfrm>
                      <a:off x="2671" y="2177"/>
                      <a:ext cx="188" cy="21"/>
                    </a:xfrm>
                    <a:custGeom>
                      <a:avLst/>
                      <a:gdLst>
                        <a:gd name="T0" fmla="*/ 27 w 1321"/>
                        <a:gd name="T1" fmla="*/ 2 h 146"/>
                        <a:gd name="T2" fmla="*/ 15 w 1321"/>
                        <a:gd name="T3" fmla="*/ 3 h 146"/>
                        <a:gd name="T4" fmla="*/ 0 w 1321"/>
                        <a:gd name="T5" fmla="*/ 0 h 146"/>
                        <a:gd name="T6" fmla="*/ 11 w 1321"/>
                        <a:gd name="T7" fmla="*/ 0 h 146"/>
                        <a:gd name="T8" fmla="*/ 27 w 1321"/>
                        <a:gd name="T9" fmla="*/ 2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152752" name="Freeform 20"/>
                  <p:cNvSpPr>
                    <a:spLocks/>
                  </p:cNvSpPr>
                  <p:nvPr/>
                </p:nvSpPr>
                <p:spPr bwMode="auto">
                  <a:xfrm>
                    <a:off x="2730" y="2171"/>
                    <a:ext cx="68" cy="20"/>
                  </a:xfrm>
                  <a:custGeom>
                    <a:avLst/>
                    <a:gdLst>
                      <a:gd name="T0" fmla="*/ 10 w 479"/>
                      <a:gd name="T1" fmla="*/ 2 h 136"/>
                      <a:gd name="T2" fmla="*/ 10 w 479"/>
                      <a:gd name="T3" fmla="*/ 3 h 136"/>
                      <a:gd name="T4" fmla="*/ 5 w 479"/>
                      <a:gd name="T5" fmla="*/ 3 h 136"/>
                      <a:gd name="T6" fmla="*/ 0 w 479"/>
                      <a:gd name="T7" fmla="*/ 2 h 136"/>
                      <a:gd name="T8" fmla="*/ 0 w 479"/>
                      <a:gd name="T9" fmla="*/ 0 h 136"/>
                      <a:gd name="T10" fmla="*/ 10 w 479"/>
                      <a:gd name="T11" fmla="*/ 2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152753" name="Group 21"/>
                  <p:cNvGrpSpPr>
                    <a:grpSpLocks/>
                  </p:cNvGrpSpPr>
                  <p:nvPr/>
                </p:nvGrpSpPr>
                <p:grpSpPr bwMode="auto">
                  <a:xfrm>
                    <a:off x="2692" y="2089"/>
                    <a:ext cx="153" cy="97"/>
                    <a:chOff x="2692" y="2089"/>
                    <a:chExt cx="153" cy="97"/>
                  </a:xfrm>
                </p:grpSpPr>
                <p:sp>
                  <p:nvSpPr>
                    <p:cNvPr id="152754" name="Freeform 22"/>
                    <p:cNvSpPr>
                      <a:spLocks/>
                    </p:cNvSpPr>
                    <p:nvPr/>
                  </p:nvSpPr>
                  <p:spPr bwMode="auto">
                    <a:xfrm>
                      <a:off x="2692" y="2089"/>
                      <a:ext cx="88" cy="95"/>
                    </a:xfrm>
                    <a:custGeom>
                      <a:avLst/>
                      <a:gdLst>
                        <a:gd name="T0" fmla="*/ 11 w 612"/>
                        <a:gd name="T1" fmla="*/ 14 h 664"/>
                        <a:gd name="T2" fmla="*/ 13 w 612"/>
                        <a:gd name="T3" fmla="*/ 0 h 664"/>
                        <a:gd name="T4" fmla="*/ 2 w 612"/>
                        <a:gd name="T5" fmla="*/ 0 h 664"/>
                        <a:gd name="T6" fmla="*/ 0 w 612"/>
                        <a:gd name="T7" fmla="*/ 12 h 664"/>
                        <a:gd name="T8" fmla="*/ 11 w 612"/>
                        <a:gd name="T9" fmla="*/ 14 h 6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664">
                          <a:moveTo>
                            <a:pt x="525" y="664"/>
                          </a:moveTo>
                          <a:lnTo>
                            <a:pt x="612" y="22"/>
                          </a:lnTo>
                          <a:lnTo>
                            <a:pt x="85" y="0"/>
                          </a:lnTo>
                          <a:lnTo>
                            <a:pt x="0" y="572"/>
                          </a:lnTo>
                          <a:lnTo>
                            <a:pt x="525" y="664"/>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52755" name="Freeform 23"/>
                    <p:cNvSpPr>
                      <a:spLocks/>
                    </p:cNvSpPr>
                    <p:nvPr/>
                  </p:nvSpPr>
                  <p:spPr bwMode="auto">
                    <a:xfrm>
                      <a:off x="2767" y="2092"/>
                      <a:ext cx="78" cy="94"/>
                    </a:xfrm>
                    <a:custGeom>
                      <a:avLst/>
                      <a:gdLst>
                        <a:gd name="T0" fmla="*/ 2 w 543"/>
                        <a:gd name="T1" fmla="*/ 0 h 660"/>
                        <a:gd name="T2" fmla="*/ 11 w 543"/>
                        <a:gd name="T3" fmla="*/ 3 h 660"/>
                        <a:gd name="T4" fmla="*/ 10 w 543"/>
                        <a:gd name="T5" fmla="*/ 13 h 660"/>
                        <a:gd name="T6" fmla="*/ 0 w 543"/>
                        <a:gd name="T7" fmla="*/ 13 h 660"/>
                        <a:gd name="T8" fmla="*/ 2 w 543"/>
                        <a:gd name="T9" fmla="*/ 0 h 6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 h="660">
                          <a:moveTo>
                            <a:pt x="87" y="0"/>
                          </a:moveTo>
                          <a:lnTo>
                            <a:pt x="543" y="146"/>
                          </a:lnTo>
                          <a:lnTo>
                            <a:pt x="479" y="660"/>
                          </a:lnTo>
                          <a:lnTo>
                            <a:pt x="0" y="643"/>
                          </a:lnTo>
                          <a:lnTo>
                            <a:pt x="87"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52756" name="Freeform 24"/>
                    <p:cNvSpPr>
                      <a:spLocks/>
                    </p:cNvSpPr>
                    <p:nvPr/>
                  </p:nvSpPr>
                  <p:spPr bwMode="auto">
                    <a:xfrm>
                      <a:off x="2702" y="2098"/>
                      <a:ext cx="63" cy="72"/>
                    </a:xfrm>
                    <a:custGeom>
                      <a:avLst/>
                      <a:gdLst>
                        <a:gd name="T0" fmla="*/ 9 w 440"/>
                        <a:gd name="T1" fmla="*/ 0 h 499"/>
                        <a:gd name="T2" fmla="*/ 8 w 440"/>
                        <a:gd name="T3" fmla="*/ 10 h 499"/>
                        <a:gd name="T4" fmla="*/ 0 w 440"/>
                        <a:gd name="T5" fmla="*/ 9 h 499"/>
                        <a:gd name="T6" fmla="*/ 1 w 440"/>
                        <a:gd name="T7" fmla="*/ 0 h 499"/>
                        <a:gd name="T8" fmla="*/ 9 w 44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0" h="499">
                          <a:moveTo>
                            <a:pt x="440" y="22"/>
                          </a:moveTo>
                          <a:lnTo>
                            <a:pt x="378" y="499"/>
                          </a:lnTo>
                          <a:lnTo>
                            <a:pt x="0" y="443"/>
                          </a:lnTo>
                          <a:lnTo>
                            <a:pt x="65" y="0"/>
                          </a:lnTo>
                          <a:lnTo>
                            <a:pt x="440" y="22"/>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152743" name="Group 25"/>
                <p:cNvGrpSpPr>
                  <a:grpSpLocks/>
                </p:cNvGrpSpPr>
                <p:nvPr/>
              </p:nvGrpSpPr>
              <p:grpSpPr bwMode="auto">
                <a:xfrm>
                  <a:off x="2678" y="2184"/>
                  <a:ext cx="62" cy="44"/>
                  <a:chOff x="2678" y="2184"/>
                  <a:chExt cx="62" cy="44"/>
                </a:xfrm>
              </p:grpSpPr>
              <p:sp>
                <p:nvSpPr>
                  <p:cNvPr id="152744" name="Freeform 26"/>
                  <p:cNvSpPr>
                    <a:spLocks/>
                  </p:cNvSpPr>
                  <p:nvPr/>
                </p:nvSpPr>
                <p:spPr bwMode="auto">
                  <a:xfrm>
                    <a:off x="2678" y="2184"/>
                    <a:ext cx="62" cy="44"/>
                  </a:xfrm>
                  <a:custGeom>
                    <a:avLst/>
                    <a:gdLst>
                      <a:gd name="T0" fmla="*/ 0 w 431"/>
                      <a:gd name="T1" fmla="*/ 0 h 311"/>
                      <a:gd name="T2" fmla="*/ 9 w 431"/>
                      <a:gd name="T3" fmla="*/ 2 h 311"/>
                      <a:gd name="T4" fmla="*/ 9 w 431"/>
                      <a:gd name="T5" fmla="*/ 6 h 311"/>
                      <a:gd name="T6" fmla="*/ 0 w 431"/>
                      <a:gd name="T7" fmla="*/ 4 h 311"/>
                      <a:gd name="T8" fmla="*/ 0 w 431"/>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1" h="311">
                        <a:moveTo>
                          <a:pt x="0" y="0"/>
                        </a:moveTo>
                        <a:lnTo>
                          <a:pt x="431" y="94"/>
                        </a:lnTo>
                        <a:lnTo>
                          <a:pt x="431" y="311"/>
                        </a:lnTo>
                        <a:lnTo>
                          <a:pt x="0" y="176"/>
                        </a:lnTo>
                        <a:lnTo>
                          <a:pt x="0"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52745" name="Line 27"/>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46" name="Line 28"/>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47" name="Line 29"/>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48" name="Line 30"/>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49" name="Line 31"/>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50" name="Line 32"/>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2710" name="Group 33"/>
              <p:cNvGrpSpPr>
                <a:grpSpLocks/>
              </p:cNvGrpSpPr>
              <p:nvPr/>
            </p:nvGrpSpPr>
            <p:grpSpPr bwMode="auto">
              <a:xfrm>
                <a:off x="2615" y="2185"/>
                <a:ext cx="147" cy="76"/>
                <a:chOff x="2615" y="2185"/>
                <a:chExt cx="147" cy="76"/>
              </a:xfrm>
            </p:grpSpPr>
            <p:grpSp>
              <p:nvGrpSpPr>
                <p:cNvPr id="152711" name="Group 34"/>
                <p:cNvGrpSpPr>
                  <a:grpSpLocks/>
                </p:cNvGrpSpPr>
                <p:nvPr/>
              </p:nvGrpSpPr>
              <p:grpSpPr bwMode="auto">
                <a:xfrm>
                  <a:off x="2729" y="2226"/>
                  <a:ext cx="24" cy="18"/>
                  <a:chOff x="2729" y="2226"/>
                  <a:chExt cx="24" cy="18"/>
                </a:xfrm>
              </p:grpSpPr>
              <p:sp>
                <p:nvSpPr>
                  <p:cNvPr id="152740" name="Freeform 35"/>
                  <p:cNvSpPr>
                    <a:spLocks/>
                  </p:cNvSpPr>
                  <p:nvPr/>
                </p:nvSpPr>
                <p:spPr bwMode="auto">
                  <a:xfrm>
                    <a:off x="2746" y="2226"/>
                    <a:ext cx="7" cy="18"/>
                  </a:xfrm>
                  <a:custGeom>
                    <a:avLst/>
                    <a:gdLst>
                      <a:gd name="T0" fmla="*/ 1 w 48"/>
                      <a:gd name="T1" fmla="*/ 0 h 126"/>
                      <a:gd name="T2" fmla="*/ 1 w 48"/>
                      <a:gd name="T3" fmla="*/ 2 h 126"/>
                      <a:gd name="T4" fmla="*/ 0 w 48"/>
                      <a:gd name="T5" fmla="*/ 3 h 126"/>
                      <a:gd name="T6" fmla="*/ 0 w 48"/>
                      <a:gd name="T7" fmla="*/ 0 h 126"/>
                      <a:gd name="T8" fmla="*/ 1 w 48"/>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26">
                        <a:moveTo>
                          <a:pt x="33" y="0"/>
                        </a:moveTo>
                        <a:lnTo>
                          <a:pt x="48" y="118"/>
                        </a:lnTo>
                        <a:lnTo>
                          <a:pt x="13" y="126"/>
                        </a:lnTo>
                        <a:lnTo>
                          <a:pt x="0" y="6"/>
                        </a:lnTo>
                        <a:lnTo>
                          <a:pt x="3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52741" name="Freeform 36"/>
                  <p:cNvSpPr>
                    <a:spLocks/>
                  </p:cNvSpPr>
                  <p:nvPr/>
                </p:nvSpPr>
                <p:spPr bwMode="auto">
                  <a:xfrm>
                    <a:off x="2729" y="2229"/>
                    <a:ext cx="19" cy="15"/>
                  </a:xfrm>
                  <a:custGeom>
                    <a:avLst/>
                    <a:gdLst>
                      <a:gd name="T0" fmla="*/ 2 w 132"/>
                      <a:gd name="T1" fmla="*/ 0 h 109"/>
                      <a:gd name="T2" fmla="*/ 3 w 132"/>
                      <a:gd name="T3" fmla="*/ 2 h 109"/>
                      <a:gd name="T4" fmla="*/ 0 w 132"/>
                      <a:gd name="T5" fmla="*/ 1 h 109"/>
                      <a:gd name="T6" fmla="*/ 1 w 132"/>
                      <a:gd name="T7" fmla="*/ 1 h 109"/>
                      <a:gd name="T8" fmla="*/ 2 w 132"/>
                      <a:gd name="T9" fmla="*/ 1 h 109"/>
                      <a:gd name="T10" fmla="*/ 2 w 132"/>
                      <a:gd name="T11" fmla="*/ 0 h 109"/>
                      <a:gd name="T12" fmla="*/ 2 w 132"/>
                      <a:gd name="T13" fmla="*/ 0 h 1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152712" name="Group 37"/>
                <p:cNvGrpSpPr>
                  <a:grpSpLocks/>
                </p:cNvGrpSpPr>
                <p:nvPr/>
              </p:nvGrpSpPr>
              <p:grpSpPr bwMode="auto">
                <a:xfrm>
                  <a:off x="2615" y="2185"/>
                  <a:ext cx="147" cy="76"/>
                  <a:chOff x="2615" y="2185"/>
                  <a:chExt cx="147" cy="76"/>
                </a:xfrm>
              </p:grpSpPr>
              <p:sp>
                <p:nvSpPr>
                  <p:cNvPr id="152713" name="Freeform 38"/>
                  <p:cNvSpPr>
                    <a:spLocks/>
                  </p:cNvSpPr>
                  <p:nvPr/>
                </p:nvSpPr>
                <p:spPr bwMode="auto">
                  <a:xfrm>
                    <a:off x="2616" y="2185"/>
                    <a:ext cx="144" cy="67"/>
                  </a:xfrm>
                  <a:custGeom>
                    <a:avLst/>
                    <a:gdLst>
                      <a:gd name="T0" fmla="*/ 21 w 1009"/>
                      <a:gd name="T1" fmla="*/ 4 h 471"/>
                      <a:gd name="T2" fmla="*/ 11 w 1009"/>
                      <a:gd name="T3" fmla="*/ 10 h 471"/>
                      <a:gd name="T4" fmla="*/ 0 w 1009"/>
                      <a:gd name="T5" fmla="*/ 4 h 471"/>
                      <a:gd name="T6" fmla="*/ 8 w 1009"/>
                      <a:gd name="T7" fmla="*/ 0 h 471"/>
                      <a:gd name="T8" fmla="*/ 21 w 1009"/>
                      <a:gd name="T9" fmla="*/ 4 h 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52714" name="Freeform 39"/>
                  <p:cNvSpPr>
                    <a:spLocks/>
                  </p:cNvSpPr>
                  <p:nvPr/>
                </p:nvSpPr>
                <p:spPr bwMode="auto">
                  <a:xfrm>
                    <a:off x="2690" y="2213"/>
                    <a:ext cx="72" cy="48"/>
                  </a:xfrm>
                  <a:custGeom>
                    <a:avLst/>
                    <a:gdLst>
                      <a:gd name="T0" fmla="*/ 10 w 505"/>
                      <a:gd name="T1" fmla="*/ 0 h 333"/>
                      <a:gd name="T2" fmla="*/ 0 w 505"/>
                      <a:gd name="T3" fmla="*/ 6 h 333"/>
                      <a:gd name="T4" fmla="*/ 0 w 505"/>
                      <a:gd name="T5" fmla="*/ 7 h 333"/>
                      <a:gd name="T6" fmla="*/ 10 w 505"/>
                      <a:gd name="T7" fmla="*/ 1 h 333"/>
                      <a:gd name="T8" fmla="*/ 10 w 505"/>
                      <a:gd name="T9" fmla="*/ 0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5" h="333">
                        <a:moveTo>
                          <a:pt x="487" y="0"/>
                        </a:moveTo>
                        <a:lnTo>
                          <a:pt x="0" y="276"/>
                        </a:lnTo>
                        <a:lnTo>
                          <a:pt x="14" y="333"/>
                        </a:lnTo>
                        <a:lnTo>
                          <a:pt x="505" y="53"/>
                        </a:lnTo>
                        <a:lnTo>
                          <a:pt x="487"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52715" name="Freeform 40"/>
                  <p:cNvSpPr>
                    <a:spLocks/>
                  </p:cNvSpPr>
                  <p:nvPr/>
                </p:nvSpPr>
                <p:spPr bwMode="auto">
                  <a:xfrm>
                    <a:off x="2615" y="2214"/>
                    <a:ext cx="77" cy="47"/>
                  </a:xfrm>
                  <a:custGeom>
                    <a:avLst/>
                    <a:gdLst>
                      <a:gd name="T0" fmla="*/ 11 w 540"/>
                      <a:gd name="T1" fmla="*/ 7 h 327"/>
                      <a:gd name="T2" fmla="*/ 11 w 540"/>
                      <a:gd name="T3" fmla="*/ 5 h 327"/>
                      <a:gd name="T4" fmla="*/ 0 w 540"/>
                      <a:gd name="T5" fmla="*/ 0 h 327"/>
                      <a:gd name="T6" fmla="*/ 0 w 540"/>
                      <a:gd name="T7" fmla="*/ 1 h 327"/>
                      <a:gd name="T8" fmla="*/ 11 w 540"/>
                      <a:gd name="T9" fmla="*/ 7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0" h="327">
                        <a:moveTo>
                          <a:pt x="540" y="327"/>
                        </a:moveTo>
                        <a:lnTo>
                          <a:pt x="524" y="266"/>
                        </a:lnTo>
                        <a:lnTo>
                          <a:pt x="0" y="0"/>
                        </a:lnTo>
                        <a:lnTo>
                          <a:pt x="19" y="49"/>
                        </a:lnTo>
                        <a:lnTo>
                          <a:pt x="540" y="32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52716" name="Freeform 41"/>
                  <p:cNvSpPr>
                    <a:spLocks/>
                  </p:cNvSpPr>
                  <p:nvPr/>
                </p:nvSpPr>
                <p:spPr bwMode="auto">
                  <a:xfrm>
                    <a:off x="2674" y="2217"/>
                    <a:ext cx="57" cy="29"/>
                  </a:xfrm>
                  <a:custGeom>
                    <a:avLst/>
                    <a:gdLst>
                      <a:gd name="T0" fmla="*/ 8 w 405"/>
                      <a:gd name="T1" fmla="*/ 1 h 207"/>
                      <a:gd name="T2" fmla="*/ 5 w 405"/>
                      <a:gd name="T3" fmla="*/ 0 h 207"/>
                      <a:gd name="T4" fmla="*/ 0 w 405"/>
                      <a:gd name="T5" fmla="*/ 3 h 207"/>
                      <a:gd name="T6" fmla="*/ 3 w 405"/>
                      <a:gd name="T7" fmla="*/ 4 h 207"/>
                      <a:gd name="T8" fmla="*/ 8 w 405"/>
                      <a:gd name="T9" fmla="*/ 1 h 2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717" name="Freeform 42"/>
                  <p:cNvSpPr>
                    <a:spLocks/>
                  </p:cNvSpPr>
                  <p:nvPr/>
                </p:nvSpPr>
                <p:spPr bwMode="auto">
                  <a:xfrm>
                    <a:off x="2622" y="2196"/>
                    <a:ext cx="86" cy="39"/>
                  </a:xfrm>
                  <a:custGeom>
                    <a:avLst/>
                    <a:gdLst>
                      <a:gd name="T0" fmla="*/ 12 w 597"/>
                      <a:gd name="T1" fmla="*/ 3 h 278"/>
                      <a:gd name="T2" fmla="*/ 7 w 597"/>
                      <a:gd name="T3" fmla="*/ 5 h 278"/>
                      <a:gd name="T4" fmla="*/ 0 w 597"/>
                      <a:gd name="T5" fmla="*/ 2 h 278"/>
                      <a:gd name="T6" fmla="*/ 5 w 597"/>
                      <a:gd name="T7" fmla="*/ 0 h 278"/>
                      <a:gd name="T8" fmla="*/ 12 w 597"/>
                      <a:gd name="T9" fmla="*/ 3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718" name="Freeform 43"/>
                  <p:cNvSpPr>
                    <a:spLocks/>
                  </p:cNvSpPr>
                  <p:nvPr/>
                </p:nvSpPr>
                <p:spPr bwMode="auto">
                  <a:xfrm>
                    <a:off x="2659" y="2187"/>
                    <a:ext cx="94" cy="36"/>
                  </a:xfrm>
                  <a:custGeom>
                    <a:avLst/>
                    <a:gdLst>
                      <a:gd name="T0" fmla="*/ 11 w 658"/>
                      <a:gd name="T1" fmla="*/ 5 h 254"/>
                      <a:gd name="T2" fmla="*/ 13 w 658"/>
                      <a:gd name="T3" fmla="*/ 4 h 254"/>
                      <a:gd name="T4" fmla="*/ 2 w 658"/>
                      <a:gd name="T5" fmla="*/ 0 h 254"/>
                      <a:gd name="T6" fmla="*/ 0 w 658"/>
                      <a:gd name="T7" fmla="*/ 1 h 254"/>
                      <a:gd name="T8" fmla="*/ 11 w 658"/>
                      <a:gd name="T9" fmla="*/ 5 h 2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719" name="Line 44"/>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0" name="Line 45"/>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1" name="Line 46"/>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2" name="Line 47"/>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3" name="Line 48"/>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4" name="Line 49"/>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5" name="Line 50"/>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6" name="Line 51"/>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7" name="Line 52"/>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8" name="Line 53"/>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29" name="Line 54"/>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0" name="Line 55"/>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1" name="Line 56"/>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2" name="Line 57"/>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3" name="Line 58"/>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4" name="Line 59"/>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5" name="Line 60"/>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6" name="Line 61"/>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7" name="Line 62"/>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8" name="Line 63"/>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739" name="Line 64"/>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2622" name="Group 65"/>
            <p:cNvGrpSpPr>
              <a:grpSpLocks/>
            </p:cNvGrpSpPr>
            <p:nvPr/>
          </p:nvGrpSpPr>
          <p:grpSpPr bwMode="auto">
            <a:xfrm flipH="1">
              <a:off x="3808" y="2431"/>
              <a:ext cx="87" cy="168"/>
              <a:chOff x="2591" y="2156"/>
              <a:chExt cx="35" cy="69"/>
            </a:xfrm>
          </p:grpSpPr>
          <p:sp>
            <p:nvSpPr>
              <p:cNvPr id="152707" name="Freeform 66"/>
              <p:cNvSpPr>
                <a:spLocks/>
              </p:cNvSpPr>
              <p:nvPr/>
            </p:nvSpPr>
            <p:spPr bwMode="auto">
              <a:xfrm>
                <a:off x="2591" y="2156"/>
                <a:ext cx="35" cy="69"/>
              </a:xfrm>
              <a:custGeom>
                <a:avLst/>
                <a:gdLst>
                  <a:gd name="T0" fmla="*/ 0 w 246"/>
                  <a:gd name="T1" fmla="*/ 4 h 485"/>
                  <a:gd name="T2" fmla="*/ 1 w 246"/>
                  <a:gd name="T3" fmla="*/ 2 h 485"/>
                  <a:gd name="T4" fmla="*/ 2 w 246"/>
                  <a:gd name="T5" fmla="*/ 2 h 485"/>
                  <a:gd name="T6" fmla="*/ 2 w 246"/>
                  <a:gd name="T7" fmla="*/ 1 h 485"/>
                  <a:gd name="T8" fmla="*/ 2 w 246"/>
                  <a:gd name="T9" fmla="*/ 0 h 485"/>
                  <a:gd name="T10" fmla="*/ 4 w 246"/>
                  <a:gd name="T11" fmla="*/ 0 h 485"/>
                  <a:gd name="T12" fmla="*/ 5 w 246"/>
                  <a:gd name="T13" fmla="*/ 1 h 485"/>
                  <a:gd name="T14" fmla="*/ 5 w 246"/>
                  <a:gd name="T15" fmla="*/ 3 h 485"/>
                  <a:gd name="T16" fmla="*/ 4 w 246"/>
                  <a:gd name="T17" fmla="*/ 4 h 485"/>
                  <a:gd name="T18" fmla="*/ 3 w 246"/>
                  <a:gd name="T19" fmla="*/ 7 h 485"/>
                  <a:gd name="T20" fmla="*/ 2 w 246"/>
                  <a:gd name="T21" fmla="*/ 10 h 485"/>
                  <a:gd name="T22" fmla="*/ 0 w 246"/>
                  <a:gd name="T23" fmla="*/ 4 h 4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52708" name="Freeform 67"/>
              <p:cNvSpPr>
                <a:spLocks/>
              </p:cNvSpPr>
              <p:nvPr/>
            </p:nvSpPr>
            <p:spPr bwMode="auto">
              <a:xfrm>
                <a:off x="2596" y="2162"/>
                <a:ext cx="28" cy="49"/>
              </a:xfrm>
              <a:custGeom>
                <a:avLst/>
                <a:gdLst>
                  <a:gd name="T0" fmla="*/ 2 w 193"/>
                  <a:gd name="T1" fmla="*/ 0 h 346"/>
                  <a:gd name="T2" fmla="*/ 2 w 193"/>
                  <a:gd name="T3" fmla="*/ 0 h 346"/>
                  <a:gd name="T4" fmla="*/ 3 w 193"/>
                  <a:gd name="T5" fmla="*/ 1 h 346"/>
                  <a:gd name="T6" fmla="*/ 4 w 193"/>
                  <a:gd name="T7" fmla="*/ 1 h 346"/>
                  <a:gd name="T8" fmla="*/ 3 w 193"/>
                  <a:gd name="T9" fmla="*/ 2 h 346"/>
                  <a:gd name="T10" fmla="*/ 3 w 193"/>
                  <a:gd name="T11" fmla="*/ 2 h 346"/>
                  <a:gd name="T12" fmla="*/ 2 w 193"/>
                  <a:gd name="T13" fmla="*/ 2 h 346"/>
                  <a:gd name="T14" fmla="*/ 2 w 193"/>
                  <a:gd name="T15" fmla="*/ 3 h 346"/>
                  <a:gd name="T16" fmla="*/ 3 w 193"/>
                  <a:gd name="T17" fmla="*/ 3 h 346"/>
                  <a:gd name="T18" fmla="*/ 3 w 193"/>
                  <a:gd name="T19" fmla="*/ 4 h 346"/>
                  <a:gd name="T20" fmla="*/ 2 w 193"/>
                  <a:gd name="T21" fmla="*/ 6 h 346"/>
                  <a:gd name="T22" fmla="*/ 2 w 193"/>
                  <a:gd name="T23" fmla="*/ 5 h 346"/>
                  <a:gd name="T24" fmla="*/ 2 w 193"/>
                  <a:gd name="T25" fmla="*/ 4 h 346"/>
                  <a:gd name="T26" fmla="*/ 2 w 193"/>
                  <a:gd name="T27" fmla="*/ 3 h 346"/>
                  <a:gd name="T28" fmla="*/ 2 w 193"/>
                  <a:gd name="T29" fmla="*/ 3 h 346"/>
                  <a:gd name="T30" fmla="*/ 2 w 193"/>
                  <a:gd name="T31" fmla="*/ 4 h 346"/>
                  <a:gd name="T32" fmla="*/ 2 w 193"/>
                  <a:gd name="T33" fmla="*/ 5 h 346"/>
                  <a:gd name="T34" fmla="*/ 2 w 193"/>
                  <a:gd name="T35" fmla="*/ 6 h 346"/>
                  <a:gd name="T36" fmla="*/ 2 w 193"/>
                  <a:gd name="T37" fmla="*/ 7 h 346"/>
                  <a:gd name="T38" fmla="*/ 1 w 193"/>
                  <a:gd name="T39" fmla="*/ 5 h 346"/>
                  <a:gd name="T40" fmla="*/ 1 w 193"/>
                  <a:gd name="T41" fmla="*/ 4 h 346"/>
                  <a:gd name="T42" fmla="*/ 0 w 193"/>
                  <a:gd name="T43" fmla="*/ 2 h 346"/>
                  <a:gd name="T44" fmla="*/ 0 w 193"/>
                  <a:gd name="T45" fmla="*/ 2 h 346"/>
                  <a:gd name="T46" fmla="*/ 0 w 193"/>
                  <a:gd name="T47" fmla="*/ 2 h 346"/>
                  <a:gd name="T48" fmla="*/ 1 w 193"/>
                  <a:gd name="T49" fmla="*/ 1 h 346"/>
                  <a:gd name="T50" fmla="*/ 2 w 193"/>
                  <a:gd name="T51" fmla="*/ 2 h 346"/>
                  <a:gd name="T52" fmla="*/ 1 w 193"/>
                  <a:gd name="T53" fmla="*/ 1 h 346"/>
                  <a:gd name="T54" fmla="*/ 2 w 193"/>
                  <a:gd name="T55" fmla="*/ 0 h 3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2623" name="Group 68"/>
            <p:cNvGrpSpPr>
              <a:grpSpLocks/>
            </p:cNvGrpSpPr>
            <p:nvPr/>
          </p:nvGrpSpPr>
          <p:grpSpPr bwMode="auto">
            <a:xfrm flipH="1">
              <a:off x="3798" y="2334"/>
              <a:ext cx="112" cy="119"/>
              <a:chOff x="2585" y="2116"/>
              <a:chExt cx="45" cy="49"/>
            </a:xfrm>
          </p:grpSpPr>
          <p:sp>
            <p:nvSpPr>
              <p:cNvPr id="152692" name="Freeform 69"/>
              <p:cNvSpPr>
                <a:spLocks/>
              </p:cNvSpPr>
              <p:nvPr/>
            </p:nvSpPr>
            <p:spPr bwMode="auto">
              <a:xfrm>
                <a:off x="2597" y="2120"/>
                <a:ext cx="33" cy="45"/>
              </a:xfrm>
              <a:custGeom>
                <a:avLst/>
                <a:gdLst>
                  <a:gd name="T0" fmla="*/ 0 w 228"/>
                  <a:gd name="T1" fmla="*/ 2 h 319"/>
                  <a:gd name="T2" fmla="*/ 0 w 228"/>
                  <a:gd name="T3" fmla="*/ 3 h 319"/>
                  <a:gd name="T4" fmla="*/ 0 w 228"/>
                  <a:gd name="T5" fmla="*/ 3 h 319"/>
                  <a:gd name="T6" fmla="*/ 1 w 228"/>
                  <a:gd name="T7" fmla="*/ 3 h 319"/>
                  <a:gd name="T8" fmla="*/ 1 w 228"/>
                  <a:gd name="T9" fmla="*/ 4 h 319"/>
                  <a:gd name="T10" fmla="*/ 1 w 228"/>
                  <a:gd name="T11" fmla="*/ 4 h 319"/>
                  <a:gd name="T12" fmla="*/ 1 w 228"/>
                  <a:gd name="T13" fmla="*/ 4 h 319"/>
                  <a:gd name="T14" fmla="*/ 2 w 228"/>
                  <a:gd name="T15" fmla="*/ 4 h 319"/>
                  <a:gd name="T16" fmla="*/ 2 w 228"/>
                  <a:gd name="T17" fmla="*/ 5 h 319"/>
                  <a:gd name="T18" fmla="*/ 2 w 228"/>
                  <a:gd name="T19" fmla="*/ 5 h 319"/>
                  <a:gd name="T20" fmla="*/ 2 w 228"/>
                  <a:gd name="T21" fmla="*/ 6 h 319"/>
                  <a:gd name="T22" fmla="*/ 2 w 228"/>
                  <a:gd name="T23" fmla="*/ 6 h 319"/>
                  <a:gd name="T24" fmla="*/ 3 w 228"/>
                  <a:gd name="T25" fmla="*/ 6 h 319"/>
                  <a:gd name="T26" fmla="*/ 3 w 228"/>
                  <a:gd name="T27" fmla="*/ 6 h 319"/>
                  <a:gd name="T28" fmla="*/ 4 w 228"/>
                  <a:gd name="T29" fmla="*/ 6 h 319"/>
                  <a:gd name="T30" fmla="*/ 4 w 228"/>
                  <a:gd name="T31" fmla="*/ 6 h 319"/>
                  <a:gd name="T32" fmla="*/ 4 w 228"/>
                  <a:gd name="T33" fmla="*/ 5 h 319"/>
                  <a:gd name="T34" fmla="*/ 4 w 228"/>
                  <a:gd name="T35" fmla="*/ 4 h 319"/>
                  <a:gd name="T36" fmla="*/ 5 w 228"/>
                  <a:gd name="T37" fmla="*/ 4 h 319"/>
                  <a:gd name="T38" fmla="*/ 5 w 228"/>
                  <a:gd name="T39" fmla="*/ 3 h 319"/>
                  <a:gd name="T40" fmla="*/ 5 w 228"/>
                  <a:gd name="T41" fmla="*/ 2 h 319"/>
                  <a:gd name="T42" fmla="*/ 5 w 228"/>
                  <a:gd name="T43" fmla="*/ 2 h 319"/>
                  <a:gd name="T44" fmla="*/ 5 w 228"/>
                  <a:gd name="T45" fmla="*/ 2 h 319"/>
                  <a:gd name="T46" fmla="*/ 5 w 228"/>
                  <a:gd name="T47" fmla="*/ 1 h 319"/>
                  <a:gd name="T48" fmla="*/ 4 w 228"/>
                  <a:gd name="T49" fmla="*/ 1 h 319"/>
                  <a:gd name="T50" fmla="*/ 4 w 228"/>
                  <a:gd name="T51" fmla="*/ 1 h 319"/>
                  <a:gd name="T52" fmla="*/ 4 w 228"/>
                  <a:gd name="T53" fmla="*/ 1 h 319"/>
                  <a:gd name="T54" fmla="*/ 4 w 228"/>
                  <a:gd name="T55" fmla="*/ 0 h 319"/>
                  <a:gd name="T56" fmla="*/ 3 w 228"/>
                  <a:gd name="T57" fmla="*/ 1 h 319"/>
                  <a:gd name="T58" fmla="*/ 3 w 228"/>
                  <a:gd name="T59" fmla="*/ 0 h 319"/>
                  <a:gd name="T60" fmla="*/ 3 w 228"/>
                  <a:gd name="T61" fmla="*/ 0 h 319"/>
                  <a:gd name="T62" fmla="*/ 2 w 228"/>
                  <a:gd name="T63" fmla="*/ 0 h 319"/>
                  <a:gd name="T64" fmla="*/ 2 w 228"/>
                  <a:gd name="T65" fmla="*/ 0 h 319"/>
                  <a:gd name="T66" fmla="*/ 1 w 228"/>
                  <a:gd name="T67" fmla="*/ 0 h 319"/>
                  <a:gd name="T68" fmla="*/ 1 w 228"/>
                  <a:gd name="T69" fmla="*/ 1 h 319"/>
                  <a:gd name="T70" fmla="*/ 1 w 228"/>
                  <a:gd name="T71" fmla="*/ 1 h 319"/>
                  <a:gd name="T72" fmla="*/ 1 w 228"/>
                  <a:gd name="T73" fmla="*/ 2 h 319"/>
                  <a:gd name="T74" fmla="*/ 1 w 228"/>
                  <a:gd name="T75" fmla="*/ 2 h 319"/>
                  <a:gd name="T76" fmla="*/ 1 w 228"/>
                  <a:gd name="T77" fmla="*/ 2 h 319"/>
                  <a:gd name="T78" fmla="*/ 1 w 228"/>
                  <a:gd name="T79" fmla="*/ 2 h 319"/>
                  <a:gd name="T80" fmla="*/ 1 w 228"/>
                  <a:gd name="T81" fmla="*/ 1 h 319"/>
                  <a:gd name="T82" fmla="*/ 0 w 228"/>
                  <a:gd name="T83" fmla="*/ 1 h 319"/>
                  <a:gd name="T84" fmla="*/ 0 w 228"/>
                  <a:gd name="T85" fmla="*/ 1 h 319"/>
                  <a:gd name="T86" fmla="*/ 0 w 228"/>
                  <a:gd name="T87" fmla="*/ 1 h 319"/>
                  <a:gd name="T88" fmla="*/ 0 w 228"/>
                  <a:gd name="T89" fmla="*/ 1 h 319"/>
                  <a:gd name="T90" fmla="*/ 0 w 228"/>
                  <a:gd name="T91" fmla="*/ 1 h 319"/>
                  <a:gd name="T92" fmla="*/ 0 w 228"/>
                  <a:gd name="T93" fmla="*/ 2 h 319"/>
                  <a:gd name="T94" fmla="*/ 0 w 228"/>
                  <a:gd name="T95" fmla="*/ 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52693" name="Freeform 70"/>
              <p:cNvSpPr>
                <a:spLocks/>
              </p:cNvSpPr>
              <p:nvPr/>
            </p:nvSpPr>
            <p:spPr bwMode="auto">
              <a:xfrm>
                <a:off x="2612" y="2123"/>
                <a:ext cx="16" cy="17"/>
              </a:xfrm>
              <a:custGeom>
                <a:avLst/>
                <a:gdLst>
                  <a:gd name="T0" fmla="*/ 0 w 115"/>
                  <a:gd name="T1" fmla="*/ 0 h 120"/>
                  <a:gd name="T2" fmla="*/ 0 w 115"/>
                  <a:gd name="T3" fmla="*/ 1 h 120"/>
                  <a:gd name="T4" fmla="*/ 0 w 115"/>
                  <a:gd name="T5" fmla="*/ 1 h 120"/>
                  <a:gd name="T6" fmla="*/ 0 w 115"/>
                  <a:gd name="T7" fmla="*/ 2 h 120"/>
                  <a:gd name="T8" fmla="*/ 0 w 115"/>
                  <a:gd name="T9" fmla="*/ 2 h 120"/>
                  <a:gd name="T10" fmla="*/ 0 w 115"/>
                  <a:gd name="T11" fmla="*/ 2 h 120"/>
                  <a:gd name="T12" fmla="*/ 1 w 115"/>
                  <a:gd name="T13" fmla="*/ 2 h 120"/>
                  <a:gd name="T14" fmla="*/ 1 w 115"/>
                  <a:gd name="T15" fmla="*/ 1 h 120"/>
                  <a:gd name="T16" fmla="*/ 1 w 115"/>
                  <a:gd name="T17" fmla="*/ 1 h 120"/>
                  <a:gd name="T18" fmla="*/ 1 w 115"/>
                  <a:gd name="T19" fmla="*/ 1 h 120"/>
                  <a:gd name="T20" fmla="*/ 1 w 115"/>
                  <a:gd name="T21" fmla="*/ 0 h 120"/>
                  <a:gd name="T22" fmla="*/ 1 w 115"/>
                  <a:gd name="T23" fmla="*/ 0 h 120"/>
                  <a:gd name="T24" fmla="*/ 1 w 115"/>
                  <a:gd name="T25" fmla="*/ 1 h 120"/>
                  <a:gd name="T26" fmla="*/ 1 w 115"/>
                  <a:gd name="T27" fmla="*/ 1 h 120"/>
                  <a:gd name="T28" fmla="*/ 1 w 115"/>
                  <a:gd name="T29" fmla="*/ 1 h 120"/>
                  <a:gd name="T30" fmla="*/ 1 w 115"/>
                  <a:gd name="T31" fmla="*/ 1 h 120"/>
                  <a:gd name="T32" fmla="*/ 1 w 115"/>
                  <a:gd name="T33" fmla="*/ 2 h 120"/>
                  <a:gd name="T34" fmla="*/ 1 w 115"/>
                  <a:gd name="T35" fmla="*/ 2 h 120"/>
                  <a:gd name="T36" fmla="*/ 1 w 115"/>
                  <a:gd name="T37" fmla="*/ 2 h 120"/>
                  <a:gd name="T38" fmla="*/ 1 w 115"/>
                  <a:gd name="T39" fmla="*/ 2 h 120"/>
                  <a:gd name="T40" fmla="*/ 2 w 115"/>
                  <a:gd name="T41" fmla="*/ 2 h 120"/>
                  <a:gd name="T42" fmla="*/ 2 w 115"/>
                  <a:gd name="T43" fmla="*/ 2 h 120"/>
                  <a:gd name="T44" fmla="*/ 2 w 115"/>
                  <a:gd name="T45" fmla="*/ 1 h 120"/>
                  <a:gd name="T46" fmla="*/ 2 w 115"/>
                  <a:gd name="T47" fmla="*/ 1 h 120"/>
                  <a:gd name="T48" fmla="*/ 2 w 115"/>
                  <a:gd name="T49" fmla="*/ 1 h 120"/>
                  <a:gd name="T50" fmla="*/ 2 w 115"/>
                  <a:gd name="T51" fmla="*/ 2 h 120"/>
                  <a:gd name="T52" fmla="*/ 2 w 115"/>
                  <a:gd name="T53" fmla="*/ 2 h 120"/>
                  <a:gd name="T54" fmla="*/ 2 w 115"/>
                  <a:gd name="T55" fmla="*/ 2 h 120"/>
                  <a:gd name="T56" fmla="*/ 2 w 115"/>
                  <a:gd name="T57" fmla="*/ 2 h 120"/>
                  <a:gd name="T58" fmla="*/ 2 w 115"/>
                  <a:gd name="T59" fmla="*/ 2 h 120"/>
                  <a:gd name="T60" fmla="*/ 2 w 115"/>
                  <a:gd name="T61" fmla="*/ 2 h 120"/>
                  <a:gd name="T62" fmla="*/ 2 w 115"/>
                  <a:gd name="T63" fmla="*/ 2 h 120"/>
                  <a:gd name="T64" fmla="*/ 2 w 115"/>
                  <a:gd name="T65" fmla="*/ 2 h 120"/>
                  <a:gd name="T66" fmla="*/ 2 w 115"/>
                  <a:gd name="T67" fmla="*/ 2 h 120"/>
                  <a:gd name="T68" fmla="*/ 2 w 115"/>
                  <a:gd name="T69" fmla="*/ 2 h 120"/>
                  <a:gd name="T70" fmla="*/ 2 w 115"/>
                  <a:gd name="T71" fmla="*/ 2 h 120"/>
                  <a:gd name="T72" fmla="*/ 2 w 115"/>
                  <a:gd name="T73" fmla="*/ 2 h 120"/>
                  <a:gd name="T74" fmla="*/ 1 w 115"/>
                  <a:gd name="T75" fmla="*/ 2 h 120"/>
                  <a:gd name="T76" fmla="*/ 1 w 115"/>
                  <a:gd name="T77" fmla="*/ 2 h 120"/>
                  <a:gd name="T78" fmla="*/ 1 w 115"/>
                  <a:gd name="T79" fmla="*/ 2 h 120"/>
                  <a:gd name="T80" fmla="*/ 1 w 115"/>
                  <a:gd name="T81" fmla="*/ 2 h 120"/>
                  <a:gd name="T82" fmla="*/ 1 w 115"/>
                  <a:gd name="T83" fmla="*/ 2 h 120"/>
                  <a:gd name="T84" fmla="*/ 1 w 115"/>
                  <a:gd name="T85" fmla="*/ 2 h 120"/>
                  <a:gd name="T86" fmla="*/ 0 w 115"/>
                  <a:gd name="T87" fmla="*/ 2 h 120"/>
                  <a:gd name="T88" fmla="*/ 0 w 115"/>
                  <a:gd name="T89" fmla="*/ 2 h 120"/>
                  <a:gd name="T90" fmla="*/ 0 w 115"/>
                  <a:gd name="T91" fmla="*/ 2 h 120"/>
                  <a:gd name="T92" fmla="*/ 0 w 115"/>
                  <a:gd name="T93" fmla="*/ 1 h 120"/>
                  <a:gd name="T94" fmla="*/ 0 w 115"/>
                  <a:gd name="T95" fmla="*/ 1 h 120"/>
                  <a:gd name="T96" fmla="*/ 0 w 115"/>
                  <a:gd name="T97" fmla="*/ 0 h 120"/>
                  <a:gd name="T98" fmla="*/ 0 w 115"/>
                  <a:gd name="T99" fmla="*/ 0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4" name="Freeform 71"/>
              <p:cNvSpPr>
                <a:spLocks/>
              </p:cNvSpPr>
              <p:nvPr/>
            </p:nvSpPr>
            <p:spPr bwMode="auto">
              <a:xfrm>
                <a:off x="2615" y="2132"/>
                <a:ext cx="3" cy="1"/>
              </a:xfrm>
              <a:custGeom>
                <a:avLst/>
                <a:gdLst>
                  <a:gd name="T0" fmla="*/ 0 w 18"/>
                  <a:gd name="T1" fmla="*/ 0 h 5"/>
                  <a:gd name="T2" fmla="*/ 0 w 18"/>
                  <a:gd name="T3" fmla="*/ 0 h 5"/>
                  <a:gd name="T4" fmla="*/ 1 w 18"/>
                  <a:gd name="T5" fmla="*/ 0 h 5"/>
                  <a:gd name="T6" fmla="*/ 0 w 18"/>
                  <a:gd name="T7" fmla="*/ 0 h 5"/>
                  <a:gd name="T8" fmla="*/ 0 w 18"/>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5" name="Freeform 72"/>
              <p:cNvSpPr>
                <a:spLocks/>
              </p:cNvSpPr>
              <p:nvPr/>
            </p:nvSpPr>
            <p:spPr bwMode="auto">
              <a:xfrm>
                <a:off x="2619" y="2135"/>
                <a:ext cx="3" cy="1"/>
              </a:xfrm>
              <a:custGeom>
                <a:avLst/>
                <a:gdLst>
                  <a:gd name="T0" fmla="*/ 0 w 24"/>
                  <a:gd name="T1" fmla="*/ 0 h 8"/>
                  <a:gd name="T2" fmla="*/ 0 w 24"/>
                  <a:gd name="T3" fmla="*/ 0 h 8"/>
                  <a:gd name="T4" fmla="*/ 0 w 24"/>
                  <a:gd name="T5" fmla="*/ 0 h 8"/>
                  <a:gd name="T6" fmla="*/ 0 w 24"/>
                  <a:gd name="T7" fmla="*/ 0 h 8"/>
                  <a:gd name="T8" fmla="*/ 0 w 24"/>
                  <a:gd name="T9" fmla="*/ 0 h 8"/>
                  <a:gd name="T10" fmla="*/ 0 w 24"/>
                  <a:gd name="T11" fmla="*/ 0 h 8"/>
                  <a:gd name="T12" fmla="*/ 0 w 24"/>
                  <a:gd name="T13" fmla="*/ 0 h 8"/>
                  <a:gd name="T14" fmla="*/ 0 w 24"/>
                  <a:gd name="T15" fmla="*/ 0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6" name="Freeform 73"/>
              <p:cNvSpPr>
                <a:spLocks/>
              </p:cNvSpPr>
              <p:nvPr/>
            </p:nvSpPr>
            <p:spPr bwMode="auto">
              <a:xfrm>
                <a:off x="2625" y="2137"/>
                <a:ext cx="2" cy="1"/>
              </a:xfrm>
              <a:custGeom>
                <a:avLst/>
                <a:gdLst>
                  <a:gd name="T0" fmla="*/ 0 w 18"/>
                  <a:gd name="T1" fmla="*/ 0 h 4"/>
                  <a:gd name="T2" fmla="*/ 0 w 18"/>
                  <a:gd name="T3" fmla="*/ 0 h 4"/>
                  <a:gd name="T4" fmla="*/ 0 w 18"/>
                  <a:gd name="T5" fmla="*/ 0 h 4"/>
                  <a:gd name="T6" fmla="*/ 0 w 18"/>
                  <a:gd name="T7" fmla="*/ 0 h 4"/>
                  <a:gd name="T8" fmla="*/ 0 w 18"/>
                  <a:gd name="T9" fmla="*/ 0 h 4"/>
                  <a:gd name="T10" fmla="*/ 0 w 18"/>
                  <a:gd name="T11" fmla="*/ 0 h 4"/>
                  <a:gd name="T12" fmla="*/ 0 w 18"/>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7" name="Freeform 74"/>
              <p:cNvSpPr>
                <a:spLocks/>
              </p:cNvSpPr>
              <p:nvPr/>
            </p:nvSpPr>
            <p:spPr bwMode="auto">
              <a:xfrm>
                <a:off x="2614" y="2139"/>
                <a:ext cx="4" cy="10"/>
              </a:xfrm>
              <a:custGeom>
                <a:avLst/>
                <a:gdLst>
                  <a:gd name="T0" fmla="*/ 0 w 28"/>
                  <a:gd name="T1" fmla="*/ 0 h 67"/>
                  <a:gd name="T2" fmla="*/ 0 w 28"/>
                  <a:gd name="T3" fmla="*/ 0 h 67"/>
                  <a:gd name="T4" fmla="*/ 0 w 28"/>
                  <a:gd name="T5" fmla="*/ 1 h 67"/>
                  <a:gd name="T6" fmla="*/ 0 w 28"/>
                  <a:gd name="T7" fmla="*/ 1 h 67"/>
                  <a:gd name="T8" fmla="*/ 1 w 28"/>
                  <a:gd name="T9" fmla="*/ 1 h 67"/>
                  <a:gd name="T10" fmla="*/ 1 w 28"/>
                  <a:gd name="T11" fmla="*/ 1 h 67"/>
                  <a:gd name="T12" fmla="*/ 0 w 28"/>
                  <a:gd name="T13" fmla="*/ 0 h 67"/>
                  <a:gd name="T14" fmla="*/ 0 w 28"/>
                  <a:gd name="T15" fmla="*/ 0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8" name="Freeform 75"/>
              <p:cNvSpPr>
                <a:spLocks/>
              </p:cNvSpPr>
              <p:nvPr/>
            </p:nvSpPr>
            <p:spPr bwMode="auto">
              <a:xfrm>
                <a:off x="2604" y="2135"/>
                <a:ext cx="7" cy="4"/>
              </a:xfrm>
              <a:custGeom>
                <a:avLst/>
                <a:gdLst>
                  <a:gd name="T0" fmla="*/ 0 w 45"/>
                  <a:gd name="T1" fmla="*/ 0 h 22"/>
                  <a:gd name="T2" fmla="*/ 0 w 45"/>
                  <a:gd name="T3" fmla="*/ 0 h 22"/>
                  <a:gd name="T4" fmla="*/ 1 w 45"/>
                  <a:gd name="T5" fmla="*/ 1 h 22"/>
                  <a:gd name="T6" fmla="*/ 1 w 45"/>
                  <a:gd name="T7" fmla="*/ 0 h 22"/>
                  <a:gd name="T8" fmla="*/ 0 w 45"/>
                  <a:gd name="T9" fmla="*/ 0 h 22"/>
                  <a:gd name="T10" fmla="*/ 0 w 45"/>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9" name="Freeform 76"/>
              <p:cNvSpPr>
                <a:spLocks/>
              </p:cNvSpPr>
              <p:nvPr/>
            </p:nvSpPr>
            <p:spPr bwMode="auto">
              <a:xfrm>
                <a:off x="2612" y="2150"/>
                <a:ext cx="5" cy="4"/>
              </a:xfrm>
              <a:custGeom>
                <a:avLst/>
                <a:gdLst>
                  <a:gd name="T0" fmla="*/ 1 w 35"/>
                  <a:gd name="T1" fmla="*/ 0 h 30"/>
                  <a:gd name="T2" fmla="*/ 0 w 35"/>
                  <a:gd name="T3" fmla="*/ 0 h 30"/>
                  <a:gd name="T4" fmla="*/ 0 w 35"/>
                  <a:gd name="T5" fmla="*/ 1 h 30"/>
                  <a:gd name="T6" fmla="*/ 0 w 35"/>
                  <a:gd name="T7" fmla="*/ 0 h 30"/>
                  <a:gd name="T8" fmla="*/ 1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700" name="Freeform 77"/>
              <p:cNvSpPr>
                <a:spLocks/>
              </p:cNvSpPr>
              <p:nvPr/>
            </p:nvSpPr>
            <p:spPr bwMode="auto">
              <a:xfrm>
                <a:off x="2619" y="2147"/>
                <a:ext cx="5" cy="5"/>
              </a:xfrm>
              <a:custGeom>
                <a:avLst/>
                <a:gdLst>
                  <a:gd name="T0" fmla="*/ 0 w 35"/>
                  <a:gd name="T1" fmla="*/ 0 h 31"/>
                  <a:gd name="T2" fmla="*/ 0 w 35"/>
                  <a:gd name="T3" fmla="*/ 0 h 31"/>
                  <a:gd name="T4" fmla="*/ 0 w 35"/>
                  <a:gd name="T5" fmla="*/ 1 h 31"/>
                  <a:gd name="T6" fmla="*/ 1 w 35"/>
                  <a:gd name="T7" fmla="*/ 1 h 31"/>
                  <a:gd name="T8" fmla="*/ 0 w 35"/>
                  <a:gd name="T9" fmla="*/ 1 h 31"/>
                  <a:gd name="T10" fmla="*/ 0 w 35"/>
                  <a:gd name="T11" fmla="*/ 0 h 31"/>
                  <a:gd name="T12" fmla="*/ 0 w 35"/>
                  <a:gd name="T13" fmla="*/ 0 h 31"/>
                  <a:gd name="T14" fmla="*/ 0 w 35"/>
                  <a:gd name="T15" fmla="*/ 0 h 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701" name="Freeform 78"/>
              <p:cNvSpPr>
                <a:spLocks/>
              </p:cNvSpPr>
              <p:nvPr/>
            </p:nvSpPr>
            <p:spPr bwMode="auto">
              <a:xfrm>
                <a:off x="2585" y="2116"/>
                <a:ext cx="26" cy="21"/>
              </a:xfrm>
              <a:custGeom>
                <a:avLst/>
                <a:gdLst>
                  <a:gd name="T0" fmla="*/ 3 w 179"/>
                  <a:gd name="T1" fmla="*/ 3 h 141"/>
                  <a:gd name="T2" fmla="*/ 4 w 179"/>
                  <a:gd name="T3" fmla="*/ 1 h 141"/>
                  <a:gd name="T4" fmla="*/ 2 w 179"/>
                  <a:gd name="T5" fmla="*/ 1 h 141"/>
                  <a:gd name="T6" fmla="*/ 1 w 179"/>
                  <a:gd name="T7" fmla="*/ 0 h 141"/>
                  <a:gd name="T8" fmla="*/ 0 w 179"/>
                  <a:gd name="T9" fmla="*/ 2 h 141"/>
                  <a:gd name="T10" fmla="*/ 2 w 179"/>
                  <a:gd name="T11" fmla="*/ 2 h 141"/>
                  <a:gd name="T12" fmla="*/ 3 w 179"/>
                  <a:gd name="T13" fmla="*/ 3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152702" name="Oval 79"/>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p>
                <a:endParaRPr lang="zh-CN" altLang="en-US"/>
              </a:p>
            </p:txBody>
          </p:sp>
          <p:sp>
            <p:nvSpPr>
              <p:cNvPr id="152703" name="Freeform 80"/>
              <p:cNvSpPr>
                <a:spLocks/>
              </p:cNvSpPr>
              <p:nvPr/>
            </p:nvSpPr>
            <p:spPr bwMode="auto">
              <a:xfrm>
                <a:off x="2597" y="2127"/>
                <a:ext cx="7" cy="14"/>
              </a:xfrm>
              <a:custGeom>
                <a:avLst/>
                <a:gdLst>
                  <a:gd name="T0" fmla="*/ 0 w 46"/>
                  <a:gd name="T1" fmla="*/ 1 h 100"/>
                  <a:gd name="T2" fmla="*/ 0 w 46"/>
                  <a:gd name="T3" fmla="*/ 1 h 100"/>
                  <a:gd name="T4" fmla="*/ 0 w 46"/>
                  <a:gd name="T5" fmla="*/ 1 h 100"/>
                  <a:gd name="T6" fmla="*/ 0 w 46"/>
                  <a:gd name="T7" fmla="*/ 0 h 100"/>
                  <a:gd name="T8" fmla="*/ 0 w 46"/>
                  <a:gd name="T9" fmla="*/ 0 h 100"/>
                  <a:gd name="T10" fmla="*/ 0 w 46"/>
                  <a:gd name="T11" fmla="*/ 0 h 100"/>
                  <a:gd name="T12" fmla="*/ 0 w 46"/>
                  <a:gd name="T13" fmla="*/ 0 h 100"/>
                  <a:gd name="T14" fmla="*/ 1 w 46"/>
                  <a:gd name="T15" fmla="*/ 0 h 100"/>
                  <a:gd name="T16" fmla="*/ 1 w 46"/>
                  <a:gd name="T17" fmla="*/ 0 h 100"/>
                  <a:gd name="T18" fmla="*/ 1 w 46"/>
                  <a:gd name="T19" fmla="*/ 0 h 100"/>
                  <a:gd name="T20" fmla="*/ 1 w 46"/>
                  <a:gd name="T21" fmla="*/ 1 h 100"/>
                  <a:gd name="T22" fmla="*/ 1 w 46"/>
                  <a:gd name="T23" fmla="*/ 1 h 100"/>
                  <a:gd name="T24" fmla="*/ 1 w 46"/>
                  <a:gd name="T25" fmla="*/ 1 h 100"/>
                  <a:gd name="T26" fmla="*/ 0 w 46"/>
                  <a:gd name="T27" fmla="*/ 2 h 100"/>
                  <a:gd name="T28" fmla="*/ 0 w 46"/>
                  <a:gd name="T29" fmla="*/ 2 h 100"/>
                  <a:gd name="T30" fmla="*/ 0 w 46"/>
                  <a:gd name="T31" fmla="*/ 1 h 1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52704" name="Freeform 81"/>
              <p:cNvSpPr>
                <a:spLocks/>
              </p:cNvSpPr>
              <p:nvPr/>
            </p:nvSpPr>
            <p:spPr bwMode="auto">
              <a:xfrm>
                <a:off x="2600" y="2137"/>
                <a:ext cx="4" cy="4"/>
              </a:xfrm>
              <a:custGeom>
                <a:avLst/>
                <a:gdLst>
                  <a:gd name="T0" fmla="*/ 0 w 31"/>
                  <a:gd name="T1" fmla="*/ 0 h 31"/>
                  <a:gd name="T2" fmla="*/ 1 w 31"/>
                  <a:gd name="T3" fmla="*/ 0 h 31"/>
                  <a:gd name="T4" fmla="*/ 0 w 31"/>
                  <a:gd name="T5" fmla="*/ 1 h 31"/>
                  <a:gd name="T6" fmla="*/ 0 w 31"/>
                  <a:gd name="T7" fmla="*/ 0 h 31"/>
                  <a:gd name="T8" fmla="*/ 0 w 31"/>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705" name="Freeform 82"/>
              <p:cNvSpPr>
                <a:spLocks/>
              </p:cNvSpPr>
              <p:nvPr/>
            </p:nvSpPr>
            <p:spPr bwMode="auto">
              <a:xfrm>
                <a:off x="2607" y="2120"/>
                <a:ext cx="6" cy="12"/>
              </a:xfrm>
              <a:custGeom>
                <a:avLst/>
                <a:gdLst>
                  <a:gd name="T0" fmla="*/ 0 w 42"/>
                  <a:gd name="T1" fmla="*/ 0 h 87"/>
                  <a:gd name="T2" fmla="*/ 0 w 42"/>
                  <a:gd name="T3" fmla="*/ 1 h 87"/>
                  <a:gd name="T4" fmla="*/ 0 w 42"/>
                  <a:gd name="T5" fmla="*/ 1 h 87"/>
                  <a:gd name="T6" fmla="*/ 0 w 42"/>
                  <a:gd name="T7" fmla="*/ 1 h 87"/>
                  <a:gd name="T8" fmla="*/ 0 w 42"/>
                  <a:gd name="T9" fmla="*/ 1 h 87"/>
                  <a:gd name="T10" fmla="*/ 0 w 42"/>
                  <a:gd name="T11" fmla="*/ 1 h 87"/>
                  <a:gd name="T12" fmla="*/ 0 w 42"/>
                  <a:gd name="T13" fmla="*/ 2 h 87"/>
                  <a:gd name="T14" fmla="*/ 0 w 42"/>
                  <a:gd name="T15" fmla="*/ 2 h 87"/>
                  <a:gd name="T16" fmla="*/ 1 w 42"/>
                  <a:gd name="T17" fmla="*/ 2 h 87"/>
                  <a:gd name="T18" fmla="*/ 1 w 42"/>
                  <a:gd name="T19" fmla="*/ 2 h 87"/>
                  <a:gd name="T20" fmla="*/ 1 w 42"/>
                  <a:gd name="T21" fmla="*/ 2 h 87"/>
                  <a:gd name="T22" fmla="*/ 1 w 42"/>
                  <a:gd name="T23" fmla="*/ 1 h 87"/>
                  <a:gd name="T24" fmla="*/ 1 w 42"/>
                  <a:gd name="T25" fmla="*/ 1 h 87"/>
                  <a:gd name="T26" fmla="*/ 1 w 42"/>
                  <a:gd name="T27" fmla="*/ 1 h 87"/>
                  <a:gd name="T28" fmla="*/ 1 w 42"/>
                  <a:gd name="T29" fmla="*/ 1 h 87"/>
                  <a:gd name="T30" fmla="*/ 1 w 42"/>
                  <a:gd name="T31" fmla="*/ 0 h 87"/>
                  <a:gd name="T32" fmla="*/ 1 w 42"/>
                  <a:gd name="T33" fmla="*/ 0 h 87"/>
                  <a:gd name="T34" fmla="*/ 0 w 42"/>
                  <a:gd name="T35" fmla="*/ 0 h 87"/>
                  <a:gd name="T36" fmla="*/ 0 w 42"/>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52706" name="Freeform 83"/>
              <p:cNvSpPr>
                <a:spLocks/>
              </p:cNvSpPr>
              <p:nvPr/>
            </p:nvSpPr>
            <p:spPr bwMode="auto">
              <a:xfrm>
                <a:off x="2609" y="2128"/>
                <a:ext cx="3" cy="3"/>
              </a:xfrm>
              <a:custGeom>
                <a:avLst/>
                <a:gdLst>
                  <a:gd name="T0" fmla="*/ 0 w 21"/>
                  <a:gd name="T1" fmla="*/ 0 h 19"/>
                  <a:gd name="T2" fmla="*/ 0 w 21"/>
                  <a:gd name="T3" fmla="*/ 0 h 19"/>
                  <a:gd name="T4" fmla="*/ 0 w 21"/>
                  <a:gd name="T5" fmla="*/ 0 h 19"/>
                  <a:gd name="T6" fmla="*/ 0 w 21"/>
                  <a:gd name="T7" fmla="*/ 0 h 19"/>
                  <a:gd name="T8" fmla="*/ 0 w 21"/>
                  <a:gd name="T9" fmla="*/ 0 h 19"/>
                  <a:gd name="T10" fmla="*/ 0 w 21"/>
                  <a:gd name="T11" fmla="*/ 0 h 19"/>
                  <a:gd name="T12" fmla="*/ 0 w 21"/>
                  <a:gd name="T13" fmla="*/ 0 h 19"/>
                  <a:gd name="T14" fmla="*/ 0 w 21"/>
                  <a:gd name="T15" fmla="*/ 0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2624" name="Group 84"/>
            <p:cNvGrpSpPr>
              <a:grpSpLocks/>
            </p:cNvGrpSpPr>
            <p:nvPr/>
          </p:nvGrpSpPr>
          <p:grpSpPr bwMode="auto">
            <a:xfrm flipH="1">
              <a:off x="3535" y="3121"/>
              <a:ext cx="220" cy="111"/>
              <a:chOff x="2647" y="2440"/>
              <a:chExt cx="88" cy="46"/>
            </a:xfrm>
          </p:grpSpPr>
          <p:sp>
            <p:nvSpPr>
              <p:cNvPr id="152687" name="Freeform 85"/>
              <p:cNvSpPr>
                <a:spLocks/>
              </p:cNvSpPr>
              <p:nvPr/>
            </p:nvSpPr>
            <p:spPr bwMode="auto">
              <a:xfrm>
                <a:off x="2647" y="2440"/>
                <a:ext cx="88" cy="46"/>
              </a:xfrm>
              <a:custGeom>
                <a:avLst/>
                <a:gdLst>
                  <a:gd name="T0" fmla="*/ 5 w 616"/>
                  <a:gd name="T1" fmla="*/ 0 h 319"/>
                  <a:gd name="T2" fmla="*/ 5 w 616"/>
                  <a:gd name="T3" fmla="*/ 2 h 319"/>
                  <a:gd name="T4" fmla="*/ 8 w 616"/>
                  <a:gd name="T5" fmla="*/ 4 h 319"/>
                  <a:gd name="T6" fmla="*/ 11 w 616"/>
                  <a:gd name="T7" fmla="*/ 4 h 319"/>
                  <a:gd name="T8" fmla="*/ 13 w 616"/>
                  <a:gd name="T9" fmla="*/ 5 h 319"/>
                  <a:gd name="T10" fmla="*/ 12 w 616"/>
                  <a:gd name="T11" fmla="*/ 6 h 319"/>
                  <a:gd name="T12" fmla="*/ 11 w 616"/>
                  <a:gd name="T13" fmla="*/ 6 h 319"/>
                  <a:gd name="T14" fmla="*/ 8 w 616"/>
                  <a:gd name="T15" fmla="*/ 7 h 319"/>
                  <a:gd name="T16" fmla="*/ 5 w 616"/>
                  <a:gd name="T17" fmla="*/ 6 h 319"/>
                  <a:gd name="T18" fmla="*/ 3 w 616"/>
                  <a:gd name="T19" fmla="*/ 6 h 319"/>
                  <a:gd name="T20" fmla="*/ 3 w 616"/>
                  <a:gd name="T21" fmla="*/ 6 h 319"/>
                  <a:gd name="T22" fmla="*/ 1 w 616"/>
                  <a:gd name="T23" fmla="*/ 6 h 319"/>
                  <a:gd name="T24" fmla="*/ 0 w 616"/>
                  <a:gd name="T25" fmla="*/ 6 h 319"/>
                  <a:gd name="T26" fmla="*/ 0 w 616"/>
                  <a:gd name="T27" fmla="*/ 5 h 319"/>
                  <a:gd name="T28" fmla="*/ 0 w 616"/>
                  <a:gd name="T29" fmla="*/ 4 h 319"/>
                  <a:gd name="T30" fmla="*/ 0 w 616"/>
                  <a:gd name="T31" fmla="*/ 3 h 319"/>
                  <a:gd name="T32" fmla="*/ 0 w 616"/>
                  <a:gd name="T33" fmla="*/ 2 h 319"/>
                  <a:gd name="T34" fmla="*/ 1 w 616"/>
                  <a:gd name="T35" fmla="*/ 2 h 319"/>
                  <a:gd name="T36" fmla="*/ 1 w 616"/>
                  <a:gd name="T37" fmla="*/ 0 h 319"/>
                  <a:gd name="T38" fmla="*/ 5 w 616"/>
                  <a:gd name="T39" fmla="*/ 0 h 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52688" name="Freeform 86"/>
              <p:cNvSpPr>
                <a:spLocks/>
              </p:cNvSpPr>
              <p:nvPr/>
            </p:nvSpPr>
            <p:spPr bwMode="auto">
              <a:xfrm>
                <a:off x="2677" y="2457"/>
                <a:ext cx="26" cy="14"/>
              </a:xfrm>
              <a:custGeom>
                <a:avLst/>
                <a:gdLst>
                  <a:gd name="T0" fmla="*/ 1 w 185"/>
                  <a:gd name="T1" fmla="*/ 0 h 99"/>
                  <a:gd name="T2" fmla="*/ 0 w 185"/>
                  <a:gd name="T3" fmla="*/ 1 h 99"/>
                  <a:gd name="T4" fmla="*/ 3 w 185"/>
                  <a:gd name="T5" fmla="*/ 2 h 99"/>
                  <a:gd name="T6" fmla="*/ 4 w 185"/>
                  <a:gd name="T7" fmla="*/ 1 h 99"/>
                  <a:gd name="T8" fmla="*/ 1 w 185"/>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89" name="Freeform 87"/>
              <p:cNvSpPr>
                <a:spLocks/>
              </p:cNvSpPr>
              <p:nvPr/>
            </p:nvSpPr>
            <p:spPr bwMode="auto">
              <a:xfrm>
                <a:off x="2703" y="2467"/>
                <a:ext cx="30" cy="8"/>
              </a:xfrm>
              <a:custGeom>
                <a:avLst/>
                <a:gdLst>
                  <a:gd name="T0" fmla="*/ 1 w 209"/>
                  <a:gd name="T1" fmla="*/ 0 h 61"/>
                  <a:gd name="T2" fmla="*/ 0 w 209"/>
                  <a:gd name="T3" fmla="*/ 1 h 61"/>
                  <a:gd name="T4" fmla="*/ 2 w 209"/>
                  <a:gd name="T5" fmla="*/ 1 h 61"/>
                  <a:gd name="T6" fmla="*/ 3 w 209"/>
                  <a:gd name="T7" fmla="*/ 1 h 61"/>
                  <a:gd name="T8" fmla="*/ 4 w 209"/>
                  <a:gd name="T9" fmla="*/ 1 h 61"/>
                  <a:gd name="T10" fmla="*/ 3 w 209"/>
                  <a:gd name="T11" fmla="*/ 1 h 61"/>
                  <a:gd name="T12" fmla="*/ 1 w 209"/>
                  <a:gd name="T13" fmla="*/ 0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0" name="Freeform 88"/>
              <p:cNvSpPr>
                <a:spLocks/>
              </p:cNvSpPr>
              <p:nvPr/>
            </p:nvSpPr>
            <p:spPr bwMode="auto">
              <a:xfrm>
                <a:off x="2648" y="2457"/>
                <a:ext cx="85" cy="27"/>
              </a:xfrm>
              <a:custGeom>
                <a:avLst/>
                <a:gdLst>
                  <a:gd name="T0" fmla="*/ 12 w 597"/>
                  <a:gd name="T1" fmla="*/ 3 h 188"/>
                  <a:gd name="T2" fmla="*/ 12 w 597"/>
                  <a:gd name="T3" fmla="*/ 3 h 188"/>
                  <a:gd name="T4" fmla="*/ 11 w 597"/>
                  <a:gd name="T5" fmla="*/ 3 h 188"/>
                  <a:gd name="T6" fmla="*/ 8 w 597"/>
                  <a:gd name="T7" fmla="*/ 2 h 188"/>
                  <a:gd name="T8" fmla="*/ 7 w 597"/>
                  <a:gd name="T9" fmla="*/ 2 h 188"/>
                  <a:gd name="T10" fmla="*/ 4 w 597"/>
                  <a:gd name="T11" fmla="*/ 1 h 188"/>
                  <a:gd name="T12" fmla="*/ 3 w 597"/>
                  <a:gd name="T13" fmla="*/ 1 h 188"/>
                  <a:gd name="T14" fmla="*/ 1 w 597"/>
                  <a:gd name="T15" fmla="*/ 1 h 188"/>
                  <a:gd name="T16" fmla="*/ 1 w 597"/>
                  <a:gd name="T17" fmla="*/ 0 h 188"/>
                  <a:gd name="T18" fmla="*/ 0 w 597"/>
                  <a:gd name="T19" fmla="*/ 1 h 188"/>
                  <a:gd name="T20" fmla="*/ 0 w 597"/>
                  <a:gd name="T21" fmla="*/ 2 h 188"/>
                  <a:gd name="T22" fmla="*/ 1 w 597"/>
                  <a:gd name="T23" fmla="*/ 3 h 188"/>
                  <a:gd name="T24" fmla="*/ 3 w 597"/>
                  <a:gd name="T25" fmla="*/ 3 h 188"/>
                  <a:gd name="T26" fmla="*/ 4 w 597"/>
                  <a:gd name="T27" fmla="*/ 3 h 188"/>
                  <a:gd name="T28" fmla="*/ 5 w 597"/>
                  <a:gd name="T29" fmla="*/ 4 h 188"/>
                  <a:gd name="T30" fmla="*/ 7 w 597"/>
                  <a:gd name="T31" fmla="*/ 4 h 188"/>
                  <a:gd name="T32" fmla="*/ 8 w 597"/>
                  <a:gd name="T33" fmla="*/ 4 h 188"/>
                  <a:gd name="T34" fmla="*/ 10 w 597"/>
                  <a:gd name="T35" fmla="*/ 4 h 188"/>
                  <a:gd name="T36" fmla="*/ 12 w 597"/>
                  <a:gd name="T37" fmla="*/ 3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91" name="Freeform 89"/>
              <p:cNvSpPr>
                <a:spLocks/>
              </p:cNvSpPr>
              <p:nvPr/>
            </p:nvSpPr>
            <p:spPr bwMode="auto">
              <a:xfrm>
                <a:off x="2654" y="2441"/>
                <a:ext cx="28" cy="22"/>
              </a:xfrm>
              <a:custGeom>
                <a:avLst/>
                <a:gdLst>
                  <a:gd name="T0" fmla="*/ 4 w 196"/>
                  <a:gd name="T1" fmla="*/ 0 h 154"/>
                  <a:gd name="T2" fmla="*/ 4 w 196"/>
                  <a:gd name="T3" fmla="*/ 2 h 154"/>
                  <a:gd name="T4" fmla="*/ 4 w 196"/>
                  <a:gd name="T5" fmla="*/ 2 h 154"/>
                  <a:gd name="T6" fmla="*/ 3 w 196"/>
                  <a:gd name="T7" fmla="*/ 3 h 154"/>
                  <a:gd name="T8" fmla="*/ 2 w 196"/>
                  <a:gd name="T9" fmla="*/ 3 h 154"/>
                  <a:gd name="T10" fmla="*/ 0 w 196"/>
                  <a:gd name="T11" fmla="*/ 3 h 154"/>
                  <a:gd name="T12" fmla="*/ 0 w 196"/>
                  <a:gd name="T13" fmla="*/ 2 h 154"/>
                  <a:gd name="T14" fmla="*/ 0 w 196"/>
                  <a:gd name="T15" fmla="*/ 2 h 154"/>
                  <a:gd name="T16" fmla="*/ 0 w 196"/>
                  <a:gd name="T17" fmla="*/ 0 h 154"/>
                  <a:gd name="T18" fmla="*/ 4 w 196"/>
                  <a:gd name="T19" fmla="*/ 0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2625" name="Group 90"/>
            <p:cNvGrpSpPr>
              <a:grpSpLocks/>
            </p:cNvGrpSpPr>
            <p:nvPr/>
          </p:nvGrpSpPr>
          <p:grpSpPr bwMode="auto">
            <a:xfrm flipH="1">
              <a:off x="3658" y="2929"/>
              <a:ext cx="92" cy="221"/>
              <a:chOff x="2649" y="2361"/>
              <a:chExt cx="37" cy="91"/>
            </a:xfrm>
          </p:grpSpPr>
          <p:sp>
            <p:nvSpPr>
              <p:cNvPr id="152685" name="Freeform 91"/>
              <p:cNvSpPr>
                <a:spLocks/>
              </p:cNvSpPr>
              <p:nvPr/>
            </p:nvSpPr>
            <p:spPr bwMode="auto">
              <a:xfrm>
                <a:off x="2649" y="2361"/>
                <a:ext cx="37" cy="91"/>
              </a:xfrm>
              <a:custGeom>
                <a:avLst/>
                <a:gdLst>
                  <a:gd name="T0" fmla="*/ 0 w 260"/>
                  <a:gd name="T1" fmla="*/ 0 h 637"/>
                  <a:gd name="T2" fmla="*/ 0 w 260"/>
                  <a:gd name="T3" fmla="*/ 5 h 637"/>
                  <a:gd name="T4" fmla="*/ 0 w 260"/>
                  <a:gd name="T5" fmla="*/ 8 h 637"/>
                  <a:gd name="T6" fmla="*/ 0 w 260"/>
                  <a:gd name="T7" fmla="*/ 12 h 637"/>
                  <a:gd name="T8" fmla="*/ 3 w 260"/>
                  <a:gd name="T9" fmla="*/ 13 h 637"/>
                  <a:gd name="T10" fmla="*/ 5 w 260"/>
                  <a:gd name="T11" fmla="*/ 13 h 637"/>
                  <a:gd name="T12" fmla="*/ 5 w 260"/>
                  <a:gd name="T13" fmla="*/ 0 h 637"/>
                  <a:gd name="T14" fmla="*/ 0 w 260"/>
                  <a:gd name="T15" fmla="*/ 0 h 63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52686" name="Freeform 92"/>
              <p:cNvSpPr>
                <a:spLocks/>
              </p:cNvSpPr>
              <p:nvPr/>
            </p:nvSpPr>
            <p:spPr bwMode="auto">
              <a:xfrm>
                <a:off x="2652" y="2362"/>
                <a:ext cx="32" cy="87"/>
              </a:xfrm>
              <a:custGeom>
                <a:avLst/>
                <a:gdLst>
                  <a:gd name="T0" fmla="*/ 0 w 225"/>
                  <a:gd name="T1" fmla="*/ 0 h 612"/>
                  <a:gd name="T2" fmla="*/ 0 w 225"/>
                  <a:gd name="T3" fmla="*/ 4 h 612"/>
                  <a:gd name="T4" fmla="*/ 0 w 225"/>
                  <a:gd name="T5" fmla="*/ 7 h 612"/>
                  <a:gd name="T6" fmla="*/ 0 w 225"/>
                  <a:gd name="T7" fmla="*/ 12 h 612"/>
                  <a:gd name="T8" fmla="*/ 2 w 225"/>
                  <a:gd name="T9" fmla="*/ 12 h 612"/>
                  <a:gd name="T10" fmla="*/ 4 w 225"/>
                  <a:gd name="T11" fmla="*/ 12 h 612"/>
                  <a:gd name="T12" fmla="*/ 5 w 225"/>
                  <a:gd name="T13" fmla="*/ 0 h 612"/>
                  <a:gd name="T14" fmla="*/ 0 w 225"/>
                  <a:gd name="T15" fmla="*/ 0 h 6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2626" name="Group 93"/>
            <p:cNvGrpSpPr>
              <a:grpSpLocks/>
            </p:cNvGrpSpPr>
            <p:nvPr/>
          </p:nvGrpSpPr>
          <p:grpSpPr bwMode="auto">
            <a:xfrm flipH="1">
              <a:off x="3477" y="3152"/>
              <a:ext cx="226" cy="112"/>
              <a:chOff x="2668" y="2453"/>
              <a:chExt cx="90" cy="46"/>
            </a:xfrm>
          </p:grpSpPr>
          <p:sp>
            <p:nvSpPr>
              <p:cNvPr id="152680" name="Freeform 94"/>
              <p:cNvSpPr>
                <a:spLocks/>
              </p:cNvSpPr>
              <p:nvPr/>
            </p:nvSpPr>
            <p:spPr bwMode="auto">
              <a:xfrm>
                <a:off x="2668" y="2453"/>
                <a:ext cx="90" cy="46"/>
              </a:xfrm>
              <a:custGeom>
                <a:avLst/>
                <a:gdLst>
                  <a:gd name="T0" fmla="*/ 5 w 627"/>
                  <a:gd name="T1" fmla="*/ 0 h 320"/>
                  <a:gd name="T2" fmla="*/ 5 w 627"/>
                  <a:gd name="T3" fmla="*/ 2 h 320"/>
                  <a:gd name="T4" fmla="*/ 8 w 627"/>
                  <a:gd name="T5" fmla="*/ 4 h 320"/>
                  <a:gd name="T6" fmla="*/ 11 w 627"/>
                  <a:gd name="T7" fmla="*/ 4 h 320"/>
                  <a:gd name="T8" fmla="*/ 13 w 627"/>
                  <a:gd name="T9" fmla="*/ 5 h 320"/>
                  <a:gd name="T10" fmla="*/ 13 w 627"/>
                  <a:gd name="T11" fmla="*/ 6 h 320"/>
                  <a:gd name="T12" fmla="*/ 11 w 627"/>
                  <a:gd name="T13" fmla="*/ 6 h 320"/>
                  <a:gd name="T14" fmla="*/ 8 w 627"/>
                  <a:gd name="T15" fmla="*/ 7 h 320"/>
                  <a:gd name="T16" fmla="*/ 5 w 627"/>
                  <a:gd name="T17" fmla="*/ 6 h 320"/>
                  <a:gd name="T18" fmla="*/ 4 w 627"/>
                  <a:gd name="T19" fmla="*/ 6 h 320"/>
                  <a:gd name="T20" fmla="*/ 3 w 627"/>
                  <a:gd name="T21" fmla="*/ 6 h 320"/>
                  <a:gd name="T22" fmla="*/ 1 w 627"/>
                  <a:gd name="T23" fmla="*/ 6 h 320"/>
                  <a:gd name="T24" fmla="*/ 0 w 627"/>
                  <a:gd name="T25" fmla="*/ 6 h 320"/>
                  <a:gd name="T26" fmla="*/ 0 w 627"/>
                  <a:gd name="T27" fmla="*/ 5 h 320"/>
                  <a:gd name="T28" fmla="*/ 0 w 627"/>
                  <a:gd name="T29" fmla="*/ 4 h 320"/>
                  <a:gd name="T30" fmla="*/ 0 w 627"/>
                  <a:gd name="T31" fmla="*/ 3 h 320"/>
                  <a:gd name="T32" fmla="*/ 0 w 627"/>
                  <a:gd name="T33" fmla="*/ 3 h 320"/>
                  <a:gd name="T34" fmla="*/ 1 w 627"/>
                  <a:gd name="T35" fmla="*/ 2 h 320"/>
                  <a:gd name="T36" fmla="*/ 1 w 627"/>
                  <a:gd name="T37" fmla="*/ 0 h 320"/>
                  <a:gd name="T38" fmla="*/ 5 w 627"/>
                  <a:gd name="T39" fmla="*/ 0 h 3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52681" name="Freeform 95"/>
              <p:cNvSpPr>
                <a:spLocks/>
              </p:cNvSpPr>
              <p:nvPr/>
            </p:nvSpPr>
            <p:spPr bwMode="auto">
              <a:xfrm>
                <a:off x="2698" y="2470"/>
                <a:ext cx="27" cy="14"/>
              </a:xfrm>
              <a:custGeom>
                <a:avLst/>
                <a:gdLst>
                  <a:gd name="T0" fmla="*/ 1 w 187"/>
                  <a:gd name="T1" fmla="*/ 0 h 99"/>
                  <a:gd name="T2" fmla="*/ 0 w 187"/>
                  <a:gd name="T3" fmla="*/ 1 h 99"/>
                  <a:gd name="T4" fmla="*/ 3 w 187"/>
                  <a:gd name="T5" fmla="*/ 2 h 99"/>
                  <a:gd name="T6" fmla="*/ 4 w 187"/>
                  <a:gd name="T7" fmla="*/ 1 h 99"/>
                  <a:gd name="T8" fmla="*/ 1 w 187"/>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82" name="Freeform 96"/>
              <p:cNvSpPr>
                <a:spLocks/>
              </p:cNvSpPr>
              <p:nvPr/>
            </p:nvSpPr>
            <p:spPr bwMode="auto">
              <a:xfrm>
                <a:off x="2725" y="2480"/>
                <a:ext cx="30" cy="8"/>
              </a:xfrm>
              <a:custGeom>
                <a:avLst/>
                <a:gdLst>
                  <a:gd name="T0" fmla="*/ 0 w 212"/>
                  <a:gd name="T1" fmla="*/ 0 h 59"/>
                  <a:gd name="T2" fmla="*/ 0 w 212"/>
                  <a:gd name="T3" fmla="*/ 1 h 59"/>
                  <a:gd name="T4" fmla="*/ 2 w 212"/>
                  <a:gd name="T5" fmla="*/ 1 h 59"/>
                  <a:gd name="T6" fmla="*/ 3 w 212"/>
                  <a:gd name="T7" fmla="*/ 1 h 59"/>
                  <a:gd name="T8" fmla="*/ 4 w 212"/>
                  <a:gd name="T9" fmla="*/ 1 h 59"/>
                  <a:gd name="T10" fmla="*/ 3 w 212"/>
                  <a:gd name="T11" fmla="*/ 0 h 59"/>
                  <a:gd name="T12" fmla="*/ 0 w 212"/>
                  <a:gd name="T13" fmla="*/ 0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83" name="Freeform 97"/>
              <p:cNvSpPr>
                <a:spLocks/>
              </p:cNvSpPr>
              <p:nvPr/>
            </p:nvSpPr>
            <p:spPr bwMode="auto">
              <a:xfrm>
                <a:off x="2669" y="2470"/>
                <a:ext cx="87" cy="27"/>
              </a:xfrm>
              <a:custGeom>
                <a:avLst/>
                <a:gdLst>
                  <a:gd name="T0" fmla="*/ 13 w 605"/>
                  <a:gd name="T1" fmla="*/ 3 h 189"/>
                  <a:gd name="T2" fmla="*/ 13 w 605"/>
                  <a:gd name="T3" fmla="*/ 3 h 189"/>
                  <a:gd name="T4" fmla="*/ 11 w 605"/>
                  <a:gd name="T5" fmla="*/ 3 h 189"/>
                  <a:gd name="T6" fmla="*/ 8 w 605"/>
                  <a:gd name="T7" fmla="*/ 2 h 189"/>
                  <a:gd name="T8" fmla="*/ 7 w 605"/>
                  <a:gd name="T9" fmla="*/ 2 h 189"/>
                  <a:gd name="T10" fmla="*/ 4 w 605"/>
                  <a:gd name="T11" fmla="*/ 1 h 189"/>
                  <a:gd name="T12" fmla="*/ 3 w 605"/>
                  <a:gd name="T13" fmla="*/ 1 h 189"/>
                  <a:gd name="T14" fmla="*/ 1 w 605"/>
                  <a:gd name="T15" fmla="*/ 1 h 189"/>
                  <a:gd name="T16" fmla="*/ 1 w 605"/>
                  <a:gd name="T17" fmla="*/ 0 h 189"/>
                  <a:gd name="T18" fmla="*/ 0 w 605"/>
                  <a:gd name="T19" fmla="*/ 1 h 189"/>
                  <a:gd name="T20" fmla="*/ 0 w 605"/>
                  <a:gd name="T21" fmla="*/ 2 h 189"/>
                  <a:gd name="T22" fmla="*/ 1 w 605"/>
                  <a:gd name="T23" fmla="*/ 3 h 189"/>
                  <a:gd name="T24" fmla="*/ 3 w 605"/>
                  <a:gd name="T25" fmla="*/ 3 h 189"/>
                  <a:gd name="T26" fmla="*/ 4 w 605"/>
                  <a:gd name="T27" fmla="*/ 3 h 189"/>
                  <a:gd name="T28" fmla="*/ 6 w 605"/>
                  <a:gd name="T29" fmla="*/ 4 h 189"/>
                  <a:gd name="T30" fmla="*/ 7 w 605"/>
                  <a:gd name="T31" fmla="*/ 4 h 189"/>
                  <a:gd name="T32" fmla="*/ 8 w 605"/>
                  <a:gd name="T33" fmla="*/ 4 h 189"/>
                  <a:gd name="T34" fmla="*/ 10 w 605"/>
                  <a:gd name="T35" fmla="*/ 4 h 189"/>
                  <a:gd name="T36" fmla="*/ 13 w 605"/>
                  <a:gd name="T37" fmla="*/ 3 h 1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84" name="Freeform 98"/>
              <p:cNvSpPr>
                <a:spLocks/>
              </p:cNvSpPr>
              <p:nvPr/>
            </p:nvSpPr>
            <p:spPr bwMode="auto">
              <a:xfrm>
                <a:off x="2675" y="2454"/>
                <a:ext cx="29" cy="22"/>
              </a:xfrm>
              <a:custGeom>
                <a:avLst/>
                <a:gdLst>
                  <a:gd name="T0" fmla="*/ 4 w 200"/>
                  <a:gd name="T1" fmla="*/ 0 h 153"/>
                  <a:gd name="T2" fmla="*/ 4 w 200"/>
                  <a:gd name="T3" fmla="*/ 2 h 153"/>
                  <a:gd name="T4" fmla="*/ 4 w 200"/>
                  <a:gd name="T5" fmla="*/ 2 h 153"/>
                  <a:gd name="T6" fmla="*/ 3 w 200"/>
                  <a:gd name="T7" fmla="*/ 3 h 153"/>
                  <a:gd name="T8" fmla="*/ 2 w 200"/>
                  <a:gd name="T9" fmla="*/ 3 h 153"/>
                  <a:gd name="T10" fmla="*/ 1 w 200"/>
                  <a:gd name="T11" fmla="*/ 3 h 153"/>
                  <a:gd name="T12" fmla="*/ 0 w 200"/>
                  <a:gd name="T13" fmla="*/ 2 h 153"/>
                  <a:gd name="T14" fmla="*/ 0 w 200"/>
                  <a:gd name="T15" fmla="*/ 2 h 153"/>
                  <a:gd name="T16" fmla="*/ 0 w 200"/>
                  <a:gd name="T17" fmla="*/ 0 h 153"/>
                  <a:gd name="T18" fmla="*/ 4 w 200"/>
                  <a:gd name="T19" fmla="*/ 0 h 1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52627" name="Rectangle 99"/>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p>
              <a:endParaRPr lang="zh-CN" altLang="en-US"/>
            </a:p>
          </p:txBody>
        </p:sp>
        <p:grpSp>
          <p:nvGrpSpPr>
            <p:cNvPr id="152628" name="Group 100"/>
            <p:cNvGrpSpPr>
              <a:grpSpLocks/>
            </p:cNvGrpSpPr>
            <p:nvPr/>
          </p:nvGrpSpPr>
          <p:grpSpPr bwMode="auto">
            <a:xfrm flipH="1">
              <a:off x="3710" y="2866"/>
              <a:ext cx="353" cy="121"/>
              <a:chOff x="2524" y="2335"/>
              <a:chExt cx="141" cy="50"/>
            </a:xfrm>
          </p:grpSpPr>
          <p:sp>
            <p:nvSpPr>
              <p:cNvPr id="152678" name="Freeform 101"/>
              <p:cNvSpPr>
                <a:spLocks/>
              </p:cNvSpPr>
              <p:nvPr/>
            </p:nvSpPr>
            <p:spPr bwMode="auto">
              <a:xfrm>
                <a:off x="2524" y="2335"/>
                <a:ext cx="141" cy="50"/>
              </a:xfrm>
              <a:custGeom>
                <a:avLst/>
                <a:gdLst>
                  <a:gd name="T0" fmla="*/ 20 w 987"/>
                  <a:gd name="T1" fmla="*/ 4 h 347"/>
                  <a:gd name="T2" fmla="*/ 20 w 987"/>
                  <a:gd name="T3" fmla="*/ 6 h 347"/>
                  <a:gd name="T4" fmla="*/ 13 w 987"/>
                  <a:gd name="T5" fmla="*/ 7 h 347"/>
                  <a:gd name="T6" fmla="*/ 6 w 987"/>
                  <a:gd name="T7" fmla="*/ 7 h 347"/>
                  <a:gd name="T8" fmla="*/ 0 w 987"/>
                  <a:gd name="T9" fmla="*/ 5 h 347"/>
                  <a:gd name="T10" fmla="*/ 0 w 987"/>
                  <a:gd name="T11" fmla="*/ 0 h 347"/>
                  <a:gd name="T12" fmla="*/ 11 w 987"/>
                  <a:gd name="T13" fmla="*/ 0 h 347"/>
                  <a:gd name="T14" fmla="*/ 20 w 987"/>
                  <a:gd name="T15" fmla="*/ 4 h 3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52679" name="Freeform 102"/>
              <p:cNvSpPr>
                <a:spLocks/>
              </p:cNvSpPr>
              <p:nvPr/>
            </p:nvSpPr>
            <p:spPr bwMode="auto">
              <a:xfrm>
                <a:off x="2527" y="2354"/>
                <a:ext cx="135" cy="28"/>
              </a:xfrm>
              <a:custGeom>
                <a:avLst/>
                <a:gdLst>
                  <a:gd name="T0" fmla="*/ 19 w 940"/>
                  <a:gd name="T1" fmla="*/ 1 h 199"/>
                  <a:gd name="T2" fmla="*/ 19 w 940"/>
                  <a:gd name="T3" fmla="*/ 3 h 199"/>
                  <a:gd name="T4" fmla="*/ 13 w 940"/>
                  <a:gd name="T5" fmla="*/ 4 h 199"/>
                  <a:gd name="T6" fmla="*/ 5 w 940"/>
                  <a:gd name="T7" fmla="*/ 4 h 199"/>
                  <a:gd name="T8" fmla="*/ 0 w 940"/>
                  <a:gd name="T9" fmla="*/ 2 h 199"/>
                  <a:gd name="T10" fmla="*/ 0 w 940"/>
                  <a:gd name="T11" fmla="*/ 0 h 199"/>
                  <a:gd name="T12" fmla="*/ 5 w 940"/>
                  <a:gd name="T13" fmla="*/ 2 h 199"/>
                  <a:gd name="T14" fmla="*/ 13 w 940"/>
                  <a:gd name="T15" fmla="*/ 2 h 199"/>
                  <a:gd name="T16" fmla="*/ 19 w 940"/>
                  <a:gd name="T17" fmla="*/ 1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52629" name="Freeform 103"/>
            <p:cNvSpPr>
              <a:spLocks/>
            </p:cNvSpPr>
            <p:nvPr/>
          </p:nvSpPr>
          <p:spPr bwMode="auto">
            <a:xfrm flipH="1">
              <a:off x="3592" y="2740"/>
              <a:ext cx="481" cy="437"/>
            </a:xfrm>
            <a:custGeom>
              <a:avLst/>
              <a:gdLst>
                <a:gd name="T0" fmla="*/ 171 w 1344"/>
                <a:gd name="T1" fmla="*/ 85 h 1258"/>
                <a:gd name="T2" fmla="*/ 170 w 1344"/>
                <a:gd name="T3" fmla="*/ 70 h 1258"/>
                <a:gd name="T4" fmla="*/ 171 w 1344"/>
                <a:gd name="T5" fmla="*/ 54 h 1258"/>
                <a:gd name="T6" fmla="*/ 170 w 1344"/>
                <a:gd name="T7" fmla="*/ 42 h 1258"/>
                <a:gd name="T8" fmla="*/ 163 w 1344"/>
                <a:gd name="T9" fmla="*/ 34 h 1258"/>
                <a:gd name="T10" fmla="*/ 154 w 1344"/>
                <a:gd name="T11" fmla="*/ 30 h 1258"/>
                <a:gd name="T12" fmla="*/ 133 w 1344"/>
                <a:gd name="T13" fmla="*/ 23 h 1258"/>
                <a:gd name="T14" fmla="*/ 103 w 1344"/>
                <a:gd name="T15" fmla="*/ 16 h 1258"/>
                <a:gd name="T16" fmla="*/ 97 w 1344"/>
                <a:gd name="T17" fmla="*/ 16 h 1258"/>
                <a:gd name="T18" fmla="*/ 93 w 1344"/>
                <a:gd name="T19" fmla="*/ 16 h 1258"/>
                <a:gd name="T20" fmla="*/ 92 w 1344"/>
                <a:gd name="T21" fmla="*/ 15 h 1258"/>
                <a:gd name="T22" fmla="*/ 91 w 1344"/>
                <a:gd name="T23" fmla="*/ 13 h 1258"/>
                <a:gd name="T24" fmla="*/ 89 w 1344"/>
                <a:gd name="T25" fmla="*/ 14 h 1258"/>
                <a:gd name="T26" fmla="*/ 86 w 1344"/>
                <a:gd name="T27" fmla="*/ 14 h 1258"/>
                <a:gd name="T28" fmla="*/ 85 w 1344"/>
                <a:gd name="T29" fmla="*/ 11 h 1258"/>
                <a:gd name="T30" fmla="*/ 83 w 1344"/>
                <a:gd name="T31" fmla="*/ 9 h 1258"/>
                <a:gd name="T32" fmla="*/ 81 w 1344"/>
                <a:gd name="T33" fmla="*/ 9 h 1258"/>
                <a:gd name="T34" fmla="*/ 78 w 1344"/>
                <a:gd name="T35" fmla="*/ 9 h 1258"/>
                <a:gd name="T36" fmla="*/ 78 w 1344"/>
                <a:gd name="T37" fmla="*/ 6 h 1258"/>
                <a:gd name="T38" fmla="*/ 74 w 1344"/>
                <a:gd name="T39" fmla="*/ 0 h 1258"/>
                <a:gd name="T40" fmla="*/ 4 w 1344"/>
                <a:gd name="T41" fmla="*/ 2 h 1258"/>
                <a:gd name="T42" fmla="*/ 5 w 1344"/>
                <a:gd name="T43" fmla="*/ 9 h 1258"/>
                <a:gd name="T44" fmla="*/ 3 w 1344"/>
                <a:gd name="T45" fmla="*/ 15 h 1258"/>
                <a:gd name="T46" fmla="*/ 2 w 1344"/>
                <a:gd name="T47" fmla="*/ 19 h 1258"/>
                <a:gd name="T48" fmla="*/ 1 w 1344"/>
                <a:gd name="T49" fmla="*/ 24 h 1258"/>
                <a:gd name="T50" fmla="*/ 0 w 1344"/>
                <a:gd name="T51" fmla="*/ 33 h 1258"/>
                <a:gd name="T52" fmla="*/ 1 w 1344"/>
                <a:gd name="T53" fmla="*/ 38 h 1258"/>
                <a:gd name="T54" fmla="*/ 3 w 1344"/>
                <a:gd name="T55" fmla="*/ 43 h 1258"/>
                <a:gd name="T56" fmla="*/ 6 w 1344"/>
                <a:gd name="T57" fmla="*/ 48 h 1258"/>
                <a:gd name="T58" fmla="*/ 9 w 1344"/>
                <a:gd name="T59" fmla="*/ 49 h 1258"/>
                <a:gd name="T60" fmla="*/ 14 w 1344"/>
                <a:gd name="T61" fmla="*/ 50 h 1258"/>
                <a:gd name="T62" fmla="*/ 21 w 1344"/>
                <a:gd name="T63" fmla="*/ 52 h 1258"/>
                <a:gd name="T64" fmla="*/ 24 w 1344"/>
                <a:gd name="T65" fmla="*/ 56 h 1258"/>
                <a:gd name="T66" fmla="*/ 28 w 1344"/>
                <a:gd name="T67" fmla="*/ 59 h 1258"/>
                <a:gd name="T68" fmla="*/ 33 w 1344"/>
                <a:gd name="T69" fmla="*/ 61 h 1258"/>
                <a:gd name="T70" fmla="*/ 40 w 1344"/>
                <a:gd name="T71" fmla="*/ 63 h 1258"/>
                <a:gd name="T72" fmla="*/ 50 w 1344"/>
                <a:gd name="T73" fmla="*/ 64 h 1258"/>
                <a:gd name="T74" fmla="*/ 59 w 1344"/>
                <a:gd name="T75" fmla="*/ 64 h 1258"/>
                <a:gd name="T76" fmla="*/ 66 w 1344"/>
                <a:gd name="T77" fmla="*/ 64 h 1258"/>
                <a:gd name="T78" fmla="*/ 73 w 1344"/>
                <a:gd name="T79" fmla="*/ 63 h 1258"/>
                <a:gd name="T80" fmla="*/ 78 w 1344"/>
                <a:gd name="T81" fmla="*/ 65 h 1258"/>
                <a:gd name="T82" fmla="*/ 87 w 1344"/>
                <a:gd name="T83" fmla="*/ 65 h 1258"/>
                <a:gd name="T84" fmla="*/ 123 w 1344"/>
                <a:gd name="T85" fmla="*/ 70 h 1258"/>
                <a:gd name="T86" fmla="*/ 133 w 1344"/>
                <a:gd name="T87" fmla="*/ 71 h 1258"/>
                <a:gd name="T88" fmla="*/ 130 w 1344"/>
                <a:gd name="T89" fmla="*/ 91 h 1258"/>
                <a:gd name="T90" fmla="*/ 129 w 1344"/>
                <a:gd name="T91" fmla="*/ 102 h 1258"/>
                <a:gd name="T92" fmla="*/ 131 w 1344"/>
                <a:gd name="T93" fmla="*/ 115 h 1258"/>
                <a:gd name="T94" fmla="*/ 133 w 1344"/>
                <a:gd name="T95" fmla="*/ 131 h 1258"/>
                <a:gd name="T96" fmla="*/ 133 w 1344"/>
                <a:gd name="T97" fmla="*/ 148 h 1258"/>
                <a:gd name="T98" fmla="*/ 142 w 1344"/>
                <a:gd name="T99" fmla="*/ 150 h 1258"/>
                <a:gd name="T100" fmla="*/ 153 w 1344"/>
                <a:gd name="T101" fmla="*/ 151 h 1258"/>
                <a:gd name="T102" fmla="*/ 162 w 1344"/>
                <a:gd name="T103" fmla="*/ 152 h 1258"/>
                <a:gd name="T104" fmla="*/ 172 w 1344"/>
                <a:gd name="T105" fmla="*/ 151 h 1258"/>
                <a:gd name="T106" fmla="*/ 171 w 1344"/>
                <a:gd name="T107" fmla="*/ 135 h 1258"/>
                <a:gd name="T108" fmla="*/ 171 w 1344"/>
                <a:gd name="T109" fmla="*/ 111 h 1258"/>
                <a:gd name="T110" fmla="*/ 171 w 1344"/>
                <a:gd name="T111" fmla="*/ 89 h 1258"/>
                <a:gd name="T112" fmla="*/ 171 w 1344"/>
                <a:gd name="T113" fmla="*/ 85 h 12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52630" name="Freeform 104"/>
            <p:cNvSpPr>
              <a:spLocks/>
            </p:cNvSpPr>
            <p:nvPr/>
          </p:nvSpPr>
          <p:spPr bwMode="auto">
            <a:xfrm flipH="1">
              <a:off x="3597" y="2759"/>
              <a:ext cx="471" cy="410"/>
            </a:xfrm>
            <a:custGeom>
              <a:avLst/>
              <a:gdLst>
                <a:gd name="T0" fmla="*/ 5 w 1314"/>
                <a:gd name="T1" fmla="*/ 7 h 1188"/>
                <a:gd name="T2" fmla="*/ 1 w 1314"/>
                <a:gd name="T3" fmla="*/ 16 h 1188"/>
                <a:gd name="T4" fmla="*/ 5 w 1314"/>
                <a:gd name="T5" fmla="*/ 39 h 1188"/>
                <a:gd name="T6" fmla="*/ 14 w 1314"/>
                <a:gd name="T7" fmla="*/ 39 h 1188"/>
                <a:gd name="T8" fmla="*/ 24 w 1314"/>
                <a:gd name="T9" fmla="*/ 48 h 1188"/>
                <a:gd name="T10" fmla="*/ 48 w 1314"/>
                <a:gd name="T11" fmla="*/ 54 h 1188"/>
                <a:gd name="T12" fmla="*/ 71 w 1314"/>
                <a:gd name="T13" fmla="*/ 54 h 1188"/>
                <a:gd name="T14" fmla="*/ 63 w 1314"/>
                <a:gd name="T15" fmla="*/ 45 h 1188"/>
                <a:gd name="T16" fmla="*/ 73 w 1314"/>
                <a:gd name="T17" fmla="*/ 53 h 1188"/>
                <a:gd name="T18" fmla="*/ 85 w 1314"/>
                <a:gd name="T19" fmla="*/ 56 h 1188"/>
                <a:gd name="T20" fmla="*/ 77 w 1314"/>
                <a:gd name="T21" fmla="*/ 50 h 1188"/>
                <a:gd name="T22" fmla="*/ 89 w 1314"/>
                <a:gd name="T23" fmla="*/ 56 h 1188"/>
                <a:gd name="T24" fmla="*/ 128 w 1314"/>
                <a:gd name="T25" fmla="*/ 61 h 1188"/>
                <a:gd name="T26" fmla="*/ 129 w 1314"/>
                <a:gd name="T27" fmla="*/ 89 h 1188"/>
                <a:gd name="T28" fmla="*/ 133 w 1314"/>
                <a:gd name="T29" fmla="*/ 138 h 1188"/>
                <a:gd name="T30" fmla="*/ 156 w 1314"/>
                <a:gd name="T31" fmla="*/ 141 h 1188"/>
                <a:gd name="T32" fmla="*/ 168 w 1314"/>
                <a:gd name="T33" fmla="*/ 107 h 1188"/>
                <a:gd name="T34" fmla="*/ 166 w 1314"/>
                <a:gd name="T35" fmla="*/ 62 h 1188"/>
                <a:gd name="T36" fmla="*/ 167 w 1314"/>
                <a:gd name="T37" fmla="*/ 41 h 1188"/>
                <a:gd name="T38" fmla="*/ 155 w 1314"/>
                <a:gd name="T39" fmla="*/ 28 h 1188"/>
                <a:gd name="T40" fmla="*/ 121 w 1314"/>
                <a:gd name="T41" fmla="*/ 16 h 1188"/>
                <a:gd name="T42" fmla="*/ 93 w 1314"/>
                <a:gd name="T43" fmla="*/ 10 h 1188"/>
                <a:gd name="T44" fmla="*/ 76 w 1314"/>
                <a:gd name="T45" fmla="*/ 22 h 1188"/>
                <a:gd name="T46" fmla="*/ 88 w 1314"/>
                <a:gd name="T47" fmla="*/ 14 h 1188"/>
                <a:gd name="T48" fmla="*/ 89 w 1314"/>
                <a:gd name="T49" fmla="*/ 8 h 1188"/>
                <a:gd name="T50" fmla="*/ 83 w 1314"/>
                <a:gd name="T51" fmla="*/ 10 h 1188"/>
                <a:gd name="T52" fmla="*/ 75 w 1314"/>
                <a:gd name="T53" fmla="*/ 14 h 1188"/>
                <a:gd name="T54" fmla="*/ 82 w 1314"/>
                <a:gd name="T55" fmla="*/ 7 h 1188"/>
                <a:gd name="T56" fmla="*/ 77 w 1314"/>
                <a:gd name="T57" fmla="*/ 4 h 1188"/>
                <a:gd name="T58" fmla="*/ 65 w 1314"/>
                <a:gd name="T59" fmla="*/ 12 h 1188"/>
                <a:gd name="T60" fmla="*/ 74 w 1314"/>
                <a:gd name="T61" fmla="*/ 2 h 1188"/>
                <a:gd name="T62" fmla="*/ 68 w 1314"/>
                <a:gd name="T63" fmla="*/ 1 h 1188"/>
                <a:gd name="T64" fmla="*/ 60 w 1314"/>
                <a:gd name="T65" fmla="*/ 7 h 1188"/>
                <a:gd name="T66" fmla="*/ 44 w 1314"/>
                <a:gd name="T67" fmla="*/ 4 h 1188"/>
                <a:gd name="T68" fmla="*/ 39 w 1314"/>
                <a:gd name="T69" fmla="*/ 8 h 1188"/>
                <a:gd name="T70" fmla="*/ 24 w 1314"/>
                <a:gd name="T71" fmla="*/ 10 h 1188"/>
                <a:gd name="T72" fmla="*/ 21 w 1314"/>
                <a:gd name="T73" fmla="*/ 5 h 1188"/>
                <a:gd name="T74" fmla="*/ 15 w 1314"/>
                <a:gd name="T75" fmla="*/ 10 h 1188"/>
                <a:gd name="T76" fmla="*/ 8 w 1314"/>
                <a:gd name="T77" fmla="*/ 4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1" name="Freeform 105"/>
            <p:cNvSpPr>
              <a:spLocks/>
            </p:cNvSpPr>
            <p:nvPr/>
          </p:nvSpPr>
          <p:spPr bwMode="auto">
            <a:xfrm flipH="1">
              <a:off x="3938" y="2827"/>
              <a:ext cx="65" cy="10"/>
            </a:xfrm>
            <a:custGeom>
              <a:avLst/>
              <a:gdLst>
                <a:gd name="T0" fmla="*/ 0 w 179"/>
                <a:gd name="T1" fmla="*/ 0 h 30"/>
                <a:gd name="T2" fmla="*/ 11 w 179"/>
                <a:gd name="T3" fmla="*/ 3 h 30"/>
                <a:gd name="T4" fmla="*/ 24 w 179"/>
                <a:gd name="T5" fmla="*/ 3 h 30"/>
                <a:gd name="T6" fmla="*/ 0 w 179"/>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2" name="Freeform 106"/>
            <p:cNvSpPr>
              <a:spLocks/>
            </p:cNvSpPr>
            <p:nvPr/>
          </p:nvSpPr>
          <p:spPr bwMode="auto">
            <a:xfrm flipH="1">
              <a:off x="4028" y="2808"/>
              <a:ext cx="37" cy="14"/>
            </a:xfrm>
            <a:custGeom>
              <a:avLst/>
              <a:gdLst>
                <a:gd name="T0" fmla="*/ 0 w 109"/>
                <a:gd name="T1" fmla="*/ 0 h 36"/>
                <a:gd name="T2" fmla="*/ 3 w 109"/>
                <a:gd name="T3" fmla="*/ 4 h 36"/>
                <a:gd name="T4" fmla="*/ 13 w 109"/>
                <a:gd name="T5" fmla="*/ 5 h 36"/>
                <a:gd name="T6" fmla="*/ 3 w 109"/>
                <a:gd name="T7" fmla="*/ 5 h 36"/>
                <a:gd name="T8" fmla="*/ 0 w 10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3" name="Freeform 107"/>
            <p:cNvSpPr>
              <a:spLocks/>
            </p:cNvSpPr>
            <p:nvPr/>
          </p:nvSpPr>
          <p:spPr bwMode="auto">
            <a:xfrm flipH="1">
              <a:off x="3843" y="2798"/>
              <a:ext cx="60" cy="31"/>
            </a:xfrm>
            <a:custGeom>
              <a:avLst/>
              <a:gdLst>
                <a:gd name="T0" fmla="*/ 0 w 167"/>
                <a:gd name="T1" fmla="*/ 0 h 91"/>
                <a:gd name="T2" fmla="*/ 10 w 167"/>
                <a:gd name="T3" fmla="*/ 1 h 91"/>
                <a:gd name="T4" fmla="*/ 11 w 167"/>
                <a:gd name="T5" fmla="*/ 2 h 91"/>
                <a:gd name="T6" fmla="*/ 11 w 167"/>
                <a:gd name="T7" fmla="*/ 5 h 91"/>
                <a:gd name="T8" fmla="*/ 12 w 167"/>
                <a:gd name="T9" fmla="*/ 9 h 91"/>
                <a:gd name="T10" fmla="*/ 22 w 167"/>
                <a:gd name="T11" fmla="*/ 11 h 91"/>
                <a:gd name="T12" fmla="*/ 10 w 167"/>
                <a:gd name="T13" fmla="*/ 10 h 91"/>
                <a:gd name="T14" fmla="*/ 9 w 167"/>
                <a:gd name="T15" fmla="*/ 3 h 91"/>
                <a:gd name="T16" fmla="*/ 0 w 167"/>
                <a:gd name="T17" fmla="*/ 0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4" name="Freeform 108"/>
            <p:cNvSpPr>
              <a:spLocks/>
            </p:cNvSpPr>
            <p:nvPr/>
          </p:nvSpPr>
          <p:spPr bwMode="auto">
            <a:xfrm flipH="1">
              <a:off x="3648" y="2871"/>
              <a:ext cx="195" cy="48"/>
            </a:xfrm>
            <a:custGeom>
              <a:avLst/>
              <a:gdLst>
                <a:gd name="T0" fmla="*/ 0 w 544"/>
                <a:gd name="T1" fmla="*/ 0 h 136"/>
                <a:gd name="T2" fmla="*/ 18 w 544"/>
                <a:gd name="T3" fmla="*/ 1 h 136"/>
                <a:gd name="T4" fmla="*/ 36 w 544"/>
                <a:gd name="T5" fmla="*/ 5 h 136"/>
                <a:gd name="T6" fmla="*/ 49 w 544"/>
                <a:gd name="T7" fmla="*/ 6 h 136"/>
                <a:gd name="T8" fmla="*/ 60 w 544"/>
                <a:gd name="T9" fmla="*/ 8 h 136"/>
                <a:gd name="T10" fmla="*/ 65 w 544"/>
                <a:gd name="T11" fmla="*/ 14 h 136"/>
                <a:gd name="T12" fmla="*/ 70 w 544"/>
                <a:gd name="T13" fmla="*/ 17 h 136"/>
                <a:gd name="T14" fmla="*/ 65 w 544"/>
                <a:gd name="T15" fmla="*/ 16 h 136"/>
                <a:gd name="T16" fmla="*/ 60 w 544"/>
                <a:gd name="T17" fmla="*/ 10 h 136"/>
                <a:gd name="T18" fmla="*/ 45 w 544"/>
                <a:gd name="T19" fmla="*/ 7 h 136"/>
                <a:gd name="T20" fmla="*/ 36 w 544"/>
                <a:gd name="T21" fmla="*/ 7 h 136"/>
                <a:gd name="T22" fmla="*/ 29 w 544"/>
                <a:gd name="T23" fmla="*/ 5 h 136"/>
                <a:gd name="T24" fmla="*/ 17 w 544"/>
                <a:gd name="T25" fmla="*/ 2 h 136"/>
                <a:gd name="T26" fmla="*/ 0 w 544"/>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5" name="Freeform 109"/>
            <p:cNvSpPr>
              <a:spLocks/>
            </p:cNvSpPr>
            <p:nvPr/>
          </p:nvSpPr>
          <p:spPr bwMode="auto">
            <a:xfrm flipH="1">
              <a:off x="3868" y="2235"/>
              <a:ext cx="170" cy="179"/>
            </a:xfrm>
            <a:custGeom>
              <a:avLst/>
              <a:gdLst>
                <a:gd name="T0" fmla="*/ 41 w 472"/>
                <a:gd name="T1" fmla="*/ 2 h 520"/>
                <a:gd name="T2" fmla="*/ 46 w 472"/>
                <a:gd name="T3" fmla="*/ 6 h 520"/>
                <a:gd name="T4" fmla="*/ 49 w 472"/>
                <a:gd name="T5" fmla="*/ 10 h 520"/>
                <a:gd name="T6" fmla="*/ 52 w 472"/>
                <a:gd name="T7" fmla="*/ 15 h 520"/>
                <a:gd name="T8" fmla="*/ 54 w 472"/>
                <a:gd name="T9" fmla="*/ 17 h 520"/>
                <a:gd name="T10" fmla="*/ 54 w 472"/>
                <a:gd name="T11" fmla="*/ 20 h 520"/>
                <a:gd name="T12" fmla="*/ 53 w 472"/>
                <a:gd name="T13" fmla="*/ 23 h 520"/>
                <a:gd name="T14" fmla="*/ 55 w 472"/>
                <a:gd name="T15" fmla="*/ 25 h 520"/>
                <a:gd name="T16" fmla="*/ 59 w 472"/>
                <a:gd name="T17" fmla="*/ 32 h 520"/>
                <a:gd name="T18" fmla="*/ 61 w 472"/>
                <a:gd name="T19" fmla="*/ 35 h 520"/>
                <a:gd name="T20" fmla="*/ 61 w 472"/>
                <a:gd name="T21" fmla="*/ 37 h 520"/>
                <a:gd name="T22" fmla="*/ 61 w 472"/>
                <a:gd name="T23" fmla="*/ 38 h 520"/>
                <a:gd name="T24" fmla="*/ 59 w 472"/>
                <a:gd name="T25" fmla="*/ 38 h 520"/>
                <a:gd name="T26" fmla="*/ 56 w 472"/>
                <a:gd name="T27" fmla="*/ 39 h 520"/>
                <a:gd name="T28" fmla="*/ 55 w 472"/>
                <a:gd name="T29" fmla="*/ 39 h 520"/>
                <a:gd name="T30" fmla="*/ 55 w 472"/>
                <a:gd name="T31" fmla="*/ 42 h 520"/>
                <a:gd name="T32" fmla="*/ 56 w 472"/>
                <a:gd name="T33" fmla="*/ 45 h 520"/>
                <a:gd name="T34" fmla="*/ 54 w 472"/>
                <a:gd name="T35" fmla="*/ 46 h 520"/>
                <a:gd name="T36" fmla="*/ 55 w 472"/>
                <a:gd name="T37" fmla="*/ 49 h 520"/>
                <a:gd name="T38" fmla="*/ 53 w 472"/>
                <a:gd name="T39" fmla="*/ 50 h 520"/>
                <a:gd name="T40" fmla="*/ 52 w 472"/>
                <a:gd name="T41" fmla="*/ 54 h 520"/>
                <a:gd name="T42" fmla="*/ 50 w 472"/>
                <a:gd name="T43" fmla="*/ 55 h 520"/>
                <a:gd name="T44" fmla="*/ 48 w 472"/>
                <a:gd name="T45" fmla="*/ 55 h 520"/>
                <a:gd name="T46" fmla="*/ 44 w 472"/>
                <a:gd name="T47" fmla="*/ 55 h 520"/>
                <a:gd name="T48" fmla="*/ 39 w 472"/>
                <a:gd name="T49" fmla="*/ 54 h 520"/>
                <a:gd name="T50" fmla="*/ 40 w 472"/>
                <a:gd name="T51" fmla="*/ 62 h 520"/>
                <a:gd name="T52" fmla="*/ 7 w 472"/>
                <a:gd name="T53" fmla="*/ 52 h 520"/>
                <a:gd name="T54" fmla="*/ 10 w 472"/>
                <a:gd name="T55" fmla="*/ 46 h 520"/>
                <a:gd name="T56" fmla="*/ 9 w 472"/>
                <a:gd name="T57" fmla="*/ 42 h 520"/>
                <a:gd name="T58" fmla="*/ 0 w 472"/>
                <a:gd name="T59" fmla="*/ 33 h 520"/>
                <a:gd name="T60" fmla="*/ 0 w 472"/>
                <a:gd name="T61" fmla="*/ 12 h 520"/>
                <a:gd name="T62" fmla="*/ 6 w 472"/>
                <a:gd name="T63" fmla="*/ 6 h 520"/>
                <a:gd name="T64" fmla="*/ 14 w 472"/>
                <a:gd name="T65" fmla="*/ 3 h 520"/>
                <a:gd name="T66" fmla="*/ 22 w 472"/>
                <a:gd name="T67" fmla="*/ 0 h 520"/>
                <a:gd name="T68" fmla="*/ 32 w 472"/>
                <a:gd name="T69" fmla="*/ 1 h 520"/>
                <a:gd name="T70" fmla="*/ 41 w 472"/>
                <a:gd name="T71" fmla="*/ 2 h 5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52636" name="Freeform 110"/>
            <p:cNvSpPr>
              <a:spLocks/>
            </p:cNvSpPr>
            <p:nvPr/>
          </p:nvSpPr>
          <p:spPr bwMode="auto">
            <a:xfrm flipH="1">
              <a:off x="3878" y="2342"/>
              <a:ext cx="10" cy="2"/>
            </a:xfrm>
            <a:custGeom>
              <a:avLst/>
              <a:gdLst>
                <a:gd name="T0" fmla="*/ 4 w 26"/>
                <a:gd name="T1" fmla="*/ 0 h 5"/>
                <a:gd name="T2" fmla="*/ 3 w 26"/>
                <a:gd name="T3" fmla="*/ 1 h 5"/>
                <a:gd name="T4" fmla="*/ 1 w 26"/>
                <a:gd name="T5" fmla="*/ 1 h 5"/>
                <a:gd name="T6" fmla="*/ 0 w 26"/>
                <a:gd name="T7" fmla="*/ 1 h 5"/>
                <a:gd name="T8" fmla="*/ 0 w 26"/>
                <a:gd name="T9" fmla="*/ 0 h 5"/>
                <a:gd name="T10" fmla="*/ 1 w 26"/>
                <a:gd name="T11" fmla="*/ 0 h 5"/>
                <a:gd name="T12" fmla="*/ 4 w 26"/>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7" name="Freeform 111"/>
            <p:cNvSpPr>
              <a:spLocks/>
            </p:cNvSpPr>
            <p:nvPr/>
          </p:nvSpPr>
          <p:spPr bwMode="auto">
            <a:xfrm flipH="1">
              <a:off x="3888" y="2334"/>
              <a:ext cx="2" cy="8"/>
            </a:xfrm>
            <a:custGeom>
              <a:avLst/>
              <a:gdLst>
                <a:gd name="T0" fmla="*/ 0 w 10"/>
                <a:gd name="T1" fmla="*/ 0 h 19"/>
                <a:gd name="T2" fmla="*/ 0 w 10"/>
                <a:gd name="T3" fmla="*/ 1 h 19"/>
                <a:gd name="T4" fmla="*/ 0 w 10"/>
                <a:gd name="T5" fmla="*/ 2 h 19"/>
                <a:gd name="T6" fmla="*/ 0 w 10"/>
                <a:gd name="T7" fmla="*/ 3 h 19"/>
                <a:gd name="T8" fmla="*/ 0 w 10"/>
                <a:gd name="T9" fmla="*/ 1 h 19"/>
                <a:gd name="T10" fmla="*/ 0 w 10"/>
                <a:gd name="T11" fmla="*/ 0 h 19"/>
                <a:gd name="T12" fmla="*/ 0 w 10"/>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8" name="Freeform 112"/>
            <p:cNvSpPr>
              <a:spLocks/>
            </p:cNvSpPr>
            <p:nvPr/>
          </p:nvSpPr>
          <p:spPr bwMode="auto">
            <a:xfrm flipH="1">
              <a:off x="3893" y="2312"/>
              <a:ext cx="5" cy="15"/>
            </a:xfrm>
            <a:custGeom>
              <a:avLst/>
              <a:gdLst>
                <a:gd name="T0" fmla="*/ 0 w 11"/>
                <a:gd name="T1" fmla="*/ 0 h 38"/>
                <a:gd name="T2" fmla="*/ 2 w 11"/>
                <a:gd name="T3" fmla="*/ 4 h 38"/>
                <a:gd name="T4" fmla="*/ 2 w 11"/>
                <a:gd name="T5" fmla="*/ 6 h 38"/>
                <a:gd name="T6" fmla="*/ 1 w 11"/>
                <a:gd name="T7" fmla="*/ 4 h 38"/>
                <a:gd name="T8" fmla="*/ 0 w 11"/>
                <a:gd name="T9" fmla="*/ 0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39" name="Freeform 113"/>
            <p:cNvSpPr>
              <a:spLocks/>
            </p:cNvSpPr>
            <p:nvPr/>
          </p:nvSpPr>
          <p:spPr bwMode="auto">
            <a:xfrm flipH="1">
              <a:off x="3898" y="2300"/>
              <a:ext cx="17" cy="10"/>
            </a:xfrm>
            <a:custGeom>
              <a:avLst/>
              <a:gdLst>
                <a:gd name="T0" fmla="*/ 6 w 50"/>
                <a:gd name="T1" fmla="*/ 0 h 32"/>
                <a:gd name="T2" fmla="*/ 4 w 50"/>
                <a:gd name="T3" fmla="*/ 2 h 32"/>
                <a:gd name="T4" fmla="*/ 5 w 50"/>
                <a:gd name="T5" fmla="*/ 2 h 32"/>
                <a:gd name="T6" fmla="*/ 5 w 50"/>
                <a:gd name="T7" fmla="*/ 3 h 32"/>
                <a:gd name="T8" fmla="*/ 5 w 50"/>
                <a:gd name="T9" fmla="*/ 3 h 32"/>
                <a:gd name="T10" fmla="*/ 4 w 50"/>
                <a:gd name="T11" fmla="*/ 2 h 32"/>
                <a:gd name="T12" fmla="*/ 3 w 50"/>
                <a:gd name="T13" fmla="*/ 2 h 32"/>
                <a:gd name="T14" fmla="*/ 2 w 50"/>
                <a:gd name="T15" fmla="*/ 2 h 32"/>
                <a:gd name="T16" fmla="*/ 0 w 50"/>
                <a:gd name="T17" fmla="*/ 2 h 32"/>
                <a:gd name="T18" fmla="*/ 2 w 50"/>
                <a:gd name="T19" fmla="*/ 1 h 32"/>
                <a:gd name="T20" fmla="*/ 6 w 50"/>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40" name="Freeform 114"/>
            <p:cNvSpPr>
              <a:spLocks/>
            </p:cNvSpPr>
            <p:nvPr/>
          </p:nvSpPr>
          <p:spPr bwMode="auto">
            <a:xfrm flipH="1">
              <a:off x="3893" y="2283"/>
              <a:ext cx="30" cy="10"/>
            </a:xfrm>
            <a:custGeom>
              <a:avLst/>
              <a:gdLst>
                <a:gd name="T0" fmla="*/ 10 w 86"/>
                <a:gd name="T1" fmla="*/ 2 h 31"/>
                <a:gd name="T2" fmla="*/ 10 w 86"/>
                <a:gd name="T3" fmla="*/ 3 h 31"/>
                <a:gd name="T4" fmla="*/ 9 w 86"/>
                <a:gd name="T5" fmla="*/ 3 h 31"/>
                <a:gd name="T6" fmla="*/ 7 w 86"/>
                <a:gd name="T7" fmla="*/ 2 h 31"/>
                <a:gd name="T8" fmla="*/ 5 w 86"/>
                <a:gd name="T9" fmla="*/ 2 h 31"/>
                <a:gd name="T10" fmla="*/ 2 w 86"/>
                <a:gd name="T11" fmla="*/ 2 h 31"/>
                <a:gd name="T12" fmla="*/ 0 w 86"/>
                <a:gd name="T13" fmla="*/ 2 h 31"/>
                <a:gd name="T14" fmla="*/ 3 w 86"/>
                <a:gd name="T15" fmla="*/ 1 h 31"/>
                <a:gd name="T16" fmla="*/ 5 w 86"/>
                <a:gd name="T17" fmla="*/ 0 h 31"/>
                <a:gd name="T18" fmla="*/ 4 w 86"/>
                <a:gd name="T19" fmla="*/ 0 h 31"/>
                <a:gd name="T20" fmla="*/ 6 w 86"/>
                <a:gd name="T21" fmla="*/ 1 h 31"/>
                <a:gd name="T22" fmla="*/ 6 w 86"/>
                <a:gd name="T23" fmla="*/ 0 h 31"/>
                <a:gd name="T24" fmla="*/ 7 w 86"/>
                <a:gd name="T25" fmla="*/ 1 h 31"/>
                <a:gd name="T26" fmla="*/ 9 w 86"/>
                <a:gd name="T27" fmla="*/ 1 h 31"/>
                <a:gd name="T28" fmla="*/ 10 w 86"/>
                <a:gd name="T29" fmla="*/ 2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41" name="Freeform 115"/>
            <p:cNvSpPr>
              <a:spLocks/>
            </p:cNvSpPr>
            <p:nvPr/>
          </p:nvSpPr>
          <p:spPr bwMode="auto">
            <a:xfrm flipH="1">
              <a:off x="3963" y="2298"/>
              <a:ext cx="17" cy="34"/>
            </a:xfrm>
            <a:custGeom>
              <a:avLst/>
              <a:gdLst>
                <a:gd name="T0" fmla="*/ 6 w 49"/>
                <a:gd name="T1" fmla="*/ 2 h 101"/>
                <a:gd name="T2" fmla="*/ 4 w 49"/>
                <a:gd name="T3" fmla="*/ 1 h 101"/>
                <a:gd name="T4" fmla="*/ 2 w 49"/>
                <a:gd name="T5" fmla="*/ 1 h 101"/>
                <a:gd name="T6" fmla="*/ 1 w 49"/>
                <a:gd name="T7" fmla="*/ 3 h 101"/>
                <a:gd name="T8" fmla="*/ 1 w 49"/>
                <a:gd name="T9" fmla="*/ 6 h 101"/>
                <a:gd name="T10" fmla="*/ 1 w 49"/>
                <a:gd name="T11" fmla="*/ 8 h 101"/>
                <a:gd name="T12" fmla="*/ 2 w 49"/>
                <a:gd name="T13" fmla="*/ 9 h 101"/>
                <a:gd name="T14" fmla="*/ 2 w 49"/>
                <a:gd name="T15" fmla="*/ 7 h 101"/>
                <a:gd name="T16" fmla="*/ 3 w 49"/>
                <a:gd name="T17" fmla="*/ 5 h 101"/>
                <a:gd name="T18" fmla="*/ 6 w 49"/>
                <a:gd name="T19" fmla="*/ 4 h 101"/>
                <a:gd name="T20" fmla="*/ 4 w 49"/>
                <a:gd name="T21" fmla="*/ 6 h 101"/>
                <a:gd name="T22" fmla="*/ 2 w 49"/>
                <a:gd name="T23" fmla="*/ 8 h 101"/>
                <a:gd name="T24" fmla="*/ 2 w 49"/>
                <a:gd name="T25" fmla="*/ 10 h 101"/>
                <a:gd name="T26" fmla="*/ 3 w 49"/>
                <a:gd name="T27" fmla="*/ 11 h 101"/>
                <a:gd name="T28" fmla="*/ 4 w 49"/>
                <a:gd name="T29" fmla="*/ 11 h 101"/>
                <a:gd name="T30" fmla="*/ 1 w 49"/>
                <a:gd name="T31" fmla="*/ 11 h 101"/>
                <a:gd name="T32" fmla="*/ 0 w 49"/>
                <a:gd name="T33" fmla="*/ 8 h 101"/>
                <a:gd name="T34" fmla="*/ 0 w 49"/>
                <a:gd name="T35" fmla="*/ 5 h 101"/>
                <a:gd name="T36" fmla="*/ 0 w 49"/>
                <a:gd name="T37" fmla="*/ 2 h 101"/>
                <a:gd name="T38" fmla="*/ 2 w 49"/>
                <a:gd name="T39" fmla="*/ 1 h 101"/>
                <a:gd name="T40" fmla="*/ 3 w 49"/>
                <a:gd name="T41" fmla="*/ 0 h 101"/>
                <a:gd name="T42" fmla="*/ 5 w 49"/>
                <a:gd name="T43" fmla="*/ 0 h 101"/>
                <a:gd name="T44" fmla="*/ 6 w 49"/>
                <a:gd name="T45" fmla="*/ 2 h 10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42" name="Freeform 116"/>
            <p:cNvSpPr>
              <a:spLocks/>
            </p:cNvSpPr>
            <p:nvPr/>
          </p:nvSpPr>
          <p:spPr bwMode="auto">
            <a:xfrm flipH="1">
              <a:off x="3958" y="2293"/>
              <a:ext cx="27" cy="46"/>
            </a:xfrm>
            <a:custGeom>
              <a:avLst/>
              <a:gdLst>
                <a:gd name="T0" fmla="*/ 9 w 82"/>
                <a:gd name="T1" fmla="*/ 4 h 137"/>
                <a:gd name="T2" fmla="*/ 7 w 82"/>
                <a:gd name="T3" fmla="*/ 1 h 137"/>
                <a:gd name="T4" fmla="*/ 5 w 82"/>
                <a:gd name="T5" fmla="*/ 1 h 137"/>
                <a:gd name="T6" fmla="*/ 2 w 82"/>
                <a:gd name="T7" fmla="*/ 1 h 137"/>
                <a:gd name="T8" fmla="*/ 1 w 82"/>
                <a:gd name="T9" fmla="*/ 2 h 137"/>
                <a:gd name="T10" fmla="*/ 1 w 82"/>
                <a:gd name="T11" fmla="*/ 5 h 137"/>
                <a:gd name="T12" fmla="*/ 1 w 82"/>
                <a:gd name="T13" fmla="*/ 7 h 137"/>
                <a:gd name="T14" fmla="*/ 1 w 82"/>
                <a:gd name="T15" fmla="*/ 8 h 137"/>
                <a:gd name="T16" fmla="*/ 1 w 82"/>
                <a:gd name="T17" fmla="*/ 10 h 137"/>
                <a:gd name="T18" fmla="*/ 1 w 82"/>
                <a:gd name="T19" fmla="*/ 12 h 137"/>
                <a:gd name="T20" fmla="*/ 3 w 82"/>
                <a:gd name="T21" fmla="*/ 14 h 137"/>
                <a:gd name="T22" fmla="*/ 5 w 82"/>
                <a:gd name="T23" fmla="*/ 14 h 137"/>
                <a:gd name="T24" fmla="*/ 6 w 82"/>
                <a:gd name="T25" fmla="*/ 14 h 137"/>
                <a:gd name="T26" fmla="*/ 6 w 82"/>
                <a:gd name="T27" fmla="*/ 14 h 137"/>
                <a:gd name="T28" fmla="*/ 5 w 82"/>
                <a:gd name="T29" fmla="*/ 15 h 137"/>
                <a:gd name="T30" fmla="*/ 4 w 82"/>
                <a:gd name="T31" fmla="*/ 15 h 137"/>
                <a:gd name="T32" fmla="*/ 2 w 82"/>
                <a:gd name="T33" fmla="*/ 14 h 137"/>
                <a:gd name="T34" fmla="*/ 1 w 82"/>
                <a:gd name="T35" fmla="*/ 12 h 137"/>
                <a:gd name="T36" fmla="*/ 0 w 82"/>
                <a:gd name="T37" fmla="*/ 9 h 137"/>
                <a:gd name="T38" fmla="*/ 0 w 82"/>
                <a:gd name="T39" fmla="*/ 6 h 137"/>
                <a:gd name="T40" fmla="*/ 0 w 82"/>
                <a:gd name="T41" fmla="*/ 4 h 137"/>
                <a:gd name="T42" fmla="*/ 1 w 82"/>
                <a:gd name="T43" fmla="*/ 2 h 137"/>
                <a:gd name="T44" fmla="*/ 2 w 82"/>
                <a:gd name="T45" fmla="*/ 1 h 137"/>
                <a:gd name="T46" fmla="*/ 4 w 82"/>
                <a:gd name="T47" fmla="*/ 0 h 137"/>
                <a:gd name="T48" fmla="*/ 7 w 82"/>
                <a:gd name="T49" fmla="*/ 0 h 137"/>
                <a:gd name="T50" fmla="*/ 9 w 82"/>
                <a:gd name="T51" fmla="*/ 1 h 137"/>
                <a:gd name="T52" fmla="*/ 9 w 82"/>
                <a:gd name="T53" fmla="*/ 4 h 1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43" name="Freeform 117"/>
            <p:cNvSpPr>
              <a:spLocks/>
            </p:cNvSpPr>
            <p:nvPr/>
          </p:nvSpPr>
          <p:spPr bwMode="auto">
            <a:xfrm flipH="1">
              <a:off x="3943" y="2344"/>
              <a:ext cx="25" cy="39"/>
            </a:xfrm>
            <a:custGeom>
              <a:avLst/>
              <a:gdLst>
                <a:gd name="T0" fmla="*/ 0 w 74"/>
                <a:gd name="T1" fmla="*/ 0 h 115"/>
                <a:gd name="T2" fmla="*/ 1 w 74"/>
                <a:gd name="T3" fmla="*/ 3 h 115"/>
                <a:gd name="T4" fmla="*/ 3 w 74"/>
                <a:gd name="T5" fmla="*/ 6 h 115"/>
                <a:gd name="T6" fmla="*/ 5 w 74"/>
                <a:gd name="T7" fmla="*/ 8 h 115"/>
                <a:gd name="T8" fmla="*/ 7 w 74"/>
                <a:gd name="T9" fmla="*/ 12 h 115"/>
                <a:gd name="T10" fmla="*/ 8 w 74"/>
                <a:gd name="T11" fmla="*/ 13 h 115"/>
                <a:gd name="T12" fmla="*/ 6 w 74"/>
                <a:gd name="T13" fmla="*/ 12 h 115"/>
                <a:gd name="T14" fmla="*/ 3 w 74"/>
                <a:gd name="T15" fmla="*/ 8 h 115"/>
                <a:gd name="T16" fmla="*/ 1 w 74"/>
                <a:gd name="T17" fmla="*/ 5 h 115"/>
                <a:gd name="T18" fmla="*/ 0 w 74"/>
                <a:gd name="T19" fmla="*/ 0 h 1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44" name="Freeform 118"/>
            <p:cNvSpPr>
              <a:spLocks/>
            </p:cNvSpPr>
            <p:nvPr/>
          </p:nvSpPr>
          <p:spPr bwMode="auto">
            <a:xfrm flipH="1">
              <a:off x="3898" y="2208"/>
              <a:ext cx="152" cy="151"/>
            </a:xfrm>
            <a:custGeom>
              <a:avLst/>
              <a:gdLst>
                <a:gd name="T0" fmla="*/ 50 w 427"/>
                <a:gd name="T1" fmla="*/ 15 h 431"/>
                <a:gd name="T2" fmla="*/ 42 w 427"/>
                <a:gd name="T3" fmla="*/ 14 h 431"/>
                <a:gd name="T4" fmla="*/ 36 w 427"/>
                <a:gd name="T5" fmla="*/ 15 h 431"/>
                <a:gd name="T6" fmla="*/ 33 w 427"/>
                <a:gd name="T7" fmla="*/ 19 h 431"/>
                <a:gd name="T8" fmla="*/ 35 w 427"/>
                <a:gd name="T9" fmla="*/ 23 h 431"/>
                <a:gd name="T10" fmla="*/ 37 w 427"/>
                <a:gd name="T11" fmla="*/ 25 h 431"/>
                <a:gd name="T12" fmla="*/ 38 w 427"/>
                <a:gd name="T13" fmla="*/ 29 h 431"/>
                <a:gd name="T14" fmla="*/ 37 w 427"/>
                <a:gd name="T15" fmla="*/ 32 h 431"/>
                <a:gd name="T16" fmla="*/ 38 w 427"/>
                <a:gd name="T17" fmla="*/ 36 h 431"/>
                <a:gd name="T18" fmla="*/ 35 w 427"/>
                <a:gd name="T19" fmla="*/ 36 h 431"/>
                <a:gd name="T20" fmla="*/ 34 w 427"/>
                <a:gd name="T21" fmla="*/ 31 h 431"/>
                <a:gd name="T22" fmla="*/ 32 w 427"/>
                <a:gd name="T23" fmla="*/ 29 h 431"/>
                <a:gd name="T24" fmla="*/ 27 w 427"/>
                <a:gd name="T25" fmla="*/ 29 h 431"/>
                <a:gd name="T26" fmla="*/ 23 w 427"/>
                <a:gd name="T27" fmla="*/ 30 h 431"/>
                <a:gd name="T28" fmla="*/ 22 w 427"/>
                <a:gd name="T29" fmla="*/ 33 h 431"/>
                <a:gd name="T30" fmla="*/ 22 w 427"/>
                <a:gd name="T31" fmla="*/ 37 h 431"/>
                <a:gd name="T32" fmla="*/ 22 w 427"/>
                <a:gd name="T33" fmla="*/ 41 h 431"/>
                <a:gd name="T34" fmla="*/ 22 w 427"/>
                <a:gd name="T35" fmla="*/ 43 h 431"/>
                <a:gd name="T36" fmla="*/ 22 w 427"/>
                <a:gd name="T37" fmla="*/ 46 h 431"/>
                <a:gd name="T38" fmla="*/ 20 w 427"/>
                <a:gd name="T39" fmla="*/ 48 h 431"/>
                <a:gd name="T40" fmla="*/ 17 w 427"/>
                <a:gd name="T41" fmla="*/ 50 h 431"/>
                <a:gd name="T42" fmla="*/ 13 w 427"/>
                <a:gd name="T43" fmla="*/ 53 h 431"/>
                <a:gd name="T44" fmla="*/ 4 w 427"/>
                <a:gd name="T45" fmla="*/ 44 h 431"/>
                <a:gd name="T46" fmla="*/ 1 w 427"/>
                <a:gd name="T47" fmla="*/ 37 h 431"/>
                <a:gd name="T48" fmla="*/ 0 w 427"/>
                <a:gd name="T49" fmla="*/ 25 h 431"/>
                <a:gd name="T50" fmla="*/ 0 w 427"/>
                <a:gd name="T51" fmla="*/ 17 h 431"/>
                <a:gd name="T52" fmla="*/ 1 w 427"/>
                <a:gd name="T53" fmla="*/ 9 h 431"/>
                <a:gd name="T54" fmla="*/ 4 w 427"/>
                <a:gd name="T55" fmla="*/ 5 h 431"/>
                <a:gd name="T56" fmla="*/ 9 w 427"/>
                <a:gd name="T57" fmla="*/ 2 h 431"/>
                <a:gd name="T58" fmla="*/ 14 w 427"/>
                <a:gd name="T59" fmla="*/ 1 h 431"/>
                <a:gd name="T60" fmla="*/ 23 w 427"/>
                <a:gd name="T61" fmla="*/ 0 h 431"/>
                <a:gd name="T62" fmla="*/ 32 w 427"/>
                <a:gd name="T63" fmla="*/ 0 h 431"/>
                <a:gd name="T64" fmla="*/ 44 w 427"/>
                <a:gd name="T65" fmla="*/ 2 h 431"/>
                <a:gd name="T66" fmla="*/ 49 w 427"/>
                <a:gd name="T67" fmla="*/ 5 h 431"/>
                <a:gd name="T68" fmla="*/ 52 w 427"/>
                <a:gd name="T69" fmla="*/ 7 h 431"/>
                <a:gd name="T70" fmla="*/ 54 w 427"/>
                <a:gd name="T71" fmla="*/ 11 h 431"/>
                <a:gd name="T72" fmla="*/ 54 w 427"/>
                <a:gd name="T73" fmla="*/ 13 h 431"/>
                <a:gd name="T74" fmla="*/ 50 w 427"/>
                <a:gd name="T75" fmla="*/ 15 h 43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45" name="Freeform 119"/>
            <p:cNvSpPr>
              <a:spLocks/>
            </p:cNvSpPr>
            <p:nvPr/>
          </p:nvSpPr>
          <p:spPr bwMode="auto">
            <a:xfrm flipH="1">
              <a:off x="3903" y="2210"/>
              <a:ext cx="145" cy="144"/>
            </a:xfrm>
            <a:custGeom>
              <a:avLst/>
              <a:gdLst>
                <a:gd name="T0" fmla="*/ 50 w 405"/>
                <a:gd name="T1" fmla="*/ 8 h 413"/>
                <a:gd name="T2" fmla="*/ 51 w 405"/>
                <a:gd name="T3" fmla="*/ 12 h 413"/>
                <a:gd name="T4" fmla="*/ 39 w 405"/>
                <a:gd name="T5" fmla="*/ 12 h 413"/>
                <a:gd name="T6" fmla="*/ 28 w 405"/>
                <a:gd name="T7" fmla="*/ 10 h 413"/>
                <a:gd name="T8" fmla="*/ 33 w 405"/>
                <a:gd name="T9" fmla="*/ 12 h 413"/>
                <a:gd name="T10" fmla="*/ 34 w 405"/>
                <a:gd name="T11" fmla="*/ 13 h 413"/>
                <a:gd name="T12" fmla="*/ 29 w 405"/>
                <a:gd name="T13" fmla="*/ 13 h 413"/>
                <a:gd name="T14" fmla="*/ 28 w 405"/>
                <a:gd name="T15" fmla="*/ 13 h 413"/>
                <a:gd name="T16" fmla="*/ 31 w 405"/>
                <a:gd name="T17" fmla="*/ 17 h 413"/>
                <a:gd name="T18" fmla="*/ 30 w 405"/>
                <a:gd name="T19" fmla="*/ 17 h 413"/>
                <a:gd name="T20" fmla="*/ 33 w 405"/>
                <a:gd name="T21" fmla="*/ 22 h 413"/>
                <a:gd name="T22" fmla="*/ 23 w 405"/>
                <a:gd name="T23" fmla="*/ 20 h 413"/>
                <a:gd name="T24" fmla="*/ 36 w 405"/>
                <a:gd name="T25" fmla="*/ 24 h 413"/>
                <a:gd name="T26" fmla="*/ 29 w 405"/>
                <a:gd name="T27" fmla="*/ 23 h 413"/>
                <a:gd name="T28" fmla="*/ 35 w 405"/>
                <a:gd name="T29" fmla="*/ 26 h 413"/>
                <a:gd name="T30" fmla="*/ 33 w 405"/>
                <a:gd name="T31" fmla="*/ 28 h 413"/>
                <a:gd name="T32" fmla="*/ 23 w 405"/>
                <a:gd name="T33" fmla="*/ 27 h 413"/>
                <a:gd name="T34" fmla="*/ 16 w 405"/>
                <a:gd name="T35" fmla="*/ 28 h 413"/>
                <a:gd name="T36" fmla="*/ 16 w 405"/>
                <a:gd name="T37" fmla="*/ 30 h 413"/>
                <a:gd name="T38" fmla="*/ 14 w 405"/>
                <a:gd name="T39" fmla="*/ 31 h 413"/>
                <a:gd name="T40" fmla="*/ 20 w 405"/>
                <a:gd name="T41" fmla="*/ 35 h 413"/>
                <a:gd name="T42" fmla="*/ 15 w 405"/>
                <a:gd name="T43" fmla="*/ 35 h 413"/>
                <a:gd name="T44" fmla="*/ 20 w 405"/>
                <a:gd name="T45" fmla="*/ 40 h 413"/>
                <a:gd name="T46" fmla="*/ 16 w 405"/>
                <a:gd name="T47" fmla="*/ 40 h 413"/>
                <a:gd name="T48" fmla="*/ 18 w 405"/>
                <a:gd name="T49" fmla="*/ 46 h 413"/>
                <a:gd name="T50" fmla="*/ 11 w 405"/>
                <a:gd name="T51" fmla="*/ 37 h 413"/>
                <a:gd name="T52" fmla="*/ 18 w 405"/>
                <a:gd name="T53" fmla="*/ 47 h 413"/>
                <a:gd name="T54" fmla="*/ 10 w 405"/>
                <a:gd name="T55" fmla="*/ 43 h 413"/>
                <a:gd name="T56" fmla="*/ 12 w 405"/>
                <a:gd name="T57" fmla="*/ 47 h 413"/>
                <a:gd name="T58" fmla="*/ 8 w 405"/>
                <a:gd name="T59" fmla="*/ 47 h 413"/>
                <a:gd name="T60" fmla="*/ 1 w 405"/>
                <a:gd name="T61" fmla="*/ 30 h 413"/>
                <a:gd name="T62" fmla="*/ 5 w 405"/>
                <a:gd name="T63" fmla="*/ 20 h 413"/>
                <a:gd name="T64" fmla="*/ 10 w 405"/>
                <a:gd name="T65" fmla="*/ 21 h 413"/>
                <a:gd name="T66" fmla="*/ 0 w 405"/>
                <a:gd name="T67" fmla="*/ 17 h 413"/>
                <a:gd name="T68" fmla="*/ 7 w 405"/>
                <a:gd name="T69" fmla="*/ 11 h 413"/>
                <a:gd name="T70" fmla="*/ 11 w 405"/>
                <a:gd name="T71" fmla="*/ 11 h 413"/>
                <a:gd name="T72" fmla="*/ 3 w 405"/>
                <a:gd name="T73" fmla="*/ 5 h 413"/>
                <a:gd name="T74" fmla="*/ 13 w 405"/>
                <a:gd name="T75" fmla="*/ 3 h 413"/>
                <a:gd name="T76" fmla="*/ 10 w 405"/>
                <a:gd name="T77" fmla="*/ 1 h 413"/>
                <a:gd name="T78" fmla="*/ 23 w 405"/>
                <a:gd name="T79" fmla="*/ 1 h 413"/>
                <a:gd name="T80" fmla="*/ 28 w 405"/>
                <a:gd name="T81" fmla="*/ 2 h 413"/>
                <a:gd name="T82" fmla="*/ 28 w 405"/>
                <a:gd name="T83" fmla="*/ 0 h 413"/>
                <a:gd name="T84" fmla="*/ 38 w 405"/>
                <a:gd name="T85" fmla="*/ 4 h 413"/>
                <a:gd name="T86" fmla="*/ 37 w 405"/>
                <a:gd name="T87" fmla="*/ 1 h 4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52646" name="Group 120"/>
            <p:cNvGrpSpPr>
              <a:grpSpLocks/>
            </p:cNvGrpSpPr>
            <p:nvPr/>
          </p:nvGrpSpPr>
          <p:grpSpPr bwMode="auto">
            <a:xfrm flipH="1">
              <a:off x="3595" y="2572"/>
              <a:ext cx="158" cy="95"/>
              <a:chOff x="2648" y="2214"/>
              <a:chExt cx="63" cy="39"/>
            </a:xfrm>
          </p:grpSpPr>
          <p:sp>
            <p:nvSpPr>
              <p:cNvPr id="152668" name="Freeform 121"/>
              <p:cNvSpPr>
                <a:spLocks/>
              </p:cNvSpPr>
              <p:nvPr/>
            </p:nvSpPr>
            <p:spPr bwMode="auto">
              <a:xfrm>
                <a:off x="2648" y="2214"/>
                <a:ext cx="63" cy="39"/>
              </a:xfrm>
              <a:custGeom>
                <a:avLst/>
                <a:gdLst>
                  <a:gd name="T0" fmla="*/ 0 w 443"/>
                  <a:gd name="T1" fmla="*/ 3 h 274"/>
                  <a:gd name="T2" fmla="*/ 1 w 443"/>
                  <a:gd name="T3" fmla="*/ 3 h 274"/>
                  <a:gd name="T4" fmla="*/ 2 w 443"/>
                  <a:gd name="T5" fmla="*/ 3 h 274"/>
                  <a:gd name="T6" fmla="*/ 2 w 443"/>
                  <a:gd name="T7" fmla="*/ 3 h 274"/>
                  <a:gd name="T8" fmla="*/ 2 w 443"/>
                  <a:gd name="T9" fmla="*/ 2 h 274"/>
                  <a:gd name="T10" fmla="*/ 3 w 443"/>
                  <a:gd name="T11" fmla="*/ 2 h 274"/>
                  <a:gd name="T12" fmla="*/ 4 w 443"/>
                  <a:gd name="T13" fmla="*/ 1 h 274"/>
                  <a:gd name="T14" fmla="*/ 4 w 443"/>
                  <a:gd name="T15" fmla="*/ 1 h 274"/>
                  <a:gd name="T16" fmla="*/ 4 w 443"/>
                  <a:gd name="T17" fmla="*/ 1 h 274"/>
                  <a:gd name="T18" fmla="*/ 5 w 443"/>
                  <a:gd name="T19" fmla="*/ 0 h 274"/>
                  <a:gd name="T20" fmla="*/ 6 w 443"/>
                  <a:gd name="T21" fmla="*/ 0 h 274"/>
                  <a:gd name="T22" fmla="*/ 7 w 443"/>
                  <a:gd name="T23" fmla="*/ 0 h 274"/>
                  <a:gd name="T24" fmla="*/ 7 w 443"/>
                  <a:gd name="T25" fmla="*/ 0 h 274"/>
                  <a:gd name="T26" fmla="*/ 7 w 443"/>
                  <a:gd name="T27" fmla="*/ 0 h 274"/>
                  <a:gd name="T28" fmla="*/ 8 w 443"/>
                  <a:gd name="T29" fmla="*/ 1 h 274"/>
                  <a:gd name="T30" fmla="*/ 8 w 443"/>
                  <a:gd name="T31" fmla="*/ 1 h 274"/>
                  <a:gd name="T32" fmla="*/ 9 w 443"/>
                  <a:gd name="T33" fmla="*/ 1 h 274"/>
                  <a:gd name="T34" fmla="*/ 9 w 443"/>
                  <a:gd name="T35" fmla="*/ 1 h 274"/>
                  <a:gd name="T36" fmla="*/ 9 w 443"/>
                  <a:gd name="T37" fmla="*/ 2 h 274"/>
                  <a:gd name="T38" fmla="*/ 9 w 443"/>
                  <a:gd name="T39" fmla="*/ 2 h 274"/>
                  <a:gd name="T40" fmla="*/ 9 w 443"/>
                  <a:gd name="T41" fmla="*/ 2 h 274"/>
                  <a:gd name="T42" fmla="*/ 9 w 443"/>
                  <a:gd name="T43" fmla="*/ 2 h 274"/>
                  <a:gd name="T44" fmla="*/ 9 w 443"/>
                  <a:gd name="T45" fmla="*/ 3 h 274"/>
                  <a:gd name="T46" fmla="*/ 8 w 443"/>
                  <a:gd name="T47" fmla="*/ 2 h 274"/>
                  <a:gd name="T48" fmla="*/ 8 w 443"/>
                  <a:gd name="T49" fmla="*/ 2 h 274"/>
                  <a:gd name="T50" fmla="*/ 7 w 443"/>
                  <a:gd name="T51" fmla="*/ 2 h 274"/>
                  <a:gd name="T52" fmla="*/ 6 w 443"/>
                  <a:gd name="T53" fmla="*/ 2 h 274"/>
                  <a:gd name="T54" fmla="*/ 7 w 443"/>
                  <a:gd name="T55" fmla="*/ 2 h 274"/>
                  <a:gd name="T56" fmla="*/ 8 w 443"/>
                  <a:gd name="T57" fmla="*/ 3 h 274"/>
                  <a:gd name="T58" fmla="*/ 8 w 443"/>
                  <a:gd name="T59" fmla="*/ 3 h 274"/>
                  <a:gd name="T60" fmla="*/ 8 w 443"/>
                  <a:gd name="T61" fmla="*/ 3 h 274"/>
                  <a:gd name="T62" fmla="*/ 8 w 443"/>
                  <a:gd name="T63" fmla="*/ 3 h 274"/>
                  <a:gd name="T64" fmla="*/ 8 w 443"/>
                  <a:gd name="T65" fmla="*/ 3 h 274"/>
                  <a:gd name="T66" fmla="*/ 8 w 443"/>
                  <a:gd name="T67" fmla="*/ 3 h 274"/>
                  <a:gd name="T68" fmla="*/ 7 w 443"/>
                  <a:gd name="T69" fmla="*/ 3 h 274"/>
                  <a:gd name="T70" fmla="*/ 6 w 443"/>
                  <a:gd name="T71" fmla="*/ 3 h 274"/>
                  <a:gd name="T72" fmla="*/ 6 w 443"/>
                  <a:gd name="T73" fmla="*/ 3 h 274"/>
                  <a:gd name="T74" fmla="*/ 5 w 443"/>
                  <a:gd name="T75" fmla="*/ 3 h 274"/>
                  <a:gd name="T76" fmla="*/ 5 w 443"/>
                  <a:gd name="T77" fmla="*/ 4 h 274"/>
                  <a:gd name="T78" fmla="*/ 5 w 443"/>
                  <a:gd name="T79" fmla="*/ 4 h 274"/>
                  <a:gd name="T80" fmla="*/ 5 w 443"/>
                  <a:gd name="T81" fmla="*/ 4 h 274"/>
                  <a:gd name="T82" fmla="*/ 4 w 443"/>
                  <a:gd name="T83" fmla="*/ 5 h 274"/>
                  <a:gd name="T84" fmla="*/ 4 w 443"/>
                  <a:gd name="T85" fmla="*/ 5 h 274"/>
                  <a:gd name="T86" fmla="*/ 3 w 443"/>
                  <a:gd name="T87" fmla="*/ 5 h 274"/>
                  <a:gd name="T88" fmla="*/ 3 w 443"/>
                  <a:gd name="T89" fmla="*/ 5 h 274"/>
                  <a:gd name="T90" fmla="*/ 2 w 443"/>
                  <a:gd name="T91" fmla="*/ 5 h 274"/>
                  <a:gd name="T92" fmla="*/ 2 w 443"/>
                  <a:gd name="T93" fmla="*/ 5 h 274"/>
                  <a:gd name="T94" fmla="*/ 1 w 443"/>
                  <a:gd name="T95" fmla="*/ 5 h 274"/>
                  <a:gd name="T96" fmla="*/ 0 w 443"/>
                  <a:gd name="T97" fmla="*/ 6 h 274"/>
                  <a:gd name="T98" fmla="*/ 0 w 443"/>
                  <a:gd name="T99" fmla="*/ 3 h 2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52669" name="Freeform 122"/>
              <p:cNvSpPr>
                <a:spLocks/>
              </p:cNvSpPr>
              <p:nvPr/>
            </p:nvSpPr>
            <p:spPr bwMode="auto">
              <a:xfrm>
                <a:off x="2688" y="2221"/>
                <a:ext cx="20" cy="5"/>
              </a:xfrm>
              <a:custGeom>
                <a:avLst/>
                <a:gdLst>
                  <a:gd name="T0" fmla="*/ 3 w 141"/>
                  <a:gd name="T1" fmla="*/ 1 h 32"/>
                  <a:gd name="T2" fmla="*/ 2 w 141"/>
                  <a:gd name="T3" fmla="*/ 0 h 32"/>
                  <a:gd name="T4" fmla="*/ 2 w 141"/>
                  <a:gd name="T5" fmla="*/ 0 h 32"/>
                  <a:gd name="T6" fmla="*/ 1 w 141"/>
                  <a:gd name="T7" fmla="*/ 0 h 32"/>
                  <a:gd name="T8" fmla="*/ 1 w 141"/>
                  <a:gd name="T9" fmla="*/ 0 h 32"/>
                  <a:gd name="T10" fmla="*/ 0 w 141"/>
                  <a:gd name="T11" fmla="*/ 0 h 32"/>
                  <a:gd name="T12" fmla="*/ 0 w 141"/>
                  <a:gd name="T13" fmla="*/ 0 h 32"/>
                  <a:gd name="T14" fmla="*/ 1 w 141"/>
                  <a:gd name="T15" fmla="*/ 0 h 32"/>
                  <a:gd name="T16" fmla="*/ 1 w 141"/>
                  <a:gd name="T17" fmla="*/ 0 h 32"/>
                  <a:gd name="T18" fmla="*/ 2 w 141"/>
                  <a:gd name="T19" fmla="*/ 0 h 32"/>
                  <a:gd name="T20" fmla="*/ 2 w 141"/>
                  <a:gd name="T21" fmla="*/ 0 h 32"/>
                  <a:gd name="T22" fmla="*/ 3 w 141"/>
                  <a:gd name="T23" fmla="*/ 1 h 32"/>
                  <a:gd name="T24" fmla="*/ 3 w 141"/>
                  <a:gd name="T25" fmla="*/ 1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0" name="Freeform 123"/>
              <p:cNvSpPr>
                <a:spLocks/>
              </p:cNvSpPr>
              <p:nvPr/>
            </p:nvSpPr>
            <p:spPr bwMode="auto">
              <a:xfrm>
                <a:off x="2680" y="2216"/>
                <a:ext cx="17" cy="3"/>
              </a:xfrm>
              <a:custGeom>
                <a:avLst/>
                <a:gdLst>
                  <a:gd name="T0" fmla="*/ 2 w 119"/>
                  <a:gd name="T1" fmla="*/ 0 h 22"/>
                  <a:gd name="T2" fmla="*/ 2 w 119"/>
                  <a:gd name="T3" fmla="*/ 0 h 22"/>
                  <a:gd name="T4" fmla="*/ 2 w 119"/>
                  <a:gd name="T5" fmla="*/ 0 h 22"/>
                  <a:gd name="T6" fmla="*/ 2 w 119"/>
                  <a:gd name="T7" fmla="*/ 0 h 22"/>
                  <a:gd name="T8" fmla="*/ 2 w 119"/>
                  <a:gd name="T9" fmla="*/ 0 h 22"/>
                  <a:gd name="T10" fmla="*/ 1 w 119"/>
                  <a:gd name="T11" fmla="*/ 0 h 22"/>
                  <a:gd name="T12" fmla="*/ 1 w 119"/>
                  <a:gd name="T13" fmla="*/ 0 h 22"/>
                  <a:gd name="T14" fmla="*/ 0 w 119"/>
                  <a:gd name="T15" fmla="*/ 0 h 22"/>
                  <a:gd name="T16" fmla="*/ 0 w 119"/>
                  <a:gd name="T17" fmla="*/ 0 h 22"/>
                  <a:gd name="T18" fmla="*/ 1 w 119"/>
                  <a:gd name="T19" fmla="*/ 0 h 22"/>
                  <a:gd name="T20" fmla="*/ 1 w 119"/>
                  <a:gd name="T21" fmla="*/ 0 h 22"/>
                  <a:gd name="T22" fmla="*/ 2 w 119"/>
                  <a:gd name="T23" fmla="*/ 0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1" name="Freeform 124"/>
              <p:cNvSpPr>
                <a:spLocks/>
              </p:cNvSpPr>
              <p:nvPr/>
            </p:nvSpPr>
            <p:spPr bwMode="auto">
              <a:xfrm>
                <a:off x="2687" y="2228"/>
                <a:ext cx="7" cy="2"/>
              </a:xfrm>
              <a:custGeom>
                <a:avLst/>
                <a:gdLst>
                  <a:gd name="T0" fmla="*/ 1 w 48"/>
                  <a:gd name="T1" fmla="*/ 0 h 11"/>
                  <a:gd name="T2" fmla="*/ 1 w 48"/>
                  <a:gd name="T3" fmla="*/ 0 h 11"/>
                  <a:gd name="T4" fmla="*/ 1 w 48"/>
                  <a:gd name="T5" fmla="*/ 0 h 11"/>
                  <a:gd name="T6" fmla="*/ 0 w 48"/>
                  <a:gd name="T7" fmla="*/ 0 h 11"/>
                  <a:gd name="T8" fmla="*/ 0 w 48"/>
                  <a:gd name="T9" fmla="*/ 0 h 11"/>
                  <a:gd name="T10" fmla="*/ 0 w 48"/>
                  <a:gd name="T11" fmla="*/ 0 h 11"/>
                  <a:gd name="T12" fmla="*/ 1 w 48"/>
                  <a:gd name="T13" fmla="*/ 0 h 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2" name="Freeform 125"/>
              <p:cNvSpPr>
                <a:spLocks/>
              </p:cNvSpPr>
              <p:nvPr/>
            </p:nvSpPr>
            <p:spPr bwMode="auto">
              <a:xfrm>
                <a:off x="2707" y="2227"/>
                <a:ext cx="2" cy="3"/>
              </a:xfrm>
              <a:custGeom>
                <a:avLst/>
                <a:gdLst>
                  <a:gd name="T0" fmla="*/ 0 w 10"/>
                  <a:gd name="T1" fmla="*/ 0 h 21"/>
                  <a:gd name="T2" fmla="*/ 0 w 10"/>
                  <a:gd name="T3" fmla="*/ 0 h 21"/>
                  <a:gd name="T4" fmla="*/ 0 w 10"/>
                  <a:gd name="T5" fmla="*/ 0 h 21"/>
                  <a:gd name="T6" fmla="*/ 0 w 10"/>
                  <a:gd name="T7" fmla="*/ 0 h 21"/>
                  <a:gd name="T8" fmla="*/ 0 w 10"/>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3" name="Freeform 126"/>
              <p:cNvSpPr>
                <a:spLocks/>
              </p:cNvSpPr>
              <p:nvPr/>
            </p:nvSpPr>
            <p:spPr bwMode="auto">
              <a:xfrm>
                <a:off x="2702" y="2234"/>
                <a:ext cx="2" cy="1"/>
              </a:xfrm>
              <a:custGeom>
                <a:avLst/>
                <a:gdLst>
                  <a:gd name="T0" fmla="*/ 0 w 9"/>
                  <a:gd name="T1" fmla="*/ 0 h 11"/>
                  <a:gd name="T2" fmla="*/ 0 w 9"/>
                  <a:gd name="T3" fmla="*/ 0 h 11"/>
                  <a:gd name="T4" fmla="*/ 0 w 9"/>
                  <a:gd name="T5" fmla="*/ 0 h 11"/>
                  <a:gd name="T6" fmla="*/ 0 w 9"/>
                  <a:gd name="T7" fmla="*/ 0 h 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4" name="Freeform 127"/>
              <p:cNvSpPr>
                <a:spLocks/>
              </p:cNvSpPr>
              <p:nvPr/>
            </p:nvSpPr>
            <p:spPr bwMode="auto">
              <a:xfrm>
                <a:off x="2678" y="2224"/>
                <a:ext cx="3" cy="4"/>
              </a:xfrm>
              <a:custGeom>
                <a:avLst/>
                <a:gdLst>
                  <a:gd name="T0" fmla="*/ 0 w 23"/>
                  <a:gd name="T1" fmla="*/ 0 h 27"/>
                  <a:gd name="T2" fmla="*/ 0 w 23"/>
                  <a:gd name="T3" fmla="*/ 0 h 27"/>
                  <a:gd name="T4" fmla="*/ 0 w 23"/>
                  <a:gd name="T5" fmla="*/ 0 h 27"/>
                  <a:gd name="T6" fmla="*/ 0 w 23"/>
                  <a:gd name="T7" fmla="*/ 1 h 27"/>
                  <a:gd name="T8" fmla="*/ 0 w 23"/>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5" name="Freeform 128"/>
              <p:cNvSpPr>
                <a:spLocks/>
              </p:cNvSpPr>
              <p:nvPr/>
            </p:nvSpPr>
            <p:spPr bwMode="auto">
              <a:xfrm>
                <a:off x="2665" y="2224"/>
                <a:ext cx="10" cy="10"/>
              </a:xfrm>
              <a:custGeom>
                <a:avLst/>
                <a:gdLst>
                  <a:gd name="T0" fmla="*/ 1 w 71"/>
                  <a:gd name="T1" fmla="*/ 0 h 73"/>
                  <a:gd name="T2" fmla="*/ 1 w 71"/>
                  <a:gd name="T3" fmla="*/ 0 h 73"/>
                  <a:gd name="T4" fmla="*/ 1 w 71"/>
                  <a:gd name="T5" fmla="*/ 1 h 73"/>
                  <a:gd name="T6" fmla="*/ 0 w 71"/>
                  <a:gd name="T7" fmla="*/ 1 h 73"/>
                  <a:gd name="T8" fmla="*/ 1 w 71"/>
                  <a:gd name="T9" fmla="*/ 1 h 73"/>
                  <a:gd name="T10" fmla="*/ 1 w 71"/>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6" name="Freeform 129"/>
              <p:cNvSpPr>
                <a:spLocks/>
              </p:cNvSpPr>
              <p:nvPr/>
            </p:nvSpPr>
            <p:spPr bwMode="auto">
              <a:xfrm>
                <a:off x="2660" y="2238"/>
                <a:ext cx="2" cy="8"/>
              </a:xfrm>
              <a:custGeom>
                <a:avLst/>
                <a:gdLst>
                  <a:gd name="T0" fmla="*/ 0 w 16"/>
                  <a:gd name="T1" fmla="*/ 0 h 53"/>
                  <a:gd name="T2" fmla="*/ 0 w 16"/>
                  <a:gd name="T3" fmla="*/ 0 h 53"/>
                  <a:gd name="T4" fmla="*/ 0 w 16"/>
                  <a:gd name="T5" fmla="*/ 1 h 53"/>
                  <a:gd name="T6" fmla="*/ 0 w 16"/>
                  <a:gd name="T7" fmla="*/ 1 h 53"/>
                  <a:gd name="T8" fmla="*/ 0 w 16"/>
                  <a:gd name="T9" fmla="*/ 1 h 53"/>
                  <a:gd name="T10" fmla="*/ 0 w 16"/>
                  <a:gd name="T11" fmla="*/ 0 h 53"/>
                  <a:gd name="T12" fmla="*/ 0 w 16"/>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77" name="Freeform 130"/>
              <p:cNvSpPr>
                <a:spLocks/>
              </p:cNvSpPr>
              <p:nvPr/>
            </p:nvSpPr>
            <p:spPr bwMode="auto">
              <a:xfrm>
                <a:off x="2684" y="2231"/>
                <a:ext cx="1" cy="2"/>
              </a:xfrm>
              <a:custGeom>
                <a:avLst/>
                <a:gdLst>
                  <a:gd name="T0" fmla="*/ 0 w 8"/>
                  <a:gd name="T1" fmla="*/ 0 h 19"/>
                  <a:gd name="T2" fmla="*/ 0 w 8"/>
                  <a:gd name="T3" fmla="*/ 0 h 19"/>
                  <a:gd name="T4" fmla="*/ 0 w 8"/>
                  <a:gd name="T5" fmla="*/ 0 h 19"/>
                  <a:gd name="T6" fmla="*/ 0 w 8"/>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2647" name="Group 131"/>
            <p:cNvGrpSpPr>
              <a:grpSpLocks/>
            </p:cNvGrpSpPr>
            <p:nvPr/>
          </p:nvGrpSpPr>
          <p:grpSpPr bwMode="auto">
            <a:xfrm flipH="1">
              <a:off x="3730" y="2363"/>
              <a:ext cx="365" cy="408"/>
              <a:chOff x="2511" y="2128"/>
              <a:chExt cx="146" cy="168"/>
            </a:xfrm>
          </p:grpSpPr>
          <p:sp>
            <p:nvSpPr>
              <p:cNvPr id="152654" name="Freeform 132"/>
              <p:cNvSpPr>
                <a:spLocks/>
              </p:cNvSpPr>
              <p:nvPr/>
            </p:nvSpPr>
            <p:spPr bwMode="auto">
              <a:xfrm>
                <a:off x="2590" y="2128"/>
                <a:ext cx="5" cy="4"/>
              </a:xfrm>
              <a:custGeom>
                <a:avLst/>
                <a:gdLst>
                  <a:gd name="T0" fmla="*/ 1 w 32"/>
                  <a:gd name="T1" fmla="*/ 0 h 23"/>
                  <a:gd name="T2" fmla="*/ 1 w 32"/>
                  <a:gd name="T3" fmla="*/ 0 h 23"/>
                  <a:gd name="T4" fmla="*/ 0 w 32"/>
                  <a:gd name="T5" fmla="*/ 0 h 23"/>
                  <a:gd name="T6" fmla="*/ 0 w 32"/>
                  <a:gd name="T7" fmla="*/ 1 h 23"/>
                  <a:gd name="T8" fmla="*/ 0 w 32"/>
                  <a:gd name="T9" fmla="*/ 1 h 23"/>
                  <a:gd name="T10" fmla="*/ 0 w 32"/>
                  <a:gd name="T11" fmla="*/ 1 h 23"/>
                  <a:gd name="T12" fmla="*/ 1 w 32"/>
                  <a:gd name="T13" fmla="*/ 1 h 23"/>
                  <a:gd name="T14" fmla="*/ 1 w 32"/>
                  <a:gd name="T15" fmla="*/ 0 h 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55" name="Freeform 133"/>
              <p:cNvSpPr>
                <a:spLocks/>
              </p:cNvSpPr>
              <p:nvPr/>
            </p:nvSpPr>
            <p:spPr bwMode="auto">
              <a:xfrm>
                <a:off x="2592" y="2134"/>
                <a:ext cx="2" cy="2"/>
              </a:xfrm>
              <a:custGeom>
                <a:avLst/>
                <a:gdLst>
                  <a:gd name="T0" fmla="*/ 1 w 8"/>
                  <a:gd name="T1" fmla="*/ 0 h 15"/>
                  <a:gd name="T2" fmla="*/ 0 w 8"/>
                  <a:gd name="T3" fmla="*/ 0 h 15"/>
                  <a:gd name="T4" fmla="*/ 0 w 8"/>
                  <a:gd name="T5" fmla="*/ 0 h 15"/>
                  <a:gd name="T6" fmla="*/ 1 w 8"/>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56" name="Freeform 134"/>
              <p:cNvSpPr>
                <a:spLocks/>
              </p:cNvSpPr>
              <p:nvPr/>
            </p:nvSpPr>
            <p:spPr bwMode="auto">
              <a:xfrm>
                <a:off x="2574" y="2150"/>
                <a:ext cx="39" cy="99"/>
              </a:xfrm>
              <a:custGeom>
                <a:avLst/>
                <a:gdLst>
                  <a:gd name="T0" fmla="*/ 1 w 274"/>
                  <a:gd name="T1" fmla="*/ 0 h 693"/>
                  <a:gd name="T2" fmla="*/ 1 w 274"/>
                  <a:gd name="T3" fmla="*/ 1 h 693"/>
                  <a:gd name="T4" fmla="*/ 2 w 274"/>
                  <a:gd name="T5" fmla="*/ 1 h 693"/>
                  <a:gd name="T6" fmla="*/ 2 w 274"/>
                  <a:gd name="T7" fmla="*/ 2 h 693"/>
                  <a:gd name="T8" fmla="*/ 4 w 274"/>
                  <a:gd name="T9" fmla="*/ 6 h 693"/>
                  <a:gd name="T10" fmla="*/ 5 w 274"/>
                  <a:gd name="T11" fmla="*/ 10 h 693"/>
                  <a:gd name="T12" fmla="*/ 6 w 274"/>
                  <a:gd name="T13" fmla="*/ 14 h 693"/>
                  <a:gd name="T14" fmla="*/ 3 w 274"/>
                  <a:gd name="T15" fmla="*/ 12 h 693"/>
                  <a:gd name="T16" fmla="*/ 0 w 274"/>
                  <a:gd name="T17" fmla="*/ 2 h 693"/>
                  <a:gd name="T18" fmla="*/ 1 w 274"/>
                  <a:gd name="T19" fmla="*/ 0 h 6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152657" name="Freeform 135"/>
              <p:cNvSpPr>
                <a:spLocks/>
              </p:cNvSpPr>
              <p:nvPr/>
            </p:nvSpPr>
            <p:spPr bwMode="auto">
              <a:xfrm>
                <a:off x="2511" y="2131"/>
                <a:ext cx="146" cy="165"/>
              </a:xfrm>
              <a:custGeom>
                <a:avLst/>
                <a:gdLst>
                  <a:gd name="T0" fmla="*/ 4 w 1023"/>
                  <a:gd name="T1" fmla="*/ 1 h 1154"/>
                  <a:gd name="T2" fmla="*/ 5 w 1023"/>
                  <a:gd name="T3" fmla="*/ 0 h 1154"/>
                  <a:gd name="T4" fmla="*/ 10 w 1023"/>
                  <a:gd name="T5" fmla="*/ 2 h 1154"/>
                  <a:gd name="T6" fmla="*/ 10 w 1023"/>
                  <a:gd name="T7" fmla="*/ 4 h 1154"/>
                  <a:gd name="T8" fmla="*/ 10 w 1023"/>
                  <a:gd name="T9" fmla="*/ 4 h 1154"/>
                  <a:gd name="T10" fmla="*/ 11 w 1023"/>
                  <a:gd name="T11" fmla="*/ 5 h 1154"/>
                  <a:gd name="T12" fmla="*/ 11 w 1023"/>
                  <a:gd name="T13" fmla="*/ 6 h 1154"/>
                  <a:gd name="T14" fmla="*/ 12 w 1023"/>
                  <a:gd name="T15" fmla="*/ 9 h 1154"/>
                  <a:gd name="T16" fmla="*/ 13 w 1023"/>
                  <a:gd name="T17" fmla="*/ 12 h 1154"/>
                  <a:gd name="T18" fmla="*/ 14 w 1023"/>
                  <a:gd name="T19" fmla="*/ 14 h 1154"/>
                  <a:gd name="T20" fmla="*/ 18 w 1023"/>
                  <a:gd name="T21" fmla="*/ 14 h 1154"/>
                  <a:gd name="T22" fmla="*/ 18 w 1023"/>
                  <a:gd name="T23" fmla="*/ 15 h 1154"/>
                  <a:gd name="T24" fmla="*/ 20 w 1023"/>
                  <a:gd name="T25" fmla="*/ 15 h 1154"/>
                  <a:gd name="T26" fmla="*/ 21 w 1023"/>
                  <a:gd name="T27" fmla="*/ 16 h 1154"/>
                  <a:gd name="T28" fmla="*/ 21 w 1023"/>
                  <a:gd name="T29" fmla="*/ 17 h 1154"/>
                  <a:gd name="T30" fmla="*/ 21 w 1023"/>
                  <a:gd name="T31" fmla="*/ 18 h 1154"/>
                  <a:gd name="T32" fmla="*/ 19 w 1023"/>
                  <a:gd name="T33" fmla="*/ 18 h 1154"/>
                  <a:gd name="T34" fmla="*/ 18 w 1023"/>
                  <a:gd name="T35" fmla="*/ 19 h 1154"/>
                  <a:gd name="T36" fmla="*/ 16 w 1023"/>
                  <a:gd name="T37" fmla="*/ 20 h 1154"/>
                  <a:gd name="T38" fmla="*/ 15 w 1023"/>
                  <a:gd name="T39" fmla="*/ 20 h 1154"/>
                  <a:gd name="T40" fmla="*/ 14 w 1023"/>
                  <a:gd name="T41" fmla="*/ 20 h 1154"/>
                  <a:gd name="T42" fmla="*/ 14 w 1023"/>
                  <a:gd name="T43" fmla="*/ 20 h 1154"/>
                  <a:gd name="T44" fmla="*/ 14 w 1023"/>
                  <a:gd name="T45" fmla="*/ 22 h 1154"/>
                  <a:gd name="T46" fmla="*/ 14 w 1023"/>
                  <a:gd name="T47" fmla="*/ 22 h 1154"/>
                  <a:gd name="T48" fmla="*/ 13 w 1023"/>
                  <a:gd name="T49" fmla="*/ 23 h 1154"/>
                  <a:gd name="T50" fmla="*/ 12 w 1023"/>
                  <a:gd name="T51" fmla="*/ 23 h 1154"/>
                  <a:gd name="T52" fmla="*/ 11 w 1023"/>
                  <a:gd name="T53" fmla="*/ 24 h 1154"/>
                  <a:gd name="T54" fmla="*/ 10 w 1023"/>
                  <a:gd name="T55" fmla="*/ 24 h 1154"/>
                  <a:gd name="T56" fmla="*/ 9 w 1023"/>
                  <a:gd name="T57" fmla="*/ 23 h 1154"/>
                  <a:gd name="T58" fmla="*/ 8 w 1023"/>
                  <a:gd name="T59" fmla="*/ 23 h 1154"/>
                  <a:gd name="T60" fmla="*/ 6 w 1023"/>
                  <a:gd name="T61" fmla="*/ 23 h 1154"/>
                  <a:gd name="T62" fmla="*/ 4 w 1023"/>
                  <a:gd name="T63" fmla="*/ 24 h 1154"/>
                  <a:gd name="T64" fmla="*/ 3 w 1023"/>
                  <a:gd name="T65" fmla="*/ 23 h 1154"/>
                  <a:gd name="T66" fmla="*/ 2 w 1023"/>
                  <a:gd name="T67" fmla="*/ 22 h 1154"/>
                  <a:gd name="T68" fmla="*/ 2 w 1023"/>
                  <a:gd name="T69" fmla="*/ 21 h 1154"/>
                  <a:gd name="T70" fmla="*/ 1 w 1023"/>
                  <a:gd name="T71" fmla="*/ 19 h 1154"/>
                  <a:gd name="T72" fmla="*/ 1 w 1023"/>
                  <a:gd name="T73" fmla="*/ 17 h 1154"/>
                  <a:gd name="T74" fmla="*/ 1 w 1023"/>
                  <a:gd name="T75" fmla="*/ 15 h 1154"/>
                  <a:gd name="T76" fmla="*/ 0 w 1023"/>
                  <a:gd name="T77" fmla="*/ 12 h 1154"/>
                  <a:gd name="T78" fmla="*/ 0 w 1023"/>
                  <a:gd name="T79" fmla="*/ 9 h 1154"/>
                  <a:gd name="T80" fmla="*/ 0 w 1023"/>
                  <a:gd name="T81" fmla="*/ 6 h 1154"/>
                  <a:gd name="T82" fmla="*/ 0 w 1023"/>
                  <a:gd name="T83" fmla="*/ 4 h 1154"/>
                  <a:gd name="T84" fmla="*/ 1 w 1023"/>
                  <a:gd name="T85" fmla="*/ 4 h 1154"/>
                  <a:gd name="T86" fmla="*/ 2 w 1023"/>
                  <a:gd name="T87" fmla="*/ 3 h 1154"/>
                  <a:gd name="T88" fmla="*/ 3 w 1023"/>
                  <a:gd name="T89" fmla="*/ 2 h 1154"/>
                  <a:gd name="T90" fmla="*/ 4 w 1023"/>
                  <a:gd name="T91" fmla="*/ 1 h 11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52658" name="Freeform 136"/>
              <p:cNvSpPr>
                <a:spLocks/>
              </p:cNvSpPr>
              <p:nvPr/>
            </p:nvSpPr>
            <p:spPr bwMode="auto">
              <a:xfrm>
                <a:off x="2514" y="2141"/>
                <a:ext cx="92" cy="154"/>
              </a:xfrm>
              <a:custGeom>
                <a:avLst/>
                <a:gdLst>
                  <a:gd name="T0" fmla="*/ 11 w 646"/>
                  <a:gd name="T1" fmla="*/ 18 h 1075"/>
                  <a:gd name="T2" fmla="*/ 8 w 646"/>
                  <a:gd name="T3" fmla="*/ 18 h 1075"/>
                  <a:gd name="T4" fmla="*/ 6 w 646"/>
                  <a:gd name="T5" fmla="*/ 17 h 1075"/>
                  <a:gd name="T6" fmla="*/ 5 w 646"/>
                  <a:gd name="T7" fmla="*/ 15 h 1075"/>
                  <a:gd name="T8" fmla="*/ 5 w 646"/>
                  <a:gd name="T9" fmla="*/ 14 h 1075"/>
                  <a:gd name="T10" fmla="*/ 3 w 646"/>
                  <a:gd name="T11" fmla="*/ 11 h 1075"/>
                  <a:gd name="T12" fmla="*/ 5 w 646"/>
                  <a:gd name="T13" fmla="*/ 12 h 1075"/>
                  <a:gd name="T14" fmla="*/ 4 w 646"/>
                  <a:gd name="T15" fmla="*/ 10 h 1075"/>
                  <a:gd name="T16" fmla="*/ 2 w 646"/>
                  <a:gd name="T17" fmla="*/ 7 h 1075"/>
                  <a:gd name="T18" fmla="*/ 5 w 646"/>
                  <a:gd name="T19" fmla="*/ 9 h 1075"/>
                  <a:gd name="T20" fmla="*/ 5 w 646"/>
                  <a:gd name="T21" fmla="*/ 5 h 1075"/>
                  <a:gd name="T22" fmla="*/ 6 w 646"/>
                  <a:gd name="T23" fmla="*/ 3 h 1075"/>
                  <a:gd name="T24" fmla="*/ 8 w 646"/>
                  <a:gd name="T25" fmla="*/ 3 h 1075"/>
                  <a:gd name="T26" fmla="*/ 5 w 646"/>
                  <a:gd name="T27" fmla="*/ 2 h 1075"/>
                  <a:gd name="T28" fmla="*/ 3 w 646"/>
                  <a:gd name="T29" fmla="*/ 3 h 1075"/>
                  <a:gd name="T30" fmla="*/ 4 w 646"/>
                  <a:gd name="T31" fmla="*/ 2 h 1075"/>
                  <a:gd name="T32" fmla="*/ 6 w 646"/>
                  <a:gd name="T33" fmla="*/ 1 h 1075"/>
                  <a:gd name="T34" fmla="*/ 5 w 646"/>
                  <a:gd name="T35" fmla="*/ 1 h 1075"/>
                  <a:gd name="T36" fmla="*/ 3 w 646"/>
                  <a:gd name="T37" fmla="*/ 0 h 1075"/>
                  <a:gd name="T38" fmla="*/ 2 w 646"/>
                  <a:gd name="T39" fmla="*/ 1 h 1075"/>
                  <a:gd name="T40" fmla="*/ 1 w 646"/>
                  <a:gd name="T41" fmla="*/ 2 h 1075"/>
                  <a:gd name="T42" fmla="*/ 0 w 646"/>
                  <a:gd name="T43" fmla="*/ 4 h 1075"/>
                  <a:gd name="T44" fmla="*/ 0 w 646"/>
                  <a:gd name="T45" fmla="*/ 8 h 1075"/>
                  <a:gd name="T46" fmla="*/ 1 w 646"/>
                  <a:gd name="T47" fmla="*/ 13 h 1075"/>
                  <a:gd name="T48" fmla="*/ 1 w 646"/>
                  <a:gd name="T49" fmla="*/ 17 h 1075"/>
                  <a:gd name="T50" fmla="*/ 2 w 646"/>
                  <a:gd name="T51" fmla="*/ 20 h 1075"/>
                  <a:gd name="T52" fmla="*/ 2 w 646"/>
                  <a:gd name="T53" fmla="*/ 21 h 1075"/>
                  <a:gd name="T54" fmla="*/ 4 w 646"/>
                  <a:gd name="T55" fmla="*/ 22 h 1075"/>
                  <a:gd name="T56" fmla="*/ 5 w 646"/>
                  <a:gd name="T57" fmla="*/ 22 h 1075"/>
                  <a:gd name="T58" fmla="*/ 6 w 646"/>
                  <a:gd name="T59" fmla="*/ 21 h 1075"/>
                  <a:gd name="T60" fmla="*/ 6 w 646"/>
                  <a:gd name="T61" fmla="*/ 20 h 1075"/>
                  <a:gd name="T62" fmla="*/ 8 w 646"/>
                  <a:gd name="T63" fmla="*/ 21 h 1075"/>
                  <a:gd name="T64" fmla="*/ 10 w 646"/>
                  <a:gd name="T65" fmla="*/ 22 h 1075"/>
                  <a:gd name="T66" fmla="*/ 11 w 646"/>
                  <a:gd name="T67" fmla="*/ 22 h 1075"/>
                  <a:gd name="T68" fmla="*/ 10 w 646"/>
                  <a:gd name="T69" fmla="*/ 21 h 1075"/>
                  <a:gd name="T70" fmla="*/ 9 w 646"/>
                  <a:gd name="T71" fmla="*/ 19 h 1075"/>
                  <a:gd name="T72" fmla="*/ 11 w 646"/>
                  <a:gd name="T73" fmla="*/ 20 h 1075"/>
                  <a:gd name="T74" fmla="*/ 13 w 646"/>
                  <a:gd name="T75" fmla="*/ 21 h 1075"/>
                  <a:gd name="T76" fmla="*/ 13 w 646"/>
                  <a:gd name="T77" fmla="*/ 20 h 10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59" name="Freeform 137"/>
              <p:cNvSpPr>
                <a:spLocks/>
              </p:cNvSpPr>
              <p:nvPr/>
            </p:nvSpPr>
            <p:spPr bwMode="auto">
              <a:xfrm>
                <a:off x="2520" y="2218"/>
                <a:ext cx="27" cy="70"/>
              </a:xfrm>
              <a:custGeom>
                <a:avLst/>
                <a:gdLst>
                  <a:gd name="T0" fmla="*/ 4 w 188"/>
                  <a:gd name="T1" fmla="*/ 10 h 496"/>
                  <a:gd name="T2" fmla="*/ 3 w 188"/>
                  <a:gd name="T3" fmla="*/ 10 h 496"/>
                  <a:gd name="T4" fmla="*/ 2 w 188"/>
                  <a:gd name="T5" fmla="*/ 9 h 496"/>
                  <a:gd name="T6" fmla="*/ 2 w 188"/>
                  <a:gd name="T7" fmla="*/ 7 h 496"/>
                  <a:gd name="T8" fmla="*/ 1 w 188"/>
                  <a:gd name="T9" fmla="*/ 6 h 496"/>
                  <a:gd name="T10" fmla="*/ 1 w 188"/>
                  <a:gd name="T11" fmla="*/ 5 h 496"/>
                  <a:gd name="T12" fmla="*/ 1 w 188"/>
                  <a:gd name="T13" fmla="*/ 3 h 496"/>
                  <a:gd name="T14" fmla="*/ 0 w 188"/>
                  <a:gd name="T15" fmla="*/ 1 h 496"/>
                  <a:gd name="T16" fmla="*/ 0 w 188"/>
                  <a:gd name="T17" fmla="*/ 0 h 496"/>
                  <a:gd name="T18" fmla="*/ 1 w 188"/>
                  <a:gd name="T19" fmla="*/ 3 h 496"/>
                  <a:gd name="T20" fmla="*/ 1 w 188"/>
                  <a:gd name="T21" fmla="*/ 5 h 496"/>
                  <a:gd name="T22" fmla="*/ 2 w 188"/>
                  <a:gd name="T23" fmla="*/ 7 h 496"/>
                  <a:gd name="T24" fmla="*/ 3 w 188"/>
                  <a:gd name="T25" fmla="*/ 8 h 496"/>
                  <a:gd name="T26" fmla="*/ 4 w 188"/>
                  <a:gd name="T27" fmla="*/ 10 h 4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0" name="Freeform 138"/>
              <p:cNvSpPr>
                <a:spLocks/>
              </p:cNvSpPr>
              <p:nvPr/>
            </p:nvSpPr>
            <p:spPr bwMode="auto">
              <a:xfrm>
                <a:off x="2548" y="2160"/>
                <a:ext cx="107" cy="107"/>
              </a:xfrm>
              <a:custGeom>
                <a:avLst/>
                <a:gdLst>
                  <a:gd name="T0" fmla="*/ 5 w 747"/>
                  <a:gd name="T1" fmla="*/ 1 h 747"/>
                  <a:gd name="T2" fmla="*/ 6 w 747"/>
                  <a:gd name="T3" fmla="*/ 3 h 747"/>
                  <a:gd name="T4" fmla="*/ 6 w 747"/>
                  <a:gd name="T5" fmla="*/ 5 h 747"/>
                  <a:gd name="T6" fmla="*/ 6 w 747"/>
                  <a:gd name="T7" fmla="*/ 7 h 747"/>
                  <a:gd name="T8" fmla="*/ 6 w 747"/>
                  <a:gd name="T9" fmla="*/ 8 h 747"/>
                  <a:gd name="T10" fmla="*/ 6 w 747"/>
                  <a:gd name="T11" fmla="*/ 9 h 747"/>
                  <a:gd name="T12" fmla="*/ 6 w 747"/>
                  <a:gd name="T13" fmla="*/ 10 h 747"/>
                  <a:gd name="T14" fmla="*/ 7 w 747"/>
                  <a:gd name="T15" fmla="*/ 10 h 747"/>
                  <a:gd name="T16" fmla="*/ 8 w 747"/>
                  <a:gd name="T17" fmla="*/ 10 h 747"/>
                  <a:gd name="T18" fmla="*/ 11 w 747"/>
                  <a:gd name="T19" fmla="*/ 10 h 747"/>
                  <a:gd name="T20" fmla="*/ 13 w 747"/>
                  <a:gd name="T21" fmla="*/ 11 h 747"/>
                  <a:gd name="T22" fmla="*/ 15 w 747"/>
                  <a:gd name="T23" fmla="*/ 11 h 747"/>
                  <a:gd name="T24" fmla="*/ 15 w 747"/>
                  <a:gd name="T25" fmla="*/ 13 h 747"/>
                  <a:gd name="T26" fmla="*/ 14 w 747"/>
                  <a:gd name="T27" fmla="*/ 13 h 747"/>
                  <a:gd name="T28" fmla="*/ 14 w 747"/>
                  <a:gd name="T29" fmla="*/ 12 h 747"/>
                  <a:gd name="T30" fmla="*/ 13 w 747"/>
                  <a:gd name="T31" fmla="*/ 14 h 747"/>
                  <a:gd name="T32" fmla="*/ 13 w 747"/>
                  <a:gd name="T33" fmla="*/ 15 h 747"/>
                  <a:gd name="T34" fmla="*/ 10 w 747"/>
                  <a:gd name="T35" fmla="*/ 15 h 747"/>
                  <a:gd name="T36" fmla="*/ 10 w 747"/>
                  <a:gd name="T37" fmla="*/ 14 h 747"/>
                  <a:gd name="T38" fmla="*/ 12 w 747"/>
                  <a:gd name="T39" fmla="*/ 13 h 747"/>
                  <a:gd name="T40" fmla="*/ 11 w 747"/>
                  <a:gd name="T41" fmla="*/ 12 h 747"/>
                  <a:gd name="T42" fmla="*/ 10 w 747"/>
                  <a:gd name="T43" fmla="*/ 14 h 747"/>
                  <a:gd name="T44" fmla="*/ 8 w 747"/>
                  <a:gd name="T45" fmla="*/ 15 h 747"/>
                  <a:gd name="T46" fmla="*/ 6 w 747"/>
                  <a:gd name="T47" fmla="*/ 15 h 747"/>
                  <a:gd name="T48" fmla="*/ 9 w 747"/>
                  <a:gd name="T49" fmla="*/ 13 h 747"/>
                  <a:gd name="T50" fmla="*/ 10 w 747"/>
                  <a:gd name="T51" fmla="*/ 12 h 747"/>
                  <a:gd name="T52" fmla="*/ 9 w 747"/>
                  <a:gd name="T53" fmla="*/ 12 h 747"/>
                  <a:gd name="T54" fmla="*/ 8 w 747"/>
                  <a:gd name="T55" fmla="*/ 13 h 747"/>
                  <a:gd name="T56" fmla="*/ 7 w 747"/>
                  <a:gd name="T57" fmla="*/ 14 h 747"/>
                  <a:gd name="T58" fmla="*/ 5 w 747"/>
                  <a:gd name="T59" fmla="*/ 15 h 747"/>
                  <a:gd name="T60" fmla="*/ 3 w 747"/>
                  <a:gd name="T61" fmla="*/ 15 h 747"/>
                  <a:gd name="T62" fmla="*/ 4 w 747"/>
                  <a:gd name="T63" fmla="*/ 14 h 747"/>
                  <a:gd name="T64" fmla="*/ 6 w 747"/>
                  <a:gd name="T65" fmla="*/ 13 h 747"/>
                  <a:gd name="T66" fmla="*/ 5 w 747"/>
                  <a:gd name="T67" fmla="*/ 12 h 747"/>
                  <a:gd name="T68" fmla="*/ 5 w 747"/>
                  <a:gd name="T69" fmla="*/ 13 h 747"/>
                  <a:gd name="T70" fmla="*/ 3 w 747"/>
                  <a:gd name="T71" fmla="*/ 14 h 747"/>
                  <a:gd name="T72" fmla="*/ 2 w 747"/>
                  <a:gd name="T73" fmla="*/ 14 h 747"/>
                  <a:gd name="T74" fmla="*/ 1 w 747"/>
                  <a:gd name="T75" fmla="*/ 13 h 747"/>
                  <a:gd name="T76" fmla="*/ 4 w 747"/>
                  <a:gd name="T77" fmla="*/ 13 h 747"/>
                  <a:gd name="T78" fmla="*/ 6 w 747"/>
                  <a:gd name="T79" fmla="*/ 11 h 747"/>
                  <a:gd name="T80" fmla="*/ 6 w 747"/>
                  <a:gd name="T81" fmla="*/ 10 h 747"/>
                  <a:gd name="T82" fmla="*/ 5 w 747"/>
                  <a:gd name="T83" fmla="*/ 11 h 747"/>
                  <a:gd name="T84" fmla="*/ 3 w 747"/>
                  <a:gd name="T85" fmla="*/ 12 h 747"/>
                  <a:gd name="T86" fmla="*/ 1 w 747"/>
                  <a:gd name="T87" fmla="*/ 13 h 747"/>
                  <a:gd name="T88" fmla="*/ 0 w 747"/>
                  <a:gd name="T89" fmla="*/ 10 h 747"/>
                  <a:gd name="T90" fmla="*/ 2 w 747"/>
                  <a:gd name="T91" fmla="*/ 10 h 747"/>
                  <a:gd name="T92" fmla="*/ 5 w 747"/>
                  <a:gd name="T93" fmla="*/ 10 h 747"/>
                  <a:gd name="T94" fmla="*/ 5 w 747"/>
                  <a:gd name="T95" fmla="*/ 9 h 747"/>
                  <a:gd name="T96" fmla="*/ 4 w 747"/>
                  <a:gd name="T97" fmla="*/ 10 h 747"/>
                  <a:gd name="T98" fmla="*/ 0 w 747"/>
                  <a:gd name="T99" fmla="*/ 9 h 747"/>
                  <a:gd name="T100" fmla="*/ 0 w 747"/>
                  <a:gd name="T101" fmla="*/ 6 h 747"/>
                  <a:gd name="T102" fmla="*/ 0 w 747"/>
                  <a:gd name="T103" fmla="*/ 3 h 747"/>
                  <a:gd name="T104" fmla="*/ 2 w 747"/>
                  <a:gd name="T105" fmla="*/ 2 h 747"/>
                  <a:gd name="T106" fmla="*/ 0 w 747"/>
                  <a:gd name="T107" fmla="*/ 3 h 747"/>
                  <a:gd name="T108" fmla="*/ 1 w 747"/>
                  <a:gd name="T109" fmla="*/ 1 h 747"/>
                  <a:gd name="T110" fmla="*/ 3 w 747"/>
                  <a:gd name="T111" fmla="*/ 0 h 7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1" name="Freeform 139"/>
              <p:cNvSpPr>
                <a:spLocks/>
              </p:cNvSpPr>
              <p:nvPr/>
            </p:nvSpPr>
            <p:spPr bwMode="auto">
              <a:xfrm>
                <a:off x="2555" y="2200"/>
                <a:ext cx="27" cy="24"/>
              </a:xfrm>
              <a:custGeom>
                <a:avLst/>
                <a:gdLst>
                  <a:gd name="T0" fmla="*/ 4 w 188"/>
                  <a:gd name="T1" fmla="*/ 0 h 168"/>
                  <a:gd name="T2" fmla="*/ 4 w 188"/>
                  <a:gd name="T3" fmla="*/ 0 h 168"/>
                  <a:gd name="T4" fmla="*/ 3 w 188"/>
                  <a:gd name="T5" fmla="*/ 1 h 168"/>
                  <a:gd name="T6" fmla="*/ 3 w 188"/>
                  <a:gd name="T7" fmla="*/ 1 h 168"/>
                  <a:gd name="T8" fmla="*/ 2 w 188"/>
                  <a:gd name="T9" fmla="*/ 2 h 168"/>
                  <a:gd name="T10" fmla="*/ 1 w 188"/>
                  <a:gd name="T11" fmla="*/ 2 h 168"/>
                  <a:gd name="T12" fmla="*/ 0 w 188"/>
                  <a:gd name="T13" fmla="*/ 3 h 168"/>
                  <a:gd name="T14" fmla="*/ 2 w 188"/>
                  <a:gd name="T15" fmla="*/ 3 h 168"/>
                  <a:gd name="T16" fmla="*/ 3 w 188"/>
                  <a:gd name="T17" fmla="*/ 2 h 168"/>
                  <a:gd name="T18" fmla="*/ 4 w 188"/>
                  <a:gd name="T19" fmla="*/ 2 h 168"/>
                  <a:gd name="T20" fmla="*/ 4 w 188"/>
                  <a:gd name="T21" fmla="*/ 3 h 168"/>
                  <a:gd name="T22" fmla="*/ 2 w 188"/>
                  <a:gd name="T23" fmla="*/ 3 h 168"/>
                  <a:gd name="T24" fmla="*/ 1 w 188"/>
                  <a:gd name="T25" fmla="*/ 3 h 168"/>
                  <a:gd name="T26" fmla="*/ 0 w 188"/>
                  <a:gd name="T27" fmla="*/ 3 h 168"/>
                  <a:gd name="T28" fmla="*/ 0 w 188"/>
                  <a:gd name="T29" fmla="*/ 3 h 168"/>
                  <a:gd name="T30" fmla="*/ 0 w 188"/>
                  <a:gd name="T31" fmla="*/ 3 h 168"/>
                  <a:gd name="T32" fmla="*/ 0 w 188"/>
                  <a:gd name="T33" fmla="*/ 3 h 168"/>
                  <a:gd name="T34" fmla="*/ 1 w 188"/>
                  <a:gd name="T35" fmla="*/ 2 h 168"/>
                  <a:gd name="T36" fmla="*/ 1 w 188"/>
                  <a:gd name="T37" fmla="*/ 1 h 168"/>
                  <a:gd name="T38" fmla="*/ 2 w 188"/>
                  <a:gd name="T39" fmla="*/ 1 h 168"/>
                  <a:gd name="T40" fmla="*/ 3 w 188"/>
                  <a:gd name="T41" fmla="*/ 0 h 168"/>
                  <a:gd name="T42" fmla="*/ 3 w 188"/>
                  <a:gd name="T43" fmla="*/ 0 h 168"/>
                  <a:gd name="T44" fmla="*/ 4 w 188"/>
                  <a:gd name="T45" fmla="*/ 0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2" name="Freeform 140"/>
              <p:cNvSpPr>
                <a:spLocks/>
              </p:cNvSpPr>
              <p:nvPr/>
            </p:nvSpPr>
            <p:spPr bwMode="auto">
              <a:xfrm>
                <a:off x="2556" y="2180"/>
                <a:ext cx="25" cy="32"/>
              </a:xfrm>
              <a:custGeom>
                <a:avLst/>
                <a:gdLst>
                  <a:gd name="T0" fmla="*/ 3 w 171"/>
                  <a:gd name="T1" fmla="*/ 0 h 221"/>
                  <a:gd name="T2" fmla="*/ 4 w 171"/>
                  <a:gd name="T3" fmla="*/ 0 h 221"/>
                  <a:gd name="T4" fmla="*/ 4 w 171"/>
                  <a:gd name="T5" fmla="*/ 0 h 221"/>
                  <a:gd name="T6" fmla="*/ 4 w 171"/>
                  <a:gd name="T7" fmla="*/ 1 h 221"/>
                  <a:gd name="T8" fmla="*/ 3 w 171"/>
                  <a:gd name="T9" fmla="*/ 1 h 221"/>
                  <a:gd name="T10" fmla="*/ 3 w 171"/>
                  <a:gd name="T11" fmla="*/ 1 h 221"/>
                  <a:gd name="T12" fmla="*/ 2 w 171"/>
                  <a:gd name="T13" fmla="*/ 2 h 221"/>
                  <a:gd name="T14" fmla="*/ 1 w 171"/>
                  <a:gd name="T15" fmla="*/ 3 h 221"/>
                  <a:gd name="T16" fmla="*/ 1 w 171"/>
                  <a:gd name="T17" fmla="*/ 3 h 221"/>
                  <a:gd name="T18" fmla="*/ 0 w 171"/>
                  <a:gd name="T19" fmla="*/ 4 h 221"/>
                  <a:gd name="T20" fmla="*/ 0 w 171"/>
                  <a:gd name="T21" fmla="*/ 5 h 221"/>
                  <a:gd name="T22" fmla="*/ 0 w 171"/>
                  <a:gd name="T23" fmla="*/ 4 h 221"/>
                  <a:gd name="T24" fmla="*/ 0 w 171"/>
                  <a:gd name="T25" fmla="*/ 3 h 221"/>
                  <a:gd name="T26" fmla="*/ 1 w 171"/>
                  <a:gd name="T27" fmla="*/ 2 h 221"/>
                  <a:gd name="T28" fmla="*/ 1 w 171"/>
                  <a:gd name="T29" fmla="*/ 1 h 221"/>
                  <a:gd name="T30" fmla="*/ 2 w 171"/>
                  <a:gd name="T31" fmla="*/ 0 h 221"/>
                  <a:gd name="T32" fmla="*/ 3 w 171"/>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3" name="Freeform 141"/>
              <p:cNvSpPr>
                <a:spLocks/>
              </p:cNvSpPr>
              <p:nvPr/>
            </p:nvSpPr>
            <p:spPr bwMode="auto">
              <a:xfrm>
                <a:off x="2559" y="2149"/>
                <a:ext cx="26" cy="18"/>
              </a:xfrm>
              <a:custGeom>
                <a:avLst/>
                <a:gdLst>
                  <a:gd name="T0" fmla="*/ 4 w 182"/>
                  <a:gd name="T1" fmla="*/ 3 h 127"/>
                  <a:gd name="T2" fmla="*/ 3 w 182"/>
                  <a:gd name="T3" fmla="*/ 2 h 127"/>
                  <a:gd name="T4" fmla="*/ 2 w 182"/>
                  <a:gd name="T5" fmla="*/ 2 h 127"/>
                  <a:gd name="T6" fmla="*/ 1 w 182"/>
                  <a:gd name="T7" fmla="*/ 1 h 127"/>
                  <a:gd name="T8" fmla="*/ 0 w 182"/>
                  <a:gd name="T9" fmla="*/ 0 h 127"/>
                  <a:gd name="T10" fmla="*/ 1 w 182"/>
                  <a:gd name="T11" fmla="*/ 1 h 127"/>
                  <a:gd name="T12" fmla="*/ 2 w 182"/>
                  <a:gd name="T13" fmla="*/ 1 h 127"/>
                  <a:gd name="T14" fmla="*/ 3 w 182"/>
                  <a:gd name="T15" fmla="*/ 1 h 127"/>
                  <a:gd name="T16" fmla="*/ 3 w 182"/>
                  <a:gd name="T17" fmla="*/ 2 h 127"/>
                  <a:gd name="T18" fmla="*/ 4 w 182"/>
                  <a:gd name="T19" fmla="*/ 3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4" name="Freeform 142"/>
              <p:cNvSpPr>
                <a:spLocks/>
              </p:cNvSpPr>
              <p:nvPr/>
            </p:nvSpPr>
            <p:spPr bwMode="auto">
              <a:xfrm>
                <a:off x="2590" y="2182"/>
                <a:ext cx="15" cy="48"/>
              </a:xfrm>
              <a:custGeom>
                <a:avLst/>
                <a:gdLst>
                  <a:gd name="T0" fmla="*/ 2 w 102"/>
                  <a:gd name="T1" fmla="*/ 7 h 331"/>
                  <a:gd name="T2" fmla="*/ 1 w 102"/>
                  <a:gd name="T3" fmla="*/ 7 h 331"/>
                  <a:gd name="T4" fmla="*/ 1 w 102"/>
                  <a:gd name="T5" fmla="*/ 7 h 331"/>
                  <a:gd name="T6" fmla="*/ 1 w 102"/>
                  <a:gd name="T7" fmla="*/ 7 h 331"/>
                  <a:gd name="T8" fmla="*/ 1 w 102"/>
                  <a:gd name="T9" fmla="*/ 6 h 331"/>
                  <a:gd name="T10" fmla="*/ 0 w 102"/>
                  <a:gd name="T11" fmla="*/ 6 h 331"/>
                  <a:gd name="T12" fmla="*/ 0 w 102"/>
                  <a:gd name="T13" fmla="*/ 6 h 331"/>
                  <a:gd name="T14" fmla="*/ 0 w 102"/>
                  <a:gd name="T15" fmla="*/ 6 h 331"/>
                  <a:gd name="T16" fmla="*/ 0 w 102"/>
                  <a:gd name="T17" fmla="*/ 5 h 331"/>
                  <a:gd name="T18" fmla="*/ 0 w 102"/>
                  <a:gd name="T19" fmla="*/ 5 h 331"/>
                  <a:gd name="T20" fmla="*/ 0 w 102"/>
                  <a:gd name="T21" fmla="*/ 4 h 331"/>
                  <a:gd name="T22" fmla="*/ 0 w 102"/>
                  <a:gd name="T23" fmla="*/ 3 h 331"/>
                  <a:gd name="T24" fmla="*/ 0 w 102"/>
                  <a:gd name="T25" fmla="*/ 2 h 331"/>
                  <a:gd name="T26" fmla="*/ 0 w 102"/>
                  <a:gd name="T27" fmla="*/ 1 h 331"/>
                  <a:gd name="T28" fmla="*/ 0 w 102"/>
                  <a:gd name="T29" fmla="*/ 0 h 331"/>
                  <a:gd name="T30" fmla="*/ 1 w 102"/>
                  <a:gd name="T31" fmla="*/ 2 h 331"/>
                  <a:gd name="T32" fmla="*/ 1 w 102"/>
                  <a:gd name="T33" fmla="*/ 4 h 331"/>
                  <a:gd name="T34" fmla="*/ 2 w 102"/>
                  <a:gd name="T35" fmla="*/ 6 h 331"/>
                  <a:gd name="T36" fmla="*/ 2 w 102"/>
                  <a:gd name="T37" fmla="*/ 7 h 3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5" name="Freeform 143"/>
              <p:cNvSpPr>
                <a:spLocks/>
              </p:cNvSpPr>
              <p:nvPr/>
            </p:nvSpPr>
            <p:spPr bwMode="auto">
              <a:xfrm>
                <a:off x="2557" y="2233"/>
                <a:ext cx="26" cy="9"/>
              </a:xfrm>
              <a:custGeom>
                <a:avLst/>
                <a:gdLst>
                  <a:gd name="T0" fmla="*/ 1 w 185"/>
                  <a:gd name="T1" fmla="*/ 1 h 62"/>
                  <a:gd name="T2" fmla="*/ 2 w 185"/>
                  <a:gd name="T3" fmla="*/ 0 h 62"/>
                  <a:gd name="T4" fmla="*/ 2 w 185"/>
                  <a:gd name="T5" fmla="*/ 0 h 62"/>
                  <a:gd name="T6" fmla="*/ 3 w 185"/>
                  <a:gd name="T7" fmla="*/ 0 h 62"/>
                  <a:gd name="T8" fmla="*/ 4 w 185"/>
                  <a:gd name="T9" fmla="*/ 0 h 62"/>
                  <a:gd name="T10" fmla="*/ 4 w 185"/>
                  <a:gd name="T11" fmla="*/ 0 h 62"/>
                  <a:gd name="T12" fmla="*/ 3 w 185"/>
                  <a:gd name="T13" fmla="*/ 1 h 62"/>
                  <a:gd name="T14" fmla="*/ 2 w 185"/>
                  <a:gd name="T15" fmla="*/ 1 h 62"/>
                  <a:gd name="T16" fmla="*/ 1 w 185"/>
                  <a:gd name="T17" fmla="*/ 1 h 62"/>
                  <a:gd name="T18" fmla="*/ 0 w 185"/>
                  <a:gd name="T19" fmla="*/ 1 h 62"/>
                  <a:gd name="T20" fmla="*/ 1 w 185"/>
                  <a:gd name="T21" fmla="*/ 1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6" name="Freeform 144"/>
              <p:cNvSpPr>
                <a:spLocks/>
              </p:cNvSpPr>
              <p:nvPr/>
            </p:nvSpPr>
            <p:spPr bwMode="auto">
              <a:xfrm>
                <a:off x="2589" y="2238"/>
                <a:ext cx="16" cy="20"/>
              </a:xfrm>
              <a:custGeom>
                <a:avLst/>
                <a:gdLst>
                  <a:gd name="T0" fmla="*/ 1 w 111"/>
                  <a:gd name="T1" fmla="*/ 1 h 138"/>
                  <a:gd name="T2" fmla="*/ 2 w 111"/>
                  <a:gd name="T3" fmla="*/ 0 h 138"/>
                  <a:gd name="T4" fmla="*/ 2 w 111"/>
                  <a:gd name="T5" fmla="*/ 0 h 138"/>
                  <a:gd name="T6" fmla="*/ 2 w 111"/>
                  <a:gd name="T7" fmla="*/ 0 h 138"/>
                  <a:gd name="T8" fmla="*/ 2 w 111"/>
                  <a:gd name="T9" fmla="*/ 0 h 138"/>
                  <a:gd name="T10" fmla="*/ 2 w 111"/>
                  <a:gd name="T11" fmla="*/ 1 h 138"/>
                  <a:gd name="T12" fmla="*/ 2 w 111"/>
                  <a:gd name="T13" fmla="*/ 2 h 138"/>
                  <a:gd name="T14" fmla="*/ 1 w 111"/>
                  <a:gd name="T15" fmla="*/ 2 h 138"/>
                  <a:gd name="T16" fmla="*/ 1 w 111"/>
                  <a:gd name="T17" fmla="*/ 2 h 138"/>
                  <a:gd name="T18" fmla="*/ 0 w 111"/>
                  <a:gd name="T19" fmla="*/ 3 h 138"/>
                  <a:gd name="T20" fmla="*/ 1 w 111"/>
                  <a:gd name="T21" fmla="*/ 2 h 138"/>
                  <a:gd name="T22" fmla="*/ 1 w 111"/>
                  <a:gd name="T23" fmla="*/ 1 h 138"/>
                  <a:gd name="T24" fmla="*/ 1 w 111"/>
                  <a:gd name="T25" fmla="*/ 1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67" name="Freeform 145"/>
              <p:cNvSpPr>
                <a:spLocks/>
              </p:cNvSpPr>
              <p:nvPr/>
            </p:nvSpPr>
            <p:spPr bwMode="auto">
              <a:xfrm>
                <a:off x="2541" y="2133"/>
                <a:ext cx="38" cy="24"/>
              </a:xfrm>
              <a:custGeom>
                <a:avLst/>
                <a:gdLst>
                  <a:gd name="T0" fmla="*/ 5 w 266"/>
                  <a:gd name="T1" fmla="*/ 3 h 167"/>
                  <a:gd name="T2" fmla="*/ 5 w 266"/>
                  <a:gd name="T3" fmla="*/ 2 h 167"/>
                  <a:gd name="T4" fmla="*/ 4 w 266"/>
                  <a:gd name="T5" fmla="*/ 2 h 167"/>
                  <a:gd name="T6" fmla="*/ 3 w 266"/>
                  <a:gd name="T7" fmla="*/ 1 h 167"/>
                  <a:gd name="T8" fmla="*/ 1 w 266"/>
                  <a:gd name="T9" fmla="*/ 0 h 167"/>
                  <a:gd name="T10" fmla="*/ 0 w 266"/>
                  <a:gd name="T11" fmla="*/ 0 h 167"/>
                  <a:gd name="T12" fmla="*/ 0 w 266"/>
                  <a:gd name="T13" fmla="*/ 1 h 167"/>
                  <a:gd name="T14" fmla="*/ 1 w 266"/>
                  <a:gd name="T15" fmla="*/ 2 h 167"/>
                  <a:gd name="T16" fmla="*/ 2 w 266"/>
                  <a:gd name="T17" fmla="*/ 2 h 167"/>
                  <a:gd name="T18" fmla="*/ 3 w 266"/>
                  <a:gd name="T19" fmla="*/ 2 h 167"/>
                  <a:gd name="T20" fmla="*/ 4 w 266"/>
                  <a:gd name="T21" fmla="*/ 3 h 167"/>
                  <a:gd name="T22" fmla="*/ 5 w 266"/>
                  <a:gd name="T23" fmla="*/ 3 h 1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2648" name="Group 146"/>
            <p:cNvGrpSpPr>
              <a:grpSpLocks/>
            </p:cNvGrpSpPr>
            <p:nvPr/>
          </p:nvGrpSpPr>
          <p:grpSpPr bwMode="auto">
            <a:xfrm flipH="1">
              <a:off x="3933" y="2647"/>
              <a:ext cx="195" cy="260"/>
              <a:chOff x="2498" y="2245"/>
              <a:chExt cx="78" cy="107"/>
            </a:xfrm>
          </p:grpSpPr>
          <p:sp>
            <p:nvSpPr>
              <p:cNvPr id="152652" name="Freeform 147"/>
              <p:cNvSpPr>
                <a:spLocks/>
              </p:cNvSpPr>
              <p:nvPr/>
            </p:nvSpPr>
            <p:spPr bwMode="auto">
              <a:xfrm>
                <a:off x="2498" y="2245"/>
                <a:ext cx="78" cy="107"/>
              </a:xfrm>
              <a:custGeom>
                <a:avLst/>
                <a:gdLst>
                  <a:gd name="T0" fmla="*/ 6 w 551"/>
                  <a:gd name="T1" fmla="*/ 2 h 750"/>
                  <a:gd name="T2" fmla="*/ 4 w 551"/>
                  <a:gd name="T3" fmla="*/ 2 h 750"/>
                  <a:gd name="T4" fmla="*/ 3 w 551"/>
                  <a:gd name="T5" fmla="*/ 2 h 750"/>
                  <a:gd name="T6" fmla="*/ 3 w 551"/>
                  <a:gd name="T7" fmla="*/ 1 h 750"/>
                  <a:gd name="T8" fmla="*/ 3 w 551"/>
                  <a:gd name="T9" fmla="*/ 1 h 750"/>
                  <a:gd name="T10" fmla="*/ 2 w 551"/>
                  <a:gd name="T11" fmla="*/ 0 h 750"/>
                  <a:gd name="T12" fmla="*/ 1 w 551"/>
                  <a:gd name="T13" fmla="*/ 0 h 750"/>
                  <a:gd name="T14" fmla="*/ 0 w 551"/>
                  <a:gd name="T15" fmla="*/ 0 h 750"/>
                  <a:gd name="T16" fmla="*/ 1 w 551"/>
                  <a:gd name="T17" fmla="*/ 12 h 750"/>
                  <a:gd name="T18" fmla="*/ 2 w 551"/>
                  <a:gd name="T19" fmla="*/ 13 h 750"/>
                  <a:gd name="T20" fmla="*/ 3 w 551"/>
                  <a:gd name="T21" fmla="*/ 14 h 750"/>
                  <a:gd name="T22" fmla="*/ 5 w 551"/>
                  <a:gd name="T23" fmla="*/ 15 h 750"/>
                  <a:gd name="T24" fmla="*/ 7 w 551"/>
                  <a:gd name="T25" fmla="*/ 15 h 750"/>
                  <a:gd name="T26" fmla="*/ 9 w 551"/>
                  <a:gd name="T27" fmla="*/ 15 h 750"/>
                  <a:gd name="T28" fmla="*/ 11 w 551"/>
                  <a:gd name="T29" fmla="*/ 15 h 750"/>
                  <a:gd name="T30" fmla="*/ 11 w 551"/>
                  <a:gd name="T31" fmla="*/ 14 h 750"/>
                  <a:gd name="T32" fmla="*/ 11 w 551"/>
                  <a:gd name="T33" fmla="*/ 13 h 750"/>
                  <a:gd name="T34" fmla="*/ 10 w 551"/>
                  <a:gd name="T35" fmla="*/ 10 h 750"/>
                  <a:gd name="T36" fmla="*/ 9 w 551"/>
                  <a:gd name="T37" fmla="*/ 7 h 750"/>
                  <a:gd name="T38" fmla="*/ 8 w 551"/>
                  <a:gd name="T39" fmla="*/ 4 h 750"/>
                  <a:gd name="T40" fmla="*/ 8 w 551"/>
                  <a:gd name="T41" fmla="*/ 3 h 750"/>
                  <a:gd name="T42" fmla="*/ 8 w 551"/>
                  <a:gd name="T43" fmla="*/ 2 h 750"/>
                  <a:gd name="T44" fmla="*/ 7 w 551"/>
                  <a:gd name="T45" fmla="*/ 2 h 750"/>
                  <a:gd name="T46" fmla="*/ 6 w 551"/>
                  <a:gd name="T47" fmla="*/ 2 h 7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52653" name="Freeform 148"/>
              <p:cNvSpPr>
                <a:spLocks/>
              </p:cNvSpPr>
              <p:nvPr/>
            </p:nvSpPr>
            <p:spPr bwMode="auto">
              <a:xfrm>
                <a:off x="2499" y="2250"/>
                <a:ext cx="68" cy="98"/>
              </a:xfrm>
              <a:custGeom>
                <a:avLst/>
                <a:gdLst>
                  <a:gd name="T0" fmla="*/ 6 w 474"/>
                  <a:gd name="T1" fmla="*/ 3 h 687"/>
                  <a:gd name="T2" fmla="*/ 5 w 474"/>
                  <a:gd name="T3" fmla="*/ 3 h 687"/>
                  <a:gd name="T4" fmla="*/ 3 w 474"/>
                  <a:gd name="T5" fmla="*/ 2 h 687"/>
                  <a:gd name="T6" fmla="*/ 1 w 474"/>
                  <a:gd name="T7" fmla="*/ 2 h 687"/>
                  <a:gd name="T8" fmla="*/ 1 w 474"/>
                  <a:gd name="T9" fmla="*/ 1 h 687"/>
                  <a:gd name="T10" fmla="*/ 0 w 474"/>
                  <a:gd name="T11" fmla="*/ 0 h 687"/>
                  <a:gd name="T12" fmla="*/ 1 w 474"/>
                  <a:gd name="T13" fmla="*/ 11 h 687"/>
                  <a:gd name="T14" fmla="*/ 2 w 474"/>
                  <a:gd name="T15" fmla="*/ 12 h 687"/>
                  <a:gd name="T16" fmla="*/ 3 w 474"/>
                  <a:gd name="T17" fmla="*/ 13 h 687"/>
                  <a:gd name="T18" fmla="*/ 4 w 474"/>
                  <a:gd name="T19" fmla="*/ 13 h 687"/>
                  <a:gd name="T20" fmla="*/ 5 w 474"/>
                  <a:gd name="T21" fmla="*/ 14 h 687"/>
                  <a:gd name="T22" fmla="*/ 6 w 474"/>
                  <a:gd name="T23" fmla="*/ 14 h 687"/>
                  <a:gd name="T24" fmla="*/ 7 w 474"/>
                  <a:gd name="T25" fmla="*/ 14 h 687"/>
                  <a:gd name="T26" fmla="*/ 9 w 474"/>
                  <a:gd name="T27" fmla="*/ 14 h 687"/>
                  <a:gd name="T28" fmla="*/ 9 w 474"/>
                  <a:gd name="T29" fmla="*/ 14 h 687"/>
                  <a:gd name="T30" fmla="*/ 10 w 474"/>
                  <a:gd name="T31" fmla="*/ 13 h 687"/>
                  <a:gd name="T32" fmla="*/ 10 w 474"/>
                  <a:gd name="T33" fmla="*/ 13 h 687"/>
                  <a:gd name="T34" fmla="*/ 9 w 474"/>
                  <a:gd name="T35" fmla="*/ 11 h 687"/>
                  <a:gd name="T36" fmla="*/ 7 w 474"/>
                  <a:gd name="T37" fmla="*/ 4 h 687"/>
                  <a:gd name="T38" fmla="*/ 7 w 474"/>
                  <a:gd name="T39" fmla="*/ 3 h 687"/>
                  <a:gd name="T40" fmla="*/ 6 w 474"/>
                  <a:gd name="T41" fmla="*/ 3 h 6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52649" name="Freeform 149"/>
            <p:cNvSpPr>
              <a:spLocks/>
            </p:cNvSpPr>
            <p:nvPr/>
          </p:nvSpPr>
          <p:spPr bwMode="auto">
            <a:xfrm flipH="1">
              <a:off x="3633" y="2944"/>
              <a:ext cx="15" cy="218"/>
            </a:xfrm>
            <a:custGeom>
              <a:avLst/>
              <a:gdLst>
                <a:gd name="T0" fmla="*/ 4 w 39"/>
                <a:gd name="T1" fmla="*/ 0 h 631"/>
                <a:gd name="T2" fmla="*/ 6 w 39"/>
                <a:gd name="T3" fmla="*/ 4 h 631"/>
                <a:gd name="T4" fmla="*/ 3 w 39"/>
                <a:gd name="T5" fmla="*/ 7 h 631"/>
                <a:gd name="T6" fmla="*/ 2 w 39"/>
                <a:gd name="T7" fmla="*/ 13 h 631"/>
                <a:gd name="T8" fmla="*/ 4 w 39"/>
                <a:gd name="T9" fmla="*/ 19 h 631"/>
                <a:gd name="T10" fmla="*/ 3 w 39"/>
                <a:gd name="T11" fmla="*/ 53 h 631"/>
                <a:gd name="T12" fmla="*/ 3 w 39"/>
                <a:gd name="T13" fmla="*/ 74 h 631"/>
                <a:gd name="T14" fmla="*/ 0 w 39"/>
                <a:gd name="T15" fmla="*/ 75 h 631"/>
                <a:gd name="T16" fmla="*/ 0 w 39"/>
                <a:gd name="T17" fmla="*/ 30 h 631"/>
                <a:gd name="T18" fmla="*/ 3 w 39"/>
                <a:gd name="T19" fmla="*/ 20 h 631"/>
                <a:gd name="T20" fmla="*/ 1 w 39"/>
                <a:gd name="T21" fmla="*/ 15 h 631"/>
                <a:gd name="T22" fmla="*/ 1 w 39"/>
                <a:gd name="T23" fmla="*/ 13 h 631"/>
                <a:gd name="T24" fmla="*/ 2 w 39"/>
                <a:gd name="T25" fmla="*/ 7 h 631"/>
                <a:gd name="T26" fmla="*/ 3 w 39"/>
                <a:gd name="T27" fmla="*/ 4 h 631"/>
                <a:gd name="T28" fmla="*/ 4 w 39"/>
                <a:gd name="T29" fmla="*/ 0 h 6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50" name="Freeform 150"/>
            <p:cNvSpPr>
              <a:spLocks/>
            </p:cNvSpPr>
            <p:nvPr/>
          </p:nvSpPr>
          <p:spPr bwMode="auto">
            <a:xfrm flipH="1">
              <a:off x="3668" y="2946"/>
              <a:ext cx="37" cy="10"/>
            </a:xfrm>
            <a:custGeom>
              <a:avLst/>
              <a:gdLst>
                <a:gd name="T0" fmla="*/ 14 w 100"/>
                <a:gd name="T1" fmla="*/ 0 h 32"/>
                <a:gd name="T2" fmla="*/ 7 w 100"/>
                <a:gd name="T3" fmla="*/ 3 h 32"/>
                <a:gd name="T4" fmla="*/ 1 w 100"/>
                <a:gd name="T5" fmla="*/ 3 h 32"/>
                <a:gd name="T6" fmla="*/ 0 w 100"/>
                <a:gd name="T7" fmla="*/ 3 h 32"/>
                <a:gd name="T8" fmla="*/ 3 w 100"/>
                <a:gd name="T9" fmla="*/ 1 h 32"/>
                <a:gd name="T10" fmla="*/ 14 w 100"/>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51" name="Freeform 151"/>
            <p:cNvSpPr>
              <a:spLocks/>
            </p:cNvSpPr>
            <p:nvPr/>
          </p:nvSpPr>
          <p:spPr bwMode="auto">
            <a:xfrm flipH="1">
              <a:off x="3805" y="2376"/>
              <a:ext cx="48" cy="126"/>
            </a:xfrm>
            <a:custGeom>
              <a:avLst/>
              <a:gdLst>
                <a:gd name="T0" fmla="*/ 0 w 134"/>
                <a:gd name="T1" fmla="*/ 0 h 366"/>
                <a:gd name="T2" fmla="*/ 2 w 134"/>
                <a:gd name="T3" fmla="*/ 1 h 366"/>
                <a:gd name="T4" fmla="*/ 2 w 134"/>
                <a:gd name="T5" fmla="*/ 4 h 366"/>
                <a:gd name="T6" fmla="*/ 4 w 134"/>
                <a:gd name="T7" fmla="*/ 2 h 366"/>
                <a:gd name="T8" fmla="*/ 4 w 134"/>
                <a:gd name="T9" fmla="*/ 5 h 366"/>
                <a:gd name="T10" fmla="*/ 7 w 134"/>
                <a:gd name="T11" fmla="*/ 5 h 366"/>
                <a:gd name="T12" fmla="*/ 4 w 134"/>
                <a:gd name="T13" fmla="*/ 8 h 366"/>
                <a:gd name="T14" fmla="*/ 10 w 134"/>
                <a:gd name="T15" fmla="*/ 8 h 366"/>
                <a:gd name="T16" fmla="*/ 7 w 134"/>
                <a:gd name="T17" fmla="*/ 11 h 366"/>
                <a:gd name="T18" fmla="*/ 12 w 134"/>
                <a:gd name="T19" fmla="*/ 11 h 366"/>
                <a:gd name="T20" fmla="*/ 9 w 134"/>
                <a:gd name="T21" fmla="*/ 14 h 366"/>
                <a:gd name="T22" fmla="*/ 14 w 134"/>
                <a:gd name="T23" fmla="*/ 14 h 366"/>
                <a:gd name="T24" fmla="*/ 10 w 134"/>
                <a:gd name="T25" fmla="*/ 18 h 366"/>
                <a:gd name="T26" fmla="*/ 15 w 134"/>
                <a:gd name="T27" fmla="*/ 18 h 366"/>
                <a:gd name="T28" fmla="*/ 11 w 134"/>
                <a:gd name="T29" fmla="*/ 21 h 366"/>
                <a:gd name="T30" fmla="*/ 17 w 134"/>
                <a:gd name="T31" fmla="*/ 22 h 366"/>
                <a:gd name="T32" fmla="*/ 12 w 134"/>
                <a:gd name="T33" fmla="*/ 25 h 366"/>
                <a:gd name="T34" fmla="*/ 17 w 134"/>
                <a:gd name="T35" fmla="*/ 27 h 366"/>
                <a:gd name="T36" fmla="*/ 11 w 134"/>
                <a:gd name="T37" fmla="*/ 29 h 366"/>
                <a:gd name="T38" fmla="*/ 17 w 134"/>
                <a:gd name="T39" fmla="*/ 31 h 366"/>
                <a:gd name="T40" fmla="*/ 11 w 134"/>
                <a:gd name="T41" fmla="*/ 33 h 366"/>
                <a:gd name="T42" fmla="*/ 16 w 134"/>
                <a:gd name="T43" fmla="*/ 36 h 366"/>
                <a:gd name="T44" fmla="*/ 11 w 134"/>
                <a:gd name="T45" fmla="*/ 38 h 366"/>
                <a:gd name="T46" fmla="*/ 14 w 134"/>
                <a:gd name="T47" fmla="*/ 41 h 366"/>
                <a:gd name="T48" fmla="*/ 10 w 134"/>
                <a:gd name="T49" fmla="*/ 43 h 3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2580" name="Line 152"/>
          <p:cNvSpPr>
            <a:spLocks noChangeShapeType="1"/>
          </p:cNvSpPr>
          <p:nvPr/>
        </p:nvSpPr>
        <p:spPr bwMode="auto">
          <a:xfrm rot="10800000" flipV="1">
            <a:off x="7065963" y="3011488"/>
            <a:ext cx="131286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1" name="Line 153"/>
          <p:cNvSpPr>
            <a:spLocks noChangeShapeType="1"/>
          </p:cNvSpPr>
          <p:nvPr/>
        </p:nvSpPr>
        <p:spPr bwMode="auto">
          <a:xfrm rot="5400000">
            <a:off x="5809457" y="4064794"/>
            <a:ext cx="70326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2" name="Text Box 154"/>
          <p:cNvSpPr txBox="1">
            <a:spLocks noChangeArrowheads="1"/>
          </p:cNvSpPr>
          <p:nvPr/>
        </p:nvSpPr>
        <p:spPr bwMode="auto">
          <a:xfrm>
            <a:off x="4848225" y="43307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管理站</a:t>
            </a:r>
          </a:p>
        </p:txBody>
      </p:sp>
      <p:sp>
        <p:nvSpPr>
          <p:cNvPr id="152583" name="Line 155"/>
          <p:cNvSpPr>
            <a:spLocks noChangeShapeType="1"/>
          </p:cNvSpPr>
          <p:nvPr/>
        </p:nvSpPr>
        <p:spPr bwMode="auto">
          <a:xfrm rot="10800000">
            <a:off x="2074863" y="2711450"/>
            <a:ext cx="1312862" cy="3000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52584" name="Picture 15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688" y="2008188"/>
            <a:ext cx="1695450" cy="117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2585" name="Picture 1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7638" y="3914775"/>
            <a:ext cx="738187" cy="130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586" name="Line 158"/>
          <p:cNvSpPr>
            <a:spLocks noChangeShapeType="1"/>
          </p:cNvSpPr>
          <p:nvPr/>
        </p:nvSpPr>
        <p:spPr bwMode="auto">
          <a:xfrm rot="5400000">
            <a:off x="6677818" y="3412332"/>
            <a:ext cx="60166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7" name="Line 159"/>
          <p:cNvSpPr>
            <a:spLocks noChangeShapeType="1"/>
          </p:cNvSpPr>
          <p:nvPr/>
        </p:nvSpPr>
        <p:spPr bwMode="auto">
          <a:xfrm rot="5400000">
            <a:off x="3375818" y="3412332"/>
            <a:ext cx="60166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8" name="Line 160"/>
          <p:cNvSpPr>
            <a:spLocks noChangeShapeType="1"/>
          </p:cNvSpPr>
          <p:nvPr/>
        </p:nvSpPr>
        <p:spPr bwMode="auto">
          <a:xfrm rot="5400000">
            <a:off x="5101431" y="3412332"/>
            <a:ext cx="60166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9" name="Line 161"/>
          <p:cNvSpPr>
            <a:spLocks noChangeShapeType="1"/>
          </p:cNvSpPr>
          <p:nvPr/>
        </p:nvSpPr>
        <p:spPr bwMode="auto">
          <a:xfrm rot="5400000">
            <a:off x="2868612" y="3883026"/>
            <a:ext cx="3397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0" name="Text Box 162"/>
          <p:cNvSpPr txBox="1">
            <a:spLocks noChangeArrowheads="1"/>
          </p:cNvSpPr>
          <p:nvPr/>
        </p:nvSpPr>
        <p:spPr bwMode="auto">
          <a:xfrm>
            <a:off x="1111250" y="23161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因特网</a:t>
            </a:r>
          </a:p>
        </p:txBody>
      </p:sp>
      <p:sp>
        <p:nvSpPr>
          <p:cNvPr id="152591" name="Line 163"/>
          <p:cNvSpPr>
            <a:spLocks noChangeShapeType="1"/>
          </p:cNvSpPr>
          <p:nvPr/>
        </p:nvSpPr>
        <p:spPr bwMode="auto">
          <a:xfrm>
            <a:off x="2365375" y="3697288"/>
            <a:ext cx="60991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2" name="Rectangle 164"/>
          <p:cNvSpPr>
            <a:spLocks noChangeArrowheads="1"/>
          </p:cNvSpPr>
          <p:nvPr/>
        </p:nvSpPr>
        <p:spPr bwMode="auto">
          <a:xfrm>
            <a:off x="2298700" y="3649663"/>
            <a:ext cx="85725" cy="9842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3" name="Rectangle 165"/>
          <p:cNvSpPr>
            <a:spLocks noChangeArrowheads="1"/>
          </p:cNvSpPr>
          <p:nvPr/>
        </p:nvSpPr>
        <p:spPr bwMode="auto">
          <a:xfrm>
            <a:off x="8434388" y="3648075"/>
            <a:ext cx="85725" cy="100013"/>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4" name="Text Box 166"/>
          <p:cNvSpPr txBox="1">
            <a:spLocks noChangeArrowheads="1"/>
          </p:cNvSpPr>
          <p:nvPr/>
        </p:nvSpPr>
        <p:spPr bwMode="auto">
          <a:xfrm>
            <a:off x="7065963" y="4198938"/>
            <a:ext cx="962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网络</a:t>
            </a:r>
          </a:p>
          <a:p>
            <a:pPr algn="ctr" eaLnBrk="1" hangingPunct="1"/>
            <a:r>
              <a:rPr kumimoji="1" lang="zh-CN" altLang="en-US" sz="2000">
                <a:solidFill>
                  <a:srgbClr val="333399"/>
                </a:solidFill>
                <a:latin typeface="Arial" pitchFamily="34" charset="0"/>
                <a:ea typeface="黑体" pitchFamily="49" charset="-122"/>
              </a:rPr>
              <a:t>管理员      </a:t>
            </a:r>
          </a:p>
        </p:txBody>
      </p:sp>
      <p:sp>
        <p:nvSpPr>
          <p:cNvPr id="152595" name="Text Box 167"/>
          <p:cNvSpPr txBox="1">
            <a:spLocks noChangeArrowheads="1"/>
          </p:cNvSpPr>
          <p:nvPr/>
        </p:nvSpPr>
        <p:spPr bwMode="auto">
          <a:xfrm>
            <a:off x="1549400" y="4165600"/>
            <a:ext cx="127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被管设备</a:t>
            </a:r>
          </a:p>
        </p:txBody>
      </p:sp>
      <p:sp>
        <p:nvSpPr>
          <p:cNvPr id="152596" name="Text Box 168"/>
          <p:cNvSpPr txBox="1">
            <a:spLocks noChangeArrowheads="1"/>
          </p:cNvSpPr>
          <p:nvPr/>
        </p:nvSpPr>
        <p:spPr bwMode="auto">
          <a:xfrm>
            <a:off x="762000" y="5084763"/>
            <a:ext cx="4683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管理程序（运行 </a:t>
            </a:r>
            <a:r>
              <a:rPr kumimoji="1" lang="en-US" altLang="zh-CN" sz="2000">
                <a:solidFill>
                  <a:srgbClr val="333399"/>
                </a:solidFill>
                <a:latin typeface="Arial" pitchFamily="34" charset="0"/>
                <a:ea typeface="黑体" pitchFamily="49" charset="-122"/>
              </a:rPr>
              <a:t>SNMP </a:t>
            </a:r>
            <a:r>
              <a:rPr kumimoji="1" lang="zh-CN" altLang="en-US" sz="2000">
                <a:solidFill>
                  <a:srgbClr val="333399"/>
                </a:solidFill>
                <a:latin typeface="Arial" pitchFamily="34" charset="0"/>
                <a:ea typeface="黑体" pitchFamily="49" charset="-122"/>
              </a:rPr>
              <a:t>客户程序）</a:t>
            </a:r>
          </a:p>
        </p:txBody>
      </p:sp>
      <p:sp>
        <p:nvSpPr>
          <p:cNvPr id="152597" name="Text Box 169"/>
          <p:cNvSpPr txBox="1">
            <a:spLocks noChangeArrowheads="1"/>
          </p:cNvSpPr>
          <p:nvPr/>
        </p:nvSpPr>
        <p:spPr bwMode="auto">
          <a:xfrm>
            <a:off x="762000" y="5570538"/>
            <a:ext cx="4938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代理程序（运行 </a:t>
            </a:r>
            <a:r>
              <a:rPr kumimoji="1" lang="en-US" altLang="zh-CN" sz="2000">
                <a:solidFill>
                  <a:srgbClr val="333399"/>
                </a:solidFill>
                <a:latin typeface="Arial" pitchFamily="34" charset="0"/>
                <a:ea typeface="黑体" pitchFamily="49" charset="-122"/>
              </a:rPr>
              <a:t>SNMP </a:t>
            </a:r>
            <a:r>
              <a:rPr kumimoji="1" lang="zh-CN" altLang="en-US" sz="2000">
                <a:solidFill>
                  <a:srgbClr val="333399"/>
                </a:solidFill>
                <a:latin typeface="Arial" pitchFamily="34" charset="0"/>
                <a:ea typeface="黑体" pitchFamily="49" charset="-122"/>
              </a:rPr>
              <a:t>服务器程序）</a:t>
            </a:r>
          </a:p>
        </p:txBody>
      </p:sp>
      <p:pic>
        <p:nvPicPr>
          <p:cNvPr id="152598" name="Picture 17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059363" y="2544763"/>
            <a:ext cx="69215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2599" name="Picture 17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0413" y="2811463"/>
            <a:ext cx="769937"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2600" name="Oval 172"/>
          <p:cNvSpPr>
            <a:spLocks noChangeArrowheads="1"/>
          </p:cNvSpPr>
          <p:nvPr/>
        </p:nvSpPr>
        <p:spPr bwMode="auto">
          <a:xfrm>
            <a:off x="3651250" y="2955925"/>
            <a:ext cx="377825" cy="255588"/>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A</a:t>
            </a:r>
          </a:p>
        </p:txBody>
      </p:sp>
      <p:sp>
        <p:nvSpPr>
          <p:cNvPr id="152601" name="Oval 173"/>
          <p:cNvSpPr>
            <a:spLocks noChangeArrowheads="1"/>
          </p:cNvSpPr>
          <p:nvPr/>
        </p:nvSpPr>
        <p:spPr bwMode="auto">
          <a:xfrm>
            <a:off x="2922588" y="4560888"/>
            <a:ext cx="377825" cy="2571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A</a:t>
            </a:r>
          </a:p>
        </p:txBody>
      </p:sp>
      <p:pic>
        <p:nvPicPr>
          <p:cNvPr id="152602" name="Picture 17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7963" y="2811463"/>
            <a:ext cx="769937"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2603" name="Oval 176"/>
          <p:cNvSpPr>
            <a:spLocks noChangeArrowheads="1"/>
          </p:cNvSpPr>
          <p:nvPr/>
        </p:nvSpPr>
        <p:spPr bwMode="auto">
          <a:xfrm>
            <a:off x="6645275" y="2955925"/>
            <a:ext cx="377825" cy="2571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A</a:t>
            </a:r>
          </a:p>
        </p:txBody>
      </p:sp>
      <p:sp>
        <p:nvSpPr>
          <p:cNvPr id="152604" name="Oval 177"/>
          <p:cNvSpPr>
            <a:spLocks noChangeArrowheads="1"/>
          </p:cNvSpPr>
          <p:nvPr/>
        </p:nvSpPr>
        <p:spPr bwMode="auto">
          <a:xfrm>
            <a:off x="5227638" y="3011488"/>
            <a:ext cx="376237" cy="2571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A</a:t>
            </a:r>
          </a:p>
        </p:txBody>
      </p:sp>
      <p:sp>
        <p:nvSpPr>
          <p:cNvPr id="152605" name="Oval 178"/>
          <p:cNvSpPr>
            <a:spLocks noChangeArrowheads="1"/>
          </p:cNvSpPr>
          <p:nvPr/>
        </p:nvSpPr>
        <p:spPr bwMode="auto">
          <a:xfrm>
            <a:off x="5840413" y="4114800"/>
            <a:ext cx="436562" cy="301625"/>
          </a:xfrm>
          <a:prstGeom prst="ellipse">
            <a:avLst/>
          </a:prstGeom>
          <a:solidFill>
            <a:srgbClr val="99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M</a:t>
            </a:r>
          </a:p>
        </p:txBody>
      </p:sp>
      <p:pic>
        <p:nvPicPr>
          <p:cNvPr id="152606" name="Picture 17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204200" y="2409825"/>
            <a:ext cx="692150" cy="80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607" name="Text Box 180"/>
          <p:cNvSpPr txBox="1">
            <a:spLocks noChangeArrowheads="1"/>
          </p:cNvSpPr>
          <p:nvPr/>
        </p:nvSpPr>
        <p:spPr bwMode="auto">
          <a:xfrm>
            <a:off x="3081338" y="2422525"/>
            <a:ext cx="127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被管设备</a:t>
            </a:r>
          </a:p>
        </p:txBody>
      </p:sp>
      <p:sp>
        <p:nvSpPr>
          <p:cNvPr id="152608" name="Text Box 181"/>
          <p:cNvSpPr txBox="1">
            <a:spLocks noChangeArrowheads="1"/>
          </p:cNvSpPr>
          <p:nvPr/>
        </p:nvSpPr>
        <p:spPr bwMode="auto">
          <a:xfrm>
            <a:off x="4789488" y="2171700"/>
            <a:ext cx="127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被管设备</a:t>
            </a:r>
          </a:p>
        </p:txBody>
      </p:sp>
      <p:sp>
        <p:nvSpPr>
          <p:cNvPr id="152609" name="Text Box 182"/>
          <p:cNvSpPr txBox="1">
            <a:spLocks noChangeArrowheads="1"/>
          </p:cNvSpPr>
          <p:nvPr/>
        </p:nvSpPr>
        <p:spPr bwMode="auto">
          <a:xfrm>
            <a:off x="6348413" y="2455863"/>
            <a:ext cx="12715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被管设备</a:t>
            </a:r>
          </a:p>
        </p:txBody>
      </p:sp>
      <p:sp>
        <p:nvSpPr>
          <p:cNvPr id="152610" name="Oval 183"/>
          <p:cNvSpPr>
            <a:spLocks noChangeArrowheads="1"/>
          </p:cNvSpPr>
          <p:nvPr/>
        </p:nvSpPr>
        <p:spPr bwMode="auto">
          <a:xfrm>
            <a:off x="323850" y="5124450"/>
            <a:ext cx="438150" cy="301625"/>
          </a:xfrm>
          <a:prstGeom prst="ellipse">
            <a:avLst/>
          </a:prstGeom>
          <a:solidFill>
            <a:srgbClr val="99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M</a:t>
            </a:r>
          </a:p>
        </p:txBody>
      </p:sp>
      <p:sp>
        <p:nvSpPr>
          <p:cNvPr id="152611" name="Oval 184"/>
          <p:cNvSpPr>
            <a:spLocks noChangeArrowheads="1"/>
          </p:cNvSpPr>
          <p:nvPr/>
        </p:nvSpPr>
        <p:spPr bwMode="auto">
          <a:xfrm>
            <a:off x="323850" y="5575300"/>
            <a:ext cx="438150" cy="30162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A</a:t>
            </a:r>
          </a:p>
        </p:txBody>
      </p:sp>
      <p:sp>
        <p:nvSpPr>
          <p:cNvPr id="152612" name="Freeform 185"/>
          <p:cNvSpPr>
            <a:spLocks/>
          </p:cNvSpPr>
          <p:nvPr/>
        </p:nvSpPr>
        <p:spPr bwMode="auto">
          <a:xfrm>
            <a:off x="3300413" y="4283075"/>
            <a:ext cx="2524125" cy="433388"/>
          </a:xfrm>
          <a:custGeom>
            <a:avLst/>
            <a:gdLst>
              <a:gd name="T0" fmla="*/ 2147483647 w 1384"/>
              <a:gd name="T1" fmla="*/ 0 h 208"/>
              <a:gd name="T2" fmla="*/ 0 w 1384"/>
              <a:gd name="T3" fmla="*/ 903005570 h 208"/>
              <a:gd name="T4" fmla="*/ 0 60000 65536"/>
              <a:gd name="T5" fmla="*/ 0 60000 65536"/>
            </a:gdLst>
            <a:ahLst/>
            <a:cxnLst>
              <a:cxn ang="T4">
                <a:pos x="T0" y="T1"/>
              </a:cxn>
              <a:cxn ang="T5">
                <a:pos x="T2" y="T3"/>
              </a:cxn>
            </a:cxnLst>
            <a:rect l="0" t="0" r="r" b="b"/>
            <a:pathLst>
              <a:path w="1384" h="208">
                <a:moveTo>
                  <a:pt x="1384" y="0"/>
                </a:moveTo>
                <a:cubicBezTo>
                  <a:pt x="1153" y="33"/>
                  <a:pt x="288" y="165"/>
                  <a:pt x="0" y="208"/>
                </a:cubicBezTo>
              </a:path>
            </a:pathLst>
          </a:custGeom>
          <a:noFill/>
          <a:ln w="28575" cap="flat" cmpd="sng">
            <a:solidFill>
              <a:srgbClr val="333399"/>
            </a:solidFill>
            <a:prstDash val="dash"/>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3" name="Freeform 186"/>
          <p:cNvSpPr>
            <a:spLocks/>
          </p:cNvSpPr>
          <p:nvPr/>
        </p:nvSpPr>
        <p:spPr bwMode="auto">
          <a:xfrm>
            <a:off x="4016375" y="3162300"/>
            <a:ext cx="1838325" cy="1036638"/>
          </a:xfrm>
          <a:custGeom>
            <a:avLst/>
            <a:gdLst>
              <a:gd name="T0" fmla="*/ 2147483647 w 1008"/>
              <a:gd name="T1" fmla="*/ 2147483647 h 496"/>
              <a:gd name="T2" fmla="*/ 0 w 1008"/>
              <a:gd name="T3" fmla="*/ 0 h 496"/>
              <a:gd name="T4" fmla="*/ 0 60000 65536"/>
              <a:gd name="T5" fmla="*/ 0 60000 65536"/>
            </a:gdLst>
            <a:ahLst/>
            <a:cxnLst>
              <a:cxn ang="T4">
                <a:pos x="T0" y="T1"/>
              </a:cxn>
              <a:cxn ang="T5">
                <a:pos x="T2" y="T3"/>
              </a:cxn>
            </a:cxnLst>
            <a:rect l="0" t="0" r="r" b="b"/>
            <a:pathLst>
              <a:path w="1008" h="496">
                <a:moveTo>
                  <a:pt x="1008" y="496"/>
                </a:moveTo>
                <a:cubicBezTo>
                  <a:pt x="841" y="413"/>
                  <a:pt x="210" y="103"/>
                  <a:pt x="0" y="0"/>
                </a:cubicBezTo>
              </a:path>
            </a:pathLst>
          </a:custGeom>
          <a:noFill/>
          <a:ln w="28575" cap="flat" cmpd="sng">
            <a:solidFill>
              <a:srgbClr val="333399"/>
            </a:solidFill>
            <a:prstDash val="dash"/>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4" name="Freeform 187"/>
          <p:cNvSpPr>
            <a:spLocks/>
          </p:cNvSpPr>
          <p:nvPr/>
        </p:nvSpPr>
        <p:spPr bwMode="auto">
          <a:xfrm>
            <a:off x="5430838" y="3279775"/>
            <a:ext cx="539750" cy="885825"/>
          </a:xfrm>
          <a:custGeom>
            <a:avLst/>
            <a:gdLst>
              <a:gd name="T0" fmla="*/ 984223184 w 296"/>
              <a:gd name="T1" fmla="*/ 1850674365 h 424"/>
              <a:gd name="T2" fmla="*/ 0 w 296"/>
              <a:gd name="T3" fmla="*/ 0 h 424"/>
              <a:gd name="T4" fmla="*/ 0 60000 65536"/>
              <a:gd name="T5" fmla="*/ 0 60000 65536"/>
            </a:gdLst>
            <a:ahLst/>
            <a:cxnLst>
              <a:cxn ang="T4">
                <a:pos x="T0" y="T1"/>
              </a:cxn>
              <a:cxn ang="T5">
                <a:pos x="T2" y="T3"/>
              </a:cxn>
            </a:cxnLst>
            <a:rect l="0" t="0" r="r" b="b"/>
            <a:pathLst>
              <a:path w="296" h="424">
                <a:moveTo>
                  <a:pt x="296" y="424"/>
                </a:moveTo>
                <a:cubicBezTo>
                  <a:pt x="245" y="354"/>
                  <a:pt x="62" y="88"/>
                  <a:pt x="0" y="0"/>
                </a:cubicBezTo>
              </a:path>
            </a:pathLst>
          </a:custGeom>
          <a:noFill/>
          <a:ln w="28575" cap="flat" cmpd="sng">
            <a:solidFill>
              <a:srgbClr val="333399"/>
            </a:solidFill>
            <a:prstDash val="dash"/>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5" name="Freeform 188"/>
          <p:cNvSpPr>
            <a:spLocks/>
          </p:cNvSpPr>
          <p:nvPr/>
        </p:nvSpPr>
        <p:spPr bwMode="auto">
          <a:xfrm>
            <a:off x="6102350" y="3211513"/>
            <a:ext cx="642938" cy="903287"/>
          </a:xfrm>
          <a:custGeom>
            <a:avLst/>
            <a:gdLst>
              <a:gd name="T0" fmla="*/ 0 w 352"/>
              <a:gd name="T1" fmla="*/ 1888720843 h 432"/>
              <a:gd name="T2" fmla="*/ 1174344522 w 352"/>
              <a:gd name="T3" fmla="*/ 0 h 432"/>
              <a:gd name="T4" fmla="*/ 0 60000 65536"/>
              <a:gd name="T5" fmla="*/ 0 60000 65536"/>
            </a:gdLst>
            <a:ahLst/>
            <a:cxnLst>
              <a:cxn ang="T4">
                <a:pos x="T0" y="T1"/>
              </a:cxn>
              <a:cxn ang="T5">
                <a:pos x="T2" y="T3"/>
              </a:cxn>
            </a:cxnLst>
            <a:rect l="0" t="0" r="r" b="b"/>
            <a:pathLst>
              <a:path w="352" h="432">
                <a:moveTo>
                  <a:pt x="0" y="432"/>
                </a:moveTo>
                <a:cubicBezTo>
                  <a:pt x="59" y="360"/>
                  <a:pt x="279" y="90"/>
                  <a:pt x="352" y="0"/>
                </a:cubicBezTo>
              </a:path>
            </a:pathLst>
          </a:custGeom>
          <a:noFill/>
          <a:ln w="28575" cap="flat" cmpd="sng">
            <a:solidFill>
              <a:srgbClr val="333399"/>
            </a:solidFill>
            <a:prstDash val="dash"/>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6" name="Freeform 189"/>
          <p:cNvSpPr>
            <a:spLocks/>
          </p:cNvSpPr>
          <p:nvPr/>
        </p:nvSpPr>
        <p:spPr bwMode="auto">
          <a:xfrm>
            <a:off x="6276975" y="3078163"/>
            <a:ext cx="1985963" cy="1103312"/>
          </a:xfrm>
          <a:custGeom>
            <a:avLst/>
            <a:gdLst>
              <a:gd name="T0" fmla="*/ 0 w 1088"/>
              <a:gd name="T1" fmla="*/ 2147483647 h 528"/>
              <a:gd name="T2" fmla="*/ 2147483647 w 1088"/>
              <a:gd name="T3" fmla="*/ 0 h 528"/>
              <a:gd name="T4" fmla="*/ 0 60000 65536"/>
              <a:gd name="T5" fmla="*/ 0 60000 65536"/>
            </a:gdLst>
            <a:ahLst/>
            <a:cxnLst>
              <a:cxn ang="T4">
                <a:pos x="T0" y="T1"/>
              </a:cxn>
              <a:cxn ang="T5">
                <a:pos x="T2" y="T3"/>
              </a:cxn>
            </a:cxnLst>
            <a:rect l="0" t="0" r="r" b="b"/>
            <a:pathLst>
              <a:path w="1088" h="528">
                <a:moveTo>
                  <a:pt x="0" y="528"/>
                </a:moveTo>
                <a:cubicBezTo>
                  <a:pt x="181" y="441"/>
                  <a:pt x="861" y="110"/>
                  <a:pt x="1088" y="0"/>
                </a:cubicBezTo>
              </a:path>
            </a:pathLst>
          </a:custGeom>
          <a:noFill/>
          <a:ln w="28575" cap="flat" cmpd="sng">
            <a:solidFill>
              <a:srgbClr val="333399"/>
            </a:solidFill>
            <a:prstDash val="dash"/>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7" name="Oval 190"/>
          <p:cNvSpPr>
            <a:spLocks noChangeArrowheads="1"/>
          </p:cNvSpPr>
          <p:nvPr/>
        </p:nvSpPr>
        <p:spPr bwMode="auto">
          <a:xfrm>
            <a:off x="8204200" y="2854325"/>
            <a:ext cx="377825" cy="2571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solidFill>
                  <a:srgbClr val="333399"/>
                </a:solidFill>
                <a:latin typeface="Arial" pitchFamily="34" charset="0"/>
                <a:ea typeface="黑体" pitchFamily="49" charset="-122"/>
              </a:rPr>
              <a:t>A</a:t>
            </a:r>
          </a:p>
        </p:txBody>
      </p:sp>
      <p:sp>
        <p:nvSpPr>
          <p:cNvPr id="152618" name="Text Box 191"/>
          <p:cNvSpPr txBox="1">
            <a:spLocks noChangeArrowheads="1"/>
          </p:cNvSpPr>
          <p:nvPr/>
        </p:nvSpPr>
        <p:spPr bwMode="auto">
          <a:xfrm>
            <a:off x="7939088" y="2054225"/>
            <a:ext cx="12715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被管设备</a:t>
            </a:r>
          </a:p>
        </p:txBody>
      </p:sp>
      <p:sp>
        <p:nvSpPr>
          <p:cNvPr id="152619" name="Text Box 192"/>
          <p:cNvSpPr txBox="1">
            <a:spLocks noChangeArrowheads="1"/>
          </p:cNvSpPr>
          <p:nvPr/>
        </p:nvSpPr>
        <p:spPr bwMode="auto">
          <a:xfrm rot="-527046">
            <a:off x="3738563" y="399256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网管协议</a:t>
            </a: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eaLnBrk="1" hangingPunct="1"/>
            <a:r>
              <a:rPr lang="zh-CN" altLang="en-US" smtClean="0"/>
              <a:t>网络管理的五大功能 </a:t>
            </a:r>
          </a:p>
        </p:txBody>
      </p:sp>
      <p:sp>
        <p:nvSpPr>
          <p:cNvPr id="153603" name="Rectangle 3"/>
          <p:cNvSpPr>
            <a:spLocks noGrp="1" noChangeArrowheads="1"/>
          </p:cNvSpPr>
          <p:nvPr>
            <p:ph type="body" idx="1"/>
          </p:nvPr>
        </p:nvSpPr>
        <p:spPr/>
        <p:txBody>
          <a:bodyPr/>
          <a:lstStyle/>
          <a:p>
            <a:pPr eaLnBrk="1" hangingPunct="1"/>
            <a:r>
              <a:rPr lang="en-US" altLang="zh-CN" b="1" smtClean="0"/>
              <a:t>⑴</a:t>
            </a:r>
            <a:r>
              <a:rPr lang="zh-CN" altLang="en-US" smtClean="0">
                <a:hlinkClick r:id="rId2"/>
              </a:rPr>
              <a:t>故障管理</a:t>
            </a:r>
            <a:r>
              <a:rPr lang="zh-CN" altLang="en-US" smtClean="0"/>
              <a:t> </a:t>
            </a:r>
          </a:p>
          <a:p>
            <a:pPr eaLnBrk="1" hangingPunct="1"/>
            <a:r>
              <a:rPr lang="zh-CN" altLang="en-US" b="1" smtClean="0"/>
              <a:t>⑵计费管理</a:t>
            </a:r>
            <a:r>
              <a:rPr lang="zh-CN" altLang="en-US" smtClean="0"/>
              <a:t> </a:t>
            </a:r>
          </a:p>
          <a:p>
            <a:pPr eaLnBrk="1" hangingPunct="1"/>
            <a:r>
              <a:rPr lang="zh-CN" altLang="en-US" b="1" smtClean="0"/>
              <a:t>⑶</a:t>
            </a:r>
            <a:r>
              <a:rPr lang="zh-CN" altLang="en-US" smtClean="0">
                <a:hlinkClick r:id="rId3"/>
              </a:rPr>
              <a:t>配置管理</a:t>
            </a:r>
            <a:r>
              <a:rPr lang="zh-CN" altLang="en-US" smtClean="0"/>
              <a:t> </a:t>
            </a:r>
          </a:p>
          <a:p>
            <a:pPr eaLnBrk="1" hangingPunct="1"/>
            <a:r>
              <a:rPr lang="zh-CN" altLang="en-US" b="1" smtClean="0"/>
              <a:t>⑷</a:t>
            </a:r>
            <a:r>
              <a:rPr lang="zh-CN" altLang="en-US" smtClean="0">
                <a:hlinkClick r:id="rId4"/>
              </a:rPr>
              <a:t>性能管理</a:t>
            </a:r>
            <a:endParaRPr lang="zh-CN" altLang="en-US" smtClean="0"/>
          </a:p>
          <a:p>
            <a:pPr eaLnBrk="1" hangingPunct="1"/>
            <a:r>
              <a:rPr lang="zh-CN" altLang="en-US" smtClean="0"/>
              <a:t> </a:t>
            </a:r>
            <a:r>
              <a:rPr lang="zh-CN" altLang="en-US" b="1" smtClean="0"/>
              <a:t>⑸</a:t>
            </a:r>
            <a:r>
              <a:rPr lang="zh-CN" altLang="en-US" smtClean="0">
                <a:hlinkClick r:id="rId5"/>
              </a:rPr>
              <a:t>安全管理</a:t>
            </a:r>
            <a:endParaRPr lang="zh-CN" altLang="en-US" smtClean="0"/>
          </a:p>
          <a:p>
            <a:pPr eaLnBrk="1" hangingPunct="1"/>
            <a:endParaRPr lang="zh-CN" altLang="en-US" smtClean="0"/>
          </a:p>
          <a:p>
            <a:pPr eaLnBrk="1" hangingPunct="1"/>
            <a:endParaRPr lang="en-US" altLang="zh-CN" smtClean="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algn="ctr" eaLnBrk="1" hangingPunct="1"/>
            <a:r>
              <a:rPr lang="zh-CN" altLang="en-US" smtClean="0"/>
              <a:t>网络管理模型中的主要构件 </a:t>
            </a:r>
          </a:p>
        </p:txBody>
      </p:sp>
      <p:sp>
        <p:nvSpPr>
          <p:cNvPr id="154627" name="Rectangle 3"/>
          <p:cNvSpPr>
            <a:spLocks noGrp="1" noChangeArrowheads="1"/>
          </p:cNvSpPr>
          <p:nvPr>
            <p:ph type="body" idx="1"/>
          </p:nvPr>
        </p:nvSpPr>
        <p:spPr>
          <a:xfrm>
            <a:off x="755650" y="1906588"/>
            <a:ext cx="8059738" cy="4114800"/>
          </a:xfrm>
        </p:spPr>
        <p:txBody>
          <a:bodyPr/>
          <a:lstStyle/>
          <a:p>
            <a:pPr eaLnBrk="1" hangingPunct="1"/>
            <a:r>
              <a:rPr lang="zh-CN" altLang="en-US" sz="2800" smtClean="0">
                <a:solidFill>
                  <a:schemeClr val="hlink"/>
                </a:solidFill>
              </a:rPr>
              <a:t>管理站</a:t>
            </a:r>
            <a:r>
              <a:rPr lang="zh-CN" altLang="en-US" sz="2800" smtClean="0"/>
              <a:t>也常称为</a:t>
            </a:r>
            <a:r>
              <a:rPr lang="zh-CN" altLang="en-US" sz="2800" smtClean="0">
                <a:solidFill>
                  <a:schemeClr val="hlink"/>
                </a:solidFill>
              </a:rPr>
              <a:t>网络运行中心</a:t>
            </a:r>
            <a:r>
              <a:rPr lang="zh-CN" altLang="en-US" sz="2800" smtClean="0"/>
              <a:t> </a:t>
            </a:r>
            <a:r>
              <a:rPr lang="en-US" altLang="zh-CN" sz="2800" smtClean="0"/>
              <a:t>NOC (Network Operations Center)</a:t>
            </a:r>
            <a:r>
              <a:rPr lang="zh-CN" altLang="en-US" sz="2800" smtClean="0"/>
              <a:t>，是网络管理系统的核心。</a:t>
            </a:r>
          </a:p>
          <a:p>
            <a:pPr eaLnBrk="1" hangingPunct="1"/>
            <a:r>
              <a:rPr lang="zh-CN" altLang="en-US" sz="2800" smtClean="0">
                <a:solidFill>
                  <a:schemeClr val="hlink"/>
                </a:solidFill>
              </a:rPr>
              <a:t>管理程序</a:t>
            </a:r>
            <a:r>
              <a:rPr lang="zh-CN" altLang="en-US" sz="2800" smtClean="0"/>
              <a:t>在运行时就成为</a:t>
            </a:r>
            <a:r>
              <a:rPr lang="zh-CN" altLang="en-US" sz="2800" smtClean="0">
                <a:solidFill>
                  <a:schemeClr val="hlink"/>
                </a:solidFill>
              </a:rPr>
              <a:t>管理进程</a:t>
            </a:r>
            <a:r>
              <a:rPr lang="zh-CN" altLang="en-US" sz="2800" smtClean="0"/>
              <a:t>。</a:t>
            </a:r>
          </a:p>
          <a:p>
            <a:pPr eaLnBrk="1" hangingPunct="1"/>
            <a:r>
              <a:rPr lang="zh-CN" altLang="en-US" sz="2800" smtClean="0"/>
              <a:t>管理站（硬件）或管理程序（软件）都可称为</a:t>
            </a:r>
            <a:r>
              <a:rPr lang="zh-CN" altLang="en-US" sz="2800" smtClean="0">
                <a:solidFill>
                  <a:schemeClr val="hlink"/>
                </a:solidFill>
              </a:rPr>
              <a:t>管理者</a:t>
            </a:r>
            <a:r>
              <a:rPr lang="en-US" altLang="zh-CN" sz="2800" smtClean="0"/>
              <a:t>(manager)</a:t>
            </a:r>
            <a:r>
              <a:rPr lang="zh-CN" altLang="en-US" sz="2800" smtClean="0"/>
              <a:t>。</a:t>
            </a:r>
          </a:p>
          <a:p>
            <a:pPr eaLnBrk="1" hangingPunct="1"/>
            <a:r>
              <a:rPr lang="en-US" altLang="zh-CN" sz="2800" smtClean="0">
                <a:solidFill>
                  <a:schemeClr val="hlink"/>
                </a:solidFill>
              </a:rPr>
              <a:t>Manager </a:t>
            </a:r>
            <a:r>
              <a:rPr lang="zh-CN" altLang="en-US" sz="2800" smtClean="0"/>
              <a:t>不是指人而是指机器或软件。</a:t>
            </a:r>
          </a:p>
          <a:p>
            <a:pPr eaLnBrk="1" hangingPunct="1"/>
            <a:r>
              <a:rPr lang="zh-CN" altLang="en-US" sz="2800" smtClean="0">
                <a:solidFill>
                  <a:schemeClr val="hlink"/>
                </a:solidFill>
              </a:rPr>
              <a:t>网络管理员</a:t>
            </a:r>
            <a:r>
              <a:rPr lang="en-US" altLang="zh-CN" sz="2800" smtClean="0"/>
              <a:t>(administrator) </a:t>
            </a:r>
            <a:r>
              <a:rPr lang="zh-CN" altLang="en-US" sz="2800" smtClean="0"/>
              <a:t>指的是人。大型网络往往实行多级管理，因而有多个管理者，而一个管理者一般只管理本地网络的设备。</a:t>
            </a: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1150938" y="836613"/>
            <a:ext cx="7793037" cy="768350"/>
          </a:xfrm>
        </p:spPr>
        <p:txBody>
          <a:bodyPr/>
          <a:lstStyle/>
          <a:p>
            <a:pPr algn="ctr" eaLnBrk="1" hangingPunct="1"/>
            <a:r>
              <a:rPr lang="zh-CN" altLang="en-US" sz="4000" smtClean="0"/>
              <a:t>被管对象</a:t>
            </a:r>
            <a:r>
              <a:rPr lang="en-US" altLang="zh-CN" sz="4000" smtClean="0"/>
              <a:t>(Managed Object)</a:t>
            </a:r>
            <a:r>
              <a:rPr lang="zh-CN" altLang="en-US" sz="4000" smtClean="0"/>
              <a:t>。</a:t>
            </a:r>
          </a:p>
        </p:txBody>
      </p:sp>
      <p:sp>
        <p:nvSpPr>
          <p:cNvPr id="155651" name="Rectangle 3"/>
          <p:cNvSpPr>
            <a:spLocks noGrp="1" noChangeArrowheads="1"/>
          </p:cNvSpPr>
          <p:nvPr>
            <p:ph type="body" idx="1"/>
          </p:nvPr>
        </p:nvSpPr>
        <p:spPr>
          <a:xfrm>
            <a:off x="1042988" y="1906588"/>
            <a:ext cx="7772400" cy="4114800"/>
          </a:xfrm>
        </p:spPr>
        <p:txBody>
          <a:bodyPr/>
          <a:lstStyle/>
          <a:p>
            <a:pPr eaLnBrk="1" hangingPunct="1"/>
            <a:r>
              <a:rPr lang="zh-CN" altLang="en-US" smtClean="0"/>
              <a:t>网络的每一个被管设备中可能有多个</a:t>
            </a:r>
            <a:r>
              <a:rPr lang="zh-CN" altLang="en-US" smtClean="0">
                <a:solidFill>
                  <a:schemeClr val="hlink"/>
                </a:solidFill>
              </a:rPr>
              <a:t>被管对象</a:t>
            </a:r>
            <a:r>
              <a:rPr lang="zh-CN" altLang="en-US" smtClean="0"/>
              <a:t>。</a:t>
            </a:r>
          </a:p>
          <a:p>
            <a:pPr eaLnBrk="1" hangingPunct="1"/>
            <a:r>
              <a:rPr lang="zh-CN" altLang="en-US" smtClean="0"/>
              <a:t>被管设备有时可称为</a:t>
            </a:r>
            <a:r>
              <a:rPr lang="zh-CN" altLang="en-US" smtClean="0">
                <a:solidFill>
                  <a:schemeClr val="hlink"/>
                </a:solidFill>
              </a:rPr>
              <a:t>网络元素</a:t>
            </a:r>
            <a:r>
              <a:rPr lang="zh-CN" altLang="en-US" smtClean="0"/>
              <a:t>或</a:t>
            </a:r>
            <a:r>
              <a:rPr lang="zh-CN" altLang="en-US" smtClean="0">
                <a:solidFill>
                  <a:schemeClr val="hlink"/>
                </a:solidFill>
              </a:rPr>
              <a:t>网元</a:t>
            </a:r>
            <a:r>
              <a:rPr lang="zh-CN" altLang="en-US" smtClean="0"/>
              <a:t>。</a:t>
            </a:r>
          </a:p>
          <a:p>
            <a:pPr eaLnBrk="1" hangingPunct="1"/>
            <a:r>
              <a:rPr lang="zh-CN" altLang="en-US" smtClean="0"/>
              <a:t>在被管设备中也会有一些不能被管的对象。 </a:t>
            </a:r>
          </a:p>
          <a:p>
            <a:pPr eaLnBrk="1" hangingPunct="1"/>
            <a:endParaRPr lang="en-US" altLang="zh-CN" smtClean="0"/>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algn="ctr" eaLnBrk="1" hangingPunct="1"/>
            <a:r>
              <a:rPr lang="zh-CN" altLang="en-US" smtClean="0"/>
              <a:t>代理</a:t>
            </a:r>
            <a:r>
              <a:rPr lang="en-US" altLang="zh-CN" smtClean="0"/>
              <a:t>(agent)</a:t>
            </a:r>
          </a:p>
        </p:txBody>
      </p:sp>
      <p:sp>
        <p:nvSpPr>
          <p:cNvPr id="156675" name="Rectangle 3"/>
          <p:cNvSpPr>
            <a:spLocks noGrp="1" noChangeArrowheads="1"/>
          </p:cNvSpPr>
          <p:nvPr>
            <p:ph type="body" idx="1"/>
          </p:nvPr>
        </p:nvSpPr>
        <p:spPr>
          <a:xfrm>
            <a:off x="1042988" y="1835150"/>
            <a:ext cx="7772400" cy="4114800"/>
          </a:xfrm>
        </p:spPr>
        <p:txBody>
          <a:bodyPr/>
          <a:lstStyle/>
          <a:p>
            <a:pPr eaLnBrk="1" hangingPunct="1"/>
            <a:r>
              <a:rPr lang="zh-CN" altLang="en-US" smtClean="0"/>
              <a:t>在每一个被管设备中都要运行一个程序以便和管理站中的管理程序进行通信。这些运行着的程序叫做</a:t>
            </a:r>
            <a:r>
              <a:rPr lang="zh-CN" altLang="en-US" smtClean="0">
                <a:solidFill>
                  <a:schemeClr val="hlink"/>
                </a:solidFill>
              </a:rPr>
              <a:t>网络管理代理程序</a:t>
            </a:r>
            <a:r>
              <a:rPr lang="zh-CN" altLang="en-US" smtClean="0"/>
              <a:t>，或简称为</a:t>
            </a:r>
            <a:r>
              <a:rPr lang="zh-CN" altLang="en-US" smtClean="0">
                <a:solidFill>
                  <a:schemeClr val="hlink"/>
                </a:solidFill>
              </a:rPr>
              <a:t>代理</a:t>
            </a:r>
            <a:r>
              <a:rPr lang="zh-CN" altLang="en-US" smtClean="0"/>
              <a:t>。</a:t>
            </a:r>
          </a:p>
          <a:p>
            <a:pPr eaLnBrk="1" hangingPunct="1"/>
            <a:r>
              <a:rPr lang="zh-CN" altLang="en-US" smtClean="0"/>
              <a:t>代理程序在管理程序的命令和控制下在被管设备上采取本地的行动。</a:t>
            </a: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algn="ctr" eaLnBrk="1" hangingPunct="1"/>
            <a:r>
              <a:rPr lang="zh-CN" altLang="en-US" smtClean="0"/>
              <a:t>网络管理协议 </a:t>
            </a:r>
          </a:p>
        </p:txBody>
      </p:sp>
      <p:sp>
        <p:nvSpPr>
          <p:cNvPr id="157699" name="Rectangle 3"/>
          <p:cNvSpPr>
            <a:spLocks noGrp="1" noChangeArrowheads="1"/>
          </p:cNvSpPr>
          <p:nvPr>
            <p:ph type="body" idx="1"/>
          </p:nvPr>
        </p:nvSpPr>
        <p:spPr/>
        <p:txBody>
          <a:bodyPr/>
          <a:lstStyle/>
          <a:p>
            <a:pPr eaLnBrk="1" hangingPunct="1"/>
            <a:r>
              <a:rPr lang="zh-CN" altLang="en-US" smtClean="0">
                <a:solidFill>
                  <a:schemeClr val="hlink"/>
                </a:solidFill>
              </a:rPr>
              <a:t>网络管理协议</a:t>
            </a:r>
            <a:r>
              <a:rPr lang="zh-CN" altLang="en-US" smtClean="0"/>
              <a:t>，简称为</a:t>
            </a:r>
            <a:r>
              <a:rPr lang="zh-CN" altLang="en-US" smtClean="0">
                <a:solidFill>
                  <a:schemeClr val="hlink"/>
                </a:solidFill>
              </a:rPr>
              <a:t>网管协议</a:t>
            </a:r>
            <a:r>
              <a:rPr lang="zh-CN" altLang="en-US" smtClean="0"/>
              <a:t>。</a:t>
            </a:r>
          </a:p>
          <a:p>
            <a:pPr eaLnBrk="1" hangingPunct="1"/>
            <a:r>
              <a:rPr lang="zh-CN" altLang="en-US" smtClean="0"/>
              <a:t>需要注意的是，并不是网管协议本身来管理网络。网管协议就是管理程序和代理程序之间进行通信的规则。</a:t>
            </a:r>
          </a:p>
          <a:p>
            <a:pPr eaLnBrk="1" hangingPunct="1"/>
            <a:r>
              <a:rPr lang="zh-CN" altLang="en-US" smtClean="0"/>
              <a:t>网络管理员利用网管协议通过管理站对网络中的被管设备进行管理。 </a:t>
            </a: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algn="ctr" eaLnBrk="1" hangingPunct="1"/>
            <a:r>
              <a:rPr lang="zh-CN" altLang="en-US" smtClean="0"/>
              <a:t>客户服务器方式</a:t>
            </a:r>
          </a:p>
        </p:txBody>
      </p:sp>
      <p:sp>
        <p:nvSpPr>
          <p:cNvPr id="158723" name="Rectangle 3"/>
          <p:cNvSpPr>
            <a:spLocks noGrp="1" noChangeArrowheads="1"/>
          </p:cNvSpPr>
          <p:nvPr>
            <p:ph type="body" idx="1"/>
          </p:nvPr>
        </p:nvSpPr>
        <p:spPr>
          <a:xfrm>
            <a:off x="1042988" y="1773238"/>
            <a:ext cx="7772400" cy="4608512"/>
          </a:xfrm>
        </p:spPr>
        <p:txBody>
          <a:bodyPr/>
          <a:lstStyle/>
          <a:p>
            <a:pPr eaLnBrk="1" hangingPunct="1">
              <a:lnSpc>
                <a:spcPct val="90000"/>
              </a:lnSpc>
            </a:pPr>
            <a:r>
              <a:rPr lang="zh-CN" altLang="en-US" smtClean="0"/>
              <a:t>管理程序和代理程序按</a:t>
            </a:r>
            <a:r>
              <a:rPr lang="zh-CN" altLang="en-US" smtClean="0">
                <a:solidFill>
                  <a:schemeClr val="hlink"/>
                </a:solidFill>
              </a:rPr>
              <a:t>客户服务器方式</a:t>
            </a:r>
            <a:r>
              <a:rPr lang="zh-CN" altLang="en-US" smtClean="0"/>
              <a:t>工作。</a:t>
            </a:r>
          </a:p>
          <a:p>
            <a:pPr eaLnBrk="1" hangingPunct="1">
              <a:lnSpc>
                <a:spcPct val="90000"/>
              </a:lnSpc>
            </a:pPr>
            <a:r>
              <a:rPr lang="zh-CN" altLang="en-US" smtClean="0"/>
              <a:t>管理程序运行 </a:t>
            </a:r>
            <a:r>
              <a:rPr lang="en-US" altLang="zh-CN" smtClean="0">
                <a:solidFill>
                  <a:schemeClr val="hlink"/>
                </a:solidFill>
              </a:rPr>
              <a:t>SNMP </a:t>
            </a:r>
            <a:r>
              <a:rPr lang="zh-CN" altLang="en-US" smtClean="0">
                <a:solidFill>
                  <a:schemeClr val="hlink"/>
                </a:solidFill>
              </a:rPr>
              <a:t>客户程序</a:t>
            </a:r>
            <a:r>
              <a:rPr lang="zh-CN" altLang="en-US" smtClean="0"/>
              <a:t>，向某个代理程序发出请求（或命令），代理程序运行 </a:t>
            </a:r>
            <a:r>
              <a:rPr lang="en-US" altLang="zh-CN" smtClean="0">
                <a:solidFill>
                  <a:schemeClr val="hlink"/>
                </a:solidFill>
              </a:rPr>
              <a:t>SNMP </a:t>
            </a:r>
            <a:r>
              <a:rPr lang="zh-CN" altLang="en-US" smtClean="0">
                <a:solidFill>
                  <a:schemeClr val="hlink"/>
                </a:solidFill>
              </a:rPr>
              <a:t>服务器程序</a:t>
            </a:r>
            <a:r>
              <a:rPr lang="zh-CN" altLang="en-US" smtClean="0"/>
              <a:t>，返回响应（或执行某个动作）。</a:t>
            </a:r>
          </a:p>
          <a:p>
            <a:pPr eaLnBrk="1" hangingPunct="1">
              <a:lnSpc>
                <a:spcPct val="90000"/>
              </a:lnSpc>
            </a:pPr>
            <a:r>
              <a:rPr lang="zh-CN" altLang="en-US" smtClean="0"/>
              <a:t>在网管系统中往往是一个（或少数几个）客户程序与很多的服务器程序进行交互。</a:t>
            </a: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algn="ctr" eaLnBrk="1" hangingPunct="1"/>
            <a:r>
              <a:rPr lang="zh-CN" altLang="en-US" smtClean="0"/>
              <a:t>网络管理的基本原理</a:t>
            </a:r>
          </a:p>
        </p:txBody>
      </p:sp>
      <p:sp>
        <p:nvSpPr>
          <p:cNvPr id="159747" name="Rectangle 3"/>
          <p:cNvSpPr>
            <a:spLocks noGrp="1" noChangeArrowheads="1"/>
          </p:cNvSpPr>
          <p:nvPr>
            <p:ph type="body" idx="1"/>
          </p:nvPr>
        </p:nvSpPr>
        <p:spPr/>
        <p:txBody>
          <a:bodyPr/>
          <a:lstStyle/>
          <a:p>
            <a:pPr eaLnBrk="1" hangingPunct="1"/>
            <a:r>
              <a:rPr lang="zh-CN" altLang="en-US" smtClean="0"/>
              <a:t>若要管理某个对象，就必然会给该对象添加一些软件或硬件，但这种“添加”必须</a:t>
            </a:r>
            <a:r>
              <a:rPr lang="zh-CN" altLang="en-US" smtClean="0">
                <a:solidFill>
                  <a:schemeClr val="hlink"/>
                </a:solidFill>
              </a:rPr>
              <a:t>对原有对象的影响尽量小些</a:t>
            </a:r>
            <a:r>
              <a:rPr lang="zh-CN" altLang="en-US" smtClean="0"/>
              <a:t>。</a:t>
            </a: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lgn="ctr" eaLnBrk="1" hangingPunct="1"/>
            <a:r>
              <a:rPr lang="en-US" altLang="zh-CN" smtClean="0"/>
              <a:t>SNMP </a:t>
            </a:r>
            <a:r>
              <a:rPr lang="zh-CN" altLang="en-US" smtClean="0"/>
              <a:t>的指导思想</a:t>
            </a:r>
          </a:p>
        </p:txBody>
      </p:sp>
      <p:sp>
        <p:nvSpPr>
          <p:cNvPr id="160771" name="Rectangle 3"/>
          <p:cNvSpPr>
            <a:spLocks noGrp="1" noChangeArrowheads="1"/>
          </p:cNvSpPr>
          <p:nvPr>
            <p:ph type="body" idx="1"/>
          </p:nvPr>
        </p:nvSpPr>
        <p:spPr>
          <a:xfrm>
            <a:off x="1042988" y="1917700"/>
            <a:ext cx="7772400" cy="4464050"/>
          </a:xfrm>
        </p:spPr>
        <p:txBody>
          <a:bodyPr/>
          <a:lstStyle/>
          <a:p>
            <a:pPr eaLnBrk="1" hangingPunct="1"/>
            <a:r>
              <a:rPr lang="en-US" altLang="zh-CN" smtClean="0"/>
              <a:t>SNMP </a:t>
            </a:r>
            <a:r>
              <a:rPr lang="zh-CN" altLang="en-US" smtClean="0"/>
              <a:t>最重要的指导思想就是要尽可能简单。</a:t>
            </a:r>
          </a:p>
          <a:p>
            <a:pPr eaLnBrk="1" hangingPunct="1"/>
            <a:r>
              <a:rPr lang="en-US" altLang="zh-CN" smtClean="0"/>
              <a:t>SNMP </a:t>
            </a:r>
            <a:r>
              <a:rPr lang="zh-CN" altLang="en-US" smtClean="0"/>
              <a:t>的基本功能包括监视网络性能、检测分析网络差错和配置网络设备等。</a:t>
            </a:r>
          </a:p>
          <a:p>
            <a:pPr eaLnBrk="1" hangingPunct="1"/>
            <a:r>
              <a:rPr lang="zh-CN" altLang="en-US" smtClean="0"/>
              <a:t>在网络正常工作时，</a:t>
            </a:r>
            <a:r>
              <a:rPr lang="en-US" altLang="zh-CN" smtClean="0"/>
              <a:t>SNMP </a:t>
            </a:r>
            <a:r>
              <a:rPr lang="zh-CN" altLang="en-US" smtClean="0"/>
              <a:t>可实现统计、配置、和测试等功能。当网络出故障时，可实现各种差错检测和恢复功能。</a:t>
            </a: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eaLnBrk="1" hangingPunct="1"/>
            <a:r>
              <a:rPr lang="en-US" altLang="zh-CN" smtClean="0"/>
              <a:t>SNMP </a:t>
            </a:r>
            <a:r>
              <a:rPr lang="zh-CN" altLang="en-US" smtClean="0"/>
              <a:t>的管理站和委托代理</a:t>
            </a:r>
          </a:p>
        </p:txBody>
      </p:sp>
      <p:sp>
        <p:nvSpPr>
          <p:cNvPr id="161795"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t>整个系统必须有一个</a:t>
            </a:r>
            <a:r>
              <a:rPr lang="zh-CN" altLang="en-US" sz="2800" smtClean="0">
                <a:solidFill>
                  <a:schemeClr val="hlink"/>
                </a:solidFill>
              </a:rPr>
              <a:t>管理站</a:t>
            </a:r>
            <a:r>
              <a:rPr lang="zh-CN" altLang="en-US" sz="2800" smtClean="0"/>
              <a:t>。</a:t>
            </a:r>
          </a:p>
          <a:p>
            <a:pPr eaLnBrk="1" hangingPunct="1"/>
            <a:r>
              <a:rPr lang="zh-CN" altLang="en-US" sz="2800" smtClean="0"/>
              <a:t>管理进程和代理进程利用 </a:t>
            </a:r>
            <a:r>
              <a:rPr lang="en-US" altLang="zh-CN" sz="2800" smtClean="0"/>
              <a:t>SNMP </a:t>
            </a:r>
            <a:r>
              <a:rPr lang="zh-CN" altLang="en-US" sz="2800" smtClean="0"/>
              <a:t>报文进行通信，而 </a:t>
            </a:r>
            <a:r>
              <a:rPr lang="en-US" altLang="zh-CN" sz="2800" smtClean="0"/>
              <a:t>SNMP </a:t>
            </a:r>
            <a:r>
              <a:rPr lang="zh-CN" altLang="en-US" sz="2800" smtClean="0"/>
              <a:t>报文又使用 </a:t>
            </a:r>
            <a:r>
              <a:rPr lang="en-US" altLang="zh-CN" sz="2800" smtClean="0"/>
              <a:t>UDP </a:t>
            </a:r>
            <a:r>
              <a:rPr lang="zh-CN" altLang="en-US" sz="2800" smtClean="0"/>
              <a:t>来传送。</a:t>
            </a:r>
          </a:p>
          <a:p>
            <a:pPr eaLnBrk="1" hangingPunct="1"/>
            <a:r>
              <a:rPr lang="zh-CN" altLang="en-US" sz="2800" smtClean="0"/>
              <a:t>若网络元素使用的不是 </a:t>
            </a:r>
            <a:r>
              <a:rPr lang="en-US" altLang="zh-CN" sz="2800" smtClean="0"/>
              <a:t>SNMP </a:t>
            </a:r>
            <a:r>
              <a:rPr lang="zh-CN" altLang="en-US" sz="2800" smtClean="0"/>
              <a:t>而是另一种网络管理协议，</a:t>
            </a:r>
            <a:r>
              <a:rPr lang="en-US" altLang="zh-CN" sz="2800" smtClean="0"/>
              <a:t>SNMP </a:t>
            </a:r>
            <a:r>
              <a:rPr lang="zh-CN" altLang="en-US" sz="2800" smtClean="0"/>
              <a:t>协议就无法控制该网络元素。这时可使用</a:t>
            </a:r>
            <a:r>
              <a:rPr lang="zh-CN" altLang="en-US" sz="2800" smtClean="0">
                <a:solidFill>
                  <a:schemeClr val="hlink"/>
                </a:solidFill>
              </a:rPr>
              <a:t>委托代理</a:t>
            </a:r>
            <a:r>
              <a:rPr lang="en-US" altLang="zh-CN" sz="2800" smtClean="0"/>
              <a:t>(proxy agent)</a:t>
            </a:r>
            <a:r>
              <a:rPr lang="zh-CN" altLang="en-US" sz="2800" smtClean="0"/>
              <a:t>。委托代理能提供如协议转换和过滤操作等功能对被管对象进行管理。</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algn="ctr" eaLnBrk="1" hangingPunct="1"/>
            <a:r>
              <a:rPr lang="en-US" altLang="zh-CN" smtClean="0"/>
              <a:t>SNMP </a:t>
            </a:r>
            <a:r>
              <a:rPr lang="zh-CN" altLang="en-US" smtClean="0"/>
              <a:t>的网络管理</a:t>
            </a:r>
            <a:br>
              <a:rPr lang="zh-CN" altLang="en-US" smtClean="0"/>
            </a:br>
            <a:r>
              <a:rPr lang="zh-CN" altLang="en-US" smtClean="0"/>
              <a:t>由三个部分组成 </a:t>
            </a:r>
          </a:p>
        </p:txBody>
      </p:sp>
      <p:sp>
        <p:nvSpPr>
          <p:cNvPr id="162819" name="Rectangle 3"/>
          <p:cNvSpPr>
            <a:spLocks noGrp="1" noChangeArrowheads="1"/>
          </p:cNvSpPr>
          <p:nvPr>
            <p:ph type="body" idx="1"/>
          </p:nvPr>
        </p:nvSpPr>
        <p:spPr/>
        <p:txBody>
          <a:bodyPr/>
          <a:lstStyle/>
          <a:p>
            <a:pPr eaLnBrk="1" hangingPunct="1"/>
            <a:r>
              <a:rPr lang="en-US" altLang="zh-CN" smtClean="0"/>
              <a:t>SNMP </a:t>
            </a:r>
            <a:r>
              <a:rPr lang="zh-CN" altLang="en-US" smtClean="0"/>
              <a:t>协议本身</a:t>
            </a:r>
          </a:p>
          <a:p>
            <a:pPr eaLnBrk="1" hangingPunct="1"/>
            <a:r>
              <a:rPr lang="zh-CN" altLang="en-US" smtClean="0"/>
              <a:t>管理信息结构 </a:t>
            </a:r>
            <a:r>
              <a:rPr lang="en-US" altLang="zh-CN" smtClean="0"/>
              <a:t>SMI</a:t>
            </a:r>
          </a:p>
          <a:p>
            <a:pPr eaLnBrk="1" hangingPunct="1">
              <a:buFont typeface="Wingdings" pitchFamily="2" charset="2"/>
              <a:buNone/>
            </a:pPr>
            <a:r>
              <a:rPr lang="en-US" altLang="zh-CN" smtClean="0"/>
              <a:t>   (Structure of Management Information)</a:t>
            </a:r>
          </a:p>
          <a:p>
            <a:pPr eaLnBrk="1" hangingPunct="1"/>
            <a:r>
              <a:rPr lang="zh-CN" altLang="en-US" smtClean="0"/>
              <a:t>管理信息库 </a:t>
            </a:r>
            <a:r>
              <a:rPr lang="en-US" altLang="zh-CN" smtClean="0"/>
              <a:t>MIB</a:t>
            </a:r>
          </a:p>
          <a:p>
            <a:pPr eaLnBrk="1" hangingPunct="1">
              <a:buFont typeface="Wingdings" pitchFamily="2" charset="2"/>
              <a:buNone/>
            </a:pPr>
            <a:r>
              <a:rPr lang="en-US" altLang="zh-CN" smtClean="0"/>
              <a:t>   (Management Information Base)</a:t>
            </a:r>
            <a:r>
              <a:rPr lang="zh-CN" altLang="en-US" smtClean="0"/>
              <a:t>。 </a:t>
            </a: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algn="ctr" eaLnBrk="1" hangingPunct="1"/>
            <a:r>
              <a:rPr lang="en-US" altLang="zh-CN" smtClean="0"/>
              <a:t>SNMP</a:t>
            </a:r>
          </a:p>
        </p:txBody>
      </p:sp>
      <p:sp>
        <p:nvSpPr>
          <p:cNvPr id="163843" name="Rectangle 3"/>
          <p:cNvSpPr>
            <a:spLocks noGrp="1" noChangeArrowheads="1"/>
          </p:cNvSpPr>
          <p:nvPr>
            <p:ph type="body" idx="1"/>
          </p:nvPr>
        </p:nvSpPr>
        <p:spPr/>
        <p:txBody>
          <a:bodyPr/>
          <a:lstStyle/>
          <a:p>
            <a:pPr eaLnBrk="1" hangingPunct="1"/>
            <a:r>
              <a:rPr lang="en-US" altLang="zh-CN" smtClean="0"/>
              <a:t>SNMP </a:t>
            </a:r>
            <a:r>
              <a:rPr lang="zh-CN" altLang="en-US" smtClean="0"/>
              <a:t>定义了管理站和代理之间所交换的分组格式。所交换的分组包含各代理中的对象（变量）名及其状态（值）。</a:t>
            </a:r>
          </a:p>
          <a:p>
            <a:pPr eaLnBrk="1" hangingPunct="1"/>
            <a:r>
              <a:rPr lang="en-US" altLang="zh-CN" smtClean="0"/>
              <a:t>SNMP </a:t>
            </a:r>
            <a:r>
              <a:rPr lang="zh-CN" altLang="en-US" smtClean="0"/>
              <a:t>负责读取和改变这些数值。 </a:t>
            </a: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algn="ctr" eaLnBrk="1" hangingPunct="1"/>
            <a:r>
              <a:rPr lang="en-US" altLang="zh-CN" smtClean="0"/>
              <a:t>SMI</a:t>
            </a:r>
          </a:p>
        </p:txBody>
      </p:sp>
      <p:sp>
        <p:nvSpPr>
          <p:cNvPr id="164867" name="Rectangle 3"/>
          <p:cNvSpPr>
            <a:spLocks noGrp="1" noChangeArrowheads="1"/>
          </p:cNvSpPr>
          <p:nvPr>
            <p:ph type="body" idx="1"/>
          </p:nvPr>
        </p:nvSpPr>
        <p:spPr/>
        <p:txBody>
          <a:bodyPr/>
          <a:lstStyle/>
          <a:p>
            <a:pPr eaLnBrk="1" hangingPunct="1">
              <a:lnSpc>
                <a:spcPct val="90000"/>
              </a:lnSpc>
            </a:pPr>
            <a:r>
              <a:rPr lang="en-US" altLang="zh-CN" smtClean="0"/>
              <a:t>SMI </a:t>
            </a:r>
            <a:r>
              <a:rPr lang="zh-CN" altLang="en-US" smtClean="0"/>
              <a:t>定义了命名对象和定义对象类型（包括范围和长度）的通用规则，以及把对象和对象的值进行编码的规则。</a:t>
            </a:r>
          </a:p>
          <a:p>
            <a:pPr eaLnBrk="1" hangingPunct="1">
              <a:lnSpc>
                <a:spcPct val="90000"/>
              </a:lnSpc>
            </a:pPr>
            <a:r>
              <a:rPr lang="zh-CN" altLang="en-US" smtClean="0"/>
              <a:t>这样做是为了确保网络管理数据的语法和语义的无二义性。</a:t>
            </a:r>
          </a:p>
          <a:p>
            <a:pPr eaLnBrk="1" hangingPunct="1">
              <a:lnSpc>
                <a:spcPct val="90000"/>
              </a:lnSpc>
            </a:pPr>
            <a:r>
              <a:rPr lang="en-US" altLang="zh-CN" smtClean="0"/>
              <a:t>SMI </a:t>
            </a:r>
            <a:r>
              <a:rPr lang="zh-CN" altLang="en-US" smtClean="0"/>
              <a:t>并不定义一个实体应管理的对象数目，也不定义被管对象名以及对象名及其值之间的关联。 </a:t>
            </a: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1150938" y="214313"/>
            <a:ext cx="7524750" cy="1462087"/>
          </a:xfrm>
        </p:spPr>
        <p:txBody>
          <a:bodyPr/>
          <a:lstStyle/>
          <a:p>
            <a:pPr algn="ctr" eaLnBrk="1" hangingPunct="1"/>
            <a:r>
              <a:rPr lang="en-US" altLang="zh-CN" smtClean="0"/>
              <a:t>MIB</a:t>
            </a:r>
          </a:p>
        </p:txBody>
      </p:sp>
      <p:sp>
        <p:nvSpPr>
          <p:cNvPr id="165891" name="Rectangle 3"/>
          <p:cNvSpPr>
            <a:spLocks noGrp="1" noChangeArrowheads="1"/>
          </p:cNvSpPr>
          <p:nvPr>
            <p:ph type="body" idx="1"/>
          </p:nvPr>
        </p:nvSpPr>
        <p:spPr/>
        <p:txBody>
          <a:bodyPr/>
          <a:lstStyle/>
          <a:p>
            <a:pPr eaLnBrk="1" hangingPunct="1"/>
            <a:r>
              <a:rPr lang="en-US" altLang="zh-CN" smtClean="0"/>
              <a:t>MIB </a:t>
            </a:r>
            <a:r>
              <a:rPr lang="zh-CN" altLang="en-US" smtClean="0"/>
              <a:t>在被管理的实体中创建了命名对象，并规定了其类型。</a:t>
            </a: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pPr algn="ctr" eaLnBrk="1" hangingPunct="1"/>
            <a:r>
              <a:rPr lang="en-US" altLang="zh-CN" smtClean="0"/>
              <a:t>6.7.2   </a:t>
            </a:r>
            <a:r>
              <a:rPr lang="zh-CN" altLang="en-US" smtClean="0"/>
              <a:t>管理信息结构 </a:t>
            </a:r>
            <a:r>
              <a:rPr lang="en-US" altLang="zh-CN" smtClean="0"/>
              <a:t>SMI </a:t>
            </a:r>
          </a:p>
        </p:txBody>
      </p:sp>
      <p:sp>
        <p:nvSpPr>
          <p:cNvPr id="166915" name="Rectangle 3"/>
          <p:cNvSpPr>
            <a:spLocks noGrp="1" noChangeArrowheads="1"/>
          </p:cNvSpPr>
          <p:nvPr>
            <p:ph type="body" idx="1"/>
          </p:nvPr>
        </p:nvSpPr>
        <p:spPr>
          <a:xfrm>
            <a:off x="539750" y="1978025"/>
            <a:ext cx="8604250" cy="4114800"/>
          </a:xfrm>
        </p:spPr>
        <p:txBody>
          <a:bodyPr/>
          <a:lstStyle/>
          <a:p>
            <a:pPr eaLnBrk="1" hangingPunct="1"/>
            <a:r>
              <a:rPr lang="en-US" altLang="zh-CN" smtClean="0"/>
              <a:t>SMI </a:t>
            </a:r>
            <a:r>
              <a:rPr lang="zh-CN" altLang="en-US" smtClean="0"/>
              <a:t>的功能：</a:t>
            </a:r>
          </a:p>
          <a:p>
            <a:pPr eaLnBrk="1" hangingPunct="1">
              <a:buFont typeface="Wingdings" pitchFamily="2" charset="2"/>
              <a:buNone/>
            </a:pPr>
            <a:r>
              <a:rPr lang="zh-CN" altLang="en-US" smtClean="0"/>
              <a:t>    </a:t>
            </a:r>
            <a:r>
              <a:rPr lang="en-US" altLang="zh-CN" smtClean="0"/>
              <a:t>(1) </a:t>
            </a:r>
            <a:r>
              <a:rPr lang="zh-CN" altLang="en-US" smtClean="0"/>
              <a:t>被管对象应怎样命名；</a:t>
            </a:r>
          </a:p>
          <a:p>
            <a:pPr eaLnBrk="1" hangingPunct="1">
              <a:buFont typeface="Wingdings" pitchFamily="2" charset="2"/>
              <a:buNone/>
            </a:pPr>
            <a:r>
              <a:rPr lang="zh-CN" altLang="en-US" smtClean="0"/>
              <a:t>    </a:t>
            </a:r>
            <a:r>
              <a:rPr lang="en-US" altLang="zh-CN" smtClean="0"/>
              <a:t>(2) </a:t>
            </a:r>
            <a:r>
              <a:rPr lang="zh-CN" altLang="en-US" smtClean="0"/>
              <a:t>用来存储被管对象的数据类型有哪些种；</a:t>
            </a:r>
          </a:p>
          <a:p>
            <a:pPr eaLnBrk="1" hangingPunct="1">
              <a:buFont typeface="Wingdings" pitchFamily="2" charset="2"/>
              <a:buNone/>
            </a:pPr>
            <a:r>
              <a:rPr lang="zh-CN" altLang="en-US" smtClean="0"/>
              <a:t>    </a:t>
            </a:r>
            <a:r>
              <a:rPr lang="en-US" altLang="zh-CN" smtClean="0"/>
              <a:t>(3) </a:t>
            </a:r>
            <a:r>
              <a:rPr lang="zh-CN" altLang="en-US" smtClean="0"/>
              <a:t>在网络上传送的管理数据应如何编码。 </a:t>
            </a: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algn="ctr" eaLnBrk="1" hangingPunct="1"/>
            <a:r>
              <a:rPr lang="en-US" altLang="zh-CN" sz="4800" smtClean="0"/>
              <a:t>6.7.3  </a:t>
            </a:r>
            <a:r>
              <a:rPr lang="zh-CN" altLang="en-US" sz="4800" smtClean="0"/>
              <a:t>管理信息库 </a:t>
            </a:r>
            <a:r>
              <a:rPr lang="en-US" altLang="zh-CN" sz="4800" smtClean="0"/>
              <a:t>MIB</a:t>
            </a:r>
            <a:br>
              <a:rPr lang="en-US" altLang="zh-CN" sz="4800" smtClean="0"/>
            </a:br>
            <a:r>
              <a:rPr lang="en-US" altLang="zh-CN" sz="3600" smtClean="0"/>
              <a:t>(Management Information Base)</a:t>
            </a:r>
          </a:p>
        </p:txBody>
      </p:sp>
      <p:sp>
        <p:nvSpPr>
          <p:cNvPr id="167939" name="Rectangle 3"/>
          <p:cNvSpPr>
            <a:spLocks noGrp="1" noChangeArrowheads="1"/>
          </p:cNvSpPr>
          <p:nvPr>
            <p:ph type="body" idx="1"/>
          </p:nvPr>
        </p:nvSpPr>
        <p:spPr>
          <a:xfrm>
            <a:off x="1042988" y="1906588"/>
            <a:ext cx="7772400" cy="4114800"/>
          </a:xfrm>
        </p:spPr>
        <p:txBody>
          <a:bodyPr/>
          <a:lstStyle/>
          <a:p>
            <a:pPr eaLnBrk="1" hangingPunct="1"/>
            <a:r>
              <a:rPr lang="zh-CN" altLang="en-US" smtClean="0"/>
              <a:t>被管对象必须维持可供管理程序读写的若干控制和状态信息。这些信息总称为</a:t>
            </a:r>
            <a:r>
              <a:rPr lang="zh-CN" altLang="en-US" smtClean="0">
                <a:solidFill>
                  <a:schemeClr val="hlink"/>
                </a:solidFill>
              </a:rPr>
              <a:t>管理信息库</a:t>
            </a:r>
            <a:r>
              <a:rPr lang="zh-CN" altLang="en-US" smtClean="0"/>
              <a:t> </a:t>
            </a:r>
            <a:r>
              <a:rPr lang="en-US" altLang="zh-CN" smtClean="0"/>
              <a:t>MIB </a:t>
            </a:r>
            <a:r>
              <a:rPr lang="zh-CN" altLang="en-US" smtClean="0"/>
              <a:t>。</a:t>
            </a:r>
          </a:p>
          <a:p>
            <a:pPr eaLnBrk="1" hangingPunct="1"/>
            <a:r>
              <a:rPr lang="zh-CN" altLang="en-US" smtClean="0"/>
              <a:t>管理程序使用 </a:t>
            </a:r>
            <a:r>
              <a:rPr lang="en-US" altLang="zh-CN" smtClean="0"/>
              <a:t>MIB </a:t>
            </a:r>
            <a:r>
              <a:rPr lang="zh-CN" altLang="en-US" smtClean="0"/>
              <a:t>中这些信息的</a:t>
            </a:r>
            <a:r>
              <a:rPr lang="zh-CN" altLang="en-US" smtClean="0">
                <a:solidFill>
                  <a:schemeClr val="hlink"/>
                </a:solidFill>
              </a:rPr>
              <a:t>值</a:t>
            </a:r>
            <a:r>
              <a:rPr lang="zh-CN" altLang="en-US" smtClean="0"/>
              <a:t>对网络进行管理（如读取或重新设置这些值）。</a:t>
            </a: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p:cNvSpPr>
            <a:spLocks noGrp="1" noChangeArrowheads="1"/>
          </p:cNvSpPr>
          <p:nvPr>
            <p:ph type="body" idx="1"/>
          </p:nvPr>
        </p:nvSpPr>
        <p:spPr>
          <a:xfrm>
            <a:off x="684213" y="1906588"/>
            <a:ext cx="8131175" cy="4618037"/>
          </a:xfrm>
        </p:spPr>
        <p:txBody>
          <a:bodyPr/>
          <a:lstStyle/>
          <a:p>
            <a:pPr eaLnBrk="1" hangingPunct="1"/>
            <a:r>
              <a:rPr lang="en-US" altLang="zh-CN" smtClean="0"/>
              <a:t>SNMP</a:t>
            </a:r>
            <a:r>
              <a:rPr lang="zh-CN" altLang="en-US" smtClean="0"/>
              <a:t>的操作只有两种基本的管理功能，即：</a:t>
            </a:r>
          </a:p>
          <a:p>
            <a:pPr eaLnBrk="1" hangingPunct="1">
              <a:buFont typeface="Wingdings" pitchFamily="2" charset="2"/>
              <a:buNone/>
            </a:pPr>
            <a:r>
              <a:rPr lang="zh-CN" altLang="en-US" smtClean="0"/>
              <a:t>  “</a:t>
            </a:r>
            <a:r>
              <a:rPr lang="zh-CN" altLang="en-US" smtClean="0">
                <a:solidFill>
                  <a:schemeClr val="hlink"/>
                </a:solidFill>
              </a:rPr>
              <a:t>读</a:t>
            </a:r>
            <a:r>
              <a:rPr lang="zh-CN" altLang="en-US" smtClean="0"/>
              <a:t>”操作，用 </a:t>
            </a:r>
            <a:r>
              <a:rPr lang="en-US" altLang="zh-CN" smtClean="0"/>
              <a:t>get </a:t>
            </a:r>
            <a:r>
              <a:rPr lang="zh-CN" altLang="en-US" smtClean="0"/>
              <a:t>报文来检测各被管对象的状况；</a:t>
            </a:r>
          </a:p>
          <a:p>
            <a:pPr eaLnBrk="1" hangingPunct="1">
              <a:buFont typeface="Wingdings" pitchFamily="2" charset="2"/>
              <a:buNone/>
            </a:pPr>
            <a:r>
              <a:rPr lang="zh-CN" altLang="en-US" smtClean="0"/>
              <a:t>  “</a:t>
            </a:r>
            <a:r>
              <a:rPr lang="zh-CN" altLang="en-US" smtClean="0">
                <a:solidFill>
                  <a:schemeClr val="hlink"/>
                </a:solidFill>
              </a:rPr>
              <a:t>写</a:t>
            </a:r>
            <a:r>
              <a:rPr lang="zh-CN" altLang="en-US" smtClean="0"/>
              <a:t>”操作，用 </a:t>
            </a:r>
            <a:r>
              <a:rPr lang="en-US" altLang="zh-CN" smtClean="0"/>
              <a:t>set </a:t>
            </a:r>
            <a:r>
              <a:rPr lang="zh-CN" altLang="en-US" smtClean="0"/>
              <a:t>报文来改变各被管对象的状况。</a:t>
            </a: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1150938" y="214313"/>
            <a:ext cx="6589712" cy="1462087"/>
          </a:xfrm>
        </p:spPr>
        <p:txBody>
          <a:bodyPr/>
          <a:lstStyle/>
          <a:p>
            <a:pPr algn="ctr" eaLnBrk="1" hangingPunct="1"/>
            <a:r>
              <a:rPr lang="en-US" altLang="zh-CN" smtClean="0"/>
              <a:t>SNMP </a:t>
            </a:r>
            <a:r>
              <a:rPr lang="zh-CN" altLang="en-US" smtClean="0"/>
              <a:t>的探询操作</a:t>
            </a:r>
          </a:p>
        </p:txBody>
      </p:sp>
      <p:sp>
        <p:nvSpPr>
          <p:cNvPr id="169987" name="Rectangle 3"/>
          <p:cNvSpPr>
            <a:spLocks noGrp="1" noChangeArrowheads="1"/>
          </p:cNvSpPr>
          <p:nvPr>
            <p:ph type="body" idx="1"/>
          </p:nvPr>
        </p:nvSpPr>
        <p:spPr>
          <a:xfrm>
            <a:off x="1042988" y="1917700"/>
            <a:ext cx="7772400" cy="4535488"/>
          </a:xfrm>
        </p:spPr>
        <p:txBody>
          <a:bodyPr/>
          <a:lstStyle/>
          <a:p>
            <a:pPr eaLnBrk="1" hangingPunct="1"/>
            <a:r>
              <a:rPr lang="zh-CN" altLang="en-US" sz="2800" smtClean="0"/>
              <a:t>探询操作</a:t>
            </a:r>
            <a:r>
              <a:rPr lang="en-US" altLang="zh-CN" sz="2800" smtClean="0"/>
              <a:t>——SNMP </a:t>
            </a:r>
            <a:r>
              <a:rPr lang="zh-CN" altLang="en-US" sz="2800" smtClean="0"/>
              <a:t>管理进程定时向被管理设备周期性地发送探询信息。</a:t>
            </a:r>
          </a:p>
          <a:p>
            <a:pPr eaLnBrk="1" hangingPunct="1"/>
            <a:r>
              <a:rPr lang="zh-CN" altLang="en-US" sz="2800" smtClean="0"/>
              <a:t>探询的好处是：</a:t>
            </a:r>
          </a:p>
          <a:p>
            <a:pPr lvl="1" eaLnBrk="1" hangingPunct="1"/>
            <a:r>
              <a:rPr lang="zh-CN" altLang="en-US" sz="2400" smtClean="0">
                <a:solidFill>
                  <a:schemeClr val="folHlink"/>
                </a:solidFill>
                <a:ea typeface="黑体" pitchFamily="49" charset="-122"/>
              </a:rPr>
              <a:t>可使系统相对简单。</a:t>
            </a:r>
          </a:p>
          <a:p>
            <a:pPr lvl="1" eaLnBrk="1" hangingPunct="1"/>
            <a:r>
              <a:rPr lang="zh-CN" altLang="en-US" sz="2400" smtClean="0">
                <a:solidFill>
                  <a:schemeClr val="folHlink"/>
                </a:solidFill>
                <a:ea typeface="黑体" pitchFamily="49" charset="-122"/>
              </a:rPr>
              <a:t>能限制通过网络所产生的管理信息的通信量。</a:t>
            </a:r>
          </a:p>
          <a:p>
            <a:pPr eaLnBrk="1" hangingPunct="1"/>
            <a:r>
              <a:rPr lang="zh-CN" altLang="en-US" sz="2800" smtClean="0"/>
              <a:t>但探询管理协议不够灵活，而且所能管理的设备数目不能太多。探询系统的开销也较大。如探询频繁而并未得到有用的报告，则通信线路和计算机的 </a:t>
            </a:r>
            <a:r>
              <a:rPr lang="en-US" altLang="zh-CN" sz="2800" smtClean="0"/>
              <a:t>CPU </a:t>
            </a:r>
            <a:r>
              <a:rPr lang="zh-CN" altLang="en-US" sz="2800" smtClean="0"/>
              <a:t>周期就被浪费了。 </a:t>
            </a: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lgn="ctr" eaLnBrk="1" hangingPunct="1"/>
            <a:r>
              <a:rPr lang="zh-CN" altLang="en-US" smtClean="0"/>
              <a:t>陷阱</a:t>
            </a:r>
            <a:r>
              <a:rPr lang="en-US" altLang="zh-CN" smtClean="0"/>
              <a:t>(trap)</a:t>
            </a:r>
          </a:p>
        </p:txBody>
      </p:sp>
      <p:sp>
        <p:nvSpPr>
          <p:cNvPr id="171011" name="Rectangle 3"/>
          <p:cNvSpPr>
            <a:spLocks noGrp="1" noChangeArrowheads="1"/>
          </p:cNvSpPr>
          <p:nvPr>
            <p:ph type="body" idx="1"/>
          </p:nvPr>
        </p:nvSpPr>
        <p:spPr>
          <a:xfrm>
            <a:off x="1042988" y="1835150"/>
            <a:ext cx="7772400" cy="4618038"/>
          </a:xfrm>
        </p:spPr>
        <p:txBody>
          <a:bodyPr/>
          <a:lstStyle/>
          <a:p>
            <a:pPr eaLnBrk="1" hangingPunct="1">
              <a:lnSpc>
                <a:spcPct val="90000"/>
              </a:lnSpc>
            </a:pPr>
            <a:r>
              <a:rPr lang="en-US" altLang="zh-CN" smtClean="0"/>
              <a:t>SNMP </a:t>
            </a:r>
            <a:r>
              <a:rPr lang="zh-CN" altLang="en-US" smtClean="0"/>
              <a:t>不是完全的探询协议，它允许不经过询问就能发送某些信息。这种信息称为</a:t>
            </a:r>
            <a:r>
              <a:rPr lang="zh-CN" altLang="en-US" smtClean="0">
                <a:solidFill>
                  <a:schemeClr val="hlink"/>
                </a:solidFill>
              </a:rPr>
              <a:t>陷阱</a:t>
            </a:r>
            <a:r>
              <a:rPr lang="zh-CN" altLang="en-US" smtClean="0"/>
              <a:t>，表示它能够捕捉“事件”。</a:t>
            </a:r>
          </a:p>
          <a:p>
            <a:pPr eaLnBrk="1" hangingPunct="1">
              <a:lnSpc>
                <a:spcPct val="90000"/>
              </a:lnSpc>
            </a:pPr>
            <a:r>
              <a:rPr lang="zh-CN" altLang="en-US" smtClean="0"/>
              <a:t>当被管对象的代理检测到有事件发生时，就检查其门限值。代理只向管理进程报告达到某些门限值的事件（即</a:t>
            </a:r>
            <a:r>
              <a:rPr lang="zh-CN" altLang="en-US" smtClean="0">
                <a:solidFill>
                  <a:schemeClr val="hlink"/>
                </a:solidFill>
              </a:rPr>
              <a:t>过滤</a:t>
            </a:r>
            <a:r>
              <a:rPr lang="zh-CN" altLang="en-US" smtClean="0"/>
              <a:t>）。过滤的好处是：</a:t>
            </a:r>
          </a:p>
          <a:p>
            <a:pPr lvl="1" eaLnBrk="1" hangingPunct="1">
              <a:lnSpc>
                <a:spcPct val="90000"/>
              </a:lnSpc>
            </a:pPr>
            <a:r>
              <a:rPr lang="zh-CN" altLang="en-US" smtClean="0">
                <a:solidFill>
                  <a:srgbClr val="333399"/>
                </a:solidFill>
                <a:latin typeface="黑体" pitchFamily="49" charset="-122"/>
                <a:ea typeface="黑体" pitchFamily="49" charset="-122"/>
              </a:rPr>
              <a:t>仅在严重事件发生时才发送陷阱；</a:t>
            </a:r>
          </a:p>
          <a:p>
            <a:pPr lvl="1" eaLnBrk="1" hangingPunct="1">
              <a:lnSpc>
                <a:spcPct val="90000"/>
              </a:lnSpc>
            </a:pPr>
            <a:r>
              <a:rPr lang="zh-CN" altLang="en-US" smtClean="0">
                <a:solidFill>
                  <a:srgbClr val="333399"/>
                </a:solidFill>
                <a:latin typeface="黑体" pitchFamily="49" charset="-122"/>
                <a:ea typeface="黑体" pitchFamily="49" charset="-122"/>
              </a:rPr>
              <a:t>陷阱信息很简单且所需字节数很少。</a:t>
            </a:r>
            <a:r>
              <a:rPr lang="zh-CN" altLang="en-US" smtClean="0"/>
              <a:t>  </a:t>
            </a: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algn="ctr" eaLnBrk="1" hangingPunct="1"/>
            <a:r>
              <a:rPr lang="en-US" altLang="zh-CN" smtClean="0"/>
              <a:t>SNMP </a:t>
            </a:r>
            <a:r>
              <a:rPr lang="zh-CN" altLang="en-US" smtClean="0"/>
              <a:t>是有效的网络管理协议</a:t>
            </a:r>
          </a:p>
        </p:txBody>
      </p:sp>
      <p:sp>
        <p:nvSpPr>
          <p:cNvPr id="172035" name="Rectangle 3"/>
          <p:cNvSpPr>
            <a:spLocks noGrp="1" noChangeArrowheads="1"/>
          </p:cNvSpPr>
          <p:nvPr>
            <p:ph type="body" idx="1"/>
          </p:nvPr>
        </p:nvSpPr>
        <p:spPr>
          <a:xfrm>
            <a:off x="1042988" y="1906588"/>
            <a:ext cx="7772400" cy="4114800"/>
          </a:xfrm>
        </p:spPr>
        <p:txBody>
          <a:bodyPr/>
          <a:lstStyle/>
          <a:p>
            <a:pPr eaLnBrk="1" hangingPunct="1"/>
            <a:r>
              <a:rPr lang="zh-CN" altLang="en-US" smtClean="0"/>
              <a:t>使用探询（至少是周期性地）以维持对网络资源的实时监视，同时也采用陷阱机制报告特殊事件，使得 </a:t>
            </a:r>
            <a:r>
              <a:rPr lang="en-US" altLang="zh-CN" smtClean="0"/>
              <a:t>SNMP </a:t>
            </a:r>
            <a:r>
              <a:rPr lang="zh-CN" altLang="en-US" smtClean="0"/>
              <a:t>成为一种有效的网络管理协议。 </a:t>
            </a: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1150938" y="214313"/>
            <a:ext cx="7308850" cy="1462087"/>
          </a:xfrm>
        </p:spPr>
        <p:txBody>
          <a:bodyPr/>
          <a:lstStyle/>
          <a:p>
            <a:pPr algn="ctr" eaLnBrk="1" hangingPunct="1"/>
            <a:r>
              <a:rPr lang="en-US" altLang="zh-CN" smtClean="0"/>
              <a:t>SNMP </a:t>
            </a:r>
            <a:r>
              <a:rPr lang="zh-CN" altLang="en-US" smtClean="0"/>
              <a:t>使用无连接的 </a:t>
            </a:r>
            <a:r>
              <a:rPr lang="en-US" altLang="zh-CN" smtClean="0"/>
              <a:t>UDP</a:t>
            </a:r>
          </a:p>
        </p:txBody>
      </p:sp>
      <p:sp>
        <p:nvSpPr>
          <p:cNvPr id="173059"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SNMP </a:t>
            </a:r>
            <a:r>
              <a:rPr lang="zh-CN" altLang="en-US" sz="2800" smtClean="0"/>
              <a:t>使用无连接的 </a:t>
            </a:r>
            <a:r>
              <a:rPr lang="en-US" altLang="zh-CN" sz="2800" smtClean="0"/>
              <a:t>UDP</a:t>
            </a:r>
            <a:r>
              <a:rPr lang="zh-CN" altLang="en-US" sz="2800" smtClean="0"/>
              <a:t>，因此在网络上传送 </a:t>
            </a:r>
            <a:r>
              <a:rPr lang="en-US" altLang="zh-CN" sz="2800" smtClean="0"/>
              <a:t>SNMP </a:t>
            </a:r>
            <a:r>
              <a:rPr lang="zh-CN" altLang="en-US" sz="2800" smtClean="0"/>
              <a:t>报文的开销较小。但 </a:t>
            </a:r>
            <a:r>
              <a:rPr lang="en-US" altLang="zh-CN" sz="2800" smtClean="0"/>
              <a:t>UDP </a:t>
            </a:r>
            <a:r>
              <a:rPr lang="zh-CN" altLang="en-US" sz="2800" smtClean="0"/>
              <a:t>不保证可靠交付。</a:t>
            </a:r>
          </a:p>
          <a:p>
            <a:pPr eaLnBrk="1" hangingPunct="1"/>
            <a:r>
              <a:rPr lang="zh-CN" altLang="en-US" sz="2800" smtClean="0"/>
              <a:t>在运行代理程序的服务器端用熟知端口 </a:t>
            </a:r>
            <a:r>
              <a:rPr lang="en-US" altLang="zh-CN" sz="2800" smtClean="0"/>
              <a:t>161 </a:t>
            </a:r>
            <a:r>
              <a:rPr lang="zh-CN" altLang="en-US" sz="2800" smtClean="0"/>
              <a:t>来接收 </a:t>
            </a:r>
            <a:r>
              <a:rPr lang="en-US" altLang="zh-CN" sz="2800" smtClean="0"/>
              <a:t>get </a:t>
            </a:r>
            <a:r>
              <a:rPr lang="zh-CN" altLang="en-US" sz="2800" smtClean="0"/>
              <a:t>或 </a:t>
            </a:r>
            <a:r>
              <a:rPr lang="en-US" altLang="zh-CN" sz="2800" smtClean="0"/>
              <a:t>set </a:t>
            </a:r>
            <a:r>
              <a:rPr lang="zh-CN" altLang="en-US" sz="2800" smtClean="0"/>
              <a:t>报文和发送响应报文（与熟知端口通信的客户端使用</a:t>
            </a:r>
            <a:r>
              <a:rPr lang="zh-CN" altLang="en-US" sz="2800" smtClean="0">
                <a:solidFill>
                  <a:schemeClr val="hlink"/>
                </a:solidFill>
              </a:rPr>
              <a:t>临时端口</a:t>
            </a:r>
            <a:r>
              <a:rPr lang="zh-CN" altLang="en-US" sz="2800" smtClean="0"/>
              <a:t>）。</a:t>
            </a:r>
          </a:p>
          <a:p>
            <a:pPr eaLnBrk="1" hangingPunct="1"/>
            <a:r>
              <a:rPr lang="zh-CN" altLang="en-US" sz="2800" smtClean="0"/>
              <a:t>运行管理程序的客户端则使用熟知端口 </a:t>
            </a:r>
            <a:r>
              <a:rPr lang="en-US" altLang="zh-CN" sz="2800" smtClean="0"/>
              <a:t>162 </a:t>
            </a:r>
            <a:r>
              <a:rPr lang="zh-CN" altLang="en-US" sz="2800" smtClean="0"/>
              <a:t>来接收来自各代理的 </a:t>
            </a:r>
            <a:r>
              <a:rPr lang="en-US" altLang="zh-CN" sz="2800" smtClean="0">
                <a:solidFill>
                  <a:schemeClr val="hlink"/>
                </a:solidFill>
              </a:rPr>
              <a:t>trap </a:t>
            </a:r>
            <a:r>
              <a:rPr lang="zh-CN" altLang="en-US" sz="2800" smtClean="0">
                <a:solidFill>
                  <a:schemeClr val="hlink"/>
                </a:solidFill>
              </a:rPr>
              <a:t>报文。 </a:t>
            </a: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1150938" y="214313"/>
            <a:ext cx="7092950" cy="1462087"/>
          </a:xfrm>
        </p:spPr>
        <p:txBody>
          <a:bodyPr/>
          <a:lstStyle/>
          <a:p>
            <a:pPr algn="ctr" eaLnBrk="1" hangingPunct="1"/>
            <a:r>
              <a:rPr lang="en-US" altLang="zh-CN" sz="4000" smtClean="0"/>
              <a:t>SNMPv1 </a:t>
            </a:r>
            <a:r>
              <a:rPr lang="zh-CN" altLang="en-US" sz="4000" smtClean="0"/>
              <a:t>定义的</a:t>
            </a:r>
            <a:br>
              <a:rPr lang="zh-CN" altLang="en-US" sz="4000" smtClean="0"/>
            </a:br>
            <a:r>
              <a:rPr lang="zh-CN" altLang="en-US" sz="4000" smtClean="0"/>
              <a:t>协议数据单元类型（无编号 </a:t>
            </a:r>
            <a:r>
              <a:rPr lang="en-US" altLang="zh-CN" sz="4000" smtClean="0"/>
              <a:t>4</a:t>
            </a:r>
            <a:r>
              <a:rPr lang="zh-CN" altLang="en-US" sz="4000" smtClean="0"/>
              <a:t>） </a:t>
            </a:r>
          </a:p>
        </p:txBody>
      </p:sp>
      <p:sp>
        <p:nvSpPr>
          <p:cNvPr id="174083" name="Text Box 4"/>
          <p:cNvSpPr txBox="1">
            <a:spLocks noChangeArrowheads="1"/>
          </p:cNvSpPr>
          <p:nvPr/>
        </p:nvSpPr>
        <p:spPr bwMode="auto">
          <a:xfrm>
            <a:off x="179388" y="1989138"/>
            <a:ext cx="8964612" cy="458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tabLst>
                <a:tab pos="3676650" algn="l"/>
              </a:tabLst>
              <a:defRPr sz="3600">
                <a:solidFill>
                  <a:schemeClr val="tx1"/>
                </a:solidFill>
                <a:latin typeface="Tahoma" pitchFamily="34" charset="0"/>
                <a:ea typeface="宋体" pitchFamily="2" charset="-122"/>
              </a:defRPr>
            </a:lvl1pPr>
            <a:lvl2pPr marL="742950" indent="-285750" eaLnBrk="0" hangingPunct="0">
              <a:tabLst>
                <a:tab pos="3676650" algn="l"/>
              </a:tabLst>
              <a:defRPr sz="3600">
                <a:solidFill>
                  <a:schemeClr val="tx1"/>
                </a:solidFill>
                <a:latin typeface="Tahoma" pitchFamily="34" charset="0"/>
                <a:ea typeface="宋体" pitchFamily="2" charset="-122"/>
              </a:defRPr>
            </a:lvl2pPr>
            <a:lvl3pPr marL="1143000" indent="-228600" eaLnBrk="0" hangingPunct="0">
              <a:tabLst>
                <a:tab pos="3676650" algn="l"/>
              </a:tabLst>
              <a:defRPr sz="3600">
                <a:solidFill>
                  <a:schemeClr val="tx1"/>
                </a:solidFill>
                <a:latin typeface="Tahoma" pitchFamily="34" charset="0"/>
                <a:ea typeface="宋体" pitchFamily="2" charset="-122"/>
              </a:defRPr>
            </a:lvl3pPr>
            <a:lvl4pPr marL="1600200" indent="-228600" eaLnBrk="0" hangingPunct="0">
              <a:tabLst>
                <a:tab pos="3676650" algn="l"/>
              </a:tabLst>
              <a:defRPr sz="3600">
                <a:solidFill>
                  <a:schemeClr val="tx1"/>
                </a:solidFill>
                <a:latin typeface="Tahoma" pitchFamily="34" charset="0"/>
                <a:ea typeface="宋体" pitchFamily="2" charset="-122"/>
              </a:defRPr>
            </a:lvl4pPr>
            <a:lvl5pPr marL="2057400" indent="-228600" eaLnBrk="0" hangingPunct="0">
              <a:tabLst>
                <a:tab pos="3676650" algn="l"/>
              </a:tabLst>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tabLst>
                <a:tab pos="3676650" algn="l"/>
              </a:tabLs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tabLst>
                <a:tab pos="3676650" algn="l"/>
              </a:tabLs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tabLst>
                <a:tab pos="3676650" algn="l"/>
              </a:tabLs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tabLst>
                <a:tab pos="3676650" algn="l"/>
              </a:tabLst>
              <a:defRPr sz="3600">
                <a:solidFill>
                  <a:schemeClr val="tx1"/>
                </a:solidFill>
                <a:latin typeface="Tahoma" pitchFamily="34" charset="0"/>
                <a:ea typeface="宋体" pitchFamily="2" charset="-122"/>
              </a:defRPr>
            </a:lvl9pPr>
          </a:lstStyle>
          <a:p>
            <a:pPr eaLnBrk="1" hangingPunct="1"/>
            <a:r>
              <a:rPr lang="en-US" altLang="zh-CN" sz="2400">
                <a:solidFill>
                  <a:srgbClr val="333399"/>
                </a:solidFill>
                <a:latin typeface="Arial" pitchFamily="34" charset="0"/>
                <a:ea typeface="黑体" pitchFamily="49" charset="-122"/>
              </a:rPr>
              <a:t>PDU         PDU</a:t>
            </a:r>
            <a:r>
              <a:rPr lang="zh-CN" altLang="en-US" sz="2400">
                <a:solidFill>
                  <a:srgbClr val="333399"/>
                </a:solidFill>
                <a:latin typeface="Arial" pitchFamily="34" charset="0"/>
                <a:ea typeface="黑体" pitchFamily="49" charset="-122"/>
              </a:rPr>
              <a:t>名称                         用途</a:t>
            </a:r>
          </a:p>
          <a:p>
            <a:pPr eaLnBrk="1" hangingPunct="1">
              <a:spcAft>
                <a:spcPct val="30000"/>
              </a:spcAft>
            </a:pPr>
            <a:r>
              <a:rPr lang="zh-CN" altLang="en-US" sz="2400">
                <a:solidFill>
                  <a:srgbClr val="333399"/>
                </a:solidFill>
                <a:latin typeface="Arial" pitchFamily="34" charset="0"/>
                <a:ea typeface="黑体" pitchFamily="49" charset="-122"/>
              </a:rPr>
              <a:t>编号</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0        GetRequest          	</a:t>
            </a:r>
            <a:r>
              <a:rPr lang="zh-CN" altLang="en-US" sz="2400">
                <a:solidFill>
                  <a:srgbClr val="333399"/>
                </a:solidFill>
                <a:latin typeface="Arial" pitchFamily="34" charset="0"/>
                <a:ea typeface="黑体" pitchFamily="49" charset="-122"/>
              </a:rPr>
              <a:t>用来查询一个或一组变量的值</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1        GetNextRequest 	</a:t>
            </a:r>
            <a:r>
              <a:rPr lang="zh-CN" altLang="en-US" sz="2400">
                <a:solidFill>
                  <a:srgbClr val="333399"/>
                </a:solidFill>
                <a:latin typeface="Arial" pitchFamily="34" charset="0"/>
                <a:ea typeface="黑体" pitchFamily="49" charset="-122"/>
              </a:rPr>
              <a:t>允许在 </a:t>
            </a:r>
            <a:r>
              <a:rPr lang="en-US" altLang="zh-CN" sz="2400">
                <a:solidFill>
                  <a:srgbClr val="333399"/>
                </a:solidFill>
                <a:latin typeface="Arial" pitchFamily="34" charset="0"/>
                <a:ea typeface="黑体" pitchFamily="49" charset="-122"/>
              </a:rPr>
              <a:t>MIB </a:t>
            </a:r>
            <a:r>
              <a:rPr lang="zh-CN" altLang="en-US" sz="2400">
                <a:solidFill>
                  <a:srgbClr val="333399"/>
                </a:solidFill>
                <a:latin typeface="Arial" pitchFamily="34" charset="0"/>
                <a:ea typeface="黑体" pitchFamily="49" charset="-122"/>
              </a:rPr>
              <a:t>树上读取下一个变量，</a:t>
            </a:r>
          </a:p>
          <a:p>
            <a:pPr eaLnBrk="1" hangingPunct="1"/>
            <a:r>
              <a:rPr lang="zh-CN" altLang="en-US" sz="2400">
                <a:solidFill>
                  <a:srgbClr val="333399"/>
                </a:solidFill>
                <a:latin typeface="Arial" pitchFamily="34" charset="0"/>
                <a:ea typeface="黑体" pitchFamily="49" charset="-122"/>
              </a:rPr>
              <a:t>                                    	此操作可反复进行 </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2        Reponse        	</a:t>
            </a:r>
            <a:r>
              <a:rPr lang="zh-CN" altLang="en-US" sz="2400">
                <a:solidFill>
                  <a:schemeClr val="folHlink"/>
                </a:solidFill>
                <a:ea typeface="黑体" pitchFamily="49" charset="-122"/>
              </a:rPr>
              <a:t>代理向管理者或管理者向管理者发送</a:t>
            </a:r>
          </a:p>
          <a:p>
            <a:pPr eaLnBrk="1" hangingPunct="1"/>
            <a:r>
              <a:rPr lang="zh-CN" altLang="en-US" sz="2400">
                <a:solidFill>
                  <a:srgbClr val="333399"/>
                </a:solidFill>
                <a:latin typeface="Arial" pitchFamily="34" charset="0"/>
                <a:ea typeface="黑体" pitchFamily="49" charset="-122"/>
              </a:rPr>
              <a:t>                                            响应</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3        SetRequest          	</a:t>
            </a:r>
            <a:r>
              <a:rPr lang="zh-CN" altLang="en-US" sz="2400">
                <a:solidFill>
                  <a:srgbClr val="333399"/>
                </a:solidFill>
                <a:latin typeface="Arial" pitchFamily="34" charset="0"/>
                <a:ea typeface="黑体" pitchFamily="49" charset="-122"/>
              </a:rPr>
              <a:t>对一个或多个变量值进行设置</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5        GetBulkRequest	</a:t>
            </a:r>
            <a:r>
              <a:rPr lang="zh-CN" altLang="en-US" sz="2400">
                <a:solidFill>
                  <a:srgbClr val="333399"/>
                </a:solidFill>
                <a:latin typeface="Arial" pitchFamily="34" charset="0"/>
                <a:ea typeface="黑体" pitchFamily="49" charset="-122"/>
              </a:rPr>
              <a:t>管理者从代理读取大数据块的值</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6        InformRequest        </a:t>
            </a:r>
            <a:r>
              <a:rPr lang="zh-CN" altLang="en-US" sz="2400">
                <a:solidFill>
                  <a:srgbClr val="333399"/>
                </a:solidFill>
                <a:latin typeface="Arial" pitchFamily="34" charset="0"/>
                <a:ea typeface="黑体" pitchFamily="49" charset="-122"/>
              </a:rPr>
              <a:t>管理者从另一管理者读取代理的变量</a:t>
            </a:r>
          </a:p>
          <a:p>
            <a:pPr eaLnBrk="1" hangingPunct="1"/>
            <a:r>
              <a:rPr lang="zh-CN" altLang="en-US" sz="2400">
                <a:solidFill>
                  <a:srgbClr val="333399"/>
                </a:solidFill>
                <a:latin typeface="Arial" pitchFamily="34" charset="0"/>
                <a:ea typeface="黑体" pitchFamily="49" charset="-122"/>
              </a:rPr>
              <a:t>  </a:t>
            </a:r>
            <a:r>
              <a:rPr lang="en-US" altLang="zh-CN" sz="2400">
                <a:solidFill>
                  <a:srgbClr val="333399"/>
                </a:solidFill>
                <a:latin typeface="Arial" pitchFamily="34" charset="0"/>
                <a:ea typeface="黑体" pitchFamily="49" charset="-122"/>
              </a:rPr>
              <a:t>7        SNMPv2Trap          </a:t>
            </a:r>
            <a:r>
              <a:rPr lang="zh-CN" altLang="en-US" sz="2400">
                <a:solidFill>
                  <a:schemeClr val="folHlink"/>
                </a:solidFill>
                <a:latin typeface="黑体" pitchFamily="49" charset="-122"/>
                <a:ea typeface="黑体" pitchFamily="49" charset="-122"/>
              </a:rPr>
              <a:t>代理向管理者报告异常事件</a:t>
            </a:r>
          </a:p>
          <a:p>
            <a:pPr eaLnBrk="1" hangingPunct="1"/>
            <a:r>
              <a:rPr lang="zh-CN" altLang="en-US" sz="2400">
                <a:solidFill>
                  <a:schemeClr val="folHlink"/>
                </a:solidFill>
                <a:latin typeface="黑体" pitchFamily="49" charset="-122"/>
                <a:ea typeface="黑体" pitchFamily="49" charset="-122"/>
              </a:rPr>
              <a:t> </a:t>
            </a:r>
            <a:r>
              <a:rPr lang="en-US" altLang="zh-CN" sz="2400">
                <a:solidFill>
                  <a:schemeClr val="folHlink"/>
                </a:solidFill>
                <a:latin typeface="黑体" pitchFamily="49" charset="-122"/>
                <a:ea typeface="黑体" pitchFamily="49" charset="-122"/>
              </a:rPr>
              <a:t>8     Report           </a:t>
            </a:r>
            <a:r>
              <a:rPr lang="zh-CN" altLang="en-US" sz="2400">
                <a:solidFill>
                  <a:schemeClr val="folHlink"/>
                </a:solidFill>
                <a:latin typeface="黑体" pitchFamily="49" charset="-122"/>
                <a:ea typeface="黑体" pitchFamily="49" charset="-122"/>
              </a:rPr>
              <a:t>管理者之间报告某些差错 </a:t>
            </a:r>
          </a:p>
        </p:txBody>
      </p:sp>
      <p:sp>
        <p:nvSpPr>
          <p:cNvPr id="174084" name="Line 5"/>
          <p:cNvSpPr>
            <a:spLocks noChangeShapeType="1"/>
          </p:cNvSpPr>
          <p:nvPr/>
        </p:nvSpPr>
        <p:spPr bwMode="auto">
          <a:xfrm>
            <a:off x="0" y="2808288"/>
            <a:ext cx="9144000" cy="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085" name="Line 6"/>
          <p:cNvSpPr>
            <a:spLocks noChangeShapeType="1"/>
          </p:cNvSpPr>
          <p:nvPr/>
        </p:nvSpPr>
        <p:spPr bwMode="auto">
          <a:xfrm>
            <a:off x="1187450" y="1773238"/>
            <a:ext cx="0" cy="508476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086" name="Line 7"/>
          <p:cNvSpPr>
            <a:spLocks noChangeShapeType="1"/>
          </p:cNvSpPr>
          <p:nvPr/>
        </p:nvSpPr>
        <p:spPr bwMode="auto">
          <a:xfrm>
            <a:off x="3779838" y="1844675"/>
            <a:ext cx="0" cy="50133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5106" name="Group 142"/>
          <p:cNvGrpSpPr>
            <a:grpSpLocks/>
          </p:cNvGrpSpPr>
          <p:nvPr/>
        </p:nvGrpSpPr>
        <p:grpSpPr bwMode="auto">
          <a:xfrm>
            <a:off x="6630988" y="3806825"/>
            <a:ext cx="2317750" cy="396875"/>
            <a:chOff x="4177" y="2296"/>
            <a:chExt cx="1460" cy="250"/>
          </a:xfrm>
        </p:grpSpPr>
        <p:sp>
          <p:nvSpPr>
            <p:cNvPr id="175160" name="Line 119"/>
            <p:cNvSpPr>
              <a:spLocks noChangeShapeType="1"/>
            </p:cNvSpPr>
            <p:nvPr/>
          </p:nvSpPr>
          <p:spPr bwMode="auto">
            <a:xfrm flipV="1">
              <a:off x="4177" y="2444"/>
              <a:ext cx="1460"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61" name="Rectangle 122"/>
            <p:cNvSpPr>
              <a:spLocks noChangeArrowheads="1"/>
            </p:cNvSpPr>
            <p:nvPr/>
          </p:nvSpPr>
          <p:spPr bwMode="auto">
            <a:xfrm>
              <a:off x="4593" y="2296"/>
              <a:ext cx="75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zh-CN" altLang="en-US" sz="2000">
                  <a:solidFill>
                    <a:schemeClr val="folHlink"/>
                  </a:solidFill>
                  <a:latin typeface="Arial" pitchFamily="34" charset="0"/>
                  <a:ea typeface="黑体" pitchFamily="49" charset="-122"/>
                </a:rPr>
                <a:t>变量绑定</a:t>
              </a:r>
            </a:p>
          </p:txBody>
        </p:sp>
      </p:grpSp>
      <p:grpSp>
        <p:nvGrpSpPr>
          <p:cNvPr id="175107" name="Group 141"/>
          <p:cNvGrpSpPr>
            <a:grpSpLocks/>
          </p:cNvGrpSpPr>
          <p:nvPr/>
        </p:nvGrpSpPr>
        <p:grpSpPr bwMode="auto">
          <a:xfrm>
            <a:off x="3708400" y="3806825"/>
            <a:ext cx="2911475" cy="396875"/>
            <a:chOff x="2336" y="2296"/>
            <a:chExt cx="1834" cy="250"/>
          </a:xfrm>
        </p:grpSpPr>
        <p:sp>
          <p:nvSpPr>
            <p:cNvPr id="175158" name="Line 138"/>
            <p:cNvSpPr>
              <a:spLocks noChangeShapeType="1"/>
            </p:cNvSpPr>
            <p:nvPr/>
          </p:nvSpPr>
          <p:spPr bwMode="auto">
            <a:xfrm flipV="1">
              <a:off x="2336" y="2444"/>
              <a:ext cx="1834"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9" name="Rectangle 139"/>
            <p:cNvSpPr>
              <a:spLocks noChangeArrowheads="1"/>
            </p:cNvSpPr>
            <p:nvPr/>
          </p:nvSpPr>
          <p:spPr bwMode="auto">
            <a:xfrm>
              <a:off x="3032" y="2296"/>
              <a:ext cx="43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zh-CN" altLang="en-US" sz="2000">
                  <a:solidFill>
                    <a:schemeClr val="folHlink"/>
                  </a:solidFill>
                  <a:latin typeface="Arial" pitchFamily="34" charset="0"/>
                  <a:ea typeface="黑体" pitchFamily="49" charset="-122"/>
                </a:rPr>
                <a:t>首部</a:t>
              </a:r>
            </a:p>
          </p:txBody>
        </p:sp>
      </p:grpSp>
      <p:sp>
        <p:nvSpPr>
          <p:cNvPr id="175108" name="Rectangle 88"/>
          <p:cNvSpPr>
            <a:spLocks noChangeArrowheads="1"/>
          </p:cNvSpPr>
          <p:nvPr/>
        </p:nvSpPr>
        <p:spPr bwMode="auto">
          <a:xfrm>
            <a:off x="200025" y="3357563"/>
            <a:ext cx="8731250" cy="4413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75109" name="Rectangle 109"/>
          <p:cNvSpPr>
            <a:spLocks noChangeArrowheads="1"/>
          </p:cNvSpPr>
          <p:nvPr/>
        </p:nvSpPr>
        <p:spPr bwMode="auto">
          <a:xfrm>
            <a:off x="2663825" y="3376613"/>
            <a:ext cx="6269038" cy="4048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0" name="Rectangle 111"/>
          <p:cNvSpPr>
            <a:spLocks noChangeArrowheads="1"/>
          </p:cNvSpPr>
          <p:nvPr/>
        </p:nvSpPr>
        <p:spPr bwMode="auto">
          <a:xfrm>
            <a:off x="185738" y="3432175"/>
            <a:ext cx="8434387" cy="3000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lnSpc>
                <a:spcPct val="85000"/>
              </a:lnSpc>
            </a:pPr>
            <a:r>
              <a:rPr kumimoji="1" lang="zh-CN" altLang="en-US" sz="1600">
                <a:solidFill>
                  <a:schemeClr val="folHlink"/>
                </a:solidFill>
                <a:latin typeface="Times New Roman" pitchFamily="18" charset="0"/>
              </a:rPr>
              <a:t>上下文引擎 </a:t>
            </a:r>
            <a:r>
              <a:rPr kumimoji="1" lang="en-US" altLang="zh-CN" sz="1600">
                <a:solidFill>
                  <a:schemeClr val="folHlink"/>
                </a:solidFill>
                <a:latin typeface="Times New Roman" pitchFamily="18" charset="0"/>
              </a:rPr>
              <a:t>ID   </a:t>
            </a:r>
            <a:r>
              <a:rPr kumimoji="1" lang="zh-CN" altLang="en-US" sz="1600">
                <a:solidFill>
                  <a:schemeClr val="folHlink"/>
                </a:solidFill>
                <a:latin typeface="Times New Roman" pitchFamily="18" charset="0"/>
              </a:rPr>
              <a:t>上下文名    </a:t>
            </a:r>
            <a:r>
              <a:rPr kumimoji="1" lang="en-US" altLang="zh-CN" sz="1600">
                <a:solidFill>
                  <a:schemeClr val="folHlink"/>
                </a:solidFill>
                <a:latin typeface="Times New Roman" pitchFamily="18" charset="0"/>
              </a:rPr>
              <a:t>PDU </a:t>
            </a:r>
            <a:r>
              <a:rPr kumimoji="1" lang="zh-CN" altLang="en-US" sz="1600">
                <a:solidFill>
                  <a:schemeClr val="folHlink"/>
                </a:solidFill>
                <a:latin typeface="Times New Roman" pitchFamily="18" charset="0"/>
              </a:rPr>
              <a:t>类型    请求 </a:t>
            </a:r>
            <a:r>
              <a:rPr kumimoji="1" lang="en-US" altLang="zh-CN" sz="1600">
                <a:solidFill>
                  <a:schemeClr val="folHlink"/>
                </a:solidFill>
                <a:latin typeface="Times New Roman" pitchFamily="18" charset="0"/>
              </a:rPr>
              <a:t>ID     </a:t>
            </a:r>
            <a:r>
              <a:rPr kumimoji="1" lang="zh-CN" altLang="en-US" sz="1600">
                <a:solidFill>
                  <a:schemeClr val="folHlink"/>
                </a:solidFill>
                <a:latin typeface="Times New Roman" pitchFamily="18" charset="0"/>
              </a:rPr>
              <a:t>差错状态    差错索引    名      值      名     值  </a:t>
            </a:r>
          </a:p>
        </p:txBody>
      </p:sp>
      <p:sp>
        <p:nvSpPr>
          <p:cNvPr id="175111" name="Rectangle 2"/>
          <p:cNvSpPr>
            <a:spLocks noGrp="1" noChangeArrowheads="1"/>
          </p:cNvSpPr>
          <p:nvPr>
            <p:ph type="title"/>
          </p:nvPr>
        </p:nvSpPr>
        <p:spPr>
          <a:xfrm>
            <a:off x="1150938" y="284163"/>
            <a:ext cx="7793037" cy="623887"/>
          </a:xfrm>
        </p:spPr>
        <p:txBody>
          <a:bodyPr/>
          <a:lstStyle/>
          <a:p>
            <a:pPr algn="ctr" eaLnBrk="1" hangingPunct="1"/>
            <a:r>
              <a:rPr lang="en-US" altLang="zh-CN" sz="4000" smtClean="0"/>
              <a:t>SNMP </a:t>
            </a:r>
            <a:r>
              <a:rPr lang="zh-CN" altLang="en-US" sz="4000" smtClean="0"/>
              <a:t>的报文格式 </a:t>
            </a:r>
          </a:p>
        </p:txBody>
      </p:sp>
      <p:sp>
        <p:nvSpPr>
          <p:cNvPr id="175112" name="Line 89"/>
          <p:cNvSpPr>
            <a:spLocks noChangeShapeType="1"/>
          </p:cNvSpPr>
          <p:nvPr/>
        </p:nvSpPr>
        <p:spPr bwMode="auto">
          <a:xfrm>
            <a:off x="1838325" y="1795463"/>
            <a:ext cx="6634163"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3" name="Line 90"/>
          <p:cNvSpPr>
            <a:spLocks noChangeShapeType="1"/>
          </p:cNvSpPr>
          <p:nvPr/>
        </p:nvSpPr>
        <p:spPr bwMode="auto">
          <a:xfrm>
            <a:off x="2454275" y="2160588"/>
            <a:ext cx="6003925"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4" name="Line 91"/>
          <p:cNvSpPr>
            <a:spLocks noChangeShapeType="1"/>
          </p:cNvSpPr>
          <p:nvPr/>
        </p:nvSpPr>
        <p:spPr bwMode="auto">
          <a:xfrm>
            <a:off x="2470150" y="2028825"/>
            <a:ext cx="0" cy="311150"/>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5" name="Line 92"/>
          <p:cNvSpPr>
            <a:spLocks noChangeShapeType="1"/>
          </p:cNvSpPr>
          <p:nvPr/>
        </p:nvSpPr>
        <p:spPr bwMode="auto">
          <a:xfrm>
            <a:off x="8472488" y="1327150"/>
            <a:ext cx="0" cy="993775"/>
          </a:xfrm>
          <a:prstGeom prst="line">
            <a:avLst/>
          </a:prstGeom>
          <a:noFill/>
          <a:ln w="9525">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6" name="Rectangle 93"/>
          <p:cNvSpPr>
            <a:spLocks noChangeArrowheads="1"/>
          </p:cNvSpPr>
          <p:nvPr/>
        </p:nvSpPr>
        <p:spPr bwMode="auto">
          <a:xfrm>
            <a:off x="4286250" y="1574800"/>
            <a:ext cx="155416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a:solidFill>
                  <a:schemeClr val="folHlink"/>
                </a:solidFill>
                <a:latin typeface="Arial" pitchFamily="34" charset="0"/>
                <a:ea typeface="黑体" pitchFamily="49" charset="-122"/>
              </a:rPr>
              <a:t>UDP </a:t>
            </a:r>
            <a:r>
              <a:rPr kumimoji="1" lang="zh-CN" altLang="en-US" sz="2000">
                <a:solidFill>
                  <a:schemeClr val="folHlink"/>
                </a:solidFill>
                <a:latin typeface="Arial" pitchFamily="34" charset="0"/>
                <a:ea typeface="黑体" pitchFamily="49" charset="-122"/>
              </a:rPr>
              <a:t>数据报</a:t>
            </a:r>
          </a:p>
        </p:txBody>
      </p:sp>
      <p:sp>
        <p:nvSpPr>
          <p:cNvPr id="175117" name="Line 94"/>
          <p:cNvSpPr>
            <a:spLocks noChangeShapeType="1"/>
          </p:cNvSpPr>
          <p:nvPr/>
        </p:nvSpPr>
        <p:spPr bwMode="auto">
          <a:xfrm>
            <a:off x="1206500" y="1249363"/>
            <a:ext cx="0" cy="1090612"/>
          </a:xfrm>
          <a:prstGeom prst="line">
            <a:avLst/>
          </a:prstGeom>
          <a:noFill/>
          <a:ln w="9525">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8" name="Line 95"/>
          <p:cNvSpPr>
            <a:spLocks noChangeShapeType="1"/>
          </p:cNvSpPr>
          <p:nvPr/>
        </p:nvSpPr>
        <p:spPr bwMode="auto">
          <a:xfrm flipV="1">
            <a:off x="1208088" y="1409700"/>
            <a:ext cx="7265987" cy="0"/>
          </a:xfrm>
          <a:prstGeom prst="line">
            <a:avLst/>
          </a:prstGeom>
          <a:noFill/>
          <a:ln w="9525">
            <a:solidFill>
              <a:schemeClr val="folHlink"/>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9" name="Rectangle 96"/>
          <p:cNvSpPr>
            <a:spLocks noChangeArrowheads="1"/>
          </p:cNvSpPr>
          <p:nvPr/>
        </p:nvSpPr>
        <p:spPr bwMode="auto">
          <a:xfrm>
            <a:off x="4032250" y="1177925"/>
            <a:ext cx="125571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a:solidFill>
                  <a:schemeClr val="folHlink"/>
                </a:solidFill>
                <a:latin typeface="Arial" pitchFamily="34" charset="0"/>
                <a:ea typeface="黑体" pitchFamily="49" charset="-122"/>
              </a:rPr>
              <a:t>IP </a:t>
            </a:r>
            <a:r>
              <a:rPr kumimoji="1" lang="zh-CN" altLang="en-US" sz="2000">
                <a:solidFill>
                  <a:schemeClr val="folHlink"/>
                </a:solidFill>
                <a:latin typeface="Arial" pitchFamily="34" charset="0"/>
                <a:ea typeface="黑体" pitchFamily="49" charset="-122"/>
              </a:rPr>
              <a:t>数据报</a:t>
            </a:r>
          </a:p>
        </p:txBody>
      </p:sp>
      <p:sp>
        <p:nvSpPr>
          <p:cNvPr id="175120" name="Rectangle 97"/>
          <p:cNvSpPr>
            <a:spLocks noChangeArrowheads="1"/>
          </p:cNvSpPr>
          <p:nvPr/>
        </p:nvSpPr>
        <p:spPr bwMode="auto">
          <a:xfrm>
            <a:off x="4730750" y="1935163"/>
            <a:ext cx="149701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a:solidFill>
                  <a:schemeClr val="folHlink"/>
                </a:solidFill>
                <a:latin typeface="Arial" pitchFamily="34" charset="0"/>
                <a:ea typeface="黑体" pitchFamily="49" charset="-122"/>
              </a:rPr>
              <a:t>SNMP </a:t>
            </a:r>
            <a:r>
              <a:rPr kumimoji="1" lang="zh-CN" altLang="en-US" sz="2000">
                <a:solidFill>
                  <a:schemeClr val="folHlink"/>
                </a:solidFill>
                <a:latin typeface="Arial" pitchFamily="34" charset="0"/>
                <a:ea typeface="黑体" pitchFamily="49" charset="-122"/>
              </a:rPr>
              <a:t>报文</a:t>
            </a:r>
          </a:p>
        </p:txBody>
      </p:sp>
      <p:sp>
        <p:nvSpPr>
          <p:cNvPr id="175121" name="Line 98"/>
          <p:cNvSpPr>
            <a:spLocks noChangeShapeType="1"/>
          </p:cNvSpPr>
          <p:nvPr/>
        </p:nvSpPr>
        <p:spPr bwMode="auto">
          <a:xfrm>
            <a:off x="1838325" y="1639888"/>
            <a:ext cx="0" cy="685800"/>
          </a:xfrm>
          <a:prstGeom prst="line">
            <a:avLst/>
          </a:prstGeom>
          <a:noFill/>
          <a:ln w="9525">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22" name="Rectangle 99"/>
          <p:cNvSpPr>
            <a:spLocks noChangeArrowheads="1"/>
          </p:cNvSpPr>
          <p:nvPr/>
        </p:nvSpPr>
        <p:spPr bwMode="auto">
          <a:xfrm>
            <a:off x="1206500" y="2392363"/>
            <a:ext cx="7265988" cy="56356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75123" name="Rectangle 100"/>
          <p:cNvSpPr>
            <a:spLocks noChangeArrowheads="1"/>
          </p:cNvSpPr>
          <p:nvPr/>
        </p:nvSpPr>
        <p:spPr bwMode="auto">
          <a:xfrm>
            <a:off x="1225550" y="2392363"/>
            <a:ext cx="590550"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lnSpc>
                <a:spcPct val="90000"/>
              </a:lnSpc>
            </a:pPr>
            <a:r>
              <a:rPr kumimoji="1" lang="en-US" altLang="zh-CN" sz="1600">
                <a:solidFill>
                  <a:schemeClr val="folHlink"/>
                </a:solidFill>
                <a:latin typeface="Times New Roman" pitchFamily="18" charset="0"/>
              </a:rPr>
              <a:t>  IP </a:t>
            </a:r>
          </a:p>
          <a:p>
            <a:pPr defTabSz="762000" eaLnBrk="0" hangingPunct="0">
              <a:lnSpc>
                <a:spcPct val="90000"/>
              </a:lnSpc>
            </a:pPr>
            <a:r>
              <a:rPr kumimoji="1" lang="zh-CN" altLang="en-US" sz="1600">
                <a:solidFill>
                  <a:schemeClr val="folHlink"/>
                </a:solidFill>
                <a:latin typeface="Times New Roman" pitchFamily="18" charset="0"/>
              </a:rPr>
              <a:t>首部</a:t>
            </a:r>
          </a:p>
        </p:txBody>
      </p:sp>
      <p:sp>
        <p:nvSpPr>
          <p:cNvPr id="175124" name="Rectangle 101"/>
          <p:cNvSpPr>
            <a:spLocks noChangeArrowheads="1"/>
          </p:cNvSpPr>
          <p:nvPr/>
        </p:nvSpPr>
        <p:spPr bwMode="auto">
          <a:xfrm>
            <a:off x="1851025" y="2393950"/>
            <a:ext cx="639763"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lnSpc>
                <a:spcPct val="90000"/>
              </a:lnSpc>
            </a:pPr>
            <a:r>
              <a:rPr kumimoji="1" lang="en-US" altLang="zh-CN" sz="1600">
                <a:solidFill>
                  <a:schemeClr val="folHlink"/>
                </a:solidFill>
                <a:latin typeface="Times New Roman" pitchFamily="18" charset="0"/>
              </a:rPr>
              <a:t>UDP </a:t>
            </a:r>
          </a:p>
          <a:p>
            <a:pPr defTabSz="762000" eaLnBrk="0" hangingPunct="0">
              <a:lnSpc>
                <a:spcPct val="90000"/>
              </a:lnSpc>
            </a:pPr>
            <a:r>
              <a:rPr kumimoji="1" lang="zh-CN" altLang="en-US" sz="1600">
                <a:solidFill>
                  <a:schemeClr val="folHlink"/>
                </a:solidFill>
                <a:latin typeface="Times New Roman" pitchFamily="18" charset="0"/>
              </a:rPr>
              <a:t>首部</a:t>
            </a:r>
          </a:p>
        </p:txBody>
      </p:sp>
      <p:sp>
        <p:nvSpPr>
          <p:cNvPr id="175125" name="Line 102"/>
          <p:cNvSpPr>
            <a:spLocks noChangeShapeType="1"/>
          </p:cNvSpPr>
          <p:nvPr/>
        </p:nvSpPr>
        <p:spPr bwMode="auto">
          <a:xfrm flipH="1">
            <a:off x="4230688" y="2392363"/>
            <a:ext cx="0" cy="56356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26" name="Line 103"/>
          <p:cNvSpPr>
            <a:spLocks noChangeShapeType="1"/>
          </p:cNvSpPr>
          <p:nvPr/>
        </p:nvSpPr>
        <p:spPr bwMode="auto">
          <a:xfrm flipH="1">
            <a:off x="1838325" y="2392363"/>
            <a:ext cx="0" cy="56356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27" name="Rectangle 144"/>
          <p:cNvSpPr>
            <a:spLocks noChangeArrowheads="1"/>
          </p:cNvSpPr>
          <p:nvPr/>
        </p:nvSpPr>
        <p:spPr bwMode="auto">
          <a:xfrm>
            <a:off x="4246563" y="2409825"/>
            <a:ext cx="4221162" cy="5334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28" name="Line 104"/>
          <p:cNvSpPr>
            <a:spLocks noChangeShapeType="1"/>
          </p:cNvSpPr>
          <p:nvPr/>
        </p:nvSpPr>
        <p:spPr bwMode="auto">
          <a:xfrm flipH="1">
            <a:off x="2470150" y="2392363"/>
            <a:ext cx="0" cy="56356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29" name="Rectangle 105"/>
          <p:cNvSpPr>
            <a:spLocks noChangeArrowheads="1"/>
          </p:cNvSpPr>
          <p:nvPr/>
        </p:nvSpPr>
        <p:spPr bwMode="auto">
          <a:xfrm>
            <a:off x="5051425" y="2519363"/>
            <a:ext cx="28178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lnSpc>
                <a:spcPct val="90000"/>
              </a:lnSpc>
            </a:pPr>
            <a:r>
              <a:rPr kumimoji="1" lang="en-US" altLang="zh-CN" sz="2000">
                <a:solidFill>
                  <a:schemeClr val="folHlink"/>
                </a:solidFill>
                <a:latin typeface="Arial" pitchFamily="34" charset="0"/>
                <a:ea typeface="黑体" pitchFamily="49" charset="-122"/>
              </a:rPr>
              <a:t>SNMP </a:t>
            </a:r>
            <a:r>
              <a:rPr kumimoji="1" lang="zh-CN" altLang="en-US" sz="2000">
                <a:solidFill>
                  <a:schemeClr val="folHlink"/>
                </a:solidFill>
                <a:latin typeface="Arial" pitchFamily="34" charset="0"/>
                <a:ea typeface="黑体" pitchFamily="49" charset="-122"/>
              </a:rPr>
              <a:t>报文的数据部分</a:t>
            </a:r>
            <a:r>
              <a:rPr kumimoji="1" lang="zh-CN" altLang="en-US" sz="1600">
                <a:solidFill>
                  <a:schemeClr val="folHlink"/>
                </a:solidFill>
                <a:latin typeface="Times New Roman" pitchFamily="18" charset="0"/>
              </a:rPr>
              <a:t> </a:t>
            </a:r>
          </a:p>
        </p:txBody>
      </p:sp>
      <p:sp>
        <p:nvSpPr>
          <p:cNvPr id="175130" name="Rectangle 145"/>
          <p:cNvSpPr>
            <a:spLocks noChangeArrowheads="1"/>
          </p:cNvSpPr>
          <p:nvPr/>
        </p:nvSpPr>
        <p:spPr bwMode="auto">
          <a:xfrm>
            <a:off x="2473325" y="2409825"/>
            <a:ext cx="1744663" cy="533400"/>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31" name="Line 106"/>
          <p:cNvSpPr>
            <a:spLocks noChangeShapeType="1"/>
          </p:cNvSpPr>
          <p:nvPr/>
        </p:nvSpPr>
        <p:spPr bwMode="auto">
          <a:xfrm flipH="1">
            <a:off x="3035300" y="2392363"/>
            <a:ext cx="0" cy="56356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32" name="Rectangle 107"/>
          <p:cNvSpPr>
            <a:spLocks noChangeArrowheads="1"/>
          </p:cNvSpPr>
          <p:nvPr/>
        </p:nvSpPr>
        <p:spPr bwMode="auto">
          <a:xfrm>
            <a:off x="2439988" y="2540000"/>
            <a:ext cx="590550" cy="3127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lnSpc>
                <a:spcPct val="90000"/>
              </a:lnSpc>
            </a:pPr>
            <a:r>
              <a:rPr kumimoji="1" lang="zh-CN" altLang="en-US" sz="1600">
                <a:solidFill>
                  <a:schemeClr val="folHlink"/>
                </a:solidFill>
                <a:latin typeface="Times New Roman" pitchFamily="18" charset="0"/>
              </a:rPr>
              <a:t>版本</a:t>
            </a:r>
          </a:p>
        </p:txBody>
      </p:sp>
      <p:sp>
        <p:nvSpPr>
          <p:cNvPr id="175133" name="Rectangle 108"/>
          <p:cNvSpPr>
            <a:spLocks noChangeArrowheads="1"/>
          </p:cNvSpPr>
          <p:nvPr/>
        </p:nvSpPr>
        <p:spPr bwMode="auto">
          <a:xfrm>
            <a:off x="3021013" y="2528888"/>
            <a:ext cx="590550" cy="3127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lnSpc>
                <a:spcPct val="90000"/>
              </a:lnSpc>
            </a:pPr>
            <a:r>
              <a:rPr kumimoji="1" lang="zh-CN" altLang="en-US" sz="1600">
                <a:solidFill>
                  <a:schemeClr val="folHlink"/>
                </a:solidFill>
                <a:latin typeface="Times New Roman" pitchFamily="18" charset="0"/>
              </a:rPr>
              <a:t>首部</a:t>
            </a:r>
          </a:p>
        </p:txBody>
      </p:sp>
      <p:sp>
        <p:nvSpPr>
          <p:cNvPr id="175134" name="Line 110"/>
          <p:cNvSpPr>
            <a:spLocks noChangeShapeType="1"/>
          </p:cNvSpPr>
          <p:nvPr/>
        </p:nvSpPr>
        <p:spPr bwMode="auto">
          <a:xfrm>
            <a:off x="8553450" y="3357563"/>
            <a:ext cx="6350" cy="4429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35" name="Text Box 112"/>
          <p:cNvSpPr txBox="1">
            <a:spLocks noChangeArrowheads="1"/>
          </p:cNvSpPr>
          <p:nvPr/>
        </p:nvSpPr>
        <p:spPr bwMode="auto">
          <a:xfrm>
            <a:off x="8526463" y="3319463"/>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2000" b="1">
                <a:solidFill>
                  <a:schemeClr val="folHlink"/>
                </a:solidFill>
                <a:latin typeface="Times New Roman" pitchFamily="18" charset="0"/>
              </a:rPr>
              <a:t>…</a:t>
            </a:r>
          </a:p>
        </p:txBody>
      </p:sp>
      <p:sp>
        <p:nvSpPr>
          <p:cNvPr id="175136" name="Rectangle 113"/>
          <p:cNvSpPr>
            <a:spLocks noChangeArrowheads="1"/>
          </p:cNvSpPr>
          <p:nvPr/>
        </p:nvSpPr>
        <p:spPr bwMode="auto">
          <a:xfrm>
            <a:off x="1127125" y="2081213"/>
            <a:ext cx="7620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1400">
                <a:solidFill>
                  <a:schemeClr val="folHlink"/>
                </a:solidFill>
                <a:latin typeface="Times New Roman" pitchFamily="18" charset="0"/>
              </a:rPr>
              <a:t>20 </a:t>
            </a:r>
            <a:r>
              <a:rPr kumimoji="1" lang="zh-CN" altLang="en-US" sz="1400">
                <a:solidFill>
                  <a:schemeClr val="folHlink"/>
                </a:solidFill>
                <a:latin typeface="Times New Roman" pitchFamily="18" charset="0"/>
              </a:rPr>
              <a:t>字节</a:t>
            </a:r>
          </a:p>
        </p:txBody>
      </p:sp>
      <p:sp>
        <p:nvSpPr>
          <p:cNvPr id="175137" name="Rectangle 114"/>
          <p:cNvSpPr>
            <a:spLocks noChangeArrowheads="1"/>
          </p:cNvSpPr>
          <p:nvPr/>
        </p:nvSpPr>
        <p:spPr bwMode="auto">
          <a:xfrm>
            <a:off x="1816100" y="2081213"/>
            <a:ext cx="6731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1400">
                <a:solidFill>
                  <a:schemeClr val="folHlink"/>
                </a:solidFill>
                <a:latin typeface="Times New Roman" pitchFamily="18" charset="0"/>
              </a:rPr>
              <a:t>8 </a:t>
            </a:r>
            <a:r>
              <a:rPr kumimoji="1" lang="zh-CN" altLang="en-US" sz="1400">
                <a:solidFill>
                  <a:schemeClr val="folHlink"/>
                </a:solidFill>
                <a:latin typeface="Times New Roman" pitchFamily="18" charset="0"/>
              </a:rPr>
              <a:t>字节</a:t>
            </a:r>
          </a:p>
        </p:txBody>
      </p:sp>
      <p:sp>
        <p:nvSpPr>
          <p:cNvPr id="175138" name="Line 115"/>
          <p:cNvSpPr>
            <a:spLocks noChangeShapeType="1"/>
          </p:cNvSpPr>
          <p:nvPr/>
        </p:nvSpPr>
        <p:spPr bwMode="auto">
          <a:xfrm flipH="1">
            <a:off x="8932863" y="3873500"/>
            <a:ext cx="0" cy="4413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39" name="Line 118"/>
          <p:cNvSpPr>
            <a:spLocks noChangeShapeType="1"/>
          </p:cNvSpPr>
          <p:nvPr/>
        </p:nvSpPr>
        <p:spPr bwMode="auto">
          <a:xfrm flipV="1">
            <a:off x="2695575" y="4289425"/>
            <a:ext cx="6251575"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0" name="Line 120"/>
          <p:cNvSpPr>
            <a:spLocks noChangeShapeType="1"/>
          </p:cNvSpPr>
          <p:nvPr/>
        </p:nvSpPr>
        <p:spPr bwMode="auto">
          <a:xfrm>
            <a:off x="2663825"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1" name="Rectangle 121"/>
          <p:cNvSpPr>
            <a:spLocks noChangeArrowheads="1"/>
          </p:cNvSpPr>
          <p:nvPr/>
        </p:nvSpPr>
        <p:spPr bwMode="auto">
          <a:xfrm>
            <a:off x="5308600" y="4130675"/>
            <a:ext cx="1527175"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a:solidFill>
                  <a:schemeClr val="folHlink"/>
                </a:solidFill>
                <a:latin typeface="Arial" pitchFamily="34" charset="0"/>
                <a:ea typeface="黑体" pitchFamily="49" charset="-122"/>
              </a:rPr>
              <a:t>SNMP PDU</a:t>
            </a:r>
          </a:p>
        </p:txBody>
      </p:sp>
      <p:sp>
        <p:nvSpPr>
          <p:cNvPr id="175142" name="Line 123"/>
          <p:cNvSpPr>
            <a:spLocks noChangeShapeType="1"/>
          </p:cNvSpPr>
          <p:nvPr/>
        </p:nvSpPr>
        <p:spPr bwMode="auto">
          <a:xfrm flipH="1">
            <a:off x="3633788" y="2400300"/>
            <a:ext cx="0" cy="56356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3" name="Rectangle 124"/>
          <p:cNvSpPr>
            <a:spLocks noChangeArrowheads="1"/>
          </p:cNvSpPr>
          <p:nvPr/>
        </p:nvSpPr>
        <p:spPr bwMode="auto">
          <a:xfrm>
            <a:off x="3654425" y="2409825"/>
            <a:ext cx="590550"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defTabSz="762000" eaLnBrk="0" hangingPunct="0">
              <a:lnSpc>
                <a:spcPct val="90000"/>
              </a:lnSpc>
            </a:pPr>
            <a:r>
              <a:rPr kumimoji="1" lang="zh-CN" altLang="en-US" sz="1600">
                <a:solidFill>
                  <a:schemeClr val="folHlink"/>
                </a:solidFill>
                <a:latin typeface="Times New Roman" pitchFamily="18" charset="0"/>
              </a:rPr>
              <a:t>安全</a:t>
            </a:r>
          </a:p>
          <a:p>
            <a:pPr algn="ctr" defTabSz="762000" eaLnBrk="0" hangingPunct="0">
              <a:lnSpc>
                <a:spcPct val="90000"/>
              </a:lnSpc>
            </a:pPr>
            <a:r>
              <a:rPr kumimoji="1" lang="zh-CN" altLang="en-US" sz="1600">
                <a:solidFill>
                  <a:schemeClr val="folHlink"/>
                </a:solidFill>
                <a:latin typeface="Times New Roman" pitchFamily="18" charset="0"/>
              </a:rPr>
              <a:t>参数</a:t>
            </a:r>
          </a:p>
        </p:txBody>
      </p:sp>
      <p:sp>
        <p:nvSpPr>
          <p:cNvPr id="175144" name="Line 125"/>
          <p:cNvSpPr>
            <a:spLocks noChangeShapeType="1"/>
          </p:cNvSpPr>
          <p:nvPr/>
        </p:nvSpPr>
        <p:spPr bwMode="auto">
          <a:xfrm>
            <a:off x="3708400"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5" name="Line 126"/>
          <p:cNvSpPr>
            <a:spLocks noChangeShapeType="1"/>
          </p:cNvSpPr>
          <p:nvPr/>
        </p:nvSpPr>
        <p:spPr bwMode="auto">
          <a:xfrm>
            <a:off x="4603750"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6" name="Line 127"/>
          <p:cNvSpPr>
            <a:spLocks noChangeShapeType="1"/>
          </p:cNvSpPr>
          <p:nvPr/>
        </p:nvSpPr>
        <p:spPr bwMode="auto">
          <a:xfrm>
            <a:off x="5648325"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7" name="Line 128"/>
          <p:cNvSpPr>
            <a:spLocks noChangeShapeType="1"/>
          </p:cNvSpPr>
          <p:nvPr/>
        </p:nvSpPr>
        <p:spPr bwMode="auto">
          <a:xfrm>
            <a:off x="6619875"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8" name="Line 129"/>
          <p:cNvSpPr>
            <a:spLocks noChangeShapeType="1"/>
          </p:cNvSpPr>
          <p:nvPr/>
        </p:nvSpPr>
        <p:spPr bwMode="auto">
          <a:xfrm>
            <a:off x="7142163"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49" name="Line 130"/>
          <p:cNvSpPr>
            <a:spLocks noChangeShapeType="1"/>
          </p:cNvSpPr>
          <p:nvPr/>
        </p:nvSpPr>
        <p:spPr bwMode="auto">
          <a:xfrm>
            <a:off x="7664450"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0" name="Line 131"/>
          <p:cNvSpPr>
            <a:spLocks noChangeShapeType="1"/>
          </p:cNvSpPr>
          <p:nvPr/>
        </p:nvSpPr>
        <p:spPr bwMode="auto">
          <a:xfrm>
            <a:off x="8112125"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1" name="Line 132"/>
          <p:cNvSpPr>
            <a:spLocks noChangeShapeType="1"/>
          </p:cNvSpPr>
          <p:nvPr/>
        </p:nvSpPr>
        <p:spPr bwMode="auto">
          <a:xfrm flipH="1">
            <a:off x="6619875" y="3873500"/>
            <a:ext cx="0" cy="29845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2" name="Line 133"/>
          <p:cNvSpPr>
            <a:spLocks noChangeShapeType="1"/>
          </p:cNvSpPr>
          <p:nvPr/>
        </p:nvSpPr>
        <p:spPr bwMode="auto">
          <a:xfrm flipH="1">
            <a:off x="2663825" y="3873500"/>
            <a:ext cx="0" cy="4413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3" name="Line 134"/>
          <p:cNvSpPr>
            <a:spLocks noChangeShapeType="1"/>
          </p:cNvSpPr>
          <p:nvPr/>
        </p:nvSpPr>
        <p:spPr bwMode="auto">
          <a:xfrm>
            <a:off x="1692275" y="3357563"/>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4" name="Rectangle 135"/>
          <p:cNvSpPr>
            <a:spLocks noChangeArrowheads="1"/>
          </p:cNvSpPr>
          <p:nvPr/>
        </p:nvSpPr>
        <p:spPr bwMode="auto">
          <a:xfrm>
            <a:off x="539750" y="4022725"/>
            <a:ext cx="170815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defTabSz="762000" eaLnBrk="0" hangingPunct="0"/>
            <a:r>
              <a:rPr kumimoji="1" lang="zh-CN" altLang="en-US" sz="2000">
                <a:solidFill>
                  <a:schemeClr val="folHlink"/>
                </a:solidFill>
                <a:latin typeface="Arial" pitchFamily="34" charset="0"/>
                <a:ea typeface="黑体" pitchFamily="49" charset="-122"/>
              </a:rPr>
              <a:t>有关加密信息</a:t>
            </a:r>
          </a:p>
          <a:p>
            <a:pPr algn="ctr" defTabSz="762000" eaLnBrk="0" hangingPunct="0"/>
            <a:r>
              <a:rPr kumimoji="1" lang="zh-CN" altLang="en-US" sz="2000">
                <a:solidFill>
                  <a:schemeClr val="folHlink"/>
                </a:solidFill>
                <a:latin typeface="Arial" pitchFamily="34" charset="0"/>
                <a:ea typeface="黑体" pitchFamily="49" charset="-122"/>
              </a:rPr>
              <a:t>的字段</a:t>
            </a:r>
          </a:p>
        </p:txBody>
      </p:sp>
      <p:sp>
        <p:nvSpPr>
          <p:cNvPr id="175155" name="AutoShape 136"/>
          <p:cNvSpPr>
            <a:spLocks/>
          </p:cNvSpPr>
          <p:nvPr/>
        </p:nvSpPr>
        <p:spPr bwMode="auto">
          <a:xfrm rot="-5400000">
            <a:off x="1300162" y="2768601"/>
            <a:ext cx="225425" cy="2425700"/>
          </a:xfrm>
          <a:prstGeom prst="leftBrace">
            <a:avLst>
              <a:gd name="adj1" fmla="val 89671"/>
              <a:gd name="adj2" fmla="val 50000"/>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6" name="Line 137"/>
          <p:cNvSpPr>
            <a:spLocks noChangeShapeType="1"/>
          </p:cNvSpPr>
          <p:nvPr/>
        </p:nvSpPr>
        <p:spPr bwMode="auto">
          <a:xfrm flipH="1">
            <a:off x="3708400" y="3873500"/>
            <a:ext cx="0" cy="29845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57" name="Freeform 143"/>
          <p:cNvSpPr>
            <a:spLocks/>
          </p:cNvSpPr>
          <p:nvPr/>
        </p:nvSpPr>
        <p:spPr bwMode="auto">
          <a:xfrm>
            <a:off x="219075" y="2971800"/>
            <a:ext cx="8705850" cy="381000"/>
          </a:xfrm>
          <a:custGeom>
            <a:avLst/>
            <a:gdLst>
              <a:gd name="T0" fmla="*/ 0 w 5484"/>
              <a:gd name="T1" fmla="*/ 604837500 h 240"/>
              <a:gd name="T2" fmla="*/ 2147483647 w 5484"/>
              <a:gd name="T3" fmla="*/ 30241875 h 240"/>
              <a:gd name="T4" fmla="*/ 2147483647 w 5484"/>
              <a:gd name="T5" fmla="*/ 0 h 240"/>
              <a:gd name="T6" fmla="*/ 2147483647 w 5484"/>
              <a:gd name="T7" fmla="*/ 604837500 h 240"/>
              <a:gd name="T8" fmla="*/ 0 w 5484"/>
              <a:gd name="T9" fmla="*/ 60483750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84" h="240">
                <a:moveTo>
                  <a:pt x="0" y="240"/>
                </a:moveTo>
                <a:lnTo>
                  <a:pt x="2526" y="12"/>
                </a:lnTo>
                <a:lnTo>
                  <a:pt x="5202" y="0"/>
                </a:lnTo>
                <a:lnTo>
                  <a:pt x="5484" y="240"/>
                </a:lnTo>
                <a:lnTo>
                  <a:pt x="0" y="240"/>
                </a:lnTo>
                <a:close/>
              </a:path>
            </a:pathLst>
          </a:cu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971550" y="214313"/>
            <a:ext cx="7972425" cy="1462087"/>
          </a:xfrm>
        </p:spPr>
        <p:txBody>
          <a:bodyPr/>
          <a:lstStyle/>
          <a:p>
            <a:pPr algn="ctr" eaLnBrk="1" hangingPunct="1"/>
            <a:r>
              <a:rPr lang="en-US" altLang="zh-CN" smtClean="0"/>
              <a:t>6.8  </a:t>
            </a:r>
            <a:r>
              <a:rPr lang="zh-CN" altLang="en-US" smtClean="0"/>
              <a:t>应用进程跨越网络的通信</a:t>
            </a:r>
            <a:br>
              <a:rPr lang="zh-CN" altLang="en-US" smtClean="0"/>
            </a:br>
            <a:r>
              <a:rPr lang="en-GB" altLang="zh-CN" sz="4000" smtClean="0"/>
              <a:t>6.8.1  </a:t>
            </a:r>
            <a:r>
              <a:rPr lang="zh-CN" altLang="en-US" sz="4000" smtClean="0"/>
              <a:t>系统调用和应用编程接口</a:t>
            </a:r>
          </a:p>
        </p:txBody>
      </p:sp>
      <p:sp>
        <p:nvSpPr>
          <p:cNvPr id="789507" name="Rectangle 3"/>
          <p:cNvSpPr>
            <a:spLocks noGrp="1" noChangeArrowheads="1"/>
          </p:cNvSpPr>
          <p:nvPr>
            <p:ph type="body" idx="1"/>
          </p:nvPr>
        </p:nvSpPr>
        <p:spPr>
          <a:xfrm>
            <a:off x="1042988" y="2051050"/>
            <a:ext cx="7772400" cy="4114800"/>
          </a:xfrm>
        </p:spPr>
        <p:txBody>
          <a:bodyPr/>
          <a:lstStyle/>
          <a:p>
            <a:pPr eaLnBrk="1" hangingPunct="1"/>
            <a:r>
              <a:rPr lang="zh-CN" altLang="en-US" smtClean="0"/>
              <a:t>大多数操作系统使用</a:t>
            </a:r>
            <a:r>
              <a:rPr lang="zh-CN" altLang="en-US" smtClean="0">
                <a:solidFill>
                  <a:schemeClr val="hlink"/>
                </a:solidFill>
              </a:rPr>
              <a:t>系统调用</a:t>
            </a:r>
            <a:r>
              <a:rPr lang="en-US" altLang="zh-CN" smtClean="0"/>
              <a:t>(system call)</a:t>
            </a:r>
            <a:r>
              <a:rPr lang="zh-CN" altLang="en-US" smtClean="0"/>
              <a:t>的机制在应用程序和操作系统之间传递控制权。</a:t>
            </a:r>
          </a:p>
          <a:p>
            <a:pPr eaLnBrk="1" hangingPunct="1"/>
            <a:r>
              <a:rPr lang="zh-CN" altLang="en-US" smtClean="0"/>
              <a:t>对程序员来说，每一个系统调用和一般程序设计中的函数调用非常相似，只是系统调用是将控制权传递给了操作系统。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895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1150938" y="214313"/>
            <a:ext cx="6877050" cy="1462087"/>
          </a:xfrm>
        </p:spPr>
        <p:txBody>
          <a:bodyPr/>
          <a:lstStyle/>
          <a:p>
            <a:pPr algn="ctr" eaLnBrk="1" hangingPunct="1"/>
            <a:r>
              <a:rPr lang="zh-CN" altLang="en-US" smtClean="0"/>
              <a:t>多个应用进程</a:t>
            </a:r>
            <a:br>
              <a:rPr lang="zh-CN" altLang="en-US" smtClean="0"/>
            </a:br>
            <a:r>
              <a:rPr lang="zh-CN" altLang="en-US" smtClean="0"/>
              <a:t>使用系统调用的机制 </a:t>
            </a:r>
          </a:p>
        </p:txBody>
      </p:sp>
      <p:sp>
        <p:nvSpPr>
          <p:cNvPr id="177155" name="Rectangle 3"/>
          <p:cNvSpPr>
            <a:spLocks noChangeArrowheads="1"/>
          </p:cNvSpPr>
          <p:nvPr/>
        </p:nvSpPr>
        <p:spPr bwMode="auto">
          <a:xfrm>
            <a:off x="992188" y="2143125"/>
            <a:ext cx="5810250" cy="3373438"/>
          </a:xfrm>
          <a:prstGeom prst="rect">
            <a:avLst/>
          </a:prstGeom>
          <a:solidFill>
            <a:srgbClr val="CCECFF"/>
          </a:solidFill>
          <a:ln w="190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56" name="Oval 4"/>
          <p:cNvSpPr>
            <a:spLocks noChangeArrowheads="1"/>
          </p:cNvSpPr>
          <p:nvPr/>
        </p:nvSpPr>
        <p:spPr bwMode="auto">
          <a:xfrm>
            <a:off x="1260475" y="2354263"/>
            <a:ext cx="1430338"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应用程序 </a:t>
            </a:r>
            <a:r>
              <a:rPr kumimoji="1" lang="en-US" altLang="zh-CN" sz="2000">
                <a:solidFill>
                  <a:srgbClr val="333399"/>
                </a:solidFill>
                <a:latin typeface="Arial" pitchFamily="34" charset="0"/>
                <a:ea typeface="黑体" pitchFamily="49" charset="-122"/>
              </a:rPr>
              <a:t>1</a:t>
            </a:r>
          </a:p>
        </p:txBody>
      </p:sp>
      <p:sp>
        <p:nvSpPr>
          <p:cNvPr id="177157" name="Oval 5"/>
          <p:cNvSpPr>
            <a:spLocks noChangeArrowheads="1"/>
          </p:cNvSpPr>
          <p:nvPr/>
        </p:nvSpPr>
        <p:spPr bwMode="auto">
          <a:xfrm>
            <a:off x="2959100" y="2354263"/>
            <a:ext cx="1430338"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应用程序 </a:t>
            </a:r>
            <a:r>
              <a:rPr kumimoji="1" lang="en-US" altLang="zh-CN" sz="2000">
                <a:solidFill>
                  <a:srgbClr val="333399"/>
                </a:solidFill>
                <a:latin typeface="Arial" pitchFamily="34" charset="0"/>
                <a:ea typeface="黑体" pitchFamily="49" charset="-122"/>
              </a:rPr>
              <a:t>2</a:t>
            </a:r>
          </a:p>
        </p:txBody>
      </p:sp>
      <p:sp>
        <p:nvSpPr>
          <p:cNvPr id="177158" name="Oval 6"/>
          <p:cNvSpPr>
            <a:spLocks noChangeArrowheads="1"/>
          </p:cNvSpPr>
          <p:nvPr/>
        </p:nvSpPr>
        <p:spPr bwMode="auto">
          <a:xfrm>
            <a:off x="5103813" y="2354263"/>
            <a:ext cx="1430337"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kumimoji="1" lang="zh-CN" altLang="en-US" sz="2000">
                <a:solidFill>
                  <a:srgbClr val="333399"/>
                </a:solidFill>
                <a:latin typeface="Arial" pitchFamily="34" charset="0"/>
                <a:ea typeface="黑体" pitchFamily="49" charset="-122"/>
              </a:rPr>
              <a:t>应用程序 </a:t>
            </a:r>
            <a:r>
              <a:rPr kumimoji="1" lang="en-US" altLang="zh-CN" sz="2000">
                <a:solidFill>
                  <a:srgbClr val="333399"/>
                </a:solidFill>
                <a:latin typeface="Arial" pitchFamily="34" charset="0"/>
                <a:ea typeface="黑体" pitchFamily="49" charset="-122"/>
              </a:rPr>
              <a:t>n</a:t>
            </a:r>
          </a:p>
        </p:txBody>
      </p:sp>
      <p:sp>
        <p:nvSpPr>
          <p:cNvPr id="177159" name="Text Box 7"/>
          <p:cNvSpPr txBox="1">
            <a:spLocks noChangeArrowheads="1"/>
          </p:cNvSpPr>
          <p:nvPr/>
        </p:nvSpPr>
        <p:spPr bwMode="auto">
          <a:xfrm>
            <a:off x="4478338" y="23447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en-US" altLang="zh-CN" sz="3200" b="1">
                <a:solidFill>
                  <a:srgbClr val="333399"/>
                </a:solidFill>
                <a:latin typeface="Arial" pitchFamily="34" charset="0"/>
                <a:ea typeface="黑体" pitchFamily="49" charset="-122"/>
              </a:rPr>
              <a:t>…</a:t>
            </a:r>
          </a:p>
        </p:txBody>
      </p:sp>
      <p:sp>
        <p:nvSpPr>
          <p:cNvPr id="177160" name="Line 8"/>
          <p:cNvSpPr>
            <a:spLocks noChangeShapeType="1"/>
          </p:cNvSpPr>
          <p:nvPr/>
        </p:nvSpPr>
        <p:spPr bwMode="auto">
          <a:xfrm>
            <a:off x="992188" y="3830638"/>
            <a:ext cx="58102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1" name="Rectangle 9"/>
          <p:cNvSpPr>
            <a:spLocks noChangeArrowheads="1"/>
          </p:cNvSpPr>
          <p:nvPr/>
        </p:nvSpPr>
        <p:spPr bwMode="auto">
          <a:xfrm>
            <a:off x="1014413" y="3849688"/>
            <a:ext cx="5770562" cy="388937"/>
          </a:xfrm>
          <a:prstGeom prst="rect">
            <a:avLst/>
          </a:prstGeom>
          <a:solidFill>
            <a:srgbClr val="FF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2" name="Line 10"/>
          <p:cNvSpPr>
            <a:spLocks noChangeShapeType="1"/>
          </p:cNvSpPr>
          <p:nvPr/>
        </p:nvSpPr>
        <p:spPr bwMode="auto">
          <a:xfrm>
            <a:off x="992188" y="4251325"/>
            <a:ext cx="58102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3" name="Text Box 11"/>
          <p:cNvSpPr txBox="1">
            <a:spLocks noChangeArrowheads="1"/>
          </p:cNvSpPr>
          <p:nvPr/>
        </p:nvSpPr>
        <p:spPr bwMode="auto">
          <a:xfrm>
            <a:off x="2289175" y="3860800"/>
            <a:ext cx="323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由应用程序调用的系统函数</a:t>
            </a:r>
          </a:p>
        </p:txBody>
      </p:sp>
      <p:sp>
        <p:nvSpPr>
          <p:cNvPr id="177164" name="Line 12"/>
          <p:cNvSpPr>
            <a:spLocks noChangeShapeType="1"/>
          </p:cNvSpPr>
          <p:nvPr/>
        </p:nvSpPr>
        <p:spPr bwMode="auto">
          <a:xfrm>
            <a:off x="1974850" y="3092450"/>
            <a:ext cx="0" cy="73818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5" name="Line 13"/>
          <p:cNvSpPr>
            <a:spLocks noChangeShapeType="1"/>
          </p:cNvSpPr>
          <p:nvPr/>
        </p:nvSpPr>
        <p:spPr bwMode="auto">
          <a:xfrm>
            <a:off x="3673475" y="3092450"/>
            <a:ext cx="0" cy="73818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6" name="Line 14"/>
          <p:cNvSpPr>
            <a:spLocks noChangeShapeType="1"/>
          </p:cNvSpPr>
          <p:nvPr/>
        </p:nvSpPr>
        <p:spPr bwMode="auto">
          <a:xfrm>
            <a:off x="5819775" y="3092450"/>
            <a:ext cx="0" cy="73818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7" name="Line 15"/>
          <p:cNvSpPr>
            <a:spLocks noChangeShapeType="1"/>
          </p:cNvSpPr>
          <p:nvPr/>
        </p:nvSpPr>
        <p:spPr bwMode="auto">
          <a:xfrm>
            <a:off x="2333625" y="3092450"/>
            <a:ext cx="1339850" cy="73818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8" name="Line 16"/>
          <p:cNvSpPr>
            <a:spLocks noChangeShapeType="1"/>
          </p:cNvSpPr>
          <p:nvPr/>
        </p:nvSpPr>
        <p:spPr bwMode="auto">
          <a:xfrm flipH="1">
            <a:off x="3784600" y="3057525"/>
            <a:ext cx="1595438" cy="779463"/>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69" name="Line 17"/>
          <p:cNvSpPr>
            <a:spLocks noChangeShapeType="1"/>
          </p:cNvSpPr>
          <p:nvPr/>
        </p:nvSpPr>
        <p:spPr bwMode="auto">
          <a:xfrm flipH="1">
            <a:off x="2016125" y="2876550"/>
            <a:ext cx="3140075" cy="931863"/>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70" name="Line 18"/>
          <p:cNvSpPr>
            <a:spLocks noChangeShapeType="1"/>
          </p:cNvSpPr>
          <p:nvPr/>
        </p:nvSpPr>
        <p:spPr bwMode="auto">
          <a:xfrm>
            <a:off x="4064000" y="3071813"/>
            <a:ext cx="701675" cy="74771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90554" name="Group 26"/>
          <p:cNvGrpSpPr>
            <a:grpSpLocks/>
          </p:cNvGrpSpPr>
          <p:nvPr/>
        </p:nvGrpSpPr>
        <p:grpSpPr bwMode="auto">
          <a:xfrm>
            <a:off x="6826250" y="2481263"/>
            <a:ext cx="2282825" cy="641350"/>
            <a:chOff x="4004" y="1563"/>
            <a:chExt cx="1438" cy="404"/>
          </a:xfrm>
        </p:grpSpPr>
        <p:sp>
          <p:nvSpPr>
            <p:cNvPr id="177179" name="Text Box 19"/>
            <p:cNvSpPr txBox="1">
              <a:spLocks noChangeArrowheads="1"/>
            </p:cNvSpPr>
            <p:nvPr/>
          </p:nvSpPr>
          <p:spPr bwMode="auto">
            <a:xfrm>
              <a:off x="4366" y="1563"/>
              <a:ext cx="10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90000"/>
                </a:lnSpc>
              </a:pPr>
              <a:r>
                <a:rPr kumimoji="1" lang="zh-CN" altLang="en-US" sz="2000">
                  <a:solidFill>
                    <a:srgbClr val="333399"/>
                  </a:solidFill>
                  <a:latin typeface="Arial" pitchFamily="34" charset="0"/>
                  <a:ea typeface="黑体" pitchFamily="49" charset="-122"/>
                </a:rPr>
                <a:t>用户地址空间</a:t>
              </a:r>
            </a:p>
            <a:p>
              <a:pPr eaLnBrk="1" hangingPunct="1">
                <a:lnSpc>
                  <a:spcPct val="90000"/>
                </a:lnSpc>
              </a:pPr>
              <a:r>
                <a:rPr kumimoji="1" lang="zh-CN" altLang="en-US" sz="2000">
                  <a:solidFill>
                    <a:srgbClr val="333399"/>
                  </a:solidFill>
                  <a:latin typeface="Arial" pitchFamily="34" charset="0"/>
                  <a:ea typeface="黑体" pitchFamily="49" charset="-122"/>
                </a:rPr>
                <a:t>中的应用程序</a:t>
              </a:r>
            </a:p>
          </p:txBody>
        </p:sp>
        <p:sp>
          <p:nvSpPr>
            <p:cNvPr id="177180" name="Line 20"/>
            <p:cNvSpPr>
              <a:spLocks noChangeShapeType="1"/>
            </p:cNvSpPr>
            <p:nvPr/>
          </p:nvSpPr>
          <p:spPr bwMode="auto">
            <a:xfrm rot="5400000">
              <a:off x="4201" y="1551"/>
              <a:ext cx="0" cy="394"/>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90555" name="Group 27"/>
          <p:cNvGrpSpPr>
            <a:grpSpLocks/>
          </p:cNvGrpSpPr>
          <p:nvPr/>
        </p:nvGrpSpPr>
        <p:grpSpPr bwMode="auto">
          <a:xfrm>
            <a:off x="6826250" y="3827463"/>
            <a:ext cx="2282825" cy="396875"/>
            <a:chOff x="4004" y="2411"/>
            <a:chExt cx="1438" cy="250"/>
          </a:xfrm>
        </p:grpSpPr>
        <p:sp>
          <p:nvSpPr>
            <p:cNvPr id="177177" name="Line 21"/>
            <p:cNvSpPr>
              <a:spLocks noChangeShapeType="1"/>
            </p:cNvSpPr>
            <p:nvPr/>
          </p:nvSpPr>
          <p:spPr bwMode="auto">
            <a:xfrm rot="5400000">
              <a:off x="4201" y="2348"/>
              <a:ext cx="0" cy="394"/>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78" name="Text Box 23"/>
            <p:cNvSpPr txBox="1">
              <a:spLocks noChangeArrowheads="1"/>
            </p:cNvSpPr>
            <p:nvPr/>
          </p:nvSpPr>
          <p:spPr bwMode="auto">
            <a:xfrm>
              <a:off x="4366" y="2411"/>
              <a:ext cx="10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系统调用接口</a:t>
              </a:r>
            </a:p>
          </p:txBody>
        </p:sp>
      </p:grpSp>
      <p:grpSp>
        <p:nvGrpSpPr>
          <p:cNvPr id="790556" name="Group 28"/>
          <p:cNvGrpSpPr>
            <a:grpSpLocks/>
          </p:cNvGrpSpPr>
          <p:nvPr/>
        </p:nvGrpSpPr>
        <p:grpSpPr bwMode="auto">
          <a:xfrm>
            <a:off x="6826250" y="4516438"/>
            <a:ext cx="2282825" cy="641350"/>
            <a:chOff x="4004" y="2845"/>
            <a:chExt cx="1438" cy="404"/>
          </a:xfrm>
        </p:grpSpPr>
        <p:sp>
          <p:nvSpPr>
            <p:cNvPr id="177175" name="Line 22"/>
            <p:cNvSpPr>
              <a:spLocks noChangeShapeType="1"/>
            </p:cNvSpPr>
            <p:nvPr/>
          </p:nvSpPr>
          <p:spPr bwMode="auto">
            <a:xfrm rot="5400000">
              <a:off x="4201" y="2845"/>
              <a:ext cx="0" cy="394"/>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176" name="Text Box 24"/>
            <p:cNvSpPr txBox="1">
              <a:spLocks noChangeArrowheads="1"/>
            </p:cNvSpPr>
            <p:nvPr/>
          </p:nvSpPr>
          <p:spPr bwMode="auto">
            <a:xfrm>
              <a:off x="4366" y="2845"/>
              <a:ext cx="10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90000"/>
                </a:lnSpc>
              </a:pPr>
              <a:r>
                <a:rPr kumimoji="1" lang="zh-CN" altLang="en-US" sz="2000">
                  <a:solidFill>
                    <a:srgbClr val="333399"/>
                  </a:solidFill>
                  <a:latin typeface="Arial" pitchFamily="34" charset="0"/>
                  <a:ea typeface="黑体" pitchFamily="49" charset="-122"/>
                </a:rPr>
                <a:t>系统地址空间</a:t>
              </a:r>
            </a:p>
            <a:p>
              <a:pPr eaLnBrk="1" hangingPunct="1">
                <a:lnSpc>
                  <a:spcPct val="90000"/>
                </a:lnSpc>
              </a:pPr>
              <a:r>
                <a:rPr kumimoji="1" lang="zh-CN" altLang="en-US" sz="2000">
                  <a:solidFill>
                    <a:srgbClr val="333399"/>
                  </a:solidFill>
                  <a:latin typeface="Arial" pitchFamily="34" charset="0"/>
                  <a:ea typeface="黑体" pitchFamily="49" charset="-122"/>
                </a:rPr>
                <a:t>中的协议软件</a:t>
              </a:r>
            </a:p>
          </p:txBody>
        </p:sp>
      </p:grpSp>
      <p:sp>
        <p:nvSpPr>
          <p:cNvPr id="177174" name="Text Box 25"/>
          <p:cNvSpPr txBox="1">
            <a:spLocks noChangeArrowheads="1"/>
          </p:cNvSpPr>
          <p:nvPr/>
        </p:nvSpPr>
        <p:spPr bwMode="auto">
          <a:xfrm>
            <a:off x="1712913" y="4616450"/>
            <a:ext cx="444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包括 </a:t>
            </a:r>
            <a:r>
              <a:rPr kumimoji="1" lang="en-US" altLang="zh-CN" sz="2000">
                <a:solidFill>
                  <a:srgbClr val="333399"/>
                </a:solidFill>
                <a:latin typeface="Arial" pitchFamily="34" charset="0"/>
                <a:ea typeface="黑体" pitchFamily="49" charset="-122"/>
              </a:rPr>
              <a:t>TCP/IP </a:t>
            </a:r>
            <a:r>
              <a:rPr kumimoji="1" lang="zh-CN" altLang="en-US" sz="2000">
                <a:solidFill>
                  <a:srgbClr val="333399"/>
                </a:solidFill>
                <a:latin typeface="Arial" pitchFamily="34" charset="0"/>
                <a:ea typeface="黑体" pitchFamily="49" charset="-122"/>
              </a:rPr>
              <a:t>协议软件的操作系统内核</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0554"/>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500"/>
                                  </p:stCondLst>
                                  <p:childTnLst>
                                    <p:anim calcmode="discrete" valueType="str">
                                      <p:cBhvr>
                                        <p:cTn id="9" dur="1000" fill="hold"/>
                                        <p:tgtEl>
                                          <p:spTgt spid="790554"/>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repeatCount="3000" fill="hold" nodeType="clickEffect">
                                  <p:stCondLst>
                                    <p:cond delay="0"/>
                                  </p:stCondLst>
                                  <p:childTnLst>
                                    <p:set>
                                      <p:cBhvr>
                                        <p:cTn id="13" dur="1" fill="hold">
                                          <p:stCondLst>
                                            <p:cond delay="0"/>
                                          </p:stCondLst>
                                        </p:cTn>
                                        <p:tgtEl>
                                          <p:spTgt spid="790555"/>
                                        </p:tgtEl>
                                        <p:attrNameLst>
                                          <p:attrName>style.visibility</p:attrName>
                                        </p:attrNameLst>
                                      </p:cBhvr>
                                      <p:to>
                                        <p:strVal val="visible"/>
                                      </p:to>
                                    </p:set>
                                  </p:childTnLst>
                                </p:cTn>
                              </p:par>
                            </p:childTnLst>
                          </p:cTn>
                        </p:par>
                        <p:par>
                          <p:cTn id="14" fill="hold" nodeType="afterGroup">
                            <p:stCondLst>
                              <p:cond delay="0"/>
                            </p:stCondLst>
                            <p:childTnLst>
                              <p:par>
                                <p:cTn id="15" presetID="35" presetClass="emph" presetSubtype="0" repeatCount="3000" fill="hold" nodeType="afterEffect">
                                  <p:stCondLst>
                                    <p:cond delay="500"/>
                                  </p:stCondLst>
                                  <p:childTnLst>
                                    <p:anim calcmode="discrete" valueType="str">
                                      <p:cBhvr>
                                        <p:cTn id="16" dur="1000" fill="hold"/>
                                        <p:tgtEl>
                                          <p:spTgt spid="790555"/>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90556"/>
                                        </p:tgtEl>
                                        <p:attrNameLst>
                                          <p:attrName>style.visibility</p:attrName>
                                        </p:attrNameLst>
                                      </p:cBhvr>
                                      <p:to>
                                        <p:strVal val="visible"/>
                                      </p:to>
                                    </p:set>
                                  </p:childTnLst>
                                </p:cTn>
                              </p:par>
                            </p:childTnLst>
                          </p:cTn>
                        </p:par>
                        <p:par>
                          <p:cTn id="21" fill="hold" nodeType="afterGroup">
                            <p:stCondLst>
                              <p:cond delay="0"/>
                            </p:stCondLst>
                            <p:childTnLst>
                              <p:par>
                                <p:cTn id="22" presetID="35" presetClass="emph" presetSubtype="0" repeatCount="3000" fill="hold" nodeType="afterEffect">
                                  <p:stCondLst>
                                    <p:cond delay="500"/>
                                  </p:stCondLst>
                                  <p:childTnLst>
                                    <p:anim calcmode="discrete" valueType="str">
                                      <p:cBhvr>
                                        <p:cTn id="23" dur="1000" fill="hold"/>
                                        <p:tgtEl>
                                          <p:spTgt spid="7905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971550" y="214313"/>
            <a:ext cx="7972425" cy="1462087"/>
          </a:xfrm>
        </p:spPr>
        <p:txBody>
          <a:bodyPr/>
          <a:lstStyle/>
          <a:p>
            <a:pPr algn="ctr" eaLnBrk="1" hangingPunct="1"/>
            <a:r>
              <a:rPr lang="zh-CN" altLang="en-US" sz="4000" smtClean="0"/>
              <a:t>应用编程接口 </a:t>
            </a:r>
            <a:r>
              <a:rPr lang="en-US" altLang="zh-CN" sz="4000" smtClean="0"/>
              <a:t>API</a:t>
            </a:r>
            <a:br>
              <a:rPr lang="en-US" altLang="zh-CN" sz="4000" smtClean="0"/>
            </a:br>
            <a:r>
              <a:rPr lang="en-US" altLang="zh-CN" sz="3600" smtClean="0"/>
              <a:t>(Application Programming Interface)</a:t>
            </a:r>
            <a:r>
              <a:rPr lang="en-US" altLang="zh-CN" sz="4000" smtClean="0"/>
              <a:t> </a:t>
            </a:r>
          </a:p>
        </p:txBody>
      </p:sp>
      <p:sp>
        <p:nvSpPr>
          <p:cNvPr id="791555" name="Rectangle 3"/>
          <p:cNvSpPr>
            <a:spLocks noGrp="1" noChangeArrowheads="1"/>
          </p:cNvSpPr>
          <p:nvPr>
            <p:ph type="body" idx="1"/>
          </p:nvPr>
        </p:nvSpPr>
        <p:spPr>
          <a:xfrm>
            <a:off x="1042988" y="1916113"/>
            <a:ext cx="7772400" cy="4392612"/>
          </a:xfrm>
        </p:spPr>
        <p:txBody>
          <a:bodyPr/>
          <a:lstStyle/>
          <a:p>
            <a:pPr eaLnBrk="1" hangingPunct="1">
              <a:lnSpc>
                <a:spcPct val="90000"/>
              </a:lnSpc>
            </a:pPr>
            <a:r>
              <a:rPr lang="zh-CN" altLang="en-US" sz="2800" smtClean="0"/>
              <a:t>当某个应用进程启动系统调用时，控制权就从应用进程传递给了</a:t>
            </a:r>
            <a:r>
              <a:rPr lang="zh-CN" altLang="en-US" sz="2800" smtClean="0">
                <a:solidFill>
                  <a:schemeClr val="hlink"/>
                </a:solidFill>
              </a:rPr>
              <a:t>系统调用接口</a:t>
            </a:r>
            <a:r>
              <a:rPr lang="zh-CN" altLang="en-US" sz="2800" smtClean="0"/>
              <a:t>。</a:t>
            </a:r>
          </a:p>
          <a:p>
            <a:pPr eaLnBrk="1" hangingPunct="1">
              <a:lnSpc>
                <a:spcPct val="90000"/>
              </a:lnSpc>
            </a:pPr>
            <a:r>
              <a:rPr lang="zh-CN" altLang="en-US" sz="2800" smtClean="0"/>
              <a:t>此接口再将控制权传递给计算机的操作系统。操作系统将此调用转给某个内部过程，并执行所请求的操作。</a:t>
            </a:r>
          </a:p>
          <a:p>
            <a:pPr eaLnBrk="1" hangingPunct="1">
              <a:lnSpc>
                <a:spcPct val="90000"/>
              </a:lnSpc>
            </a:pPr>
            <a:r>
              <a:rPr lang="zh-CN" altLang="en-US" sz="2800" smtClean="0"/>
              <a:t>内部过程一旦执行完毕，控制权就又通过系统调用接口返回给应用进程。</a:t>
            </a:r>
          </a:p>
          <a:p>
            <a:pPr eaLnBrk="1" hangingPunct="1">
              <a:lnSpc>
                <a:spcPct val="90000"/>
              </a:lnSpc>
            </a:pPr>
            <a:r>
              <a:rPr lang="zh-CN" altLang="en-US" sz="2800" smtClean="0"/>
              <a:t>系统调用接口实际上就是应用进程的控制权和操作系统的控制权进行转换的一个接口，即</a:t>
            </a:r>
            <a:r>
              <a:rPr lang="zh-CN" altLang="en-US" sz="2800" smtClean="0">
                <a:solidFill>
                  <a:schemeClr val="hlink"/>
                </a:solidFill>
              </a:rPr>
              <a:t>应用编程接口 </a:t>
            </a:r>
            <a:r>
              <a:rPr lang="en-US" altLang="zh-CN" sz="2800" smtClean="0">
                <a:solidFill>
                  <a:schemeClr val="hlink"/>
                </a:solidFill>
              </a:rPr>
              <a:t>API</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1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1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91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algn="ctr" eaLnBrk="1" hangingPunct="1"/>
            <a:r>
              <a:rPr lang="zh-CN" altLang="en-US" smtClean="0"/>
              <a:t>几种应用编程接口 </a:t>
            </a:r>
            <a:r>
              <a:rPr lang="en-US" altLang="zh-CN" smtClean="0"/>
              <a:t>API  </a:t>
            </a:r>
          </a:p>
        </p:txBody>
      </p:sp>
      <p:sp>
        <p:nvSpPr>
          <p:cNvPr id="179203" name="Rectangle 3"/>
          <p:cNvSpPr>
            <a:spLocks noGrp="1" noChangeArrowheads="1"/>
          </p:cNvSpPr>
          <p:nvPr>
            <p:ph type="body" idx="1"/>
          </p:nvPr>
        </p:nvSpPr>
        <p:spPr>
          <a:xfrm>
            <a:off x="1042988" y="1906588"/>
            <a:ext cx="7772400" cy="4114800"/>
          </a:xfrm>
        </p:spPr>
        <p:txBody>
          <a:bodyPr/>
          <a:lstStyle/>
          <a:p>
            <a:pPr eaLnBrk="1" hangingPunct="1">
              <a:lnSpc>
                <a:spcPct val="90000"/>
              </a:lnSpc>
            </a:pPr>
            <a:r>
              <a:rPr lang="en-US" altLang="zh-CN" sz="2800" smtClean="0"/>
              <a:t>Berkeley UNIX </a:t>
            </a:r>
            <a:r>
              <a:rPr lang="zh-CN" altLang="en-US" sz="2800" smtClean="0"/>
              <a:t>操作系统定义了一种 </a:t>
            </a:r>
            <a:r>
              <a:rPr lang="en-US" altLang="zh-CN" sz="2800" smtClean="0"/>
              <a:t>API</a:t>
            </a:r>
            <a:r>
              <a:rPr lang="zh-CN" altLang="en-US" sz="2800" smtClean="0"/>
              <a:t>，它又称为套接字接口</a:t>
            </a:r>
            <a:r>
              <a:rPr lang="en-US" altLang="zh-CN" sz="2800" smtClean="0"/>
              <a:t>(socket interface)</a:t>
            </a:r>
            <a:r>
              <a:rPr lang="zh-CN" altLang="en-US" sz="2800" smtClean="0"/>
              <a:t>。</a:t>
            </a:r>
          </a:p>
          <a:p>
            <a:pPr eaLnBrk="1" hangingPunct="1">
              <a:lnSpc>
                <a:spcPct val="90000"/>
              </a:lnSpc>
            </a:pPr>
            <a:r>
              <a:rPr lang="zh-CN" altLang="en-US" sz="2800" smtClean="0"/>
              <a:t>微软公司在其操作系统中采用了套接字接口 </a:t>
            </a:r>
            <a:r>
              <a:rPr lang="en-US" altLang="zh-CN" sz="2800" smtClean="0"/>
              <a:t>API</a:t>
            </a:r>
            <a:r>
              <a:rPr lang="zh-CN" altLang="en-US" sz="2800" smtClean="0"/>
              <a:t>，形成了一个稍有不同的 </a:t>
            </a:r>
            <a:r>
              <a:rPr lang="en-US" altLang="zh-CN" sz="2800" smtClean="0"/>
              <a:t>API</a:t>
            </a:r>
            <a:r>
              <a:rPr lang="zh-CN" altLang="en-US" sz="2800" smtClean="0"/>
              <a:t>，并称之为 </a:t>
            </a:r>
            <a:r>
              <a:rPr lang="en-US" altLang="zh-CN" sz="2800" smtClean="0"/>
              <a:t>Windows Socket</a:t>
            </a:r>
            <a:r>
              <a:rPr lang="zh-CN" altLang="en-US" sz="2800" smtClean="0"/>
              <a:t>。</a:t>
            </a:r>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827088" y="214313"/>
            <a:ext cx="8116887" cy="1462087"/>
          </a:xfrm>
        </p:spPr>
        <p:txBody>
          <a:bodyPr/>
          <a:lstStyle/>
          <a:p>
            <a:pPr algn="ctr" eaLnBrk="1" hangingPunct="1"/>
            <a:r>
              <a:rPr lang="zh-CN" altLang="en-US" smtClean="0"/>
              <a:t>应用进程通过套接字接入到网络 </a:t>
            </a:r>
          </a:p>
        </p:txBody>
      </p:sp>
      <p:sp>
        <p:nvSpPr>
          <p:cNvPr id="180227" name="AutoShape 71"/>
          <p:cNvSpPr>
            <a:spLocks noChangeArrowheads="1"/>
          </p:cNvSpPr>
          <p:nvPr/>
        </p:nvSpPr>
        <p:spPr bwMode="auto">
          <a:xfrm>
            <a:off x="1312863" y="2635250"/>
            <a:ext cx="468312" cy="1323975"/>
          </a:xfrm>
          <a:prstGeom prst="upArrow">
            <a:avLst>
              <a:gd name="adj1" fmla="val 50000"/>
              <a:gd name="adj2" fmla="val 70678"/>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aphicFrame>
        <p:nvGraphicFramePr>
          <p:cNvPr id="180228" name="Object 72"/>
          <p:cNvGraphicFramePr>
            <a:graphicFrameLocks noChangeAspect="1"/>
          </p:cNvGraphicFramePr>
          <p:nvPr/>
        </p:nvGraphicFramePr>
        <p:xfrm>
          <a:off x="4052888" y="3557588"/>
          <a:ext cx="3076575" cy="2247900"/>
        </p:xfrm>
        <a:graphic>
          <a:graphicData uri="http://schemas.openxmlformats.org/presentationml/2006/ole">
            <mc:AlternateContent xmlns:mc="http://schemas.openxmlformats.org/markup-compatibility/2006">
              <mc:Choice xmlns:v="urn:schemas-microsoft-com:vml" Requires="v">
                <p:oleObj spid="_x0000_s180298" name="VISIO" r:id="rId4" imgW="1687068" imgH="964692" progId="Visio.Drawing.6">
                  <p:embed/>
                </p:oleObj>
              </mc:Choice>
              <mc:Fallback>
                <p:oleObj name="VISIO" r:id="rId4" imgW="1687068" imgH="964692" progId="Visio.Drawing.6">
                  <p:embed/>
                  <p:pic>
                    <p:nvPicPr>
                      <p:cNvPr id="0" name="Object 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2888" y="3557588"/>
                        <a:ext cx="307657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0229" name="Rectangle 73"/>
          <p:cNvSpPr>
            <a:spLocks noChangeArrowheads="1"/>
          </p:cNvSpPr>
          <p:nvPr/>
        </p:nvSpPr>
        <p:spPr bwMode="auto">
          <a:xfrm>
            <a:off x="2187575" y="3297238"/>
            <a:ext cx="1752600" cy="727075"/>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应用进程</a:t>
            </a:r>
          </a:p>
        </p:txBody>
      </p:sp>
      <p:sp>
        <p:nvSpPr>
          <p:cNvPr id="180230" name="Rectangle 74"/>
          <p:cNvSpPr>
            <a:spLocks noChangeArrowheads="1"/>
          </p:cNvSpPr>
          <p:nvPr/>
        </p:nvSpPr>
        <p:spPr bwMode="auto">
          <a:xfrm>
            <a:off x="2187575" y="4491038"/>
            <a:ext cx="1752600" cy="1123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pPr algn="ctr">
              <a:spcAft>
                <a:spcPct val="30000"/>
              </a:spcAft>
            </a:pPr>
            <a:endParaRPr kumimoji="1" lang="en-US" altLang="zh-CN" sz="2000">
              <a:solidFill>
                <a:schemeClr val="folHlink"/>
              </a:solidFill>
              <a:latin typeface="Arial" pitchFamily="34" charset="0"/>
              <a:ea typeface="黑体" pitchFamily="49" charset="-122"/>
            </a:endParaRPr>
          </a:p>
          <a:p>
            <a:pPr algn="ctr">
              <a:spcAft>
                <a:spcPct val="30000"/>
              </a:spcAft>
            </a:pPr>
            <a:r>
              <a:rPr kumimoji="1" lang="en-US" altLang="zh-CN" sz="2000">
                <a:solidFill>
                  <a:schemeClr val="folHlink"/>
                </a:solidFill>
                <a:latin typeface="Arial" pitchFamily="34" charset="0"/>
                <a:ea typeface="黑体" pitchFamily="49" charset="-122"/>
              </a:rPr>
              <a:t>TCP</a:t>
            </a:r>
          </a:p>
          <a:p>
            <a:pPr algn="ctr"/>
            <a:endParaRPr kumimoji="1" lang="en-US" altLang="zh-CN" sz="2000">
              <a:solidFill>
                <a:schemeClr val="folHlink"/>
              </a:solidFill>
              <a:latin typeface="Arial" pitchFamily="34" charset="0"/>
              <a:ea typeface="黑体" pitchFamily="49" charset="-122"/>
            </a:endParaRPr>
          </a:p>
        </p:txBody>
      </p:sp>
      <p:sp>
        <p:nvSpPr>
          <p:cNvPr id="180231" name="Line 75"/>
          <p:cNvSpPr>
            <a:spLocks noChangeShapeType="1"/>
          </p:cNvSpPr>
          <p:nvPr/>
        </p:nvSpPr>
        <p:spPr bwMode="auto">
          <a:xfrm>
            <a:off x="3940175" y="4951413"/>
            <a:ext cx="3309938" cy="7937"/>
          </a:xfrm>
          <a:prstGeom prst="line">
            <a:avLst/>
          </a:prstGeom>
          <a:noFill/>
          <a:ln w="76200">
            <a:solidFill>
              <a:schemeClr va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0232" name="Group 76"/>
          <p:cNvGrpSpPr>
            <a:grpSpLocks/>
          </p:cNvGrpSpPr>
          <p:nvPr/>
        </p:nvGrpSpPr>
        <p:grpSpPr bwMode="auto">
          <a:xfrm>
            <a:off x="2770188" y="2813050"/>
            <a:ext cx="587375" cy="644525"/>
            <a:chOff x="921" y="2412"/>
            <a:chExt cx="284" cy="265"/>
          </a:xfrm>
        </p:grpSpPr>
        <p:grpSp>
          <p:nvGrpSpPr>
            <p:cNvPr id="180272" name="Group 77"/>
            <p:cNvGrpSpPr>
              <a:grpSpLocks/>
            </p:cNvGrpSpPr>
            <p:nvPr/>
          </p:nvGrpSpPr>
          <p:grpSpPr bwMode="auto">
            <a:xfrm>
              <a:off x="928" y="2417"/>
              <a:ext cx="277" cy="260"/>
              <a:chOff x="928" y="2417"/>
              <a:chExt cx="277" cy="260"/>
            </a:xfrm>
          </p:grpSpPr>
          <p:sp>
            <p:nvSpPr>
              <p:cNvPr id="180286" name="Freeform 7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87" name="Freeform 7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88" name="Freeform 8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89" name="Freeform 8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90" name="Rectangle 8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91" name="Rectangle 8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92" name="Rectangle 8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93" name="Line 8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0294" name="Group 86"/>
              <p:cNvGrpSpPr>
                <a:grpSpLocks/>
              </p:cNvGrpSpPr>
              <p:nvPr/>
            </p:nvGrpSpPr>
            <p:grpSpPr bwMode="auto">
              <a:xfrm>
                <a:off x="928" y="2639"/>
                <a:ext cx="277" cy="38"/>
                <a:chOff x="928" y="2639"/>
                <a:chExt cx="277" cy="38"/>
              </a:xfrm>
            </p:grpSpPr>
            <p:sp>
              <p:nvSpPr>
                <p:cNvPr id="180295" name="Freeform 8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96" name="Freeform 8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97" name="Rectangle 8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180273" name="Group 90"/>
            <p:cNvGrpSpPr>
              <a:grpSpLocks/>
            </p:cNvGrpSpPr>
            <p:nvPr/>
          </p:nvGrpSpPr>
          <p:grpSpPr bwMode="auto">
            <a:xfrm>
              <a:off x="921" y="2412"/>
              <a:ext cx="277" cy="261"/>
              <a:chOff x="921" y="2412"/>
              <a:chExt cx="277" cy="261"/>
            </a:xfrm>
          </p:grpSpPr>
          <p:sp>
            <p:nvSpPr>
              <p:cNvPr id="180274" name="Freeform 9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75" name="Freeform 9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76" name="Freeform 9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77" name="Freeform 9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78" name="Rectangle 9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79" name="Rectangle 9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80" name="Rectangle 9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81" name="Line 9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0282" name="Group 99"/>
              <p:cNvGrpSpPr>
                <a:grpSpLocks/>
              </p:cNvGrpSpPr>
              <p:nvPr/>
            </p:nvGrpSpPr>
            <p:grpSpPr bwMode="auto">
              <a:xfrm>
                <a:off x="921" y="2635"/>
                <a:ext cx="277" cy="38"/>
                <a:chOff x="921" y="2635"/>
                <a:chExt cx="277" cy="38"/>
              </a:xfrm>
            </p:grpSpPr>
            <p:sp>
              <p:nvSpPr>
                <p:cNvPr id="180283" name="Freeform 10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84" name="Freeform 10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85" name="Rectangle 10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sp>
        <p:nvSpPr>
          <p:cNvPr id="180233" name="Text Box 103"/>
          <p:cNvSpPr txBox="1">
            <a:spLocks noChangeArrowheads="1"/>
          </p:cNvSpPr>
          <p:nvPr/>
        </p:nvSpPr>
        <p:spPr bwMode="auto">
          <a:xfrm>
            <a:off x="-71438" y="2905125"/>
            <a:ext cx="1454151" cy="703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chemeClr val="folHlink"/>
                </a:solidFill>
                <a:latin typeface="Arial" pitchFamily="34" charset="0"/>
                <a:ea typeface="黑体" pitchFamily="49" charset="-122"/>
              </a:rPr>
              <a:t>由应用程序</a:t>
            </a:r>
          </a:p>
          <a:p>
            <a:pPr algn="ctr" eaLnBrk="1" hangingPunct="1"/>
            <a:r>
              <a:rPr kumimoji="1" lang="zh-CN" altLang="en-US" sz="2000">
                <a:solidFill>
                  <a:schemeClr val="folHlink"/>
                </a:solidFill>
                <a:latin typeface="Arial" pitchFamily="34" charset="0"/>
                <a:ea typeface="黑体" pitchFamily="49" charset="-122"/>
              </a:rPr>
              <a:t>控制</a:t>
            </a:r>
          </a:p>
        </p:txBody>
      </p:sp>
      <p:sp>
        <p:nvSpPr>
          <p:cNvPr id="180234" name="Text Box 104"/>
          <p:cNvSpPr txBox="1">
            <a:spLocks noChangeArrowheads="1"/>
          </p:cNvSpPr>
          <p:nvPr/>
        </p:nvSpPr>
        <p:spPr bwMode="auto">
          <a:xfrm>
            <a:off x="5003800" y="4005263"/>
            <a:ext cx="125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800">
                <a:solidFill>
                  <a:schemeClr val="folHlink"/>
                </a:solidFill>
                <a:latin typeface="Arial" pitchFamily="34" charset="0"/>
                <a:ea typeface="黑体" pitchFamily="49" charset="-122"/>
              </a:rPr>
              <a:t>因特网</a:t>
            </a:r>
          </a:p>
        </p:txBody>
      </p:sp>
      <p:sp>
        <p:nvSpPr>
          <p:cNvPr id="180235" name="Text Box 105"/>
          <p:cNvSpPr txBox="1">
            <a:spLocks noChangeArrowheads="1"/>
          </p:cNvSpPr>
          <p:nvPr/>
        </p:nvSpPr>
        <p:spPr bwMode="auto">
          <a:xfrm>
            <a:off x="-71438" y="4559300"/>
            <a:ext cx="1454151" cy="70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kumimoji="1" lang="zh-CN" altLang="en-US" sz="2000">
                <a:solidFill>
                  <a:schemeClr val="folHlink"/>
                </a:solidFill>
                <a:latin typeface="Arial" pitchFamily="34" charset="0"/>
                <a:ea typeface="黑体" pitchFamily="49" charset="-122"/>
              </a:rPr>
              <a:t>由操作系统</a:t>
            </a:r>
          </a:p>
          <a:p>
            <a:pPr algn="ctr" eaLnBrk="1" hangingPunct="1"/>
            <a:r>
              <a:rPr kumimoji="1" lang="zh-CN" altLang="en-US" sz="2000">
                <a:solidFill>
                  <a:schemeClr val="folHlink"/>
                </a:solidFill>
                <a:latin typeface="Arial" pitchFamily="34" charset="0"/>
                <a:ea typeface="黑体" pitchFamily="49" charset="-122"/>
              </a:rPr>
              <a:t>控制</a:t>
            </a:r>
          </a:p>
        </p:txBody>
      </p:sp>
      <p:sp>
        <p:nvSpPr>
          <p:cNvPr id="180236" name="Text Box 106"/>
          <p:cNvSpPr txBox="1">
            <a:spLocks noChangeArrowheads="1"/>
          </p:cNvSpPr>
          <p:nvPr/>
        </p:nvSpPr>
        <p:spPr bwMode="auto">
          <a:xfrm>
            <a:off x="2701925" y="2386013"/>
            <a:ext cx="693738"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chemeClr val="folHlink"/>
                </a:solidFill>
                <a:latin typeface="Arial" pitchFamily="34" charset="0"/>
                <a:ea typeface="黑体" pitchFamily="49" charset="-122"/>
              </a:rPr>
              <a:t>客户</a:t>
            </a:r>
          </a:p>
        </p:txBody>
      </p:sp>
      <p:sp>
        <p:nvSpPr>
          <p:cNvPr id="180237" name="Text Box 107"/>
          <p:cNvSpPr txBox="1">
            <a:spLocks noChangeArrowheads="1"/>
          </p:cNvSpPr>
          <p:nvPr/>
        </p:nvSpPr>
        <p:spPr bwMode="auto">
          <a:xfrm>
            <a:off x="7597775" y="2382838"/>
            <a:ext cx="9477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kumimoji="1" lang="zh-CN" altLang="en-US" sz="2000">
                <a:solidFill>
                  <a:schemeClr val="folHlink"/>
                </a:solidFill>
                <a:latin typeface="Arial" pitchFamily="34" charset="0"/>
                <a:ea typeface="黑体" pitchFamily="49" charset="-122"/>
              </a:rPr>
              <a:t>服务器</a:t>
            </a:r>
          </a:p>
        </p:txBody>
      </p:sp>
      <p:sp>
        <p:nvSpPr>
          <p:cNvPr id="180238" name="Rectangle 108"/>
          <p:cNvSpPr>
            <a:spLocks noChangeArrowheads="1"/>
          </p:cNvSpPr>
          <p:nvPr/>
        </p:nvSpPr>
        <p:spPr bwMode="auto">
          <a:xfrm>
            <a:off x="2593975" y="3970338"/>
            <a:ext cx="939800" cy="584200"/>
          </a:xfrm>
          <a:prstGeom prst="rect">
            <a:avLst/>
          </a:prstGeom>
          <a:solidFill>
            <a:srgbClr val="FF99CC"/>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chemeClr val="folHlink"/>
                </a:solidFill>
                <a:latin typeface="Arial" pitchFamily="34" charset="0"/>
                <a:ea typeface="黑体" pitchFamily="49" charset="-122"/>
              </a:rPr>
              <a:t>套接字</a:t>
            </a:r>
          </a:p>
        </p:txBody>
      </p:sp>
      <p:sp>
        <p:nvSpPr>
          <p:cNvPr id="180239" name="Rectangle 109"/>
          <p:cNvSpPr>
            <a:spLocks noChangeArrowheads="1"/>
          </p:cNvSpPr>
          <p:nvPr/>
        </p:nvSpPr>
        <p:spPr bwMode="auto">
          <a:xfrm>
            <a:off x="7237413" y="4511675"/>
            <a:ext cx="1754187" cy="1123950"/>
          </a:xfrm>
          <a:prstGeom prst="rect">
            <a:avLst/>
          </a:prstGeom>
          <a:solidFill>
            <a:srgbClr val="FFFF99"/>
          </a:solidFill>
          <a:ln w="9525" algn="ctr">
            <a:solidFill>
              <a:schemeClr val="folHlink"/>
            </a:solidFill>
            <a:miter lim="800000"/>
            <a:headEnd/>
            <a:tailEnd/>
          </a:ln>
          <a:effectLst>
            <a:outerShdw dist="35921" dir="2700000" algn="ctr" rotWithShape="0">
              <a:schemeClr val="bg2"/>
            </a:outerShdw>
          </a:effectLst>
        </p:spPr>
        <p:txBody>
          <a:bodyPr wrap="none" anchor="ctr"/>
          <a:lstStyle/>
          <a:p>
            <a:pPr algn="ctr">
              <a:spcAft>
                <a:spcPct val="30000"/>
              </a:spcAft>
            </a:pPr>
            <a:endParaRPr kumimoji="1" lang="en-US" altLang="zh-CN" sz="2000">
              <a:solidFill>
                <a:schemeClr val="folHlink"/>
              </a:solidFill>
              <a:latin typeface="Arial" pitchFamily="34" charset="0"/>
              <a:ea typeface="黑体" pitchFamily="49" charset="-122"/>
            </a:endParaRPr>
          </a:p>
          <a:p>
            <a:pPr algn="ctr">
              <a:spcAft>
                <a:spcPct val="30000"/>
              </a:spcAft>
            </a:pPr>
            <a:r>
              <a:rPr kumimoji="1" lang="en-US" altLang="zh-CN" sz="2000">
                <a:solidFill>
                  <a:schemeClr val="folHlink"/>
                </a:solidFill>
                <a:latin typeface="Arial" pitchFamily="34" charset="0"/>
                <a:ea typeface="黑体" pitchFamily="49" charset="-122"/>
              </a:rPr>
              <a:t>TCP</a:t>
            </a:r>
          </a:p>
          <a:p>
            <a:pPr algn="ctr">
              <a:spcAft>
                <a:spcPct val="30000"/>
              </a:spcAft>
            </a:pPr>
            <a:endParaRPr kumimoji="1" lang="en-US" altLang="zh-CN" sz="2000">
              <a:solidFill>
                <a:schemeClr val="folHlink"/>
              </a:solidFill>
              <a:latin typeface="Arial" pitchFamily="34" charset="0"/>
              <a:ea typeface="黑体" pitchFamily="49" charset="-122"/>
            </a:endParaRPr>
          </a:p>
        </p:txBody>
      </p:sp>
      <p:sp>
        <p:nvSpPr>
          <p:cNvPr id="180240" name="Rectangle 110"/>
          <p:cNvSpPr>
            <a:spLocks noChangeArrowheads="1"/>
          </p:cNvSpPr>
          <p:nvPr/>
        </p:nvSpPr>
        <p:spPr bwMode="auto">
          <a:xfrm>
            <a:off x="7237413" y="3297238"/>
            <a:ext cx="1754187" cy="727075"/>
          </a:xfrm>
          <a:prstGeom prst="rect">
            <a:avLst/>
          </a:prstGeom>
          <a:solidFill>
            <a:srgbClr val="CCECFF"/>
          </a:solidFill>
          <a:ln w="9525" algn="ctr">
            <a:solidFill>
              <a:schemeClr val="folHlink"/>
            </a:solidFill>
            <a:miter lim="800000"/>
            <a:headEnd/>
            <a:tailEnd/>
          </a:ln>
          <a:effectLst>
            <a:outerShdw dist="35921" dir="2700000" algn="ctr" rotWithShape="0">
              <a:schemeClr val="bg2"/>
            </a:outerShdw>
          </a:effectLst>
        </p:spPr>
        <p:txBody>
          <a:bodyPr wrap="none" anchor="ctr"/>
          <a:lstStyle/>
          <a:p>
            <a:pPr algn="ctr"/>
            <a:r>
              <a:rPr kumimoji="1" lang="zh-CN" altLang="en-US" sz="2000">
                <a:solidFill>
                  <a:schemeClr val="folHlink"/>
                </a:solidFill>
                <a:latin typeface="Arial" pitchFamily="34" charset="0"/>
                <a:ea typeface="黑体" pitchFamily="49" charset="-122"/>
              </a:rPr>
              <a:t>应用进程</a:t>
            </a:r>
          </a:p>
        </p:txBody>
      </p:sp>
      <p:sp>
        <p:nvSpPr>
          <p:cNvPr id="180241" name="Rectangle 111"/>
          <p:cNvSpPr>
            <a:spLocks noChangeArrowheads="1"/>
          </p:cNvSpPr>
          <p:nvPr/>
        </p:nvSpPr>
        <p:spPr bwMode="auto">
          <a:xfrm>
            <a:off x="7645400" y="3970338"/>
            <a:ext cx="938213" cy="584200"/>
          </a:xfrm>
          <a:prstGeom prst="rect">
            <a:avLst/>
          </a:prstGeom>
          <a:solidFill>
            <a:srgbClr val="FF99CC"/>
          </a:solidFill>
          <a:ln w="2857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chemeClr val="folHlink"/>
                </a:solidFill>
                <a:latin typeface="Arial" pitchFamily="34" charset="0"/>
                <a:ea typeface="黑体" pitchFamily="49" charset="-122"/>
              </a:rPr>
              <a:t>套接字</a:t>
            </a:r>
          </a:p>
        </p:txBody>
      </p:sp>
      <p:grpSp>
        <p:nvGrpSpPr>
          <p:cNvPr id="180242" name="Group 112"/>
          <p:cNvGrpSpPr>
            <a:grpSpLocks/>
          </p:cNvGrpSpPr>
          <p:nvPr/>
        </p:nvGrpSpPr>
        <p:grpSpPr bwMode="auto">
          <a:xfrm>
            <a:off x="7821613" y="2813050"/>
            <a:ext cx="587375" cy="644525"/>
            <a:chOff x="921" y="2412"/>
            <a:chExt cx="284" cy="265"/>
          </a:xfrm>
        </p:grpSpPr>
        <p:grpSp>
          <p:nvGrpSpPr>
            <p:cNvPr id="180246" name="Group 113"/>
            <p:cNvGrpSpPr>
              <a:grpSpLocks/>
            </p:cNvGrpSpPr>
            <p:nvPr/>
          </p:nvGrpSpPr>
          <p:grpSpPr bwMode="auto">
            <a:xfrm>
              <a:off x="928" y="2417"/>
              <a:ext cx="277" cy="260"/>
              <a:chOff x="928" y="2417"/>
              <a:chExt cx="277" cy="260"/>
            </a:xfrm>
          </p:grpSpPr>
          <p:sp>
            <p:nvSpPr>
              <p:cNvPr id="180260" name="Freeform 114"/>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61" name="Freeform 115"/>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62" name="Freeform 116"/>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63" name="Freeform 117"/>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64" name="Rectangle 118"/>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65" name="Rectangle 119"/>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66" name="Rectangle 120"/>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67" name="Line 121"/>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0268" name="Group 122"/>
              <p:cNvGrpSpPr>
                <a:grpSpLocks/>
              </p:cNvGrpSpPr>
              <p:nvPr/>
            </p:nvGrpSpPr>
            <p:grpSpPr bwMode="auto">
              <a:xfrm>
                <a:off x="928" y="2639"/>
                <a:ext cx="277" cy="38"/>
                <a:chOff x="928" y="2639"/>
                <a:chExt cx="277" cy="38"/>
              </a:xfrm>
            </p:grpSpPr>
            <p:sp>
              <p:nvSpPr>
                <p:cNvPr id="180269" name="Freeform 123"/>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70" name="Freeform 124"/>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71" name="Rectangle 125"/>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nvGrpSpPr>
            <p:cNvPr id="180247" name="Group 126"/>
            <p:cNvGrpSpPr>
              <a:grpSpLocks/>
            </p:cNvGrpSpPr>
            <p:nvPr/>
          </p:nvGrpSpPr>
          <p:grpSpPr bwMode="auto">
            <a:xfrm>
              <a:off x="921" y="2412"/>
              <a:ext cx="277" cy="261"/>
              <a:chOff x="921" y="2412"/>
              <a:chExt cx="277" cy="261"/>
            </a:xfrm>
          </p:grpSpPr>
          <p:sp>
            <p:nvSpPr>
              <p:cNvPr id="180248" name="Freeform 127"/>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49" name="Freeform 128"/>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50" name="Freeform 129"/>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51" name="Freeform 130"/>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52" name="Rectangle 131"/>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53" name="Rectangle 132"/>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54" name="Rectangle 133"/>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55" name="Line 134"/>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0256" name="Group 135"/>
              <p:cNvGrpSpPr>
                <a:grpSpLocks/>
              </p:cNvGrpSpPr>
              <p:nvPr/>
            </p:nvGrpSpPr>
            <p:grpSpPr bwMode="auto">
              <a:xfrm>
                <a:off x="921" y="2635"/>
                <a:ext cx="277" cy="38"/>
                <a:chOff x="921" y="2635"/>
                <a:chExt cx="277" cy="38"/>
              </a:xfrm>
            </p:grpSpPr>
            <p:sp>
              <p:nvSpPr>
                <p:cNvPr id="180257" name="Freeform 136"/>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58" name="Freeform 137"/>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259" name="Rectangle 138"/>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grpSp>
      <p:sp>
        <p:nvSpPr>
          <p:cNvPr id="180243" name="Line 139"/>
          <p:cNvSpPr>
            <a:spLocks noChangeShapeType="1"/>
          </p:cNvSpPr>
          <p:nvPr/>
        </p:nvSpPr>
        <p:spPr bwMode="auto">
          <a:xfrm>
            <a:off x="1588" y="4511675"/>
            <a:ext cx="2249487"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44" name="AutoShape 140"/>
          <p:cNvSpPr>
            <a:spLocks noChangeArrowheads="1"/>
          </p:cNvSpPr>
          <p:nvPr/>
        </p:nvSpPr>
        <p:spPr bwMode="auto">
          <a:xfrm flipV="1">
            <a:off x="1314450" y="4513263"/>
            <a:ext cx="469900" cy="1211262"/>
          </a:xfrm>
          <a:prstGeom prst="upArrow">
            <a:avLst>
              <a:gd name="adj1" fmla="val 50000"/>
              <a:gd name="adj2" fmla="val 64443"/>
            </a:avLst>
          </a:prstGeom>
          <a:solidFill>
            <a:srgbClr val="FFFF99"/>
          </a:solidFill>
          <a:ln w="9525" algn="ctr">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80245" name="Line 141"/>
          <p:cNvSpPr>
            <a:spLocks noChangeShapeType="1"/>
          </p:cNvSpPr>
          <p:nvPr/>
        </p:nvSpPr>
        <p:spPr bwMode="auto">
          <a:xfrm>
            <a:off x="1588" y="3959225"/>
            <a:ext cx="2155825"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150938" y="836613"/>
            <a:ext cx="6950075" cy="839787"/>
          </a:xfrm>
        </p:spPr>
        <p:txBody>
          <a:bodyPr/>
          <a:lstStyle/>
          <a:p>
            <a:pPr algn="ctr" eaLnBrk="1" hangingPunct="1"/>
            <a:r>
              <a:rPr lang="zh-CN" altLang="en-US" smtClean="0"/>
              <a:t>套接字的作用 </a:t>
            </a:r>
          </a:p>
        </p:txBody>
      </p:sp>
      <p:sp>
        <p:nvSpPr>
          <p:cNvPr id="794627" name="Rectangle 3"/>
          <p:cNvSpPr>
            <a:spLocks noGrp="1" noChangeArrowheads="1"/>
          </p:cNvSpPr>
          <p:nvPr>
            <p:ph type="body" idx="1"/>
          </p:nvPr>
        </p:nvSpPr>
        <p:spPr>
          <a:xfrm>
            <a:off x="1042988" y="1906588"/>
            <a:ext cx="7772400" cy="4618037"/>
          </a:xfrm>
        </p:spPr>
        <p:txBody>
          <a:bodyPr/>
          <a:lstStyle/>
          <a:p>
            <a:pPr algn="just" eaLnBrk="1" hangingPunct="1">
              <a:lnSpc>
                <a:spcPct val="90000"/>
              </a:lnSpc>
            </a:pPr>
            <a:r>
              <a:rPr lang="zh-CN" altLang="en-US" sz="2800" smtClean="0"/>
              <a:t>当应用进程需要使用网络进行通信时就发出系统调用，请求操作系统为其创建“套接字”，以便把网络通信所需要的系统资源</a:t>
            </a:r>
            <a:r>
              <a:rPr lang="zh-CN" altLang="en-GB" sz="2800" smtClean="0"/>
              <a:t>分配给该应用进程。</a:t>
            </a:r>
          </a:p>
          <a:p>
            <a:pPr algn="just" eaLnBrk="1" hangingPunct="1">
              <a:lnSpc>
                <a:spcPct val="90000"/>
              </a:lnSpc>
            </a:pPr>
            <a:r>
              <a:rPr lang="zh-CN" altLang="en-GB" sz="2800" smtClean="0"/>
              <a:t>操作系统为这些资源的总和用一个叫做</a:t>
            </a:r>
            <a:r>
              <a:rPr lang="zh-CN" altLang="en-GB" sz="2800" smtClean="0">
                <a:solidFill>
                  <a:schemeClr val="hlink"/>
                </a:solidFill>
              </a:rPr>
              <a:t>套接字描述符</a:t>
            </a:r>
            <a:r>
              <a:rPr lang="zh-CN" altLang="en-GB" sz="2800" smtClean="0"/>
              <a:t>的号码来表示，并把此号码返回给应用进程。应用进程所进行的网络操作都必须使用这个号码。</a:t>
            </a:r>
          </a:p>
          <a:p>
            <a:pPr algn="just" eaLnBrk="1" hangingPunct="1">
              <a:lnSpc>
                <a:spcPct val="90000"/>
              </a:lnSpc>
            </a:pPr>
            <a:r>
              <a:rPr lang="zh-CN" altLang="en-GB" sz="2800" smtClean="0"/>
              <a:t>通信完毕后，应用进程通过一个关闭套接字的系统调用通知操作系统回收与该“号码”相关的所有资源。</a:t>
            </a:r>
            <a:endParaRPr lang="zh-CN" altLang="en-US" sz="28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46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46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2274" name="Rectangle 32"/>
          <p:cNvSpPr>
            <a:spLocks noChangeArrowheads="1"/>
          </p:cNvSpPr>
          <p:nvPr/>
        </p:nvSpPr>
        <p:spPr bwMode="auto">
          <a:xfrm>
            <a:off x="323850" y="1916113"/>
            <a:ext cx="8496300" cy="49418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75" name="Rectangle 4"/>
          <p:cNvSpPr>
            <a:spLocks noChangeArrowheads="1"/>
          </p:cNvSpPr>
          <p:nvPr/>
        </p:nvSpPr>
        <p:spPr bwMode="auto">
          <a:xfrm>
            <a:off x="858838" y="3089275"/>
            <a:ext cx="2679700" cy="3014663"/>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82276" name="Text Box 5"/>
          <p:cNvSpPr txBox="1">
            <a:spLocks noChangeArrowheads="1"/>
          </p:cNvSpPr>
          <p:nvPr/>
        </p:nvSpPr>
        <p:spPr bwMode="auto">
          <a:xfrm>
            <a:off x="711200" y="2427288"/>
            <a:ext cx="2928938" cy="6413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套接字描述符表</a:t>
            </a:r>
          </a:p>
          <a:p>
            <a:pPr algn="ctr" eaLnBrk="1" hangingPunct="1"/>
            <a:r>
              <a:rPr lang="zh-CN" altLang="en-US" sz="1800">
                <a:solidFill>
                  <a:schemeClr val="folHlink"/>
                </a:solidFill>
                <a:latin typeface="Arial" pitchFamily="34" charset="0"/>
                <a:ea typeface="黑体" pitchFamily="49" charset="-122"/>
              </a:rPr>
              <a:t>（每一个进程一个描述符）</a:t>
            </a:r>
          </a:p>
        </p:txBody>
      </p:sp>
      <p:sp>
        <p:nvSpPr>
          <p:cNvPr id="182277" name="Line 6"/>
          <p:cNvSpPr>
            <a:spLocks noChangeShapeType="1"/>
          </p:cNvSpPr>
          <p:nvPr/>
        </p:nvSpPr>
        <p:spPr bwMode="auto">
          <a:xfrm>
            <a:off x="858838" y="35083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78" name="Line 7"/>
          <p:cNvSpPr>
            <a:spLocks noChangeShapeType="1"/>
          </p:cNvSpPr>
          <p:nvPr/>
        </p:nvSpPr>
        <p:spPr bwMode="auto">
          <a:xfrm>
            <a:off x="858838" y="39274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79" name="Line 8"/>
          <p:cNvSpPr>
            <a:spLocks noChangeShapeType="1"/>
          </p:cNvSpPr>
          <p:nvPr/>
        </p:nvSpPr>
        <p:spPr bwMode="auto">
          <a:xfrm>
            <a:off x="858838" y="43465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80" name="Line 9"/>
          <p:cNvSpPr>
            <a:spLocks noChangeShapeType="1"/>
          </p:cNvSpPr>
          <p:nvPr/>
        </p:nvSpPr>
        <p:spPr bwMode="auto">
          <a:xfrm>
            <a:off x="858838" y="47656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81" name="Line 10"/>
          <p:cNvSpPr>
            <a:spLocks noChangeShapeType="1"/>
          </p:cNvSpPr>
          <p:nvPr/>
        </p:nvSpPr>
        <p:spPr bwMode="auto">
          <a:xfrm>
            <a:off x="858838" y="51847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82" name="Text Box 11"/>
          <p:cNvSpPr txBox="1">
            <a:spLocks noChangeArrowheads="1"/>
          </p:cNvSpPr>
          <p:nvPr/>
        </p:nvSpPr>
        <p:spPr bwMode="auto">
          <a:xfrm>
            <a:off x="452438" y="2963863"/>
            <a:ext cx="579437" cy="20764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30000"/>
              </a:lnSpc>
            </a:pPr>
            <a:r>
              <a:rPr lang="en-US" altLang="zh-CN" sz="2000">
                <a:solidFill>
                  <a:schemeClr val="folHlink"/>
                </a:solidFill>
                <a:latin typeface="Arial" pitchFamily="34" charset="0"/>
                <a:ea typeface="黑体" pitchFamily="49" charset="-122"/>
              </a:rPr>
              <a:t>0</a:t>
            </a:r>
            <a:r>
              <a:rPr lang="zh-CN" altLang="en-US" sz="2000">
                <a:solidFill>
                  <a:schemeClr val="folHlink"/>
                </a:solidFill>
                <a:latin typeface="Arial" pitchFamily="34" charset="0"/>
                <a:ea typeface="黑体" pitchFamily="49" charset="-122"/>
              </a:rPr>
              <a:t>：</a:t>
            </a:r>
          </a:p>
          <a:p>
            <a:pPr eaLnBrk="1" hangingPunct="1">
              <a:lnSpc>
                <a:spcPct val="130000"/>
              </a:lnSpc>
            </a:pPr>
            <a:r>
              <a:rPr lang="en-US" altLang="zh-CN" sz="2000">
                <a:solidFill>
                  <a:schemeClr val="folHlink"/>
                </a:solidFill>
                <a:latin typeface="Arial" pitchFamily="34" charset="0"/>
                <a:ea typeface="黑体" pitchFamily="49" charset="-122"/>
              </a:rPr>
              <a:t>1</a:t>
            </a:r>
            <a:r>
              <a:rPr lang="zh-CN" altLang="en-US" sz="2000">
                <a:solidFill>
                  <a:schemeClr val="folHlink"/>
                </a:solidFill>
                <a:latin typeface="Arial" pitchFamily="34" charset="0"/>
                <a:ea typeface="黑体" pitchFamily="49" charset="-122"/>
              </a:rPr>
              <a:t>：</a:t>
            </a:r>
          </a:p>
          <a:p>
            <a:pPr eaLnBrk="1" hangingPunct="1">
              <a:lnSpc>
                <a:spcPct val="130000"/>
              </a:lnSpc>
            </a:pPr>
            <a:r>
              <a:rPr lang="en-US" altLang="zh-CN" sz="2000">
                <a:solidFill>
                  <a:schemeClr val="folHlink"/>
                </a:solidFill>
                <a:latin typeface="Arial" pitchFamily="34" charset="0"/>
                <a:ea typeface="黑体" pitchFamily="49" charset="-122"/>
              </a:rPr>
              <a:t>2</a:t>
            </a:r>
            <a:r>
              <a:rPr lang="zh-CN" altLang="en-US" sz="2000">
                <a:solidFill>
                  <a:schemeClr val="folHlink"/>
                </a:solidFill>
                <a:latin typeface="Arial" pitchFamily="34" charset="0"/>
                <a:ea typeface="黑体" pitchFamily="49" charset="-122"/>
              </a:rPr>
              <a:t>：</a:t>
            </a:r>
          </a:p>
          <a:p>
            <a:pPr eaLnBrk="1" hangingPunct="1">
              <a:lnSpc>
                <a:spcPct val="130000"/>
              </a:lnSpc>
            </a:pPr>
            <a:r>
              <a:rPr lang="en-US" altLang="zh-CN" sz="2000">
                <a:solidFill>
                  <a:schemeClr val="folHlink"/>
                </a:solidFill>
                <a:latin typeface="Arial" pitchFamily="34" charset="0"/>
                <a:ea typeface="黑体" pitchFamily="49" charset="-122"/>
              </a:rPr>
              <a:t>3</a:t>
            </a:r>
            <a:r>
              <a:rPr lang="zh-CN" altLang="en-US" sz="2000">
                <a:solidFill>
                  <a:schemeClr val="folHlink"/>
                </a:solidFill>
                <a:latin typeface="Arial" pitchFamily="34" charset="0"/>
                <a:ea typeface="黑体" pitchFamily="49" charset="-122"/>
              </a:rPr>
              <a:t>：</a:t>
            </a:r>
          </a:p>
          <a:p>
            <a:pPr eaLnBrk="1" hangingPunct="1">
              <a:lnSpc>
                <a:spcPct val="130000"/>
              </a:lnSpc>
            </a:pPr>
            <a:r>
              <a:rPr lang="en-US" altLang="zh-CN" sz="2000">
                <a:solidFill>
                  <a:schemeClr val="folHlink"/>
                </a:solidFill>
                <a:latin typeface="Arial" pitchFamily="34" charset="0"/>
                <a:ea typeface="黑体" pitchFamily="49" charset="-122"/>
              </a:rPr>
              <a:t>4</a:t>
            </a:r>
            <a:r>
              <a:rPr lang="zh-CN" altLang="en-US" sz="2000">
                <a:solidFill>
                  <a:schemeClr val="folHlink"/>
                </a:solidFill>
                <a:latin typeface="Arial" pitchFamily="34" charset="0"/>
                <a:ea typeface="黑体" pitchFamily="49" charset="-122"/>
              </a:rPr>
              <a:t>：</a:t>
            </a:r>
          </a:p>
        </p:txBody>
      </p:sp>
      <p:sp>
        <p:nvSpPr>
          <p:cNvPr id="182283" name="Line 13"/>
          <p:cNvSpPr>
            <a:spLocks noChangeShapeType="1"/>
          </p:cNvSpPr>
          <p:nvPr/>
        </p:nvSpPr>
        <p:spPr bwMode="auto">
          <a:xfrm>
            <a:off x="2162175" y="3306763"/>
            <a:ext cx="1682750"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84" name="Oval 14"/>
          <p:cNvSpPr>
            <a:spLocks noChangeArrowheads="1"/>
          </p:cNvSpPr>
          <p:nvPr/>
        </p:nvSpPr>
        <p:spPr bwMode="auto">
          <a:xfrm>
            <a:off x="2093913" y="3217863"/>
            <a:ext cx="152400" cy="1666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85" name="Rectangle 15"/>
          <p:cNvSpPr>
            <a:spLocks noChangeArrowheads="1"/>
          </p:cNvSpPr>
          <p:nvPr/>
        </p:nvSpPr>
        <p:spPr bwMode="auto">
          <a:xfrm>
            <a:off x="5757863" y="3089275"/>
            <a:ext cx="2679700" cy="3517900"/>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82286" name="Rectangle 16"/>
          <p:cNvSpPr>
            <a:spLocks noChangeArrowheads="1"/>
          </p:cNvSpPr>
          <p:nvPr/>
        </p:nvSpPr>
        <p:spPr bwMode="auto">
          <a:xfrm>
            <a:off x="5767388" y="3927475"/>
            <a:ext cx="2667000" cy="166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87" name="Line 17"/>
          <p:cNvSpPr>
            <a:spLocks noChangeShapeType="1"/>
          </p:cNvSpPr>
          <p:nvPr/>
        </p:nvSpPr>
        <p:spPr bwMode="auto">
          <a:xfrm>
            <a:off x="5757863" y="35083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88" name="Line 18"/>
          <p:cNvSpPr>
            <a:spLocks noChangeShapeType="1"/>
          </p:cNvSpPr>
          <p:nvPr/>
        </p:nvSpPr>
        <p:spPr bwMode="auto">
          <a:xfrm>
            <a:off x="5757863" y="39274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89" name="Line 19"/>
          <p:cNvSpPr>
            <a:spLocks noChangeShapeType="1"/>
          </p:cNvSpPr>
          <p:nvPr/>
        </p:nvSpPr>
        <p:spPr bwMode="auto">
          <a:xfrm>
            <a:off x="5757863" y="43465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0" name="Line 20"/>
          <p:cNvSpPr>
            <a:spLocks noChangeShapeType="1"/>
          </p:cNvSpPr>
          <p:nvPr/>
        </p:nvSpPr>
        <p:spPr bwMode="auto">
          <a:xfrm>
            <a:off x="5757863" y="47656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1" name="Line 21"/>
          <p:cNvSpPr>
            <a:spLocks noChangeShapeType="1"/>
          </p:cNvSpPr>
          <p:nvPr/>
        </p:nvSpPr>
        <p:spPr bwMode="auto">
          <a:xfrm>
            <a:off x="5757863" y="5184775"/>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2" name="Line 22"/>
          <p:cNvSpPr>
            <a:spLocks noChangeShapeType="1"/>
          </p:cNvSpPr>
          <p:nvPr/>
        </p:nvSpPr>
        <p:spPr bwMode="auto">
          <a:xfrm>
            <a:off x="5757863" y="5602288"/>
            <a:ext cx="26797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3" name="Line 24"/>
          <p:cNvSpPr>
            <a:spLocks noChangeShapeType="1"/>
          </p:cNvSpPr>
          <p:nvPr/>
        </p:nvSpPr>
        <p:spPr bwMode="auto">
          <a:xfrm>
            <a:off x="2162175" y="3727450"/>
            <a:ext cx="1682750"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4" name="Oval 25"/>
          <p:cNvSpPr>
            <a:spLocks noChangeArrowheads="1"/>
          </p:cNvSpPr>
          <p:nvPr/>
        </p:nvSpPr>
        <p:spPr bwMode="auto">
          <a:xfrm>
            <a:off x="2093913" y="3640138"/>
            <a:ext cx="152400" cy="1651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5" name="Line 27"/>
          <p:cNvSpPr>
            <a:spLocks noChangeShapeType="1"/>
          </p:cNvSpPr>
          <p:nvPr/>
        </p:nvSpPr>
        <p:spPr bwMode="auto">
          <a:xfrm>
            <a:off x="2162175" y="4151313"/>
            <a:ext cx="1682750"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6" name="Oval 28"/>
          <p:cNvSpPr>
            <a:spLocks noChangeArrowheads="1"/>
          </p:cNvSpPr>
          <p:nvPr/>
        </p:nvSpPr>
        <p:spPr bwMode="auto">
          <a:xfrm>
            <a:off x="2093913" y="4062413"/>
            <a:ext cx="152400" cy="1666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7" name="Line 30"/>
          <p:cNvSpPr>
            <a:spLocks noChangeShapeType="1"/>
          </p:cNvSpPr>
          <p:nvPr/>
        </p:nvSpPr>
        <p:spPr bwMode="auto">
          <a:xfrm>
            <a:off x="2162175" y="4573588"/>
            <a:ext cx="1682750"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298" name="Oval 31"/>
          <p:cNvSpPr>
            <a:spLocks noChangeArrowheads="1"/>
          </p:cNvSpPr>
          <p:nvPr/>
        </p:nvSpPr>
        <p:spPr bwMode="auto">
          <a:xfrm>
            <a:off x="2093913" y="4484688"/>
            <a:ext cx="152400" cy="1666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9" name="Text Box 33"/>
          <p:cNvSpPr txBox="1">
            <a:spLocks noChangeArrowheads="1"/>
          </p:cNvSpPr>
          <p:nvPr/>
        </p:nvSpPr>
        <p:spPr bwMode="auto">
          <a:xfrm>
            <a:off x="3821113" y="1901825"/>
            <a:ext cx="1606550" cy="519113"/>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2800">
                <a:solidFill>
                  <a:schemeClr val="folHlink"/>
                </a:solidFill>
                <a:latin typeface="Arial" pitchFamily="34" charset="0"/>
                <a:ea typeface="黑体" pitchFamily="49" charset="-122"/>
              </a:rPr>
              <a:t>操作系统</a:t>
            </a:r>
          </a:p>
        </p:txBody>
      </p:sp>
      <p:sp>
        <p:nvSpPr>
          <p:cNvPr id="182300" name="Text Box 34"/>
          <p:cNvSpPr txBox="1">
            <a:spLocks noChangeArrowheads="1"/>
          </p:cNvSpPr>
          <p:nvPr/>
        </p:nvSpPr>
        <p:spPr bwMode="auto">
          <a:xfrm>
            <a:off x="6018213" y="2643188"/>
            <a:ext cx="2014537" cy="366712"/>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套接字的数据结构</a:t>
            </a:r>
          </a:p>
        </p:txBody>
      </p:sp>
      <p:sp>
        <p:nvSpPr>
          <p:cNvPr id="182301" name="Text Box 35"/>
          <p:cNvSpPr txBox="1">
            <a:spLocks noChangeArrowheads="1"/>
          </p:cNvSpPr>
          <p:nvPr/>
        </p:nvSpPr>
        <p:spPr bwMode="auto">
          <a:xfrm>
            <a:off x="5773738" y="3106738"/>
            <a:ext cx="2038350" cy="36512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协议族：</a:t>
            </a:r>
            <a:r>
              <a:rPr lang="en-US" altLang="zh-CN" sz="1800">
                <a:solidFill>
                  <a:schemeClr val="folHlink"/>
                </a:solidFill>
                <a:latin typeface="Arial" pitchFamily="34" charset="0"/>
                <a:ea typeface="黑体" pitchFamily="49" charset="-122"/>
              </a:rPr>
              <a:t>PF_INET</a:t>
            </a:r>
          </a:p>
        </p:txBody>
      </p:sp>
      <p:sp>
        <p:nvSpPr>
          <p:cNvPr id="182302" name="Text Box 36"/>
          <p:cNvSpPr txBox="1">
            <a:spLocks noChangeArrowheads="1"/>
          </p:cNvSpPr>
          <p:nvPr/>
        </p:nvSpPr>
        <p:spPr bwMode="auto">
          <a:xfrm>
            <a:off x="5791200" y="3516313"/>
            <a:ext cx="2597150" cy="366712"/>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服务：</a:t>
            </a:r>
            <a:r>
              <a:rPr lang="en-US" altLang="zh-CN" sz="1800">
                <a:solidFill>
                  <a:schemeClr val="folHlink"/>
                </a:solidFill>
                <a:latin typeface="Arial" pitchFamily="34" charset="0"/>
                <a:ea typeface="黑体" pitchFamily="49" charset="-122"/>
              </a:rPr>
              <a:t>SOCK_STREAM</a:t>
            </a:r>
          </a:p>
        </p:txBody>
      </p:sp>
      <p:sp>
        <p:nvSpPr>
          <p:cNvPr id="182303" name="Text Box 37"/>
          <p:cNvSpPr txBox="1">
            <a:spLocks noChangeArrowheads="1"/>
          </p:cNvSpPr>
          <p:nvPr/>
        </p:nvSpPr>
        <p:spPr bwMode="auto">
          <a:xfrm>
            <a:off x="5757863" y="3925888"/>
            <a:ext cx="1670050" cy="366712"/>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本地 </a:t>
            </a:r>
            <a:r>
              <a:rPr lang="en-US" altLang="zh-CN" sz="1800">
                <a:solidFill>
                  <a:schemeClr val="folHlink"/>
                </a:solidFill>
                <a:latin typeface="Arial" pitchFamily="34" charset="0"/>
                <a:ea typeface="黑体" pitchFamily="49" charset="-122"/>
              </a:rPr>
              <a:t>IP </a:t>
            </a:r>
            <a:r>
              <a:rPr lang="zh-CN" altLang="en-US" sz="1800">
                <a:solidFill>
                  <a:schemeClr val="folHlink"/>
                </a:solidFill>
                <a:latin typeface="Arial" pitchFamily="34" charset="0"/>
                <a:ea typeface="黑体" pitchFamily="49" charset="-122"/>
              </a:rPr>
              <a:t>地址：</a:t>
            </a:r>
          </a:p>
        </p:txBody>
      </p:sp>
      <p:sp>
        <p:nvSpPr>
          <p:cNvPr id="182304" name="Text Box 38"/>
          <p:cNvSpPr txBox="1">
            <a:spLocks noChangeArrowheads="1"/>
          </p:cNvSpPr>
          <p:nvPr/>
        </p:nvSpPr>
        <p:spPr bwMode="auto">
          <a:xfrm>
            <a:off x="5757863" y="4335463"/>
            <a:ext cx="1670050" cy="36512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远地 </a:t>
            </a:r>
            <a:r>
              <a:rPr lang="en-US" altLang="zh-CN" sz="1800">
                <a:solidFill>
                  <a:schemeClr val="folHlink"/>
                </a:solidFill>
                <a:latin typeface="Arial" pitchFamily="34" charset="0"/>
                <a:ea typeface="黑体" pitchFamily="49" charset="-122"/>
              </a:rPr>
              <a:t>IP </a:t>
            </a:r>
            <a:r>
              <a:rPr lang="zh-CN" altLang="en-US" sz="1800">
                <a:solidFill>
                  <a:schemeClr val="folHlink"/>
                </a:solidFill>
                <a:latin typeface="Arial" pitchFamily="34" charset="0"/>
                <a:ea typeface="黑体" pitchFamily="49" charset="-122"/>
              </a:rPr>
              <a:t>地址：</a:t>
            </a:r>
          </a:p>
        </p:txBody>
      </p:sp>
      <p:sp>
        <p:nvSpPr>
          <p:cNvPr id="182305" name="Text Box 39"/>
          <p:cNvSpPr txBox="1">
            <a:spLocks noChangeArrowheads="1"/>
          </p:cNvSpPr>
          <p:nvPr/>
        </p:nvSpPr>
        <p:spPr bwMode="auto">
          <a:xfrm>
            <a:off x="5757863" y="4743450"/>
            <a:ext cx="1327150" cy="366713"/>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本地端口：</a:t>
            </a:r>
          </a:p>
        </p:txBody>
      </p:sp>
      <p:sp>
        <p:nvSpPr>
          <p:cNvPr id="182306" name="Text Box 40"/>
          <p:cNvSpPr txBox="1">
            <a:spLocks noChangeArrowheads="1"/>
          </p:cNvSpPr>
          <p:nvPr/>
        </p:nvSpPr>
        <p:spPr bwMode="auto">
          <a:xfrm>
            <a:off x="5757863" y="5156200"/>
            <a:ext cx="1327150" cy="366713"/>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远地端口：</a:t>
            </a:r>
          </a:p>
        </p:txBody>
      </p:sp>
      <p:sp>
        <p:nvSpPr>
          <p:cNvPr id="182307" name="Text Box 41"/>
          <p:cNvSpPr txBox="1">
            <a:spLocks noChangeArrowheads="1"/>
          </p:cNvSpPr>
          <p:nvPr/>
        </p:nvSpPr>
        <p:spPr bwMode="auto">
          <a:xfrm rot="5400000">
            <a:off x="2031206" y="5358607"/>
            <a:ext cx="639763" cy="6413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b="1">
                <a:solidFill>
                  <a:schemeClr val="folHlink"/>
                </a:solidFill>
                <a:latin typeface="Arial" pitchFamily="34" charset="0"/>
                <a:ea typeface="黑体" pitchFamily="49" charset="-122"/>
                <a:sym typeface="Symbol" pitchFamily="18" charset="2"/>
              </a:rPr>
              <a:t></a:t>
            </a:r>
          </a:p>
        </p:txBody>
      </p:sp>
      <p:sp>
        <p:nvSpPr>
          <p:cNvPr id="182308" name="Text Box 42"/>
          <p:cNvSpPr txBox="1">
            <a:spLocks noChangeArrowheads="1"/>
          </p:cNvSpPr>
          <p:nvPr/>
        </p:nvSpPr>
        <p:spPr bwMode="auto">
          <a:xfrm rot="5400000">
            <a:off x="7003256" y="5860257"/>
            <a:ext cx="642937" cy="6413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b="1">
                <a:solidFill>
                  <a:schemeClr val="folHlink"/>
                </a:solidFill>
                <a:latin typeface="Arial" pitchFamily="34" charset="0"/>
                <a:ea typeface="黑体" pitchFamily="49" charset="-122"/>
                <a:sym typeface="Symbol" pitchFamily="18" charset="2"/>
              </a:rPr>
              <a:t></a:t>
            </a:r>
          </a:p>
        </p:txBody>
      </p:sp>
      <p:sp>
        <p:nvSpPr>
          <p:cNvPr id="182309" name="Freeform 43"/>
          <p:cNvSpPr>
            <a:spLocks/>
          </p:cNvSpPr>
          <p:nvPr/>
        </p:nvSpPr>
        <p:spPr bwMode="auto">
          <a:xfrm>
            <a:off x="2162175" y="3305175"/>
            <a:ext cx="3598863" cy="1689100"/>
          </a:xfrm>
          <a:custGeom>
            <a:avLst/>
            <a:gdLst>
              <a:gd name="T0" fmla="*/ 0 w 2133"/>
              <a:gd name="T1" fmla="*/ 2147483647 h 915"/>
              <a:gd name="T2" fmla="*/ 2061045050 w 2133"/>
              <a:gd name="T3" fmla="*/ 2147483647 h 915"/>
              <a:gd name="T4" fmla="*/ 2147483647 w 2133"/>
              <a:gd name="T5" fmla="*/ 2147483647 h 915"/>
              <a:gd name="T6" fmla="*/ 2147483647 w 2133"/>
              <a:gd name="T7" fmla="*/ 2147483647 h 915"/>
              <a:gd name="T8" fmla="*/ 2147483647 w 2133"/>
              <a:gd name="T9" fmla="*/ 1577791079 h 915"/>
              <a:gd name="T10" fmla="*/ 2147483647 w 2133"/>
              <a:gd name="T11" fmla="*/ 637250357 h 915"/>
              <a:gd name="T12" fmla="*/ 2147483647 w 2133"/>
              <a:gd name="T13" fmla="*/ 105639821 h 915"/>
              <a:gd name="T14" fmla="*/ 2147483647 w 2133"/>
              <a:gd name="T15" fmla="*/ 3407736 h 9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3" h="915">
                <a:moveTo>
                  <a:pt x="0" y="899"/>
                </a:moveTo>
                <a:lnTo>
                  <a:pt x="724" y="899"/>
                </a:lnTo>
                <a:cubicBezTo>
                  <a:pt x="912" y="899"/>
                  <a:pt x="1019" y="915"/>
                  <a:pt x="1131" y="901"/>
                </a:cubicBezTo>
                <a:cubicBezTo>
                  <a:pt x="1243" y="887"/>
                  <a:pt x="1341" y="890"/>
                  <a:pt x="1395" y="817"/>
                </a:cubicBezTo>
                <a:cubicBezTo>
                  <a:pt x="1449" y="744"/>
                  <a:pt x="1438" y="568"/>
                  <a:pt x="1455" y="463"/>
                </a:cubicBezTo>
                <a:cubicBezTo>
                  <a:pt x="1472" y="358"/>
                  <a:pt x="1468" y="259"/>
                  <a:pt x="1497" y="187"/>
                </a:cubicBezTo>
                <a:cubicBezTo>
                  <a:pt x="1526" y="115"/>
                  <a:pt x="1523" y="62"/>
                  <a:pt x="1629" y="31"/>
                </a:cubicBezTo>
                <a:cubicBezTo>
                  <a:pt x="1735" y="0"/>
                  <a:pt x="2028" y="7"/>
                  <a:pt x="2133" y="1"/>
                </a:cubicBezTo>
              </a:path>
            </a:pathLst>
          </a:custGeom>
          <a:noFill/>
          <a:ln w="38100" cmpd="sng">
            <a:solidFill>
              <a:schemeClr val="hlink"/>
            </a:solidFill>
            <a:round/>
            <a:headEnd type="none" w="med" len="med"/>
            <a:tailEnd type="triangle" w="med" len="lg"/>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10" name="Oval 44"/>
          <p:cNvSpPr>
            <a:spLocks noChangeArrowheads="1"/>
          </p:cNvSpPr>
          <p:nvPr/>
        </p:nvSpPr>
        <p:spPr bwMode="auto">
          <a:xfrm>
            <a:off x="2093913" y="4876800"/>
            <a:ext cx="152400" cy="1666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311" name="Rectangle 2"/>
          <p:cNvSpPr>
            <a:spLocks noGrp="1" noChangeArrowheads="1"/>
          </p:cNvSpPr>
          <p:nvPr>
            <p:ph type="title"/>
          </p:nvPr>
        </p:nvSpPr>
        <p:spPr/>
        <p:txBody>
          <a:bodyPr/>
          <a:lstStyle/>
          <a:p>
            <a:pPr algn="ctr" eaLnBrk="1" hangingPunct="1"/>
            <a:r>
              <a:rPr lang="zh-CN" altLang="en-GB" smtClean="0"/>
              <a:t>调用 </a:t>
            </a:r>
            <a:r>
              <a:rPr lang="en-GB" altLang="zh-CN" smtClean="0"/>
              <a:t>socket </a:t>
            </a:r>
            <a:r>
              <a:rPr lang="zh-CN" altLang="en-GB" smtClean="0"/>
              <a:t>创建套接字 </a:t>
            </a:r>
            <a:endParaRPr lang="zh-CN" altLang="en-US" smtClean="0"/>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algn="ctr" eaLnBrk="1" hangingPunct="1"/>
            <a:r>
              <a:rPr lang="en-US" altLang="zh-CN" smtClean="0"/>
              <a:t>6.8.2  </a:t>
            </a:r>
            <a:r>
              <a:rPr lang="zh-CN" altLang="en-US" smtClean="0"/>
              <a:t>几种常用的系统调用 </a:t>
            </a:r>
            <a:br>
              <a:rPr lang="zh-CN" altLang="en-US" smtClean="0"/>
            </a:br>
            <a:r>
              <a:rPr lang="en-US" altLang="zh-CN" sz="3600" smtClean="0"/>
              <a:t>1. </a:t>
            </a:r>
            <a:r>
              <a:rPr lang="zh-CN" altLang="en-US" sz="3600" smtClean="0"/>
              <a:t>连接建立阶段</a:t>
            </a:r>
          </a:p>
        </p:txBody>
      </p:sp>
      <p:sp>
        <p:nvSpPr>
          <p:cNvPr id="183299" name="Rectangle 3"/>
          <p:cNvSpPr>
            <a:spLocks noGrp="1" noChangeArrowheads="1"/>
          </p:cNvSpPr>
          <p:nvPr>
            <p:ph type="body" idx="1"/>
          </p:nvPr>
        </p:nvSpPr>
        <p:spPr>
          <a:xfrm>
            <a:off x="688975" y="1978025"/>
            <a:ext cx="8275638" cy="4546600"/>
          </a:xfrm>
        </p:spPr>
        <p:txBody>
          <a:bodyPr/>
          <a:lstStyle/>
          <a:p>
            <a:pPr eaLnBrk="1" hangingPunct="1"/>
            <a:r>
              <a:rPr lang="zh-CN" altLang="en-US" sz="2400" smtClean="0"/>
              <a:t>当套接字被创建后，它的端口号和 </a:t>
            </a:r>
            <a:r>
              <a:rPr lang="en-US" altLang="zh-CN" sz="2400" smtClean="0"/>
              <a:t>IP </a:t>
            </a:r>
            <a:r>
              <a:rPr lang="zh-CN" altLang="en-US" sz="2400" smtClean="0"/>
              <a:t>地址都是空的，因此应用进程要调用 </a:t>
            </a:r>
            <a:r>
              <a:rPr lang="en-US" altLang="zh-CN" sz="2400" smtClean="0"/>
              <a:t>bind</a:t>
            </a:r>
            <a:r>
              <a:rPr lang="zh-CN" altLang="en-US" sz="2400" smtClean="0"/>
              <a:t>（绑定）来指明套接字的本地地址。在服务器端调用 </a:t>
            </a:r>
            <a:r>
              <a:rPr lang="en-US" altLang="zh-CN" sz="2400" smtClean="0"/>
              <a:t>bind </a:t>
            </a:r>
            <a:r>
              <a:rPr lang="zh-CN" altLang="en-US" sz="2400" smtClean="0"/>
              <a:t>时就是把熟知端口号和本地</a:t>
            </a:r>
            <a:r>
              <a:rPr lang="en-US" altLang="zh-CN" sz="2400" smtClean="0"/>
              <a:t>IP</a:t>
            </a:r>
            <a:r>
              <a:rPr lang="zh-CN" altLang="en-US" sz="2400" smtClean="0"/>
              <a:t>地址填写到已创建的套接字中。这就叫做把本地地址绑定到套接字。</a:t>
            </a:r>
          </a:p>
          <a:p>
            <a:pPr eaLnBrk="1" hangingPunct="1"/>
            <a:r>
              <a:rPr lang="zh-CN" altLang="en-US" sz="2400" smtClean="0"/>
              <a:t>服务器在调用 </a:t>
            </a:r>
            <a:r>
              <a:rPr lang="en-US" altLang="zh-CN" sz="2400" smtClean="0"/>
              <a:t>bind </a:t>
            </a:r>
            <a:r>
              <a:rPr lang="zh-CN" altLang="en-US" sz="2400" smtClean="0"/>
              <a:t>后，还必须调用 </a:t>
            </a:r>
            <a:r>
              <a:rPr lang="en-US" altLang="zh-CN" sz="2400" smtClean="0"/>
              <a:t>listen</a:t>
            </a:r>
            <a:r>
              <a:rPr lang="zh-CN" altLang="en-US" sz="2400" smtClean="0"/>
              <a:t>（收听）把套接字设置为被动方式，以便随时接受客户的服务请求。</a:t>
            </a:r>
            <a:r>
              <a:rPr lang="en-US" altLang="zh-CN" sz="2400" smtClean="0"/>
              <a:t>UDP</a:t>
            </a:r>
            <a:r>
              <a:rPr lang="zh-CN" altLang="en-US" sz="2400" smtClean="0"/>
              <a:t>服务器由于只提供无连接服务，不使用 </a:t>
            </a:r>
            <a:r>
              <a:rPr lang="en-US" altLang="zh-CN" sz="2400" smtClean="0"/>
              <a:t>listen </a:t>
            </a:r>
            <a:r>
              <a:rPr lang="zh-CN" altLang="en-US" sz="2400" smtClean="0"/>
              <a:t>系统调用。</a:t>
            </a:r>
          </a:p>
          <a:p>
            <a:pPr eaLnBrk="1" hangingPunct="1"/>
            <a:r>
              <a:rPr lang="zh-CN" altLang="en-US" sz="2400" smtClean="0"/>
              <a:t>服务器紧接着就调用 </a:t>
            </a:r>
            <a:r>
              <a:rPr lang="en-US" altLang="zh-CN" sz="2400" smtClean="0"/>
              <a:t>accept</a:t>
            </a:r>
            <a:r>
              <a:rPr lang="zh-CN" altLang="en-US" sz="2400" smtClean="0"/>
              <a:t>（接受），以便把远地客户进程发来的连接请求提取出来。系统调用 </a:t>
            </a:r>
            <a:r>
              <a:rPr lang="en-US" altLang="zh-CN" sz="2400" smtClean="0"/>
              <a:t>accept </a:t>
            </a:r>
            <a:r>
              <a:rPr lang="zh-CN" altLang="en-US" sz="2400" smtClean="0"/>
              <a:t>的一个变量就是要指明从哪一个套接字发起的连接。 </a:t>
            </a:r>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algn="ctr" eaLnBrk="1" hangingPunct="1"/>
            <a:r>
              <a:rPr lang="en-US" altLang="zh-CN" smtClean="0"/>
              <a:t>6.8.2  </a:t>
            </a:r>
            <a:r>
              <a:rPr lang="zh-CN" altLang="en-US" smtClean="0"/>
              <a:t>几种常用的系统调用 </a:t>
            </a:r>
            <a:br>
              <a:rPr lang="zh-CN" altLang="en-US" smtClean="0"/>
            </a:br>
            <a:r>
              <a:rPr lang="zh-CN" altLang="en-US" sz="3600" smtClean="0"/>
              <a:t>并发方式工作的服务器</a:t>
            </a:r>
            <a:r>
              <a:rPr lang="zh-CN" altLang="en-US" smtClean="0"/>
              <a:t> </a:t>
            </a:r>
          </a:p>
        </p:txBody>
      </p:sp>
      <p:sp>
        <p:nvSpPr>
          <p:cNvPr id="184323" name="Text Box 4"/>
          <p:cNvSpPr txBox="1">
            <a:spLocks noChangeArrowheads="1"/>
          </p:cNvSpPr>
          <p:nvPr/>
        </p:nvSpPr>
        <p:spPr bwMode="auto">
          <a:xfrm>
            <a:off x="1181100" y="5314950"/>
            <a:ext cx="1555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接受连接请求</a:t>
            </a:r>
          </a:p>
          <a:p>
            <a:pPr algn="ctr" eaLnBrk="1" hangingPunct="1"/>
            <a:r>
              <a:rPr lang="zh-CN" altLang="en-US" sz="1800">
                <a:solidFill>
                  <a:schemeClr val="folHlink"/>
                </a:solidFill>
                <a:latin typeface="Arial" pitchFamily="34" charset="0"/>
                <a:ea typeface="黑体" pitchFamily="49" charset="-122"/>
              </a:rPr>
              <a:t>的套接字</a:t>
            </a:r>
          </a:p>
        </p:txBody>
      </p:sp>
      <p:sp>
        <p:nvSpPr>
          <p:cNvPr id="184324" name="Rectangle 5"/>
          <p:cNvSpPr>
            <a:spLocks noChangeArrowheads="1"/>
          </p:cNvSpPr>
          <p:nvPr/>
        </p:nvSpPr>
        <p:spPr bwMode="auto">
          <a:xfrm>
            <a:off x="998538" y="1916113"/>
            <a:ext cx="5965825" cy="468153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25" name="Rectangle 36"/>
          <p:cNvSpPr>
            <a:spLocks noChangeArrowheads="1"/>
          </p:cNvSpPr>
          <p:nvPr/>
        </p:nvSpPr>
        <p:spPr bwMode="auto">
          <a:xfrm>
            <a:off x="1001713" y="5084763"/>
            <a:ext cx="1858962" cy="150495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26" name="Oval 6"/>
          <p:cNvSpPr>
            <a:spLocks noChangeArrowheads="1"/>
          </p:cNvSpPr>
          <p:nvPr/>
        </p:nvSpPr>
        <p:spPr bwMode="auto">
          <a:xfrm>
            <a:off x="1509713" y="2417763"/>
            <a:ext cx="852487" cy="836612"/>
          </a:xfrm>
          <a:prstGeom prst="ellipse">
            <a:avLst/>
          </a:prstGeom>
          <a:solidFill>
            <a:srgbClr val="FF99CC"/>
          </a:solidFill>
          <a:ln w="38100" cmpd="dbl">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a:solidFill>
                  <a:schemeClr val="folHlink"/>
                </a:solidFill>
                <a:latin typeface="Arial" pitchFamily="34" charset="0"/>
                <a:ea typeface="黑体" pitchFamily="49" charset="-122"/>
              </a:rPr>
              <a:t>M</a:t>
            </a:r>
          </a:p>
        </p:txBody>
      </p:sp>
      <p:sp>
        <p:nvSpPr>
          <p:cNvPr id="184327" name="Oval 7"/>
          <p:cNvSpPr>
            <a:spLocks noChangeArrowheads="1"/>
          </p:cNvSpPr>
          <p:nvPr/>
        </p:nvSpPr>
        <p:spPr bwMode="auto">
          <a:xfrm>
            <a:off x="3128963" y="3838575"/>
            <a:ext cx="596900" cy="585788"/>
          </a:xfrm>
          <a:prstGeom prst="ellipse">
            <a:avLst/>
          </a:prstGeom>
          <a:solidFill>
            <a:srgbClr val="FFFF99"/>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folHlink"/>
                </a:solidFill>
                <a:latin typeface="Arial" pitchFamily="34" charset="0"/>
                <a:ea typeface="黑体" pitchFamily="49" charset="-122"/>
              </a:rPr>
              <a:t>S</a:t>
            </a:r>
            <a:r>
              <a:rPr lang="en-US" altLang="zh-CN" sz="2400" baseline="-25000">
                <a:solidFill>
                  <a:schemeClr val="folHlink"/>
                </a:solidFill>
                <a:latin typeface="Arial" pitchFamily="34" charset="0"/>
                <a:ea typeface="黑体" pitchFamily="49" charset="-122"/>
              </a:rPr>
              <a:t>1</a:t>
            </a:r>
          </a:p>
        </p:txBody>
      </p:sp>
      <p:sp>
        <p:nvSpPr>
          <p:cNvPr id="184328" name="Rectangle 37"/>
          <p:cNvSpPr>
            <a:spLocks noChangeArrowheads="1"/>
          </p:cNvSpPr>
          <p:nvPr/>
        </p:nvSpPr>
        <p:spPr bwMode="auto">
          <a:xfrm>
            <a:off x="2859088" y="5083175"/>
            <a:ext cx="4079875" cy="15049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29" name="Rectangle 8"/>
          <p:cNvSpPr>
            <a:spLocks noChangeArrowheads="1"/>
          </p:cNvSpPr>
          <p:nvPr/>
        </p:nvSpPr>
        <p:spPr bwMode="auto">
          <a:xfrm>
            <a:off x="3213100" y="5091113"/>
            <a:ext cx="427038" cy="250825"/>
          </a:xfrm>
          <a:prstGeom prst="rect">
            <a:avLst/>
          </a:prstGeom>
          <a:solidFill>
            <a:srgbClr val="CC9900"/>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30" name="Rectangle 9"/>
          <p:cNvSpPr>
            <a:spLocks noChangeArrowheads="1"/>
          </p:cNvSpPr>
          <p:nvPr/>
        </p:nvSpPr>
        <p:spPr bwMode="auto">
          <a:xfrm>
            <a:off x="4449763" y="5091113"/>
            <a:ext cx="427037" cy="250825"/>
          </a:xfrm>
          <a:prstGeom prst="rect">
            <a:avLst/>
          </a:prstGeom>
          <a:solidFill>
            <a:srgbClr val="CC9900"/>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31" name="Rectangle 10"/>
          <p:cNvSpPr>
            <a:spLocks noChangeArrowheads="1"/>
          </p:cNvSpPr>
          <p:nvPr/>
        </p:nvSpPr>
        <p:spPr bwMode="auto">
          <a:xfrm>
            <a:off x="5686425" y="5091113"/>
            <a:ext cx="425450" cy="250825"/>
          </a:xfrm>
          <a:prstGeom prst="rect">
            <a:avLst/>
          </a:prstGeom>
          <a:solidFill>
            <a:srgbClr val="CC9900"/>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32" name="Text Box 11"/>
          <p:cNvSpPr txBox="1">
            <a:spLocks noChangeArrowheads="1"/>
          </p:cNvSpPr>
          <p:nvPr/>
        </p:nvSpPr>
        <p:spPr bwMode="auto">
          <a:xfrm>
            <a:off x="2990850" y="531495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连接</a:t>
            </a:r>
          </a:p>
          <a:p>
            <a:pPr algn="ctr" eaLnBrk="1" hangingPunct="1"/>
            <a:r>
              <a:rPr lang="zh-CN" altLang="en-US" sz="1800">
                <a:solidFill>
                  <a:schemeClr val="folHlink"/>
                </a:solidFill>
                <a:latin typeface="Arial" pitchFamily="34" charset="0"/>
                <a:ea typeface="黑体" pitchFamily="49" charset="-122"/>
              </a:rPr>
              <a:t>套接字</a:t>
            </a:r>
          </a:p>
        </p:txBody>
      </p:sp>
      <p:sp>
        <p:nvSpPr>
          <p:cNvPr id="184333" name="Text Box 12"/>
          <p:cNvSpPr txBox="1">
            <a:spLocks noChangeArrowheads="1"/>
          </p:cNvSpPr>
          <p:nvPr/>
        </p:nvSpPr>
        <p:spPr bwMode="auto">
          <a:xfrm>
            <a:off x="4270375" y="531495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连接</a:t>
            </a:r>
          </a:p>
          <a:p>
            <a:pPr algn="ctr" eaLnBrk="1" hangingPunct="1"/>
            <a:r>
              <a:rPr lang="zh-CN" altLang="en-US" sz="1800">
                <a:solidFill>
                  <a:schemeClr val="folHlink"/>
                </a:solidFill>
                <a:latin typeface="Arial" pitchFamily="34" charset="0"/>
                <a:ea typeface="黑体" pitchFamily="49" charset="-122"/>
              </a:rPr>
              <a:t>套接字</a:t>
            </a:r>
          </a:p>
        </p:txBody>
      </p:sp>
      <p:sp>
        <p:nvSpPr>
          <p:cNvPr id="184334" name="Text Box 13"/>
          <p:cNvSpPr txBox="1">
            <a:spLocks noChangeArrowheads="1"/>
          </p:cNvSpPr>
          <p:nvPr/>
        </p:nvSpPr>
        <p:spPr bwMode="auto">
          <a:xfrm>
            <a:off x="5545138" y="531495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连接</a:t>
            </a:r>
          </a:p>
          <a:p>
            <a:pPr algn="ctr" eaLnBrk="1" hangingPunct="1"/>
            <a:r>
              <a:rPr lang="zh-CN" altLang="en-US" sz="1800">
                <a:solidFill>
                  <a:schemeClr val="folHlink"/>
                </a:solidFill>
                <a:latin typeface="Arial" pitchFamily="34" charset="0"/>
                <a:ea typeface="黑体" pitchFamily="49" charset="-122"/>
              </a:rPr>
              <a:t>套接字</a:t>
            </a:r>
          </a:p>
        </p:txBody>
      </p:sp>
      <p:sp>
        <p:nvSpPr>
          <p:cNvPr id="184335" name="Line 14"/>
          <p:cNvSpPr>
            <a:spLocks noChangeShapeType="1"/>
          </p:cNvSpPr>
          <p:nvPr/>
        </p:nvSpPr>
        <p:spPr bwMode="auto">
          <a:xfrm>
            <a:off x="998538" y="5091113"/>
            <a:ext cx="596582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36" name="Line 15"/>
          <p:cNvSpPr>
            <a:spLocks noChangeShapeType="1"/>
          </p:cNvSpPr>
          <p:nvPr/>
        </p:nvSpPr>
        <p:spPr bwMode="auto">
          <a:xfrm>
            <a:off x="3427413" y="4422775"/>
            <a:ext cx="0" cy="668338"/>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37" name="Line 16"/>
          <p:cNvSpPr>
            <a:spLocks noChangeShapeType="1"/>
          </p:cNvSpPr>
          <p:nvPr/>
        </p:nvSpPr>
        <p:spPr bwMode="auto">
          <a:xfrm>
            <a:off x="4664075" y="4422775"/>
            <a:ext cx="0" cy="668338"/>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38" name="Line 17"/>
          <p:cNvSpPr>
            <a:spLocks noChangeShapeType="1"/>
          </p:cNvSpPr>
          <p:nvPr/>
        </p:nvSpPr>
        <p:spPr bwMode="auto">
          <a:xfrm>
            <a:off x="5900738" y="4422775"/>
            <a:ext cx="0" cy="668338"/>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39" name="Rectangle 18"/>
          <p:cNvSpPr>
            <a:spLocks noChangeArrowheads="1"/>
          </p:cNvSpPr>
          <p:nvPr/>
        </p:nvSpPr>
        <p:spPr bwMode="auto">
          <a:xfrm>
            <a:off x="1720850" y="5091113"/>
            <a:ext cx="427038" cy="250825"/>
          </a:xfrm>
          <a:prstGeom prst="rect">
            <a:avLst/>
          </a:prstGeom>
          <a:solidFill>
            <a:srgbClr val="CC9900"/>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40" name="Line 19"/>
          <p:cNvSpPr>
            <a:spLocks noChangeShapeType="1"/>
          </p:cNvSpPr>
          <p:nvPr/>
        </p:nvSpPr>
        <p:spPr bwMode="auto">
          <a:xfrm flipV="1">
            <a:off x="1935163" y="3252788"/>
            <a:ext cx="0" cy="1838325"/>
          </a:xfrm>
          <a:prstGeom prst="line">
            <a:avLst/>
          </a:prstGeom>
          <a:noFill/>
          <a:ln w="952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41" name="Oval 20"/>
          <p:cNvSpPr>
            <a:spLocks noChangeArrowheads="1"/>
          </p:cNvSpPr>
          <p:nvPr/>
        </p:nvSpPr>
        <p:spPr bwMode="auto">
          <a:xfrm>
            <a:off x="4356100" y="3838575"/>
            <a:ext cx="596900" cy="585788"/>
          </a:xfrm>
          <a:prstGeom prst="ellipse">
            <a:avLst/>
          </a:prstGeom>
          <a:solidFill>
            <a:srgbClr val="FFFF99"/>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folHlink"/>
                </a:solidFill>
                <a:latin typeface="Arial" pitchFamily="34" charset="0"/>
                <a:ea typeface="黑体" pitchFamily="49" charset="-122"/>
              </a:rPr>
              <a:t>S</a:t>
            </a:r>
            <a:r>
              <a:rPr lang="en-US" altLang="zh-CN" sz="2400" baseline="-25000">
                <a:solidFill>
                  <a:schemeClr val="folHlink"/>
                </a:solidFill>
                <a:latin typeface="Arial" pitchFamily="34" charset="0"/>
                <a:ea typeface="黑体" pitchFamily="49" charset="-122"/>
              </a:rPr>
              <a:t>2</a:t>
            </a:r>
          </a:p>
        </p:txBody>
      </p:sp>
      <p:sp>
        <p:nvSpPr>
          <p:cNvPr id="184342" name="Oval 21"/>
          <p:cNvSpPr>
            <a:spLocks noChangeArrowheads="1"/>
          </p:cNvSpPr>
          <p:nvPr/>
        </p:nvSpPr>
        <p:spPr bwMode="auto">
          <a:xfrm>
            <a:off x="5583238" y="3838575"/>
            <a:ext cx="596900" cy="585788"/>
          </a:xfrm>
          <a:prstGeom prst="ellipse">
            <a:avLst/>
          </a:prstGeom>
          <a:solidFill>
            <a:srgbClr val="FFFF99"/>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folHlink"/>
                </a:solidFill>
                <a:latin typeface="Arial" pitchFamily="34" charset="0"/>
                <a:ea typeface="黑体" pitchFamily="49" charset="-122"/>
              </a:rPr>
              <a:t>S</a:t>
            </a:r>
            <a:r>
              <a:rPr lang="en-US" altLang="zh-CN" sz="2400" baseline="-25000">
                <a:solidFill>
                  <a:schemeClr val="folHlink"/>
                </a:solidFill>
                <a:latin typeface="Arial" pitchFamily="34" charset="0"/>
                <a:ea typeface="黑体" pitchFamily="49" charset="-122"/>
              </a:rPr>
              <a:t>3</a:t>
            </a:r>
          </a:p>
        </p:txBody>
      </p:sp>
      <p:sp>
        <p:nvSpPr>
          <p:cNvPr id="184343" name="Line 22"/>
          <p:cNvSpPr>
            <a:spLocks noChangeShapeType="1"/>
          </p:cNvSpPr>
          <p:nvPr/>
        </p:nvSpPr>
        <p:spPr bwMode="auto">
          <a:xfrm>
            <a:off x="2278063" y="3086100"/>
            <a:ext cx="935037" cy="835025"/>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44" name="Line 23"/>
          <p:cNvSpPr>
            <a:spLocks noChangeShapeType="1"/>
          </p:cNvSpPr>
          <p:nvPr/>
        </p:nvSpPr>
        <p:spPr bwMode="auto">
          <a:xfrm>
            <a:off x="2333625" y="2978150"/>
            <a:ext cx="2068513" cy="98425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45" name="Line 24"/>
          <p:cNvSpPr>
            <a:spLocks noChangeShapeType="1"/>
          </p:cNvSpPr>
          <p:nvPr/>
        </p:nvSpPr>
        <p:spPr bwMode="auto">
          <a:xfrm>
            <a:off x="2362200" y="2833688"/>
            <a:ext cx="3238500" cy="1173162"/>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46" name="Text Box 25"/>
          <p:cNvSpPr txBox="1">
            <a:spLocks noChangeArrowheads="1"/>
          </p:cNvSpPr>
          <p:nvPr/>
        </p:nvSpPr>
        <p:spPr bwMode="auto">
          <a:xfrm>
            <a:off x="7599363" y="55943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操作系统</a:t>
            </a:r>
          </a:p>
        </p:txBody>
      </p:sp>
      <p:sp>
        <p:nvSpPr>
          <p:cNvPr id="184347" name="Line 26"/>
          <p:cNvSpPr>
            <a:spLocks noChangeShapeType="1"/>
          </p:cNvSpPr>
          <p:nvPr/>
        </p:nvSpPr>
        <p:spPr bwMode="auto">
          <a:xfrm flipH="1">
            <a:off x="7050088" y="5843588"/>
            <a:ext cx="511175" cy="0"/>
          </a:xfrm>
          <a:prstGeom prst="line">
            <a:avLst/>
          </a:prstGeom>
          <a:noFill/>
          <a:ln w="952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48" name="Line 27"/>
          <p:cNvSpPr>
            <a:spLocks noChangeShapeType="1"/>
          </p:cNvSpPr>
          <p:nvPr/>
        </p:nvSpPr>
        <p:spPr bwMode="auto">
          <a:xfrm flipH="1">
            <a:off x="7050088" y="3587750"/>
            <a:ext cx="511175" cy="0"/>
          </a:xfrm>
          <a:prstGeom prst="line">
            <a:avLst/>
          </a:prstGeom>
          <a:noFill/>
          <a:ln w="952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49" name="Text Box 28"/>
          <p:cNvSpPr txBox="1">
            <a:spLocks noChangeArrowheads="1"/>
          </p:cNvSpPr>
          <p:nvPr/>
        </p:nvSpPr>
        <p:spPr bwMode="auto">
          <a:xfrm>
            <a:off x="7558088" y="3263900"/>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zh-CN" altLang="en-US" sz="1800">
                <a:solidFill>
                  <a:schemeClr val="folHlink"/>
                </a:solidFill>
                <a:latin typeface="Arial" pitchFamily="34" charset="0"/>
                <a:ea typeface="黑体" pitchFamily="49" charset="-122"/>
              </a:rPr>
              <a:t>服务器</a:t>
            </a:r>
          </a:p>
          <a:p>
            <a:pPr algn="ctr" eaLnBrk="1" hangingPunct="1"/>
            <a:r>
              <a:rPr lang="zh-CN" altLang="en-US" sz="1800">
                <a:solidFill>
                  <a:schemeClr val="folHlink"/>
                </a:solidFill>
                <a:latin typeface="Arial" pitchFamily="34" charset="0"/>
                <a:ea typeface="黑体" pitchFamily="49" charset="-122"/>
              </a:rPr>
              <a:t>应用进程</a:t>
            </a:r>
          </a:p>
        </p:txBody>
      </p:sp>
      <p:sp>
        <p:nvSpPr>
          <p:cNvPr id="184350" name="Text Box 29"/>
          <p:cNvSpPr txBox="1">
            <a:spLocks noChangeArrowheads="1"/>
          </p:cNvSpPr>
          <p:nvPr/>
        </p:nvSpPr>
        <p:spPr bwMode="auto">
          <a:xfrm>
            <a:off x="3868738" y="2976563"/>
            <a:ext cx="178276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05000"/>
              </a:lnSpc>
            </a:pPr>
            <a:r>
              <a:rPr lang="zh-CN" altLang="en-US" sz="1800">
                <a:solidFill>
                  <a:schemeClr val="folHlink"/>
                </a:solidFill>
                <a:latin typeface="Arial" pitchFamily="34" charset="0"/>
                <a:ea typeface="黑体" pitchFamily="49" charset="-122"/>
              </a:rPr>
              <a:t>从属服务器进程</a:t>
            </a:r>
          </a:p>
        </p:txBody>
      </p:sp>
      <p:sp>
        <p:nvSpPr>
          <p:cNvPr id="184351" name="Text Box 30"/>
          <p:cNvSpPr txBox="1">
            <a:spLocks noChangeArrowheads="1"/>
          </p:cNvSpPr>
          <p:nvPr/>
        </p:nvSpPr>
        <p:spPr bwMode="auto">
          <a:xfrm>
            <a:off x="1144588" y="1989138"/>
            <a:ext cx="15557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05000"/>
              </a:lnSpc>
            </a:pPr>
            <a:r>
              <a:rPr lang="zh-CN" altLang="en-US" sz="1800">
                <a:solidFill>
                  <a:schemeClr val="folHlink"/>
                </a:solidFill>
                <a:latin typeface="Arial" pitchFamily="34" charset="0"/>
                <a:ea typeface="黑体" pitchFamily="49" charset="-122"/>
              </a:rPr>
              <a:t>主服务器进程</a:t>
            </a:r>
          </a:p>
        </p:txBody>
      </p:sp>
      <p:sp>
        <p:nvSpPr>
          <p:cNvPr id="184352" name="Text Box 31"/>
          <p:cNvSpPr txBox="1">
            <a:spLocks noChangeArrowheads="1"/>
          </p:cNvSpPr>
          <p:nvPr/>
        </p:nvSpPr>
        <p:spPr bwMode="auto">
          <a:xfrm>
            <a:off x="827088" y="5997575"/>
            <a:ext cx="20129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lnSpc>
                <a:spcPct val="105000"/>
              </a:lnSpc>
            </a:pPr>
            <a:r>
              <a:rPr lang="zh-CN" altLang="en-US" sz="1800">
                <a:solidFill>
                  <a:schemeClr val="folHlink"/>
                </a:solidFill>
                <a:latin typeface="Arial" pitchFamily="34" charset="0"/>
                <a:ea typeface="黑体" pitchFamily="49" charset="-122"/>
              </a:rPr>
              <a:t>（原来的套接字）</a:t>
            </a:r>
          </a:p>
        </p:txBody>
      </p:sp>
      <p:sp>
        <p:nvSpPr>
          <p:cNvPr id="184353" name="Line 32"/>
          <p:cNvSpPr>
            <a:spLocks noChangeShapeType="1"/>
          </p:cNvSpPr>
          <p:nvPr/>
        </p:nvSpPr>
        <p:spPr bwMode="auto">
          <a:xfrm>
            <a:off x="3128963" y="6275388"/>
            <a:ext cx="3068637"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54" name="Text Box 33"/>
          <p:cNvSpPr txBox="1">
            <a:spLocks noChangeArrowheads="1"/>
          </p:cNvSpPr>
          <p:nvPr/>
        </p:nvSpPr>
        <p:spPr bwMode="auto">
          <a:xfrm>
            <a:off x="3640138" y="6072188"/>
            <a:ext cx="193675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fontAlgn="ctr" hangingPunct="1">
              <a:lnSpc>
                <a:spcPct val="105000"/>
              </a:lnSpc>
            </a:pPr>
            <a:r>
              <a:rPr lang="en-US" altLang="zh-CN" sz="1800">
                <a:solidFill>
                  <a:schemeClr val="folHlink"/>
                </a:solidFill>
                <a:latin typeface="Arial" pitchFamily="34" charset="0"/>
                <a:ea typeface="黑体" pitchFamily="49" charset="-122"/>
              </a:rPr>
              <a:t>(</a:t>
            </a:r>
            <a:r>
              <a:rPr lang="zh-CN" altLang="en-US" sz="1800">
                <a:solidFill>
                  <a:schemeClr val="folHlink"/>
                </a:solidFill>
                <a:latin typeface="Arial" pitchFamily="34" charset="0"/>
                <a:ea typeface="黑体" pitchFamily="49" charset="-122"/>
              </a:rPr>
              <a:t>新创建的套接字</a:t>
            </a:r>
            <a:r>
              <a:rPr lang="en-US" altLang="zh-CN" sz="1800">
                <a:solidFill>
                  <a:schemeClr val="folHlink"/>
                </a:solidFill>
                <a:latin typeface="Arial" pitchFamily="34" charset="0"/>
                <a:ea typeface="黑体" pitchFamily="49" charset="-122"/>
              </a:rPr>
              <a:t>)</a:t>
            </a:r>
          </a:p>
        </p:txBody>
      </p:sp>
      <p:sp>
        <p:nvSpPr>
          <p:cNvPr id="184355" name="Line 34"/>
          <p:cNvSpPr>
            <a:spLocks noChangeShapeType="1"/>
          </p:cNvSpPr>
          <p:nvPr/>
        </p:nvSpPr>
        <p:spPr bwMode="auto">
          <a:xfrm>
            <a:off x="2873375" y="5091113"/>
            <a:ext cx="0" cy="1506537"/>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algn="ctr" eaLnBrk="1" hangingPunct="1"/>
            <a:r>
              <a:rPr lang="zh-CN" altLang="en-US" smtClean="0"/>
              <a:t>系统调用使用顺序的例子 </a:t>
            </a:r>
          </a:p>
        </p:txBody>
      </p:sp>
      <p:sp>
        <p:nvSpPr>
          <p:cNvPr id="185347" name="Text Box 4"/>
          <p:cNvSpPr txBox="1">
            <a:spLocks noChangeArrowheads="1"/>
          </p:cNvSpPr>
          <p:nvPr/>
        </p:nvSpPr>
        <p:spPr bwMode="auto">
          <a:xfrm>
            <a:off x="5378450" y="18923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服务器端</a:t>
            </a:r>
          </a:p>
        </p:txBody>
      </p:sp>
      <p:sp>
        <p:nvSpPr>
          <p:cNvPr id="185348" name="Text Box 5"/>
          <p:cNvSpPr txBox="1">
            <a:spLocks noChangeArrowheads="1"/>
          </p:cNvSpPr>
          <p:nvPr/>
        </p:nvSpPr>
        <p:spPr bwMode="auto">
          <a:xfrm>
            <a:off x="5375275" y="2328863"/>
            <a:ext cx="1279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socket</a:t>
            </a:r>
          </a:p>
        </p:txBody>
      </p:sp>
      <p:sp>
        <p:nvSpPr>
          <p:cNvPr id="185349" name="Text Box 6"/>
          <p:cNvSpPr txBox="1">
            <a:spLocks noChangeArrowheads="1"/>
          </p:cNvSpPr>
          <p:nvPr/>
        </p:nvSpPr>
        <p:spPr bwMode="auto">
          <a:xfrm>
            <a:off x="5553075" y="293211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bind</a:t>
            </a:r>
          </a:p>
        </p:txBody>
      </p:sp>
      <p:sp>
        <p:nvSpPr>
          <p:cNvPr id="185350" name="Text Box 7"/>
          <p:cNvSpPr txBox="1">
            <a:spLocks noChangeArrowheads="1"/>
          </p:cNvSpPr>
          <p:nvPr/>
        </p:nvSpPr>
        <p:spPr bwMode="auto">
          <a:xfrm>
            <a:off x="5365750" y="3535363"/>
            <a:ext cx="1279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listen</a:t>
            </a:r>
          </a:p>
        </p:txBody>
      </p:sp>
      <p:sp>
        <p:nvSpPr>
          <p:cNvPr id="185351" name="Text Box 8"/>
          <p:cNvSpPr txBox="1">
            <a:spLocks noChangeArrowheads="1"/>
          </p:cNvSpPr>
          <p:nvPr/>
        </p:nvSpPr>
        <p:spPr bwMode="auto">
          <a:xfrm>
            <a:off x="5360988" y="4138613"/>
            <a:ext cx="1279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accept</a:t>
            </a:r>
          </a:p>
        </p:txBody>
      </p:sp>
      <p:sp>
        <p:nvSpPr>
          <p:cNvPr id="185352" name="Text Box 9"/>
          <p:cNvSpPr txBox="1">
            <a:spLocks noChangeArrowheads="1"/>
          </p:cNvSpPr>
          <p:nvPr/>
        </p:nvSpPr>
        <p:spPr bwMode="auto">
          <a:xfrm>
            <a:off x="5538788" y="474186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recv</a:t>
            </a:r>
          </a:p>
        </p:txBody>
      </p:sp>
      <p:sp>
        <p:nvSpPr>
          <p:cNvPr id="185353" name="Text Box 10"/>
          <p:cNvSpPr txBox="1">
            <a:spLocks noChangeArrowheads="1"/>
          </p:cNvSpPr>
          <p:nvPr/>
        </p:nvSpPr>
        <p:spPr bwMode="auto">
          <a:xfrm>
            <a:off x="5534025" y="534511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send</a:t>
            </a:r>
          </a:p>
        </p:txBody>
      </p:sp>
      <p:sp>
        <p:nvSpPr>
          <p:cNvPr id="185354" name="Text Box 11"/>
          <p:cNvSpPr txBox="1">
            <a:spLocks noChangeArrowheads="1"/>
          </p:cNvSpPr>
          <p:nvPr/>
        </p:nvSpPr>
        <p:spPr bwMode="auto">
          <a:xfrm>
            <a:off x="5438775" y="5948363"/>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close</a:t>
            </a:r>
          </a:p>
        </p:txBody>
      </p:sp>
      <p:sp>
        <p:nvSpPr>
          <p:cNvPr id="185355" name="Line 12"/>
          <p:cNvSpPr>
            <a:spLocks noChangeShapeType="1"/>
          </p:cNvSpPr>
          <p:nvPr/>
        </p:nvSpPr>
        <p:spPr bwMode="auto">
          <a:xfrm>
            <a:off x="6011863" y="2717800"/>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6" name="Line 13"/>
          <p:cNvSpPr>
            <a:spLocks noChangeShapeType="1"/>
          </p:cNvSpPr>
          <p:nvPr/>
        </p:nvSpPr>
        <p:spPr bwMode="auto">
          <a:xfrm>
            <a:off x="6011863" y="3294063"/>
            <a:ext cx="0" cy="3603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7" name="Line 14"/>
          <p:cNvSpPr>
            <a:spLocks noChangeShapeType="1"/>
          </p:cNvSpPr>
          <p:nvPr/>
        </p:nvSpPr>
        <p:spPr bwMode="auto">
          <a:xfrm>
            <a:off x="6011863" y="3870325"/>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8" name="Line 15"/>
          <p:cNvSpPr>
            <a:spLocks noChangeShapeType="1"/>
          </p:cNvSpPr>
          <p:nvPr/>
        </p:nvSpPr>
        <p:spPr bwMode="auto">
          <a:xfrm>
            <a:off x="6011863" y="4518025"/>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9" name="Line 16"/>
          <p:cNvSpPr>
            <a:spLocks noChangeShapeType="1"/>
          </p:cNvSpPr>
          <p:nvPr/>
        </p:nvSpPr>
        <p:spPr bwMode="auto">
          <a:xfrm>
            <a:off x="6011863" y="5165725"/>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60" name="Line 17"/>
          <p:cNvSpPr>
            <a:spLocks noChangeShapeType="1"/>
          </p:cNvSpPr>
          <p:nvPr/>
        </p:nvSpPr>
        <p:spPr bwMode="auto">
          <a:xfrm>
            <a:off x="6011863" y="5741988"/>
            <a:ext cx="0" cy="3603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61" name="Text Box 18"/>
          <p:cNvSpPr txBox="1">
            <a:spLocks noChangeArrowheads="1"/>
          </p:cNvSpPr>
          <p:nvPr/>
        </p:nvSpPr>
        <p:spPr bwMode="auto">
          <a:xfrm>
            <a:off x="1835150" y="18923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客户端</a:t>
            </a:r>
          </a:p>
        </p:txBody>
      </p:sp>
      <p:sp>
        <p:nvSpPr>
          <p:cNvPr id="185362" name="Text Box 19"/>
          <p:cNvSpPr txBox="1">
            <a:spLocks noChangeArrowheads="1"/>
          </p:cNvSpPr>
          <p:nvPr/>
        </p:nvSpPr>
        <p:spPr bwMode="auto">
          <a:xfrm>
            <a:off x="1704975" y="3543300"/>
            <a:ext cx="1279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socket</a:t>
            </a:r>
          </a:p>
        </p:txBody>
      </p:sp>
      <p:sp>
        <p:nvSpPr>
          <p:cNvPr id="185363" name="Text Box 20"/>
          <p:cNvSpPr txBox="1">
            <a:spLocks noChangeArrowheads="1"/>
          </p:cNvSpPr>
          <p:nvPr/>
        </p:nvSpPr>
        <p:spPr bwMode="auto">
          <a:xfrm>
            <a:off x="1887538" y="534511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recv</a:t>
            </a:r>
          </a:p>
        </p:txBody>
      </p:sp>
      <p:sp>
        <p:nvSpPr>
          <p:cNvPr id="185364" name="Text Box 21"/>
          <p:cNvSpPr txBox="1">
            <a:spLocks noChangeArrowheads="1"/>
          </p:cNvSpPr>
          <p:nvPr/>
        </p:nvSpPr>
        <p:spPr bwMode="auto">
          <a:xfrm>
            <a:off x="1887538" y="474186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send</a:t>
            </a:r>
          </a:p>
        </p:txBody>
      </p:sp>
      <p:sp>
        <p:nvSpPr>
          <p:cNvPr id="185365" name="Text Box 22"/>
          <p:cNvSpPr txBox="1">
            <a:spLocks noChangeArrowheads="1"/>
          </p:cNvSpPr>
          <p:nvPr/>
        </p:nvSpPr>
        <p:spPr bwMode="auto">
          <a:xfrm>
            <a:off x="1797050" y="5948363"/>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close</a:t>
            </a:r>
          </a:p>
        </p:txBody>
      </p:sp>
      <p:sp>
        <p:nvSpPr>
          <p:cNvPr id="185366" name="Text Box 23"/>
          <p:cNvSpPr txBox="1">
            <a:spLocks noChangeArrowheads="1"/>
          </p:cNvSpPr>
          <p:nvPr/>
        </p:nvSpPr>
        <p:spPr bwMode="auto">
          <a:xfrm>
            <a:off x="1614488" y="4144963"/>
            <a:ext cx="1462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Courier New" pitchFamily="49" charset="0"/>
              </a:rPr>
              <a:t>connect</a:t>
            </a:r>
          </a:p>
        </p:txBody>
      </p:sp>
      <p:sp>
        <p:nvSpPr>
          <p:cNvPr id="185367" name="Line 24"/>
          <p:cNvSpPr>
            <a:spLocks noChangeShapeType="1"/>
          </p:cNvSpPr>
          <p:nvPr/>
        </p:nvSpPr>
        <p:spPr bwMode="auto">
          <a:xfrm>
            <a:off x="2344738" y="3924300"/>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68" name="Line 25"/>
          <p:cNvSpPr>
            <a:spLocks noChangeShapeType="1"/>
          </p:cNvSpPr>
          <p:nvPr/>
        </p:nvSpPr>
        <p:spPr bwMode="auto">
          <a:xfrm>
            <a:off x="2344738" y="4500563"/>
            <a:ext cx="0" cy="3603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69" name="Line 26"/>
          <p:cNvSpPr>
            <a:spLocks noChangeShapeType="1"/>
          </p:cNvSpPr>
          <p:nvPr/>
        </p:nvSpPr>
        <p:spPr bwMode="auto">
          <a:xfrm>
            <a:off x="2344738" y="5076825"/>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0" name="Line 27"/>
          <p:cNvSpPr>
            <a:spLocks noChangeShapeType="1"/>
          </p:cNvSpPr>
          <p:nvPr/>
        </p:nvSpPr>
        <p:spPr bwMode="auto">
          <a:xfrm>
            <a:off x="2344738" y="5724525"/>
            <a:ext cx="0" cy="3603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1" name="Freeform 28"/>
          <p:cNvSpPr>
            <a:spLocks/>
          </p:cNvSpPr>
          <p:nvPr/>
        </p:nvSpPr>
        <p:spPr bwMode="auto">
          <a:xfrm flipH="1">
            <a:off x="1042988" y="5016500"/>
            <a:ext cx="857250" cy="595313"/>
          </a:xfrm>
          <a:custGeom>
            <a:avLst/>
            <a:gdLst>
              <a:gd name="T0" fmla="*/ 0 w 540"/>
              <a:gd name="T1" fmla="*/ 890160414 h 391"/>
              <a:gd name="T2" fmla="*/ 783769388 w 540"/>
              <a:gd name="T3" fmla="*/ 901751509 h 391"/>
              <a:gd name="T4" fmla="*/ 1076107513 w 540"/>
              <a:gd name="T5" fmla="*/ 892479242 h 391"/>
              <a:gd name="T6" fmla="*/ 1244957188 w 540"/>
              <a:gd name="T7" fmla="*/ 822935722 h 391"/>
              <a:gd name="T8" fmla="*/ 1333163450 w 540"/>
              <a:gd name="T9" fmla="*/ 658347664 h 391"/>
              <a:gd name="T10" fmla="*/ 1343244075 w 540"/>
              <a:gd name="T11" fmla="*/ 261948378 h 391"/>
              <a:gd name="T12" fmla="*/ 1229836250 w 540"/>
              <a:gd name="T13" fmla="*/ 78815787 h 391"/>
              <a:gd name="T14" fmla="*/ 932457813 w 540"/>
              <a:gd name="T15" fmla="*/ 11591094 h 391"/>
              <a:gd name="T16" fmla="*/ 0 w 540"/>
              <a:gd name="T17" fmla="*/ 13908400 h 3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0" h="391">
                <a:moveTo>
                  <a:pt x="0" y="384"/>
                </a:moveTo>
                <a:cubicBezTo>
                  <a:pt x="52" y="385"/>
                  <a:pt x="240" y="389"/>
                  <a:pt x="311" y="389"/>
                </a:cubicBezTo>
                <a:cubicBezTo>
                  <a:pt x="382" y="389"/>
                  <a:pt x="397" y="391"/>
                  <a:pt x="427" y="385"/>
                </a:cubicBezTo>
                <a:cubicBezTo>
                  <a:pt x="457" y="379"/>
                  <a:pt x="477" y="372"/>
                  <a:pt x="494" y="355"/>
                </a:cubicBezTo>
                <a:cubicBezTo>
                  <a:pt x="511" y="338"/>
                  <a:pt x="523" y="324"/>
                  <a:pt x="529" y="284"/>
                </a:cubicBezTo>
                <a:cubicBezTo>
                  <a:pt x="535" y="244"/>
                  <a:pt x="540" y="155"/>
                  <a:pt x="533" y="113"/>
                </a:cubicBezTo>
                <a:cubicBezTo>
                  <a:pt x="526" y="71"/>
                  <a:pt x="515" y="52"/>
                  <a:pt x="488" y="34"/>
                </a:cubicBezTo>
                <a:cubicBezTo>
                  <a:pt x="461" y="16"/>
                  <a:pt x="451" y="10"/>
                  <a:pt x="370" y="5"/>
                </a:cubicBezTo>
                <a:cubicBezTo>
                  <a:pt x="289" y="0"/>
                  <a:pt x="77" y="6"/>
                  <a:pt x="0" y="6"/>
                </a:cubicBezTo>
              </a:path>
            </a:pathLst>
          </a:custGeom>
          <a:noFill/>
          <a:ln w="38100" cmpd="sng">
            <a:solidFill>
              <a:schemeClr val="folHlink"/>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2" name="Freeform 29"/>
          <p:cNvSpPr>
            <a:spLocks/>
          </p:cNvSpPr>
          <p:nvPr/>
        </p:nvSpPr>
        <p:spPr bwMode="auto">
          <a:xfrm>
            <a:off x="6659563" y="5005388"/>
            <a:ext cx="493712" cy="620712"/>
          </a:xfrm>
          <a:custGeom>
            <a:avLst/>
            <a:gdLst>
              <a:gd name="T0" fmla="*/ 0 w 311"/>
              <a:gd name="T1" fmla="*/ 975298889 h 391"/>
              <a:gd name="T2" fmla="*/ 458667973 w 311"/>
              <a:gd name="T3" fmla="*/ 980339198 h 391"/>
              <a:gd name="T4" fmla="*/ 645159347 w 311"/>
              <a:gd name="T5" fmla="*/ 940016730 h 391"/>
              <a:gd name="T6" fmla="*/ 738404240 w 311"/>
              <a:gd name="T7" fmla="*/ 849291178 h 391"/>
              <a:gd name="T8" fmla="*/ 776207339 w 311"/>
              <a:gd name="T9" fmla="*/ 677920691 h 391"/>
              <a:gd name="T10" fmla="*/ 776207339 w 311"/>
              <a:gd name="T11" fmla="*/ 312499123 h 391"/>
              <a:gd name="T12" fmla="*/ 728323625 w 311"/>
              <a:gd name="T13" fmla="*/ 126007711 h 391"/>
              <a:gd name="T14" fmla="*/ 531751636 w 311"/>
              <a:gd name="T15" fmla="*/ 17640286 h 391"/>
              <a:gd name="T16" fmla="*/ 0 w 311"/>
              <a:gd name="T17" fmla="*/ 22680594 h 3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1" h="391">
                <a:moveTo>
                  <a:pt x="0" y="387"/>
                </a:moveTo>
                <a:cubicBezTo>
                  <a:pt x="30" y="387"/>
                  <a:pt x="139" y="391"/>
                  <a:pt x="182" y="389"/>
                </a:cubicBezTo>
                <a:cubicBezTo>
                  <a:pt x="225" y="387"/>
                  <a:pt x="238" y="382"/>
                  <a:pt x="256" y="373"/>
                </a:cubicBezTo>
                <a:cubicBezTo>
                  <a:pt x="274" y="364"/>
                  <a:pt x="284" y="354"/>
                  <a:pt x="293" y="337"/>
                </a:cubicBezTo>
                <a:cubicBezTo>
                  <a:pt x="302" y="320"/>
                  <a:pt x="306" y="304"/>
                  <a:pt x="308" y="269"/>
                </a:cubicBezTo>
                <a:cubicBezTo>
                  <a:pt x="310" y="234"/>
                  <a:pt x="311" y="160"/>
                  <a:pt x="308" y="124"/>
                </a:cubicBezTo>
                <a:cubicBezTo>
                  <a:pt x="305" y="88"/>
                  <a:pt x="305" y="70"/>
                  <a:pt x="289" y="50"/>
                </a:cubicBezTo>
                <a:cubicBezTo>
                  <a:pt x="273" y="30"/>
                  <a:pt x="259" y="14"/>
                  <a:pt x="211" y="7"/>
                </a:cubicBezTo>
                <a:cubicBezTo>
                  <a:pt x="163" y="0"/>
                  <a:pt x="44" y="9"/>
                  <a:pt x="0" y="9"/>
                </a:cubicBezTo>
              </a:path>
            </a:pathLst>
          </a:custGeom>
          <a:noFill/>
          <a:ln w="38100" cmpd="sng">
            <a:solidFill>
              <a:schemeClr val="folHlink"/>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3" name="Freeform 30"/>
          <p:cNvSpPr>
            <a:spLocks/>
          </p:cNvSpPr>
          <p:nvPr/>
        </p:nvSpPr>
        <p:spPr bwMode="auto">
          <a:xfrm>
            <a:off x="6667500" y="4357688"/>
            <a:ext cx="854075" cy="1857375"/>
          </a:xfrm>
          <a:custGeom>
            <a:avLst/>
            <a:gdLst>
              <a:gd name="T0" fmla="*/ 0 w 538"/>
              <a:gd name="T1" fmla="*/ 2147483647 h 1175"/>
              <a:gd name="T2" fmla="*/ 771167813 w 538"/>
              <a:gd name="T3" fmla="*/ 2147483647 h 1175"/>
              <a:gd name="T4" fmla="*/ 1050905950 w 538"/>
              <a:gd name="T5" fmla="*/ 2147483647 h 1175"/>
              <a:gd name="T6" fmla="*/ 1232357200 w 538"/>
              <a:gd name="T7" fmla="*/ 2147483647 h 1175"/>
              <a:gd name="T8" fmla="*/ 1315521563 w 538"/>
              <a:gd name="T9" fmla="*/ 2147483647 h 1175"/>
              <a:gd name="T10" fmla="*/ 1345763438 w 538"/>
              <a:gd name="T11" fmla="*/ 869566068 h 1175"/>
              <a:gd name="T12" fmla="*/ 1262599075 w 538"/>
              <a:gd name="T13" fmla="*/ 302349035 h 1175"/>
              <a:gd name="T14" fmla="*/ 919857825 w 538"/>
              <a:gd name="T15" fmla="*/ 47476086 h 1175"/>
              <a:gd name="T16" fmla="*/ 0 w 538"/>
              <a:gd name="T17" fmla="*/ 22489255 h 1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38" h="1175">
                <a:moveTo>
                  <a:pt x="0" y="1171"/>
                </a:moveTo>
                <a:cubicBezTo>
                  <a:pt x="51" y="1171"/>
                  <a:pt x="237" y="1175"/>
                  <a:pt x="306" y="1168"/>
                </a:cubicBezTo>
                <a:cubicBezTo>
                  <a:pt x="375" y="1161"/>
                  <a:pt x="386" y="1151"/>
                  <a:pt x="417" y="1129"/>
                </a:cubicBezTo>
                <a:cubicBezTo>
                  <a:pt x="448" y="1107"/>
                  <a:pt x="472" y="1080"/>
                  <a:pt x="489" y="1036"/>
                </a:cubicBezTo>
                <a:cubicBezTo>
                  <a:pt x="506" y="992"/>
                  <a:pt x="515" y="980"/>
                  <a:pt x="522" y="865"/>
                </a:cubicBezTo>
                <a:cubicBezTo>
                  <a:pt x="529" y="750"/>
                  <a:pt x="538" y="472"/>
                  <a:pt x="534" y="348"/>
                </a:cubicBezTo>
                <a:cubicBezTo>
                  <a:pt x="530" y="224"/>
                  <a:pt x="529" y="176"/>
                  <a:pt x="501" y="121"/>
                </a:cubicBezTo>
                <a:cubicBezTo>
                  <a:pt x="473" y="66"/>
                  <a:pt x="448" y="38"/>
                  <a:pt x="365" y="19"/>
                </a:cubicBezTo>
                <a:cubicBezTo>
                  <a:pt x="282" y="0"/>
                  <a:pt x="76" y="11"/>
                  <a:pt x="0" y="9"/>
                </a:cubicBezTo>
              </a:path>
            </a:pathLst>
          </a:custGeom>
          <a:noFill/>
          <a:ln w="38100" cmpd="sng">
            <a:solidFill>
              <a:schemeClr val="folHlink"/>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4" name="Line 31"/>
          <p:cNvSpPr>
            <a:spLocks noChangeShapeType="1"/>
          </p:cNvSpPr>
          <p:nvPr/>
        </p:nvSpPr>
        <p:spPr bwMode="auto">
          <a:xfrm>
            <a:off x="2670175" y="5100638"/>
            <a:ext cx="3240088" cy="142875"/>
          </a:xfrm>
          <a:prstGeom prst="line">
            <a:avLst/>
          </a:prstGeom>
          <a:noFill/>
          <a:ln w="38100">
            <a:solidFill>
              <a:schemeClr val="folHlink"/>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5" name="Line 32"/>
          <p:cNvSpPr>
            <a:spLocks noChangeShapeType="1"/>
          </p:cNvSpPr>
          <p:nvPr/>
        </p:nvSpPr>
        <p:spPr bwMode="auto">
          <a:xfrm flipH="1">
            <a:off x="2514600" y="5707063"/>
            <a:ext cx="3240088" cy="142875"/>
          </a:xfrm>
          <a:prstGeom prst="line">
            <a:avLst/>
          </a:prstGeom>
          <a:noFill/>
          <a:ln w="38100">
            <a:solidFill>
              <a:schemeClr val="folHlink"/>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6" name="Line 34"/>
          <p:cNvSpPr>
            <a:spLocks noChangeShapeType="1"/>
          </p:cNvSpPr>
          <p:nvPr/>
        </p:nvSpPr>
        <p:spPr bwMode="auto">
          <a:xfrm rot="186387" flipV="1">
            <a:off x="2868613" y="4494213"/>
            <a:ext cx="2976562" cy="7937"/>
          </a:xfrm>
          <a:prstGeom prst="line">
            <a:avLst/>
          </a:prstGeom>
          <a:noFill/>
          <a:ln w="38100">
            <a:solidFill>
              <a:schemeClr val="folHlink"/>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77" name="Text Box 35"/>
          <p:cNvSpPr txBox="1">
            <a:spLocks noChangeArrowheads="1"/>
          </p:cNvSpPr>
          <p:nvPr/>
        </p:nvSpPr>
        <p:spPr bwMode="auto">
          <a:xfrm rot="186387">
            <a:off x="3321050" y="3979863"/>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rPr>
              <a:t>连接建立请求</a:t>
            </a:r>
          </a:p>
        </p:txBody>
      </p:sp>
      <p:sp>
        <p:nvSpPr>
          <p:cNvPr id="185378" name="Text Box 37"/>
          <p:cNvSpPr txBox="1">
            <a:spLocks noChangeArrowheads="1"/>
          </p:cNvSpPr>
          <p:nvPr/>
        </p:nvSpPr>
        <p:spPr bwMode="auto">
          <a:xfrm>
            <a:off x="4192588" y="6167438"/>
            <a:ext cx="2806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a:t>TCP</a:t>
            </a:r>
            <a:r>
              <a:rPr lang="zh-CN" altLang="en-US"/>
              <a:t>面向连接</a:t>
            </a: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7" descr="e28813ef54e736d1386210b19b504fc2d462699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052513"/>
            <a:ext cx="7561262"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1" name="Text Box 8"/>
          <p:cNvSpPr txBox="1">
            <a:spLocks noChangeArrowheads="1"/>
          </p:cNvSpPr>
          <p:nvPr/>
        </p:nvSpPr>
        <p:spPr bwMode="auto">
          <a:xfrm>
            <a:off x="4192588" y="6167438"/>
            <a:ext cx="32305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Tahoma" pitchFamily="34" charset="0"/>
                <a:ea typeface="宋体" pitchFamily="2" charset="-122"/>
              </a:defRPr>
            </a:lvl1pPr>
            <a:lvl2pPr marL="742950" indent="-285750" eaLnBrk="0" hangingPunct="0">
              <a:defRPr sz="3600">
                <a:solidFill>
                  <a:schemeClr val="tx1"/>
                </a:solidFill>
                <a:latin typeface="Tahoma" pitchFamily="34" charset="0"/>
                <a:ea typeface="宋体" pitchFamily="2" charset="-122"/>
              </a:defRPr>
            </a:lvl2pPr>
            <a:lvl3pPr marL="1143000" indent="-228600" eaLnBrk="0" hangingPunct="0">
              <a:defRPr sz="3600">
                <a:solidFill>
                  <a:schemeClr val="tx1"/>
                </a:solidFill>
                <a:latin typeface="Tahoma" pitchFamily="34" charset="0"/>
                <a:ea typeface="宋体" pitchFamily="2" charset="-122"/>
              </a:defRPr>
            </a:lvl3pPr>
            <a:lvl4pPr marL="1600200" indent="-228600" eaLnBrk="0" hangingPunct="0">
              <a:defRPr sz="3600">
                <a:solidFill>
                  <a:schemeClr val="tx1"/>
                </a:solidFill>
                <a:latin typeface="Tahoma" pitchFamily="34" charset="0"/>
                <a:ea typeface="宋体" pitchFamily="2" charset="-122"/>
              </a:defRPr>
            </a:lvl4pPr>
            <a:lvl5pPr marL="2057400" indent="-228600" eaLnBrk="0" hangingPunct="0">
              <a:defRPr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3600">
                <a:solidFill>
                  <a:schemeClr val="tx1"/>
                </a:solidFill>
                <a:latin typeface="Tahoma" pitchFamily="34" charset="0"/>
                <a:ea typeface="宋体" pitchFamily="2" charset="-122"/>
              </a:defRPr>
            </a:lvl9pPr>
          </a:lstStyle>
          <a:p>
            <a:pPr eaLnBrk="1" hangingPunct="1"/>
            <a:r>
              <a:rPr lang="en-US" altLang="zh-CN"/>
              <a:t>udp</a:t>
            </a:r>
            <a:r>
              <a:rPr lang="zh-CN" altLang="en-US"/>
              <a:t>面向无连接</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11186</TotalTime>
  <Words>12116</Words>
  <Application>Microsoft Office PowerPoint</Application>
  <PresentationFormat>全屏显示(4:3)</PresentationFormat>
  <Paragraphs>2307</Paragraphs>
  <Slides>180</Slides>
  <Notes>141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180</vt:i4>
      </vt:variant>
    </vt:vector>
  </HeadingPairs>
  <TitlesOfParts>
    <vt:vector size="190" baseType="lpstr">
      <vt:lpstr>Tahoma</vt:lpstr>
      <vt:lpstr>宋体</vt:lpstr>
      <vt:lpstr>Arial</vt:lpstr>
      <vt:lpstr>黑体</vt:lpstr>
      <vt:lpstr>Wingdings</vt:lpstr>
      <vt:lpstr>Times New Roman</vt:lpstr>
      <vt:lpstr>Symbol</vt:lpstr>
      <vt:lpstr>Courier New</vt:lpstr>
      <vt:lpstr>Blends</vt:lpstr>
      <vt:lpstr>Visio 2000 Drawing</vt:lpstr>
      <vt:lpstr>计算机网络</vt:lpstr>
      <vt:lpstr>例举</vt:lpstr>
      <vt:lpstr>应用层协议的特点 </vt:lpstr>
      <vt:lpstr>6.1  域名系统 DNS 6.1.1  域名系统概述</vt:lpstr>
      <vt:lpstr>6.1.2   因特网的域名结构</vt:lpstr>
      <vt:lpstr>域名只是个逻辑概念</vt:lpstr>
      <vt:lpstr>顶级域名 TLD  (Top Level Domain)</vt:lpstr>
      <vt:lpstr>新增加了下列的通用顶级域名 </vt:lpstr>
      <vt:lpstr>因特网的域名空间 </vt:lpstr>
      <vt:lpstr>6.1.3  域名服务器 228</vt:lpstr>
      <vt:lpstr>区的不同划分方法举例228 </vt:lpstr>
      <vt:lpstr>树状结构的 DNS 域名服务器228 </vt:lpstr>
      <vt:lpstr>域名服务器有以下四种类型 </vt:lpstr>
      <vt:lpstr>根域名服务器  ——最高层次的域名服务器——</vt:lpstr>
      <vt:lpstr>根域名服务器共有 13 套装置 （不是 13 个机器）</vt:lpstr>
      <vt:lpstr>举例：根域名服务器 f 的地点分布图 </vt:lpstr>
      <vt:lpstr>顶级域名服务器 （即 TLD 服务器） </vt:lpstr>
      <vt:lpstr>权限域名服务器 </vt:lpstr>
      <vt:lpstr>本地域名服务器 </vt:lpstr>
      <vt:lpstr>提高域名服务器的可靠性</vt:lpstr>
      <vt:lpstr>域名的解析过程 </vt:lpstr>
      <vt:lpstr>本地域名服务器采用迭代查询 </vt:lpstr>
      <vt:lpstr>本地域名服务器采用递归查询 （比较少用） </vt:lpstr>
      <vt:lpstr>域名的高速缓存 </vt:lpstr>
      <vt:lpstr>6.2  文件传送协议  6.2.1  FTP概述</vt:lpstr>
      <vt:lpstr>FTP 特点</vt:lpstr>
      <vt:lpstr>主进程的工作步骤如下</vt:lpstr>
      <vt:lpstr>两个连接</vt:lpstr>
      <vt:lpstr>FTP 使用的两个 TCP 连接 </vt:lpstr>
      <vt:lpstr> 两个不同的端口号 </vt:lpstr>
      <vt:lpstr>9.6 文件传输协议</vt:lpstr>
      <vt:lpstr>9.6 文件传输协议</vt:lpstr>
      <vt:lpstr>PowerPoint 演示文稿</vt:lpstr>
      <vt:lpstr>6.2.3  简单文件传送协议 TFTP (Trivial File Transfer Protocol)  </vt:lpstr>
      <vt:lpstr>TFTP 的工作很像停止等待协议</vt:lpstr>
      <vt:lpstr>TFTP 的工作很像停止等待协议</vt:lpstr>
      <vt:lpstr>6.3 远程终端协议 TELNET</vt:lpstr>
      <vt:lpstr>客户服务器方式</vt:lpstr>
      <vt:lpstr>TELNET 使用 网络虚拟终端 NVT 格式 </vt:lpstr>
      <vt:lpstr>网络虚拟终端 NVT 格式 235</vt:lpstr>
      <vt:lpstr>6.4  万维网 WWW 6.4.1  万维网概述</vt:lpstr>
      <vt:lpstr>万维网提供分布式服务236 </vt:lpstr>
      <vt:lpstr>超媒体与超文本</vt:lpstr>
      <vt:lpstr>     万维网的工作方式 </vt:lpstr>
      <vt:lpstr>万维网必须解决的问题 </vt:lpstr>
      <vt:lpstr>万维网必须解决的问题 </vt:lpstr>
      <vt:lpstr>万维网必须解决的问题 </vt:lpstr>
      <vt:lpstr>6.4.2  统一资源定位符 URL 1. URL的格式</vt:lpstr>
      <vt:lpstr>URL 的一般形式 </vt:lpstr>
      <vt:lpstr>URL 的一般形式（续） </vt:lpstr>
      <vt:lpstr>URL 的一般形式（续） </vt:lpstr>
      <vt:lpstr>使用 HTTP 的 URL</vt:lpstr>
      <vt:lpstr>使用 HTTP 的 URL</vt:lpstr>
      <vt:lpstr>使用 HTTP 的 URL</vt:lpstr>
      <vt:lpstr>使用 HTTP 的 URL</vt:lpstr>
      <vt:lpstr>使用 HTTP 的 URL</vt:lpstr>
      <vt:lpstr>6.4.3  超文本传送协议 HTTP 1.  HTTP 的操作过程 </vt:lpstr>
      <vt:lpstr>万维网的工作过程 </vt:lpstr>
      <vt:lpstr>用户点击鼠标后所发生的事件 </vt:lpstr>
      <vt:lpstr>HTTP 的主要特点 </vt:lpstr>
      <vt:lpstr>请求一个万维网文档所需的时间240 /216</vt:lpstr>
      <vt:lpstr>持续连接 (persistent connection)</vt:lpstr>
      <vt:lpstr>持续连接的两种工作方式</vt:lpstr>
      <vt:lpstr>代理服务器 (proxy server) </vt:lpstr>
      <vt:lpstr>使用高速缓存可减少 访问因特网服务器的时延 </vt:lpstr>
      <vt:lpstr>使用高速缓存的情况</vt:lpstr>
      <vt:lpstr>使用高速缓存的情况</vt:lpstr>
      <vt:lpstr>使用高速缓存的情况</vt:lpstr>
      <vt:lpstr>使用高速缓存的情况</vt:lpstr>
      <vt:lpstr>使用高速缓存的情况</vt:lpstr>
      <vt:lpstr>3.  HTTP 的报文结构 </vt:lpstr>
      <vt:lpstr>HTTP 的报文结构（请求报文） </vt:lpstr>
      <vt:lpstr>HTTP 的报文结构（请求报文） </vt:lpstr>
      <vt:lpstr>HTTP 请求报文的一些方法 </vt:lpstr>
      <vt:lpstr>HTTP 的报文结构（请求报文） </vt:lpstr>
      <vt:lpstr>HTTP 的报文结构（请求报文） </vt:lpstr>
      <vt:lpstr>HTTP 的报文结构（响应报文） </vt:lpstr>
      <vt:lpstr>状态码都是三位数字 </vt:lpstr>
      <vt:lpstr>4. 在服务器上存放用户的信息</vt:lpstr>
      <vt:lpstr>6.4.4  万维网的文档 1. 超文本标记语言 HTML</vt:lpstr>
      <vt:lpstr>HTML 文档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两种不同的链接</vt:lpstr>
      <vt:lpstr>2.  动态万维网文档 </vt:lpstr>
      <vt:lpstr>万维网服务器功能的扩充 </vt:lpstr>
      <vt:lpstr>扩充了功能的万维网服务器 </vt:lpstr>
      <vt:lpstr>通用网关接口 CGI (Common Gateway Interface) </vt:lpstr>
      <vt:lpstr>CGI 程序</vt:lpstr>
      <vt:lpstr>实例： javascript嵌入html</vt:lpstr>
      <vt:lpstr>解释与编译（脚本语言是解释性语言</vt:lpstr>
      <vt:lpstr>3.  活动万维网文档</vt:lpstr>
      <vt:lpstr>活动文档在客户端创建 </vt:lpstr>
      <vt:lpstr>6.5  电子邮件 6.5.1  概述</vt:lpstr>
      <vt:lpstr>电子邮件的一些标准</vt:lpstr>
      <vt:lpstr>电子邮件的最主要的组成构件 </vt:lpstr>
      <vt:lpstr>用户代理 UA (User Agent)</vt:lpstr>
      <vt:lpstr>应当注意</vt:lpstr>
      <vt:lpstr>发送和接收电子邮件的 几个重要步骤</vt:lpstr>
      <vt:lpstr>发送和接收电子邮件的 几个重要步骤（续）</vt:lpstr>
      <vt:lpstr>电子邮件的组成</vt:lpstr>
      <vt:lpstr>电子邮件地址的格式</vt:lpstr>
      <vt:lpstr>6.5.2  简单邮件传送协议 SMTP </vt:lpstr>
      <vt:lpstr>SMTP 通信的三个阶段 </vt:lpstr>
      <vt:lpstr>6.5.3  电子邮件的信息格式 </vt:lpstr>
      <vt:lpstr>邮件内容的首部 </vt:lpstr>
      <vt:lpstr>6.5.4  邮件读取协议 POP3 和 IMAP</vt:lpstr>
      <vt:lpstr>IMAP 协议 (Internet Message Access Protocol) </vt:lpstr>
      <vt:lpstr>IMAP 的特点</vt:lpstr>
      <vt:lpstr>必须注意</vt:lpstr>
      <vt:lpstr>6.5.5  基于万维网的电子邮件</vt:lpstr>
      <vt:lpstr>6.5.6  通用因特网邮件扩充 MIME 1.  MIME 概述 </vt:lpstr>
      <vt:lpstr>MIME 的特点</vt:lpstr>
      <vt:lpstr>MIME 和 SMTP 的关系 </vt:lpstr>
      <vt:lpstr>MIME 主要包括三个部分 </vt:lpstr>
      <vt:lpstr>MIME 增加 5 个 新的邮件首部 </vt:lpstr>
      <vt:lpstr>2.  内容传送编码 (Content-Transfer-Encoding) </vt:lpstr>
      <vt:lpstr>3.  内容类型 </vt:lpstr>
      <vt:lpstr>6.6  动态主机配置协议 DHCP</vt:lpstr>
      <vt:lpstr>协议配置</vt:lpstr>
      <vt:lpstr>协议配置（续）</vt:lpstr>
      <vt:lpstr>动态主机配置协议 DHCP (Dynamic Host Configuration Protocol)  </vt:lpstr>
      <vt:lpstr>DHCP 使用客户服务器方式。</vt:lpstr>
      <vt:lpstr>DHCP 中继代理(relay agent) </vt:lpstr>
      <vt:lpstr>DHCP 中继代理 以单播方式转发发现报文 </vt:lpstr>
      <vt:lpstr>租用期(lease period)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6.7  简单网络管理协议 SNMP 6.7.1  网络管理的基本概念</vt:lpstr>
      <vt:lpstr>网络管理的一般模型 </vt:lpstr>
      <vt:lpstr>网络管理的五大功能 </vt:lpstr>
      <vt:lpstr>网络管理模型中的主要构件 </vt:lpstr>
      <vt:lpstr>被管对象(Managed Object)。</vt:lpstr>
      <vt:lpstr>代理(agent)</vt:lpstr>
      <vt:lpstr>网络管理协议 </vt:lpstr>
      <vt:lpstr>客户服务器方式</vt:lpstr>
      <vt:lpstr>网络管理的基本原理</vt:lpstr>
      <vt:lpstr>SNMP 的指导思想</vt:lpstr>
      <vt:lpstr>SNMP 的管理站和委托代理</vt:lpstr>
      <vt:lpstr>SNMP 的网络管理 由三个部分组成 </vt:lpstr>
      <vt:lpstr>SNMP</vt:lpstr>
      <vt:lpstr>SMI</vt:lpstr>
      <vt:lpstr>MIB</vt:lpstr>
      <vt:lpstr>6.7.2   管理信息结构 SMI </vt:lpstr>
      <vt:lpstr>6.7.3  管理信息库 MIB (Management Information Base)</vt:lpstr>
      <vt:lpstr>PowerPoint 演示文稿</vt:lpstr>
      <vt:lpstr>SNMP 的探询操作</vt:lpstr>
      <vt:lpstr>陷阱(trap)</vt:lpstr>
      <vt:lpstr>SNMP 是有效的网络管理协议</vt:lpstr>
      <vt:lpstr>SNMP 使用无连接的 UDP</vt:lpstr>
      <vt:lpstr>SNMPv1 定义的 协议数据单元类型（无编号 4） </vt:lpstr>
      <vt:lpstr>SNMP 的报文格式 </vt:lpstr>
      <vt:lpstr>6.8  应用进程跨越网络的通信 6.8.1  系统调用和应用编程接口</vt:lpstr>
      <vt:lpstr>多个应用进程 使用系统调用的机制 </vt:lpstr>
      <vt:lpstr>应用编程接口 API (Application Programming Interface) </vt:lpstr>
      <vt:lpstr>几种应用编程接口 API  </vt:lpstr>
      <vt:lpstr>应用进程通过套接字接入到网络 </vt:lpstr>
      <vt:lpstr>套接字的作用 </vt:lpstr>
      <vt:lpstr>调用 socket 创建套接字 </vt:lpstr>
      <vt:lpstr>6.8.2  几种常用的系统调用  1. 连接建立阶段</vt:lpstr>
      <vt:lpstr>6.8.2  几种常用的系统调用  并发方式工作的服务器 </vt:lpstr>
      <vt:lpstr>系统调用使用顺序的例子 </vt:lpstr>
      <vt:lpstr>PowerPoint 演示文稿</vt:lpstr>
    </vt:vector>
  </TitlesOfParts>
  <Company>NICE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Micorosoft</cp:lastModifiedBy>
  <cp:revision>877</cp:revision>
  <dcterms:created xsi:type="dcterms:W3CDTF">2004-03-02T12:35:10Z</dcterms:created>
  <dcterms:modified xsi:type="dcterms:W3CDTF">2022-11-08T10:55:01Z</dcterms:modified>
</cp:coreProperties>
</file>