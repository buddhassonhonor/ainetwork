
<file path=[Content_Types].xml><?xml version="1.0" encoding="utf-8"?>
<Types xmlns="http://schemas.openxmlformats.org/package/2006/content-types">
  <Default Extension="png" ContentType="image/png"/>
  <Default Extension="bin" ContentType="application/vnd.openxmlformats-officedocument.oleObject"/>
  <Default Extension="wmf" ContentType="image/x-wmf"/>
  <Default Extension="jpeg" ContentType="image/jpeg"/>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9" r:id="rId1"/>
  </p:sldMasterIdLst>
  <p:notesMasterIdLst>
    <p:notesMasterId r:id="rId211"/>
  </p:notesMasterIdLst>
  <p:sldIdLst>
    <p:sldId id="282" r:id="rId2"/>
    <p:sldId id="703" r:id="rId3"/>
    <p:sldId id="704" r:id="rId4"/>
    <p:sldId id="705" r:id="rId5"/>
    <p:sldId id="706" r:id="rId6"/>
    <p:sldId id="707" r:id="rId7"/>
    <p:sldId id="708" r:id="rId8"/>
    <p:sldId id="709" r:id="rId9"/>
    <p:sldId id="710" r:id="rId10"/>
    <p:sldId id="711" r:id="rId11"/>
    <p:sldId id="720" r:id="rId12"/>
    <p:sldId id="721" r:id="rId13"/>
    <p:sldId id="419" r:id="rId14"/>
    <p:sldId id="420" r:id="rId15"/>
    <p:sldId id="422" r:id="rId16"/>
    <p:sldId id="421" r:id="rId17"/>
    <p:sldId id="722" r:id="rId18"/>
    <p:sldId id="723" r:id="rId19"/>
    <p:sldId id="302" r:id="rId20"/>
    <p:sldId id="304" r:id="rId21"/>
    <p:sldId id="305" r:id="rId22"/>
    <p:sldId id="495" r:id="rId23"/>
    <p:sldId id="307" r:id="rId24"/>
    <p:sldId id="496" r:id="rId25"/>
    <p:sldId id="497" r:id="rId26"/>
    <p:sldId id="499" r:id="rId27"/>
    <p:sldId id="500" r:id="rId28"/>
    <p:sldId id="498" r:id="rId29"/>
    <p:sldId id="501" r:id="rId30"/>
    <p:sldId id="502" r:id="rId31"/>
    <p:sldId id="313" r:id="rId32"/>
    <p:sldId id="314" r:id="rId33"/>
    <p:sldId id="503" r:id="rId34"/>
    <p:sldId id="315" r:id="rId35"/>
    <p:sldId id="322" r:id="rId36"/>
    <p:sldId id="505" r:id="rId37"/>
    <p:sldId id="506" r:id="rId38"/>
    <p:sldId id="507" r:id="rId39"/>
    <p:sldId id="508" r:id="rId40"/>
    <p:sldId id="509" r:id="rId41"/>
    <p:sldId id="511" r:id="rId42"/>
    <p:sldId id="510" r:id="rId43"/>
    <p:sldId id="323" r:id="rId44"/>
    <p:sldId id="512" r:id="rId45"/>
    <p:sldId id="325" r:id="rId46"/>
    <p:sldId id="513" r:id="rId47"/>
    <p:sldId id="515" r:id="rId48"/>
    <p:sldId id="514" r:id="rId49"/>
    <p:sldId id="516" r:id="rId50"/>
    <p:sldId id="518" r:id="rId51"/>
    <p:sldId id="517" r:id="rId52"/>
    <p:sldId id="445" r:id="rId53"/>
    <p:sldId id="724" r:id="rId54"/>
    <p:sldId id="324" r:id="rId55"/>
    <p:sldId id="326" r:id="rId56"/>
    <p:sldId id="329" r:id="rId57"/>
    <p:sldId id="519" r:id="rId58"/>
    <p:sldId id="725" r:id="rId59"/>
    <p:sldId id="444" r:id="rId60"/>
    <p:sldId id="340" r:id="rId61"/>
    <p:sldId id="343" r:id="rId62"/>
    <p:sldId id="447" r:id="rId63"/>
    <p:sldId id="520" r:id="rId64"/>
    <p:sldId id="522" r:id="rId65"/>
    <p:sldId id="521" r:id="rId66"/>
    <p:sldId id="524" r:id="rId67"/>
    <p:sldId id="525" r:id="rId68"/>
    <p:sldId id="523" r:id="rId69"/>
    <p:sldId id="526" r:id="rId70"/>
    <p:sldId id="749" r:id="rId71"/>
    <p:sldId id="528" r:id="rId72"/>
    <p:sldId id="529" r:id="rId73"/>
    <p:sldId id="530" r:id="rId74"/>
    <p:sldId id="531" r:id="rId75"/>
    <p:sldId id="532" r:id="rId76"/>
    <p:sldId id="533" r:id="rId77"/>
    <p:sldId id="535" r:id="rId78"/>
    <p:sldId id="534" r:id="rId79"/>
    <p:sldId id="354" r:id="rId80"/>
    <p:sldId id="454" r:id="rId81"/>
    <p:sldId id="536" r:id="rId82"/>
    <p:sldId id="726" r:id="rId83"/>
    <p:sldId id="459" r:id="rId84"/>
    <p:sldId id="727" r:id="rId85"/>
    <p:sldId id="728" r:id="rId86"/>
    <p:sldId id="461" r:id="rId87"/>
    <p:sldId id="460" r:id="rId88"/>
    <p:sldId id="537" r:id="rId89"/>
    <p:sldId id="538" r:id="rId90"/>
    <p:sldId id="539" r:id="rId91"/>
    <p:sldId id="540" r:id="rId92"/>
    <p:sldId id="541" r:id="rId93"/>
    <p:sldId id="542" r:id="rId94"/>
    <p:sldId id="543" r:id="rId95"/>
    <p:sldId id="544" r:id="rId96"/>
    <p:sldId id="545" r:id="rId97"/>
    <p:sldId id="546" r:id="rId98"/>
    <p:sldId id="547" r:id="rId99"/>
    <p:sldId id="729" r:id="rId100"/>
    <p:sldId id="730" r:id="rId101"/>
    <p:sldId id="731" r:id="rId102"/>
    <p:sldId id="548" r:id="rId103"/>
    <p:sldId id="555" r:id="rId104"/>
    <p:sldId id="750" r:id="rId105"/>
    <p:sldId id="549" r:id="rId106"/>
    <p:sldId id="550" r:id="rId107"/>
    <p:sldId id="551" r:id="rId108"/>
    <p:sldId id="552" r:id="rId109"/>
    <p:sldId id="553" r:id="rId110"/>
    <p:sldId id="554" r:id="rId111"/>
    <p:sldId id="751" r:id="rId112"/>
    <p:sldId id="556" r:id="rId113"/>
    <p:sldId id="557" r:id="rId114"/>
    <p:sldId id="558" r:id="rId115"/>
    <p:sldId id="559" r:id="rId116"/>
    <p:sldId id="560" r:id="rId117"/>
    <p:sldId id="561" r:id="rId118"/>
    <p:sldId id="562" r:id="rId119"/>
    <p:sldId id="563" r:id="rId120"/>
    <p:sldId id="564" r:id="rId121"/>
    <p:sldId id="565" r:id="rId122"/>
    <p:sldId id="566" r:id="rId123"/>
    <p:sldId id="567" r:id="rId124"/>
    <p:sldId id="568" r:id="rId125"/>
    <p:sldId id="569" r:id="rId126"/>
    <p:sldId id="570" r:id="rId127"/>
    <p:sldId id="571" r:id="rId128"/>
    <p:sldId id="572" r:id="rId129"/>
    <p:sldId id="732" r:id="rId130"/>
    <p:sldId id="573" r:id="rId131"/>
    <p:sldId id="574" r:id="rId132"/>
    <p:sldId id="575" r:id="rId133"/>
    <p:sldId id="576" r:id="rId134"/>
    <p:sldId id="577" r:id="rId135"/>
    <p:sldId id="578" r:id="rId136"/>
    <p:sldId id="579" r:id="rId137"/>
    <p:sldId id="580" r:id="rId138"/>
    <p:sldId id="733" r:id="rId139"/>
    <p:sldId id="734" r:id="rId140"/>
    <p:sldId id="581" r:id="rId141"/>
    <p:sldId id="584" r:id="rId142"/>
    <p:sldId id="585" r:id="rId143"/>
    <p:sldId id="586" r:id="rId144"/>
    <p:sldId id="587" r:id="rId145"/>
    <p:sldId id="588" r:id="rId146"/>
    <p:sldId id="590" r:id="rId147"/>
    <p:sldId id="591" r:id="rId148"/>
    <p:sldId id="592" r:id="rId149"/>
    <p:sldId id="593" r:id="rId150"/>
    <p:sldId id="594" r:id="rId151"/>
    <p:sldId id="595" r:id="rId152"/>
    <p:sldId id="596" r:id="rId153"/>
    <p:sldId id="752" r:id="rId154"/>
    <p:sldId id="753" r:id="rId155"/>
    <p:sldId id="597" r:id="rId156"/>
    <p:sldId id="606" r:id="rId157"/>
    <p:sldId id="607" r:id="rId158"/>
    <p:sldId id="608" r:id="rId159"/>
    <p:sldId id="609" r:id="rId160"/>
    <p:sldId id="610" r:id="rId161"/>
    <p:sldId id="611" r:id="rId162"/>
    <p:sldId id="612" r:id="rId163"/>
    <p:sldId id="613" r:id="rId164"/>
    <p:sldId id="614" r:id="rId165"/>
    <p:sldId id="615" r:id="rId166"/>
    <p:sldId id="616" r:id="rId167"/>
    <p:sldId id="617" r:id="rId168"/>
    <p:sldId id="618" r:id="rId169"/>
    <p:sldId id="619" r:id="rId170"/>
    <p:sldId id="620" r:id="rId171"/>
    <p:sldId id="621" r:id="rId172"/>
    <p:sldId id="622" r:id="rId173"/>
    <p:sldId id="623" r:id="rId174"/>
    <p:sldId id="624" r:id="rId175"/>
    <p:sldId id="625" r:id="rId176"/>
    <p:sldId id="626" r:id="rId177"/>
    <p:sldId id="627" r:id="rId178"/>
    <p:sldId id="628" r:id="rId179"/>
    <p:sldId id="634" r:id="rId180"/>
    <p:sldId id="635" r:id="rId181"/>
    <p:sldId id="636" r:id="rId182"/>
    <p:sldId id="637" r:id="rId183"/>
    <p:sldId id="638" r:id="rId184"/>
    <p:sldId id="639" r:id="rId185"/>
    <p:sldId id="640" r:id="rId186"/>
    <p:sldId id="641" r:id="rId187"/>
    <p:sldId id="642" r:id="rId188"/>
    <p:sldId id="643" r:id="rId189"/>
    <p:sldId id="712" r:id="rId190"/>
    <p:sldId id="714" r:id="rId191"/>
    <p:sldId id="715" r:id="rId192"/>
    <p:sldId id="716" r:id="rId193"/>
    <p:sldId id="717" r:id="rId194"/>
    <p:sldId id="718" r:id="rId195"/>
    <p:sldId id="719" r:id="rId196"/>
    <p:sldId id="736" r:id="rId197"/>
    <p:sldId id="646" r:id="rId198"/>
    <p:sldId id="649" r:id="rId199"/>
    <p:sldId id="739" r:id="rId200"/>
    <p:sldId id="738" r:id="rId201"/>
    <p:sldId id="742" r:id="rId202"/>
    <p:sldId id="657" r:id="rId203"/>
    <p:sldId id="658" r:id="rId204"/>
    <p:sldId id="660" r:id="rId205"/>
    <p:sldId id="661" r:id="rId206"/>
    <p:sldId id="748" r:id="rId207"/>
    <p:sldId id="662" r:id="rId208"/>
    <p:sldId id="754" r:id="rId209"/>
    <p:sldId id="755" r:id="rId210"/>
  </p:sldIdLst>
  <p:sldSz cx="9144000" cy="6858000" type="screen4x3"/>
  <p:notesSz cx="6858000" cy="9144000"/>
  <p:defaultTextStyle>
    <a:defPPr>
      <a:defRPr lang="zh-CN"/>
    </a:defPPr>
    <a:lvl1pPr algn="l" rtl="0" fontAlgn="base">
      <a:spcBef>
        <a:spcPct val="0"/>
      </a:spcBef>
      <a:spcAft>
        <a:spcPct val="0"/>
      </a:spcAft>
      <a:defRPr sz="2800" kern="1200">
        <a:solidFill>
          <a:schemeClr val="tx1"/>
        </a:solidFill>
        <a:latin typeface="Tahoma" pitchFamily="34" charset="0"/>
        <a:ea typeface="黑体" pitchFamily="49" charset="-122"/>
        <a:cs typeface="+mn-cs"/>
      </a:defRPr>
    </a:lvl1pPr>
    <a:lvl2pPr marL="457200" algn="l" rtl="0" fontAlgn="base">
      <a:spcBef>
        <a:spcPct val="0"/>
      </a:spcBef>
      <a:spcAft>
        <a:spcPct val="0"/>
      </a:spcAft>
      <a:defRPr sz="2800" kern="1200">
        <a:solidFill>
          <a:schemeClr val="tx1"/>
        </a:solidFill>
        <a:latin typeface="Tahoma" pitchFamily="34" charset="0"/>
        <a:ea typeface="黑体" pitchFamily="49" charset="-122"/>
        <a:cs typeface="+mn-cs"/>
      </a:defRPr>
    </a:lvl2pPr>
    <a:lvl3pPr marL="914400" algn="l" rtl="0" fontAlgn="base">
      <a:spcBef>
        <a:spcPct val="0"/>
      </a:spcBef>
      <a:spcAft>
        <a:spcPct val="0"/>
      </a:spcAft>
      <a:defRPr sz="2800" kern="1200">
        <a:solidFill>
          <a:schemeClr val="tx1"/>
        </a:solidFill>
        <a:latin typeface="Tahoma" pitchFamily="34" charset="0"/>
        <a:ea typeface="黑体" pitchFamily="49" charset="-122"/>
        <a:cs typeface="+mn-cs"/>
      </a:defRPr>
    </a:lvl3pPr>
    <a:lvl4pPr marL="1371600" algn="l" rtl="0" fontAlgn="base">
      <a:spcBef>
        <a:spcPct val="0"/>
      </a:spcBef>
      <a:spcAft>
        <a:spcPct val="0"/>
      </a:spcAft>
      <a:defRPr sz="2800" kern="1200">
        <a:solidFill>
          <a:schemeClr val="tx1"/>
        </a:solidFill>
        <a:latin typeface="Tahoma" pitchFamily="34" charset="0"/>
        <a:ea typeface="黑体" pitchFamily="49" charset="-122"/>
        <a:cs typeface="+mn-cs"/>
      </a:defRPr>
    </a:lvl4pPr>
    <a:lvl5pPr marL="1828800" algn="l" rtl="0" fontAlgn="base">
      <a:spcBef>
        <a:spcPct val="0"/>
      </a:spcBef>
      <a:spcAft>
        <a:spcPct val="0"/>
      </a:spcAft>
      <a:defRPr sz="2800" kern="1200">
        <a:solidFill>
          <a:schemeClr val="tx1"/>
        </a:solidFill>
        <a:latin typeface="Tahoma" pitchFamily="34" charset="0"/>
        <a:ea typeface="黑体" pitchFamily="49" charset="-122"/>
        <a:cs typeface="+mn-cs"/>
      </a:defRPr>
    </a:lvl5pPr>
    <a:lvl6pPr marL="2286000" algn="l" defTabSz="914400" rtl="0" eaLnBrk="1" latinLnBrk="0" hangingPunct="1">
      <a:defRPr sz="2800" kern="1200">
        <a:solidFill>
          <a:schemeClr val="tx1"/>
        </a:solidFill>
        <a:latin typeface="Tahoma" pitchFamily="34" charset="0"/>
        <a:ea typeface="黑体" pitchFamily="49" charset="-122"/>
        <a:cs typeface="+mn-cs"/>
      </a:defRPr>
    </a:lvl6pPr>
    <a:lvl7pPr marL="2743200" algn="l" defTabSz="914400" rtl="0" eaLnBrk="1" latinLnBrk="0" hangingPunct="1">
      <a:defRPr sz="2800" kern="1200">
        <a:solidFill>
          <a:schemeClr val="tx1"/>
        </a:solidFill>
        <a:latin typeface="Tahoma" pitchFamily="34" charset="0"/>
        <a:ea typeface="黑体" pitchFamily="49" charset="-122"/>
        <a:cs typeface="+mn-cs"/>
      </a:defRPr>
    </a:lvl7pPr>
    <a:lvl8pPr marL="3200400" algn="l" defTabSz="914400" rtl="0" eaLnBrk="1" latinLnBrk="0" hangingPunct="1">
      <a:defRPr sz="2800" kern="1200">
        <a:solidFill>
          <a:schemeClr val="tx1"/>
        </a:solidFill>
        <a:latin typeface="Tahoma" pitchFamily="34" charset="0"/>
        <a:ea typeface="黑体" pitchFamily="49" charset="-122"/>
        <a:cs typeface="+mn-cs"/>
      </a:defRPr>
    </a:lvl8pPr>
    <a:lvl9pPr marL="3657600" algn="l" defTabSz="914400" rtl="0" eaLnBrk="1" latinLnBrk="0" hangingPunct="1">
      <a:defRPr sz="2800" kern="1200">
        <a:solidFill>
          <a:schemeClr val="tx1"/>
        </a:solidFill>
        <a:latin typeface="Tahoma" pitchFamily="34" charset="0"/>
        <a:ea typeface="黑体" pitchFamily="49" charset="-122"/>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CCECFF"/>
    <a:srgbClr val="FFFF99"/>
    <a:srgbClr val="CCFF99"/>
    <a:srgbClr val="FFCCFF"/>
    <a:srgbClr val="FFFFCC"/>
    <a:srgbClr val="33CC33"/>
    <a:srgbClr val="FFCC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0739" autoAdjust="0"/>
    <p:restoredTop sz="98785" autoAdjust="0"/>
  </p:normalViewPr>
  <p:slideViewPr>
    <p:cSldViewPr>
      <p:cViewPr varScale="1">
        <p:scale>
          <a:sx n="59" d="100"/>
          <a:sy n="59" d="100"/>
        </p:scale>
        <p:origin x="1464" y="66"/>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12306"/>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slide" Target="slides/slide164.xml"/><Relationship Id="rId181" Type="http://schemas.openxmlformats.org/officeDocument/2006/relationships/slide" Target="slides/slide180.xml"/><Relationship Id="rId186" Type="http://schemas.openxmlformats.org/officeDocument/2006/relationships/slide" Target="slides/slide185.xml"/><Relationship Id="rId211" Type="http://schemas.openxmlformats.org/officeDocument/2006/relationships/notesMaster" Target="notesMasters/notesMaster1.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slide" Target="slides/slide170.xml"/><Relationship Id="rId176" Type="http://schemas.openxmlformats.org/officeDocument/2006/relationships/slide" Target="slides/slide175.xml"/><Relationship Id="rId192" Type="http://schemas.openxmlformats.org/officeDocument/2006/relationships/slide" Target="slides/slide191.xml"/><Relationship Id="rId197" Type="http://schemas.openxmlformats.org/officeDocument/2006/relationships/slide" Target="slides/slide196.xml"/><Relationship Id="rId206" Type="http://schemas.openxmlformats.org/officeDocument/2006/relationships/slide" Target="slides/slide205.xml"/><Relationship Id="rId201" Type="http://schemas.openxmlformats.org/officeDocument/2006/relationships/slide" Target="slides/slide200.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82" Type="http://schemas.openxmlformats.org/officeDocument/2006/relationships/slide" Target="slides/slide181.xml"/><Relationship Id="rId187" Type="http://schemas.openxmlformats.org/officeDocument/2006/relationships/slide" Target="slides/slide186.xml"/><Relationship Id="rId1" Type="http://schemas.openxmlformats.org/officeDocument/2006/relationships/slideMaster" Target="slideMasters/slideMaster1.xml"/><Relationship Id="rId6" Type="http://schemas.openxmlformats.org/officeDocument/2006/relationships/slide" Target="slides/slide5.xml"/><Relationship Id="rId212" Type="http://schemas.openxmlformats.org/officeDocument/2006/relationships/presProps" Target="presProps.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172" Type="http://schemas.openxmlformats.org/officeDocument/2006/relationships/slide" Target="slides/slide171.xml"/><Relationship Id="rId193" Type="http://schemas.openxmlformats.org/officeDocument/2006/relationships/slide" Target="slides/slide192.xml"/><Relationship Id="rId202" Type="http://schemas.openxmlformats.org/officeDocument/2006/relationships/slide" Target="slides/slide201.xml"/><Relationship Id="rId207" Type="http://schemas.openxmlformats.org/officeDocument/2006/relationships/slide" Target="slides/slide206.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13" Type="http://schemas.openxmlformats.org/officeDocument/2006/relationships/viewProps" Target="viewProp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theme" Target="theme/theme1.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tableStyles" Target="tableStyles.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7.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70722"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a:latin typeface="Arial" charset="0"/>
                <a:ea typeface="宋体" pitchFamily="2" charset="-122"/>
              </a:defRPr>
            </a:lvl1pPr>
          </a:lstStyle>
          <a:p>
            <a:pPr>
              <a:defRPr/>
            </a:pPr>
            <a:endParaRPr lang="en-US" altLang="zh-CN"/>
          </a:p>
        </p:txBody>
      </p:sp>
      <p:sp>
        <p:nvSpPr>
          <p:cNvPr id="670723" name="Rectangle 3"/>
          <p:cNvSpPr>
            <a:spLocks noGrp="1" noChangeArrowheads="1"/>
          </p:cNvSpPr>
          <p:nvPr>
            <p:ph type="dt" idx="1"/>
          </p:nvPr>
        </p:nvSpPr>
        <p:spPr bwMode="auto">
          <a:xfrm>
            <a:off x="3884613"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00">
                <a:latin typeface="Arial" charset="0"/>
                <a:ea typeface="宋体" pitchFamily="2" charset="-122"/>
              </a:defRPr>
            </a:lvl1pPr>
          </a:lstStyle>
          <a:p>
            <a:pPr>
              <a:defRPr/>
            </a:pPr>
            <a:endParaRPr lang="en-US" altLang="zh-CN"/>
          </a:p>
        </p:txBody>
      </p:sp>
      <p:sp>
        <p:nvSpPr>
          <p:cNvPr id="257028"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670725" name="Rectangle 5"/>
          <p:cNvSpPr>
            <a:spLocks noGrp="1" noChangeArrowheads="1"/>
          </p:cNvSpPr>
          <p:nvPr>
            <p:ph type="body" sz="quarter" idx="3"/>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670726" name="Rectangle 6"/>
          <p:cNvSpPr>
            <a:spLocks noGrp="1" noChangeArrowheads="1"/>
          </p:cNvSpPr>
          <p:nvPr>
            <p:ph type="ftr" sz="quarter" idx="4"/>
          </p:nvPr>
        </p:nvSpPr>
        <p:spPr bwMode="auto">
          <a:xfrm>
            <a:off x="0"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defRPr sz="1200">
                <a:latin typeface="Arial" charset="0"/>
                <a:ea typeface="宋体" pitchFamily="2" charset="-122"/>
              </a:defRPr>
            </a:lvl1pPr>
          </a:lstStyle>
          <a:p>
            <a:pPr>
              <a:defRPr/>
            </a:pPr>
            <a:endParaRPr lang="en-US" altLang="zh-CN"/>
          </a:p>
        </p:txBody>
      </p:sp>
      <p:sp>
        <p:nvSpPr>
          <p:cNvPr id="670727"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200">
                <a:latin typeface="Arial" charset="0"/>
                <a:ea typeface="宋体" pitchFamily="2" charset="-122"/>
              </a:defRPr>
            </a:lvl1pPr>
          </a:lstStyle>
          <a:p>
            <a:pPr>
              <a:defRPr/>
            </a:pPr>
            <a:fld id="{91481255-8DDA-4027-8E68-A3B060C69CE3}" type="slidenum">
              <a:rPr lang="en-US" altLang="zh-CN"/>
              <a:pPr>
                <a:defRPr/>
              </a:pPr>
              <a:t>‹#›</a:t>
            </a:fld>
            <a:endParaRPr lang="en-US" altLang="zh-CN"/>
          </a:p>
        </p:txBody>
      </p:sp>
    </p:spTree>
    <p:extLst>
      <p:ext uri="{BB962C8B-B14F-4D97-AF65-F5344CB8AC3E}">
        <p14:creationId xmlns:p14="http://schemas.microsoft.com/office/powerpoint/2010/main" val="342537359"/>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宋体" pitchFamily="2" charset="-122"/>
        <a:cs typeface="+mn-cs"/>
      </a:defRPr>
    </a:lvl1pPr>
    <a:lvl2pPr marL="457200" algn="l" rtl="0" eaLnBrk="0" fontAlgn="base" hangingPunct="0">
      <a:spcBef>
        <a:spcPct val="30000"/>
      </a:spcBef>
      <a:spcAft>
        <a:spcPct val="0"/>
      </a:spcAft>
      <a:defRPr sz="1200" kern="1200">
        <a:solidFill>
          <a:schemeClr val="tx1"/>
        </a:solidFill>
        <a:latin typeface="Arial" charset="0"/>
        <a:ea typeface="宋体" pitchFamily="2" charset="-122"/>
        <a:cs typeface="+mn-cs"/>
      </a:defRPr>
    </a:lvl2pPr>
    <a:lvl3pPr marL="914400" algn="l" rtl="0" eaLnBrk="0" fontAlgn="base" hangingPunct="0">
      <a:spcBef>
        <a:spcPct val="30000"/>
      </a:spcBef>
      <a:spcAft>
        <a:spcPct val="0"/>
      </a:spcAft>
      <a:defRPr sz="1200" kern="1200">
        <a:solidFill>
          <a:schemeClr val="tx1"/>
        </a:solidFill>
        <a:latin typeface="Arial" charset="0"/>
        <a:ea typeface="宋体" pitchFamily="2" charset="-122"/>
        <a:cs typeface="+mn-cs"/>
      </a:defRPr>
    </a:lvl3pPr>
    <a:lvl4pPr marL="1371600" algn="l" rtl="0" eaLnBrk="0" fontAlgn="base" hangingPunct="0">
      <a:spcBef>
        <a:spcPct val="30000"/>
      </a:spcBef>
      <a:spcAft>
        <a:spcPct val="0"/>
      </a:spcAft>
      <a:defRPr sz="1200" kern="1200">
        <a:solidFill>
          <a:schemeClr val="tx1"/>
        </a:solidFill>
        <a:latin typeface="Arial" charset="0"/>
        <a:ea typeface="宋体" pitchFamily="2" charset="-122"/>
        <a:cs typeface="+mn-cs"/>
      </a:defRPr>
    </a:lvl4pPr>
    <a:lvl5pPr marL="1828800" algn="l" rtl="0" eaLnBrk="0" fontAlgn="base" hangingPunct="0">
      <a:spcBef>
        <a:spcPct val="30000"/>
      </a:spcBef>
      <a:spcAft>
        <a:spcPct val="0"/>
      </a:spcAft>
      <a:defRPr sz="1200" kern="1200">
        <a:solidFill>
          <a:schemeClr val="tx1"/>
        </a:solidFill>
        <a:latin typeface="Arial" charset="0"/>
        <a:ea typeface="宋体"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109410C-B70F-4667-ACE0-56A7218FCD12}" type="slidenum">
              <a:rPr lang="en-US" altLang="zh-CN" sz="1200" smtClean="0">
                <a:latin typeface="Arial" pitchFamily="34" charset="0"/>
                <a:ea typeface="宋体" pitchFamily="2" charset="-122"/>
              </a:rPr>
              <a:pPr eaLnBrk="1" hangingPunct="1"/>
              <a:t>1</a:t>
            </a:fld>
            <a:endParaRPr lang="en-US" altLang="zh-CN" sz="1200" smtClean="0">
              <a:latin typeface="Arial" pitchFamily="34" charset="0"/>
              <a:ea typeface="宋体" pitchFamily="2" charset="-122"/>
            </a:endParaRPr>
          </a:p>
        </p:txBody>
      </p:sp>
      <p:sp>
        <p:nvSpPr>
          <p:cNvPr id="258051" name="Rectangle 2"/>
          <p:cNvSpPr>
            <a:spLocks noGrp="1" noRot="1" noChangeAspect="1" noChangeArrowheads="1" noTextEdit="1"/>
          </p:cNvSpPr>
          <p:nvPr>
            <p:ph type="sldImg"/>
          </p:nvPr>
        </p:nvSpPr>
        <p:spPr>
          <a:ln/>
        </p:spPr>
      </p:sp>
      <p:sp>
        <p:nvSpPr>
          <p:cNvPr id="2580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1E93F53-541E-4F86-9A30-1633D077836B}" type="slidenum">
              <a:rPr lang="en-US" altLang="zh-CN" sz="1200" smtClean="0">
                <a:latin typeface="Arial" pitchFamily="34" charset="0"/>
                <a:ea typeface="宋体" pitchFamily="2" charset="-122"/>
              </a:rPr>
              <a:pPr eaLnBrk="1" hangingPunct="1"/>
              <a:t>2</a:t>
            </a:fld>
            <a:endParaRPr lang="en-US" altLang="zh-CN" sz="1200" smtClean="0">
              <a:latin typeface="Arial" pitchFamily="34" charset="0"/>
              <a:ea typeface="宋体" pitchFamily="2" charset="-122"/>
            </a:endParaRPr>
          </a:p>
        </p:txBody>
      </p:sp>
      <p:sp>
        <p:nvSpPr>
          <p:cNvPr id="259075" name="Rectangle 2"/>
          <p:cNvSpPr>
            <a:spLocks noGrp="1" noRot="1" noChangeAspect="1" noChangeArrowheads="1" noTextEdit="1"/>
          </p:cNvSpPr>
          <p:nvPr>
            <p:ph type="sldImg"/>
          </p:nvPr>
        </p:nvSpPr>
        <p:spPr>
          <a:ln/>
        </p:spPr>
      </p:sp>
      <p:sp>
        <p:nvSpPr>
          <p:cNvPr id="2590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D05F7FF-9767-408D-86D6-C0B6CE5104FE}" type="slidenum">
              <a:rPr lang="en-US" altLang="zh-CN" sz="1200" smtClean="0">
                <a:latin typeface="Arial" pitchFamily="34" charset="0"/>
                <a:ea typeface="宋体" pitchFamily="2" charset="-122"/>
              </a:rPr>
              <a:pPr eaLnBrk="1" hangingPunct="1"/>
              <a:t>3</a:t>
            </a:fld>
            <a:endParaRPr lang="en-US" altLang="zh-CN" sz="1200" smtClean="0">
              <a:latin typeface="Arial" pitchFamily="34" charset="0"/>
              <a:ea typeface="宋体" pitchFamily="2" charset="-122"/>
            </a:endParaRPr>
          </a:p>
        </p:txBody>
      </p:sp>
      <p:sp>
        <p:nvSpPr>
          <p:cNvPr id="260099" name="Rectangle 2"/>
          <p:cNvSpPr>
            <a:spLocks noGrp="1" noRot="1" noChangeAspect="1" noChangeArrowheads="1" noTextEdit="1"/>
          </p:cNvSpPr>
          <p:nvPr>
            <p:ph type="sldImg"/>
          </p:nvPr>
        </p:nvSpPr>
        <p:spPr>
          <a:ln/>
        </p:spPr>
      </p:sp>
      <p:sp>
        <p:nvSpPr>
          <p:cNvPr id="2601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6341416-EB39-4B9F-8AF5-41FD377283DC}" type="slidenum">
              <a:rPr lang="en-US" altLang="zh-CN" sz="1200" smtClean="0">
                <a:latin typeface="Arial" pitchFamily="34" charset="0"/>
                <a:ea typeface="宋体" pitchFamily="2" charset="-122"/>
              </a:rPr>
              <a:pPr eaLnBrk="1" hangingPunct="1"/>
              <a:t>4</a:t>
            </a:fld>
            <a:endParaRPr lang="en-US" altLang="zh-CN" sz="1200" smtClean="0">
              <a:latin typeface="Arial" pitchFamily="34" charset="0"/>
              <a:ea typeface="宋体" pitchFamily="2" charset="-122"/>
            </a:endParaRPr>
          </a:p>
        </p:txBody>
      </p:sp>
      <p:sp>
        <p:nvSpPr>
          <p:cNvPr id="261123" name="Rectangle 2"/>
          <p:cNvSpPr>
            <a:spLocks noGrp="1" noRot="1" noChangeAspect="1" noChangeArrowheads="1" noTextEdit="1"/>
          </p:cNvSpPr>
          <p:nvPr>
            <p:ph type="sldImg"/>
          </p:nvPr>
        </p:nvSpPr>
        <p:spPr>
          <a:ln/>
        </p:spPr>
      </p:sp>
      <p:sp>
        <p:nvSpPr>
          <p:cNvPr id="2611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5479898-9492-4BFE-A9D5-6AC694C5F705}" type="slidenum">
              <a:rPr lang="en-US" altLang="zh-CN" sz="1200" smtClean="0">
                <a:latin typeface="Arial" pitchFamily="34" charset="0"/>
                <a:ea typeface="宋体" pitchFamily="2" charset="-122"/>
              </a:rPr>
              <a:pPr eaLnBrk="1" hangingPunct="1"/>
              <a:t>5</a:t>
            </a:fld>
            <a:endParaRPr lang="en-US" altLang="zh-CN" sz="1200" smtClean="0">
              <a:latin typeface="Arial" pitchFamily="34" charset="0"/>
              <a:ea typeface="宋体" pitchFamily="2" charset="-122"/>
            </a:endParaRPr>
          </a:p>
        </p:txBody>
      </p:sp>
      <p:sp>
        <p:nvSpPr>
          <p:cNvPr id="262147" name="Rectangle 2"/>
          <p:cNvSpPr>
            <a:spLocks noGrp="1" noRot="1" noChangeAspect="1" noChangeArrowheads="1" noTextEdit="1"/>
          </p:cNvSpPr>
          <p:nvPr>
            <p:ph type="sldImg"/>
          </p:nvPr>
        </p:nvSpPr>
        <p:spPr>
          <a:ln/>
        </p:spPr>
      </p:sp>
      <p:sp>
        <p:nvSpPr>
          <p:cNvPr id="2621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67E1B23-A126-4193-BB42-76CA9FFFC9A2}" type="slidenum">
              <a:rPr lang="en-US" altLang="zh-CN" sz="1200" smtClean="0">
                <a:latin typeface="Arial" pitchFamily="34" charset="0"/>
                <a:ea typeface="宋体" pitchFamily="2" charset="-122"/>
              </a:rPr>
              <a:pPr eaLnBrk="1" hangingPunct="1"/>
              <a:t>6</a:t>
            </a:fld>
            <a:endParaRPr lang="en-US" altLang="zh-CN" sz="1200" smtClean="0">
              <a:latin typeface="Arial" pitchFamily="34" charset="0"/>
              <a:ea typeface="宋体" pitchFamily="2" charset="-122"/>
            </a:endParaRPr>
          </a:p>
        </p:txBody>
      </p:sp>
      <p:sp>
        <p:nvSpPr>
          <p:cNvPr id="263171" name="Rectangle 2"/>
          <p:cNvSpPr>
            <a:spLocks noGrp="1" noRot="1" noChangeAspect="1" noChangeArrowheads="1" noTextEdit="1"/>
          </p:cNvSpPr>
          <p:nvPr>
            <p:ph type="sldImg"/>
          </p:nvPr>
        </p:nvSpPr>
        <p:spPr>
          <a:ln/>
        </p:spPr>
      </p:sp>
      <p:sp>
        <p:nvSpPr>
          <p:cNvPr id="2631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B4E5B89-647D-4862-90D1-17E6934808F6}" type="slidenum">
              <a:rPr lang="en-US" altLang="zh-CN" sz="1200" smtClean="0">
                <a:latin typeface="Arial" pitchFamily="34" charset="0"/>
                <a:ea typeface="宋体" pitchFamily="2" charset="-122"/>
              </a:rPr>
              <a:pPr eaLnBrk="1" hangingPunct="1"/>
              <a:t>7</a:t>
            </a:fld>
            <a:endParaRPr lang="en-US" altLang="zh-CN" sz="1200" smtClean="0">
              <a:latin typeface="Arial" pitchFamily="34" charset="0"/>
              <a:ea typeface="宋体" pitchFamily="2" charset="-122"/>
            </a:endParaRPr>
          </a:p>
        </p:txBody>
      </p:sp>
      <p:sp>
        <p:nvSpPr>
          <p:cNvPr id="264195" name="Rectangle 2"/>
          <p:cNvSpPr>
            <a:spLocks noGrp="1" noRot="1" noChangeAspect="1" noChangeArrowheads="1" noTextEdit="1"/>
          </p:cNvSpPr>
          <p:nvPr>
            <p:ph type="sldImg"/>
          </p:nvPr>
        </p:nvSpPr>
        <p:spPr>
          <a:ln/>
        </p:spPr>
      </p:sp>
      <p:sp>
        <p:nvSpPr>
          <p:cNvPr id="2641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22DFF90-5392-48CC-9978-13D15A273F10}" type="slidenum">
              <a:rPr lang="en-US" altLang="zh-CN" sz="1200" smtClean="0">
                <a:latin typeface="Arial" pitchFamily="34" charset="0"/>
                <a:ea typeface="宋体" pitchFamily="2" charset="-122"/>
              </a:rPr>
              <a:pPr eaLnBrk="1" hangingPunct="1"/>
              <a:t>8</a:t>
            </a:fld>
            <a:endParaRPr lang="en-US" altLang="zh-CN" sz="1200" smtClean="0">
              <a:latin typeface="Arial" pitchFamily="34" charset="0"/>
              <a:ea typeface="宋体" pitchFamily="2" charset="-122"/>
            </a:endParaRPr>
          </a:p>
        </p:txBody>
      </p:sp>
      <p:sp>
        <p:nvSpPr>
          <p:cNvPr id="265219" name="Rectangle 2"/>
          <p:cNvSpPr>
            <a:spLocks noGrp="1" noRot="1" noChangeAspect="1" noChangeArrowheads="1" noTextEdit="1"/>
          </p:cNvSpPr>
          <p:nvPr>
            <p:ph type="sldImg"/>
          </p:nvPr>
        </p:nvSpPr>
        <p:spPr>
          <a:ln/>
        </p:spPr>
      </p:sp>
      <p:sp>
        <p:nvSpPr>
          <p:cNvPr id="2652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B5D5314-63E3-4DBD-BB94-A6D86F6FB7FA}" type="slidenum">
              <a:rPr lang="en-US" altLang="zh-CN" sz="1200" smtClean="0">
                <a:latin typeface="Arial" pitchFamily="34" charset="0"/>
                <a:ea typeface="宋体" pitchFamily="2" charset="-122"/>
              </a:rPr>
              <a:pPr eaLnBrk="1" hangingPunct="1"/>
              <a:t>9</a:t>
            </a:fld>
            <a:endParaRPr lang="en-US" altLang="zh-CN" sz="1200" smtClean="0">
              <a:latin typeface="Arial" pitchFamily="34" charset="0"/>
              <a:ea typeface="宋体" pitchFamily="2" charset="-122"/>
            </a:endParaRPr>
          </a:p>
        </p:txBody>
      </p:sp>
      <p:sp>
        <p:nvSpPr>
          <p:cNvPr id="266243" name="Rectangle 2"/>
          <p:cNvSpPr>
            <a:spLocks noGrp="1" noRot="1" noChangeAspect="1" noChangeArrowheads="1" noTextEdit="1"/>
          </p:cNvSpPr>
          <p:nvPr>
            <p:ph type="sldImg"/>
          </p:nvPr>
        </p:nvSpPr>
        <p:spPr>
          <a:ln/>
        </p:spPr>
      </p:sp>
      <p:sp>
        <p:nvSpPr>
          <p:cNvPr id="2662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068F68D-55AC-4049-B684-AE69B9CD3FEE}" type="slidenum">
              <a:rPr lang="en-US" altLang="zh-CN" sz="1200" smtClean="0">
                <a:latin typeface="Arial" pitchFamily="34" charset="0"/>
                <a:ea typeface="宋体" pitchFamily="2" charset="-122"/>
              </a:rPr>
              <a:pPr eaLnBrk="1" hangingPunct="1"/>
              <a:t>10</a:t>
            </a:fld>
            <a:endParaRPr lang="en-US" altLang="zh-CN" sz="1200" smtClean="0">
              <a:latin typeface="Arial" pitchFamily="34" charset="0"/>
              <a:ea typeface="宋体" pitchFamily="2" charset="-122"/>
            </a:endParaRPr>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BC76B70-07AC-47D1-9BE0-960D523CC943}" type="slidenum">
              <a:rPr lang="en-US" altLang="zh-CN" sz="1200" smtClean="0">
                <a:latin typeface="Arial" pitchFamily="34" charset="0"/>
                <a:ea typeface="宋体" pitchFamily="2" charset="-122"/>
              </a:rPr>
              <a:pPr eaLnBrk="1" hangingPunct="1"/>
              <a:t>11</a:t>
            </a:fld>
            <a:endParaRPr lang="en-US" altLang="zh-CN" sz="1200" smtClean="0">
              <a:latin typeface="Arial" pitchFamily="34" charset="0"/>
              <a:ea typeface="宋体" pitchFamily="2" charset="-122"/>
            </a:endParaRPr>
          </a:p>
        </p:txBody>
      </p:sp>
      <p:sp>
        <p:nvSpPr>
          <p:cNvPr id="268291" name="Rectangle 2"/>
          <p:cNvSpPr>
            <a:spLocks noGrp="1" noRot="1" noChangeAspect="1" noChangeArrowheads="1" noTextEdit="1"/>
          </p:cNvSpPr>
          <p:nvPr>
            <p:ph type="sldImg"/>
          </p:nvPr>
        </p:nvSpPr>
        <p:spPr>
          <a:ln/>
        </p:spPr>
      </p:sp>
      <p:sp>
        <p:nvSpPr>
          <p:cNvPr id="2682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E88BDAF-EFBB-4E02-8977-D95FEB1B5ABF}" type="slidenum">
              <a:rPr lang="en-US" altLang="zh-CN" sz="1200" smtClean="0">
                <a:latin typeface="Arial" pitchFamily="34" charset="0"/>
                <a:ea typeface="宋体" pitchFamily="2" charset="-122"/>
              </a:rPr>
              <a:pPr eaLnBrk="1" hangingPunct="1"/>
              <a:t>12</a:t>
            </a:fld>
            <a:endParaRPr lang="en-US" altLang="zh-CN" sz="1200" smtClean="0">
              <a:latin typeface="Arial" pitchFamily="34" charset="0"/>
              <a:ea typeface="宋体" pitchFamily="2" charset="-122"/>
            </a:endParaRPr>
          </a:p>
        </p:txBody>
      </p:sp>
      <p:sp>
        <p:nvSpPr>
          <p:cNvPr id="269315" name="Rectangle 2"/>
          <p:cNvSpPr>
            <a:spLocks noGrp="1" noRot="1" noChangeAspect="1" noChangeArrowheads="1" noTextEdit="1"/>
          </p:cNvSpPr>
          <p:nvPr>
            <p:ph type="sldImg"/>
          </p:nvPr>
        </p:nvSpPr>
        <p:spPr>
          <a:ln/>
        </p:spPr>
      </p:sp>
      <p:sp>
        <p:nvSpPr>
          <p:cNvPr id="2693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9C72864-4278-46BC-B3A5-D0C74B35D3AA}" type="slidenum">
              <a:rPr lang="en-US" altLang="zh-CN" sz="1200" smtClean="0">
                <a:latin typeface="Arial" pitchFamily="34" charset="0"/>
                <a:ea typeface="宋体" pitchFamily="2" charset="-122"/>
              </a:rPr>
              <a:pPr eaLnBrk="1" hangingPunct="1"/>
              <a:t>13</a:t>
            </a:fld>
            <a:endParaRPr lang="en-US" altLang="zh-CN" sz="1200" smtClean="0">
              <a:latin typeface="Arial" pitchFamily="34" charset="0"/>
              <a:ea typeface="宋体" pitchFamily="2" charset="-122"/>
            </a:endParaRPr>
          </a:p>
        </p:txBody>
      </p:sp>
      <p:sp>
        <p:nvSpPr>
          <p:cNvPr id="270339" name="Rectangle 2"/>
          <p:cNvSpPr>
            <a:spLocks noGrp="1" noRot="1" noChangeAspect="1" noChangeArrowheads="1" noTextEdit="1"/>
          </p:cNvSpPr>
          <p:nvPr>
            <p:ph type="sldImg"/>
          </p:nvPr>
        </p:nvSpPr>
        <p:spPr>
          <a:ln/>
        </p:spPr>
      </p:sp>
      <p:sp>
        <p:nvSpPr>
          <p:cNvPr id="2703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A6AAF2F-4965-4E9E-8BB6-3818580C6F33}" type="slidenum">
              <a:rPr lang="en-US" altLang="zh-CN" sz="1200" smtClean="0">
                <a:latin typeface="Arial" pitchFamily="34" charset="0"/>
                <a:ea typeface="宋体" pitchFamily="2" charset="-122"/>
              </a:rPr>
              <a:pPr eaLnBrk="1" hangingPunct="1"/>
              <a:t>14</a:t>
            </a:fld>
            <a:endParaRPr lang="en-US" altLang="zh-CN" sz="1200" smtClean="0">
              <a:latin typeface="Arial" pitchFamily="34" charset="0"/>
              <a:ea typeface="宋体" pitchFamily="2" charset="-122"/>
            </a:endParaRPr>
          </a:p>
        </p:txBody>
      </p:sp>
      <p:sp>
        <p:nvSpPr>
          <p:cNvPr id="271363" name="Rectangle 2"/>
          <p:cNvSpPr>
            <a:spLocks noGrp="1" noRot="1" noChangeAspect="1" noChangeArrowheads="1" noTextEdit="1"/>
          </p:cNvSpPr>
          <p:nvPr>
            <p:ph type="sldImg"/>
          </p:nvPr>
        </p:nvSpPr>
        <p:spPr>
          <a:ln/>
        </p:spPr>
      </p:sp>
      <p:sp>
        <p:nvSpPr>
          <p:cNvPr id="2713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F30D9DE-CC05-4A1C-8B75-680C342C1002}" type="slidenum">
              <a:rPr lang="en-US" altLang="zh-CN" sz="1200" smtClean="0">
                <a:latin typeface="Arial" pitchFamily="34" charset="0"/>
                <a:ea typeface="宋体" pitchFamily="2" charset="-122"/>
              </a:rPr>
              <a:pPr eaLnBrk="1" hangingPunct="1"/>
              <a:t>15</a:t>
            </a:fld>
            <a:endParaRPr lang="en-US" altLang="zh-CN" sz="1200" smtClean="0">
              <a:latin typeface="Arial" pitchFamily="34" charset="0"/>
              <a:ea typeface="宋体" pitchFamily="2" charset="-122"/>
            </a:endParaRPr>
          </a:p>
        </p:txBody>
      </p:sp>
      <p:sp>
        <p:nvSpPr>
          <p:cNvPr id="272387" name="Rectangle 2"/>
          <p:cNvSpPr>
            <a:spLocks noGrp="1" noRot="1" noChangeAspect="1" noChangeArrowheads="1" noTextEdit="1"/>
          </p:cNvSpPr>
          <p:nvPr>
            <p:ph type="sldImg"/>
          </p:nvPr>
        </p:nvSpPr>
        <p:spPr>
          <a:ln/>
        </p:spPr>
      </p:sp>
      <p:sp>
        <p:nvSpPr>
          <p:cNvPr id="2723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18D5856-6C43-4F8B-8036-554201892F3C}" type="slidenum">
              <a:rPr lang="en-US" altLang="zh-CN" sz="1200" smtClean="0">
                <a:latin typeface="Arial" pitchFamily="34" charset="0"/>
                <a:ea typeface="宋体" pitchFamily="2" charset="-122"/>
              </a:rPr>
              <a:pPr eaLnBrk="1" hangingPunct="1"/>
              <a:t>16</a:t>
            </a:fld>
            <a:endParaRPr lang="en-US" altLang="zh-CN" sz="1200" smtClean="0">
              <a:latin typeface="Arial" pitchFamily="34" charset="0"/>
              <a:ea typeface="宋体" pitchFamily="2" charset="-122"/>
            </a:endParaRPr>
          </a:p>
        </p:txBody>
      </p:sp>
      <p:sp>
        <p:nvSpPr>
          <p:cNvPr id="273411" name="Rectangle 2"/>
          <p:cNvSpPr>
            <a:spLocks noGrp="1" noRot="1" noChangeAspect="1" noChangeArrowheads="1" noTextEdit="1"/>
          </p:cNvSpPr>
          <p:nvPr>
            <p:ph type="sldImg"/>
          </p:nvPr>
        </p:nvSpPr>
        <p:spPr>
          <a:ln/>
        </p:spPr>
      </p:sp>
      <p:sp>
        <p:nvSpPr>
          <p:cNvPr id="2734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0C91492C-3F48-41B7-B1D7-FD31773C92EB}" type="slidenum">
              <a:rPr lang="en-US" altLang="zh-CN" sz="1200" smtClean="0">
                <a:latin typeface="Arial" pitchFamily="34" charset="0"/>
                <a:ea typeface="宋体" pitchFamily="2" charset="-122"/>
              </a:rPr>
              <a:pPr eaLnBrk="1" hangingPunct="1"/>
              <a:t>17</a:t>
            </a:fld>
            <a:endParaRPr lang="en-US" altLang="zh-CN" sz="1200" smtClean="0">
              <a:latin typeface="Arial" pitchFamily="34" charset="0"/>
              <a:ea typeface="宋体" pitchFamily="2" charset="-122"/>
            </a:endParaRPr>
          </a:p>
        </p:txBody>
      </p:sp>
      <p:sp>
        <p:nvSpPr>
          <p:cNvPr id="274435" name="Rectangle 2"/>
          <p:cNvSpPr>
            <a:spLocks noGrp="1" noRot="1" noChangeAspect="1" noChangeArrowheads="1" noTextEdit="1"/>
          </p:cNvSpPr>
          <p:nvPr>
            <p:ph type="sldImg"/>
          </p:nvPr>
        </p:nvSpPr>
        <p:spPr>
          <a:ln/>
        </p:spPr>
      </p:sp>
      <p:sp>
        <p:nvSpPr>
          <p:cNvPr id="2744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B9636D8-DCD7-4043-BDA1-35A5F3AFB603}" type="slidenum">
              <a:rPr lang="en-US" altLang="zh-CN" sz="1200" smtClean="0">
                <a:latin typeface="Arial" pitchFamily="34" charset="0"/>
                <a:ea typeface="宋体" pitchFamily="2" charset="-122"/>
              </a:rPr>
              <a:pPr eaLnBrk="1" hangingPunct="1"/>
              <a:t>18</a:t>
            </a:fld>
            <a:endParaRPr lang="en-US" altLang="zh-CN" sz="1200" smtClean="0">
              <a:latin typeface="Arial" pitchFamily="34" charset="0"/>
              <a:ea typeface="宋体" pitchFamily="2" charset="-122"/>
            </a:endParaRPr>
          </a:p>
        </p:txBody>
      </p:sp>
      <p:sp>
        <p:nvSpPr>
          <p:cNvPr id="275459" name="Rectangle 2"/>
          <p:cNvSpPr>
            <a:spLocks noGrp="1" noRot="1" noChangeAspect="1" noChangeArrowheads="1" noTextEdit="1"/>
          </p:cNvSpPr>
          <p:nvPr>
            <p:ph type="sldImg"/>
          </p:nvPr>
        </p:nvSpPr>
        <p:spPr>
          <a:ln/>
        </p:spPr>
      </p:sp>
      <p:sp>
        <p:nvSpPr>
          <p:cNvPr id="2754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3451AAB-EAF8-47B9-89FB-20A13472F9DA}" type="slidenum">
              <a:rPr lang="en-US" altLang="zh-CN" sz="1200" smtClean="0">
                <a:latin typeface="Arial" pitchFamily="34" charset="0"/>
                <a:ea typeface="宋体" pitchFamily="2" charset="-122"/>
              </a:rPr>
              <a:pPr eaLnBrk="1" hangingPunct="1"/>
              <a:t>19</a:t>
            </a:fld>
            <a:endParaRPr lang="en-US" altLang="zh-CN" sz="1200" smtClean="0">
              <a:latin typeface="Arial" pitchFamily="34" charset="0"/>
              <a:ea typeface="宋体" pitchFamily="2" charset="-122"/>
            </a:endParaRPr>
          </a:p>
        </p:txBody>
      </p:sp>
      <p:sp>
        <p:nvSpPr>
          <p:cNvPr id="276483" name="Rectangle 2"/>
          <p:cNvSpPr>
            <a:spLocks noGrp="1" noRot="1" noChangeAspect="1" noChangeArrowheads="1" noTextEdit="1"/>
          </p:cNvSpPr>
          <p:nvPr>
            <p:ph type="sldImg"/>
          </p:nvPr>
        </p:nvSpPr>
        <p:spPr>
          <a:ln/>
        </p:spPr>
      </p:sp>
      <p:sp>
        <p:nvSpPr>
          <p:cNvPr id="2764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9740B35-3146-44B1-9DED-FCA81826D4CA}" type="slidenum">
              <a:rPr lang="en-US" altLang="zh-CN" sz="1200" smtClean="0">
                <a:latin typeface="Arial" pitchFamily="34" charset="0"/>
                <a:ea typeface="宋体" pitchFamily="2" charset="-122"/>
              </a:rPr>
              <a:pPr eaLnBrk="1" hangingPunct="1"/>
              <a:t>20</a:t>
            </a:fld>
            <a:endParaRPr lang="en-US" altLang="zh-CN" sz="1200" smtClean="0">
              <a:latin typeface="Arial" pitchFamily="34" charset="0"/>
              <a:ea typeface="宋体" pitchFamily="2" charset="-122"/>
            </a:endParaRPr>
          </a:p>
        </p:txBody>
      </p:sp>
      <p:sp>
        <p:nvSpPr>
          <p:cNvPr id="277507" name="Rectangle 2"/>
          <p:cNvSpPr>
            <a:spLocks noGrp="1" noRot="1" noChangeAspect="1" noChangeArrowheads="1" noTextEdit="1"/>
          </p:cNvSpPr>
          <p:nvPr>
            <p:ph type="sldImg"/>
          </p:nvPr>
        </p:nvSpPr>
        <p:spPr>
          <a:ln/>
        </p:spPr>
      </p:sp>
      <p:sp>
        <p:nvSpPr>
          <p:cNvPr id="2775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45DF03B-BEA9-4C84-BAA4-2BF7E906B607}" type="slidenum">
              <a:rPr lang="en-US" altLang="zh-CN" sz="1200" smtClean="0">
                <a:latin typeface="Arial" pitchFamily="34" charset="0"/>
                <a:ea typeface="宋体" pitchFamily="2" charset="-122"/>
              </a:rPr>
              <a:pPr eaLnBrk="1" hangingPunct="1"/>
              <a:t>21</a:t>
            </a:fld>
            <a:endParaRPr lang="en-US" altLang="zh-CN" sz="1200" smtClean="0">
              <a:latin typeface="Arial" pitchFamily="34" charset="0"/>
              <a:ea typeface="宋体" pitchFamily="2" charset="-122"/>
            </a:endParaRPr>
          </a:p>
        </p:txBody>
      </p:sp>
      <p:sp>
        <p:nvSpPr>
          <p:cNvPr id="278531" name="Rectangle 2"/>
          <p:cNvSpPr>
            <a:spLocks noGrp="1" noRot="1" noChangeAspect="1" noChangeArrowheads="1" noTextEdit="1"/>
          </p:cNvSpPr>
          <p:nvPr>
            <p:ph type="sldImg"/>
          </p:nvPr>
        </p:nvSpPr>
        <p:spPr>
          <a:ln/>
        </p:spPr>
      </p:sp>
      <p:sp>
        <p:nvSpPr>
          <p:cNvPr id="2785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D97C6F2-02C6-493A-A4D5-B89D70A17DB4}" type="slidenum">
              <a:rPr lang="en-US" altLang="zh-CN" sz="1200" smtClean="0">
                <a:latin typeface="Arial" pitchFamily="34" charset="0"/>
                <a:ea typeface="宋体" pitchFamily="2" charset="-122"/>
              </a:rPr>
              <a:pPr eaLnBrk="1" hangingPunct="1"/>
              <a:t>22</a:t>
            </a:fld>
            <a:endParaRPr lang="en-US" altLang="zh-CN" sz="1200" smtClean="0">
              <a:latin typeface="Arial" pitchFamily="34" charset="0"/>
              <a:ea typeface="宋体" pitchFamily="2" charset="-122"/>
            </a:endParaRPr>
          </a:p>
        </p:txBody>
      </p:sp>
      <p:sp>
        <p:nvSpPr>
          <p:cNvPr id="279555" name="Rectangle 2"/>
          <p:cNvSpPr>
            <a:spLocks noGrp="1" noRot="1" noChangeAspect="1" noChangeArrowheads="1" noTextEdit="1"/>
          </p:cNvSpPr>
          <p:nvPr>
            <p:ph type="sldImg"/>
          </p:nvPr>
        </p:nvSpPr>
        <p:spPr>
          <a:ln/>
        </p:spPr>
      </p:sp>
      <p:sp>
        <p:nvSpPr>
          <p:cNvPr id="2795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6479B6B-D30F-49B7-89DF-92D9F3B3E075}" type="slidenum">
              <a:rPr lang="en-US" altLang="zh-CN" sz="1200" smtClean="0">
                <a:latin typeface="Arial" pitchFamily="34" charset="0"/>
                <a:ea typeface="宋体" pitchFamily="2" charset="-122"/>
              </a:rPr>
              <a:pPr eaLnBrk="1" hangingPunct="1"/>
              <a:t>23</a:t>
            </a:fld>
            <a:endParaRPr lang="en-US" altLang="zh-CN" sz="1200" smtClean="0">
              <a:latin typeface="Arial" pitchFamily="34" charset="0"/>
              <a:ea typeface="宋体" pitchFamily="2" charset="-122"/>
            </a:endParaRPr>
          </a:p>
        </p:txBody>
      </p:sp>
      <p:sp>
        <p:nvSpPr>
          <p:cNvPr id="280579" name="Rectangle 2"/>
          <p:cNvSpPr>
            <a:spLocks noGrp="1" noRot="1" noChangeAspect="1" noChangeArrowheads="1" noTextEdit="1"/>
          </p:cNvSpPr>
          <p:nvPr>
            <p:ph type="sldImg"/>
          </p:nvPr>
        </p:nvSpPr>
        <p:spPr>
          <a:ln/>
        </p:spPr>
      </p:sp>
      <p:sp>
        <p:nvSpPr>
          <p:cNvPr id="2805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BF62DD5-5F41-41D3-BBF5-684F1A8A5049}" type="slidenum">
              <a:rPr lang="en-US" altLang="zh-CN" sz="1200" smtClean="0">
                <a:latin typeface="Arial" pitchFamily="34" charset="0"/>
                <a:ea typeface="宋体" pitchFamily="2" charset="-122"/>
              </a:rPr>
              <a:pPr eaLnBrk="1" hangingPunct="1"/>
              <a:t>24</a:t>
            </a:fld>
            <a:endParaRPr lang="en-US" altLang="zh-CN" sz="1200" smtClean="0">
              <a:latin typeface="Arial" pitchFamily="34" charset="0"/>
              <a:ea typeface="宋体" pitchFamily="2" charset="-122"/>
            </a:endParaRPr>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DF2F139-4A1F-4242-B62B-4A277204E33A}" type="slidenum">
              <a:rPr lang="en-US" altLang="zh-CN" sz="1200" smtClean="0">
                <a:latin typeface="Arial" pitchFamily="34" charset="0"/>
                <a:ea typeface="宋体" pitchFamily="2" charset="-122"/>
              </a:rPr>
              <a:pPr eaLnBrk="1" hangingPunct="1"/>
              <a:t>25</a:t>
            </a:fld>
            <a:endParaRPr lang="en-US" altLang="zh-CN" sz="1200" smtClean="0">
              <a:latin typeface="Arial" pitchFamily="34" charset="0"/>
              <a:ea typeface="宋体" pitchFamily="2" charset="-122"/>
            </a:endParaRPr>
          </a:p>
        </p:txBody>
      </p:sp>
      <p:sp>
        <p:nvSpPr>
          <p:cNvPr id="282627" name="Rectangle 2"/>
          <p:cNvSpPr>
            <a:spLocks noGrp="1" noRot="1" noChangeAspect="1" noChangeArrowheads="1" noTextEdit="1"/>
          </p:cNvSpPr>
          <p:nvPr>
            <p:ph type="sldImg"/>
          </p:nvPr>
        </p:nvSpPr>
        <p:spPr>
          <a:ln/>
        </p:spPr>
      </p:sp>
      <p:sp>
        <p:nvSpPr>
          <p:cNvPr id="2826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31E1BAF-3F18-4681-B7FD-C45DD40FD8CD}" type="slidenum">
              <a:rPr lang="en-US" altLang="zh-CN" sz="1200" smtClean="0">
                <a:latin typeface="Arial" pitchFamily="34" charset="0"/>
                <a:ea typeface="宋体" pitchFamily="2" charset="-122"/>
              </a:rPr>
              <a:pPr eaLnBrk="1" hangingPunct="1"/>
              <a:t>26</a:t>
            </a:fld>
            <a:endParaRPr lang="en-US" altLang="zh-CN" sz="1200" smtClean="0">
              <a:latin typeface="Arial" pitchFamily="34" charset="0"/>
              <a:ea typeface="宋体" pitchFamily="2" charset="-122"/>
            </a:endParaRPr>
          </a:p>
        </p:txBody>
      </p:sp>
      <p:sp>
        <p:nvSpPr>
          <p:cNvPr id="283651" name="Rectangle 2"/>
          <p:cNvSpPr>
            <a:spLocks noGrp="1" noRot="1" noChangeAspect="1" noChangeArrowheads="1" noTextEdit="1"/>
          </p:cNvSpPr>
          <p:nvPr>
            <p:ph type="sldImg"/>
          </p:nvPr>
        </p:nvSpPr>
        <p:spPr>
          <a:ln/>
        </p:spPr>
      </p:sp>
      <p:sp>
        <p:nvSpPr>
          <p:cNvPr id="2836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AD9A7E2-F004-4ED6-8299-38C6F7F3105B}" type="slidenum">
              <a:rPr lang="en-US" altLang="zh-CN" sz="1200" smtClean="0">
                <a:latin typeface="Arial" pitchFamily="34" charset="0"/>
                <a:ea typeface="宋体" pitchFamily="2" charset="-122"/>
              </a:rPr>
              <a:pPr eaLnBrk="1" hangingPunct="1"/>
              <a:t>27</a:t>
            </a:fld>
            <a:endParaRPr lang="en-US" altLang="zh-CN" sz="1200" smtClean="0">
              <a:latin typeface="Arial" pitchFamily="34" charset="0"/>
              <a:ea typeface="宋体" pitchFamily="2" charset="-122"/>
            </a:endParaRPr>
          </a:p>
        </p:txBody>
      </p:sp>
      <p:sp>
        <p:nvSpPr>
          <p:cNvPr id="284675" name="Rectangle 2"/>
          <p:cNvSpPr>
            <a:spLocks noGrp="1" noRot="1" noChangeAspect="1" noChangeArrowheads="1" noTextEdit="1"/>
          </p:cNvSpPr>
          <p:nvPr>
            <p:ph type="sldImg"/>
          </p:nvPr>
        </p:nvSpPr>
        <p:spPr>
          <a:ln/>
        </p:spPr>
      </p:sp>
      <p:sp>
        <p:nvSpPr>
          <p:cNvPr id="2846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B87E240-0A94-424B-8CE0-0278837EE071}" type="slidenum">
              <a:rPr lang="en-US" altLang="zh-CN" sz="1200" smtClean="0">
                <a:latin typeface="Arial" pitchFamily="34" charset="0"/>
                <a:ea typeface="宋体" pitchFamily="2" charset="-122"/>
              </a:rPr>
              <a:pPr eaLnBrk="1" hangingPunct="1"/>
              <a:t>28</a:t>
            </a:fld>
            <a:endParaRPr lang="en-US" altLang="zh-CN" sz="1200" smtClean="0">
              <a:latin typeface="Arial" pitchFamily="34" charset="0"/>
              <a:ea typeface="宋体" pitchFamily="2" charset="-122"/>
            </a:endParaRPr>
          </a:p>
        </p:txBody>
      </p:sp>
      <p:sp>
        <p:nvSpPr>
          <p:cNvPr id="285699" name="Rectangle 2"/>
          <p:cNvSpPr>
            <a:spLocks noGrp="1" noRot="1" noChangeAspect="1" noChangeArrowheads="1" noTextEdit="1"/>
          </p:cNvSpPr>
          <p:nvPr>
            <p:ph type="sldImg"/>
          </p:nvPr>
        </p:nvSpPr>
        <p:spPr>
          <a:ln/>
        </p:spPr>
      </p:sp>
      <p:sp>
        <p:nvSpPr>
          <p:cNvPr id="2857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229C971-34FE-4CE4-9772-370D223B8EBF}" type="slidenum">
              <a:rPr lang="en-US" altLang="zh-CN" sz="1200" smtClean="0">
                <a:latin typeface="Arial" pitchFamily="34" charset="0"/>
                <a:ea typeface="宋体" pitchFamily="2" charset="-122"/>
              </a:rPr>
              <a:pPr eaLnBrk="1" hangingPunct="1"/>
              <a:t>29</a:t>
            </a:fld>
            <a:endParaRPr lang="en-US" altLang="zh-CN" sz="1200" smtClean="0">
              <a:latin typeface="Arial" pitchFamily="34" charset="0"/>
              <a:ea typeface="宋体" pitchFamily="2" charset="-122"/>
            </a:endParaRPr>
          </a:p>
        </p:txBody>
      </p:sp>
      <p:sp>
        <p:nvSpPr>
          <p:cNvPr id="286723" name="Rectangle 2"/>
          <p:cNvSpPr>
            <a:spLocks noGrp="1" noRot="1" noChangeAspect="1" noChangeArrowheads="1" noTextEdit="1"/>
          </p:cNvSpPr>
          <p:nvPr>
            <p:ph type="sldImg"/>
          </p:nvPr>
        </p:nvSpPr>
        <p:spPr>
          <a:ln/>
        </p:spPr>
      </p:sp>
      <p:sp>
        <p:nvSpPr>
          <p:cNvPr id="2867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7CDF830-2EDD-4B5D-80E3-EB2B4568694D}" type="slidenum">
              <a:rPr lang="en-US" altLang="zh-CN" sz="1200" smtClean="0">
                <a:latin typeface="Arial" pitchFamily="34" charset="0"/>
                <a:ea typeface="宋体" pitchFamily="2" charset="-122"/>
              </a:rPr>
              <a:pPr eaLnBrk="1" hangingPunct="1"/>
              <a:t>30</a:t>
            </a:fld>
            <a:endParaRPr lang="en-US" altLang="zh-CN" sz="1200" smtClean="0">
              <a:latin typeface="Arial" pitchFamily="34" charset="0"/>
              <a:ea typeface="宋体" pitchFamily="2" charset="-122"/>
            </a:endParaRPr>
          </a:p>
        </p:txBody>
      </p:sp>
      <p:sp>
        <p:nvSpPr>
          <p:cNvPr id="287747" name="Rectangle 2"/>
          <p:cNvSpPr>
            <a:spLocks noGrp="1" noRot="1" noChangeAspect="1" noChangeArrowheads="1" noTextEdit="1"/>
          </p:cNvSpPr>
          <p:nvPr>
            <p:ph type="sldImg"/>
          </p:nvPr>
        </p:nvSpPr>
        <p:spPr>
          <a:ln/>
        </p:spPr>
      </p:sp>
      <p:sp>
        <p:nvSpPr>
          <p:cNvPr id="2877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595222A-BDCE-47ED-938B-3FDDF4485DDC}" type="slidenum">
              <a:rPr lang="en-US" altLang="zh-CN" sz="1200" smtClean="0">
                <a:latin typeface="Arial" pitchFamily="34" charset="0"/>
                <a:ea typeface="宋体" pitchFamily="2" charset="-122"/>
              </a:rPr>
              <a:pPr eaLnBrk="1" hangingPunct="1"/>
              <a:t>31</a:t>
            </a:fld>
            <a:endParaRPr lang="en-US" altLang="zh-CN" sz="1200" smtClean="0">
              <a:latin typeface="Arial" pitchFamily="34" charset="0"/>
              <a:ea typeface="宋体" pitchFamily="2" charset="-122"/>
            </a:endParaRPr>
          </a:p>
        </p:txBody>
      </p:sp>
      <p:sp>
        <p:nvSpPr>
          <p:cNvPr id="288771" name="Rectangle 2"/>
          <p:cNvSpPr>
            <a:spLocks noGrp="1" noRot="1" noChangeAspect="1" noChangeArrowheads="1" noTextEdit="1"/>
          </p:cNvSpPr>
          <p:nvPr>
            <p:ph type="sldImg"/>
          </p:nvPr>
        </p:nvSpPr>
        <p:spPr>
          <a:ln/>
        </p:spPr>
      </p:sp>
      <p:sp>
        <p:nvSpPr>
          <p:cNvPr id="2887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983E2E0-E90F-4ED0-AA96-10F8CD396EF9}" type="slidenum">
              <a:rPr lang="en-US" altLang="zh-CN" sz="1200" smtClean="0">
                <a:latin typeface="Arial" pitchFamily="34" charset="0"/>
                <a:ea typeface="宋体" pitchFamily="2" charset="-122"/>
              </a:rPr>
              <a:pPr eaLnBrk="1" hangingPunct="1"/>
              <a:t>32</a:t>
            </a:fld>
            <a:endParaRPr lang="en-US" altLang="zh-CN" sz="1200" smtClean="0">
              <a:latin typeface="Arial" pitchFamily="34" charset="0"/>
              <a:ea typeface="宋体" pitchFamily="2" charset="-122"/>
            </a:endParaRPr>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20BC16F-79C2-4C21-AFA5-917243B822D0}" type="slidenum">
              <a:rPr lang="en-US" altLang="zh-CN" sz="1200" smtClean="0">
                <a:latin typeface="Arial" pitchFamily="34" charset="0"/>
                <a:ea typeface="宋体" pitchFamily="2" charset="-122"/>
              </a:rPr>
              <a:pPr eaLnBrk="1" hangingPunct="1"/>
              <a:t>33</a:t>
            </a:fld>
            <a:endParaRPr lang="en-US" altLang="zh-CN" sz="1200" smtClean="0">
              <a:latin typeface="Arial" pitchFamily="34" charset="0"/>
              <a:ea typeface="宋体" pitchFamily="2" charset="-122"/>
            </a:endParaRPr>
          </a:p>
        </p:txBody>
      </p:sp>
      <p:sp>
        <p:nvSpPr>
          <p:cNvPr id="290819" name="Rectangle 2"/>
          <p:cNvSpPr>
            <a:spLocks noGrp="1" noRot="1" noChangeAspect="1" noChangeArrowheads="1" noTextEdit="1"/>
          </p:cNvSpPr>
          <p:nvPr>
            <p:ph type="sldImg"/>
          </p:nvPr>
        </p:nvSpPr>
        <p:spPr>
          <a:ln/>
        </p:spPr>
      </p:sp>
      <p:sp>
        <p:nvSpPr>
          <p:cNvPr id="2908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2CDB4AA-91AC-4371-8255-537F69A76E04}" type="slidenum">
              <a:rPr lang="en-US" altLang="zh-CN" sz="1200" smtClean="0">
                <a:latin typeface="Arial" pitchFamily="34" charset="0"/>
                <a:ea typeface="宋体" pitchFamily="2" charset="-122"/>
              </a:rPr>
              <a:pPr eaLnBrk="1" hangingPunct="1"/>
              <a:t>34</a:t>
            </a:fld>
            <a:endParaRPr lang="en-US" altLang="zh-CN" sz="1200" smtClean="0">
              <a:latin typeface="Arial" pitchFamily="34" charset="0"/>
              <a:ea typeface="宋体" pitchFamily="2" charset="-122"/>
            </a:endParaRPr>
          </a:p>
        </p:txBody>
      </p:sp>
      <p:sp>
        <p:nvSpPr>
          <p:cNvPr id="291843" name="Rectangle 2"/>
          <p:cNvSpPr>
            <a:spLocks noGrp="1" noRot="1" noChangeAspect="1" noChangeArrowheads="1" noTextEdit="1"/>
          </p:cNvSpPr>
          <p:nvPr>
            <p:ph type="sldImg"/>
          </p:nvPr>
        </p:nvSpPr>
        <p:spPr>
          <a:ln/>
        </p:spPr>
      </p:sp>
      <p:sp>
        <p:nvSpPr>
          <p:cNvPr id="2918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79B668E-AE11-4DB4-AB00-EABD84BEDF99}" type="slidenum">
              <a:rPr lang="en-US" altLang="zh-CN" sz="1200" smtClean="0">
                <a:latin typeface="Arial" pitchFamily="34" charset="0"/>
                <a:ea typeface="宋体" pitchFamily="2" charset="-122"/>
              </a:rPr>
              <a:pPr eaLnBrk="1" hangingPunct="1"/>
              <a:t>35</a:t>
            </a:fld>
            <a:endParaRPr lang="en-US" altLang="zh-CN" sz="1200" smtClean="0">
              <a:latin typeface="Arial" pitchFamily="34" charset="0"/>
              <a:ea typeface="宋体" pitchFamily="2" charset="-122"/>
            </a:endParaRPr>
          </a:p>
        </p:txBody>
      </p:sp>
      <p:sp>
        <p:nvSpPr>
          <p:cNvPr id="292867" name="Rectangle 2"/>
          <p:cNvSpPr>
            <a:spLocks noGrp="1" noRot="1" noChangeAspect="1" noChangeArrowheads="1" noTextEdit="1"/>
          </p:cNvSpPr>
          <p:nvPr>
            <p:ph type="sldImg"/>
          </p:nvPr>
        </p:nvSpPr>
        <p:spPr>
          <a:ln/>
        </p:spPr>
      </p:sp>
      <p:sp>
        <p:nvSpPr>
          <p:cNvPr id="2928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C88EE57-DB00-4BE8-8574-377963BB67B8}" type="slidenum">
              <a:rPr lang="en-US" altLang="zh-CN" sz="1200" smtClean="0">
                <a:latin typeface="Arial" pitchFamily="34" charset="0"/>
                <a:ea typeface="宋体" pitchFamily="2" charset="-122"/>
              </a:rPr>
              <a:pPr eaLnBrk="1" hangingPunct="1"/>
              <a:t>36</a:t>
            </a:fld>
            <a:endParaRPr lang="en-US" altLang="zh-CN" sz="1200" smtClean="0">
              <a:latin typeface="Arial" pitchFamily="34" charset="0"/>
              <a:ea typeface="宋体" pitchFamily="2" charset="-122"/>
            </a:endParaRPr>
          </a:p>
        </p:txBody>
      </p:sp>
      <p:sp>
        <p:nvSpPr>
          <p:cNvPr id="293891" name="Rectangle 2"/>
          <p:cNvSpPr>
            <a:spLocks noGrp="1" noRot="1" noChangeAspect="1" noChangeArrowheads="1" noTextEdit="1"/>
          </p:cNvSpPr>
          <p:nvPr>
            <p:ph type="sldImg"/>
          </p:nvPr>
        </p:nvSpPr>
        <p:spPr>
          <a:ln/>
        </p:spPr>
      </p:sp>
      <p:sp>
        <p:nvSpPr>
          <p:cNvPr id="2938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700DA87-B1B4-4D10-8DA3-95539C08186E}" type="slidenum">
              <a:rPr lang="en-US" altLang="zh-CN" sz="1200" smtClean="0">
                <a:latin typeface="Arial" pitchFamily="34" charset="0"/>
                <a:ea typeface="宋体" pitchFamily="2" charset="-122"/>
              </a:rPr>
              <a:pPr eaLnBrk="1" hangingPunct="1"/>
              <a:t>37</a:t>
            </a:fld>
            <a:endParaRPr lang="en-US" altLang="zh-CN" sz="1200" smtClean="0">
              <a:latin typeface="Arial" pitchFamily="34" charset="0"/>
              <a:ea typeface="宋体" pitchFamily="2" charset="-122"/>
            </a:endParaRPr>
          </a:p>
        </p:txBody>
      </p:sp>
      <p:sp>
        <p:nvSpPr>
          <p:cNvPr id="294915" name="Rectangle 2"/>
          <p:cNvSpPr>
            <a:spLocks noGrp="1" noRot="1" noChangeAspect="1" noChangeArrowheads="1" noTextEdit="1"/>
          </p:cNvSpPr>
          <p:nvPr>
            <p:ph type="sldImg"/>
          </p:nvPr>
        </p:nvSpPr>
        <p:spPr>
          <a:ln/>
        </p:spPr>
      </p:sp>
      <p:sp>
        <p:nvSpPr>
          <p:cNvPr id="2949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D7E1D41-DAAF-4BD3-BD58-DC80417CEBD0}" type="slidenum">
              <a:rPr lang="en-US" altLang="zh-CN" sz="1200" smtClean="0">
                <a:latin typeface="Arial" pitchFamily="34" charset="0"/>
                <a:ea typeface="宋体" pitchFamily="2" charset="-122"/>
              </a:rPr>
              <a:pPr eaLnBrk="1" hangingPunct="1"/>
              <a:t>38</a:t>
            </a:fld>
            <a:endParaRPr lang="en-US" altLang="zh-CN" sz="1200" smtClean="0">
              <a:latin typeface="Arial" pitchFamily="34" charset="0"/>
              <a:ea typeface="宋体" pitchFamily="2" charset="-122"/>
            </a:endParaRPr>
          </a:p>
        </p:txBody>
      </p:sp>
      <p:sp>
        <p:nvSpPr>
          <p:cNvPr id="295939" name="Rectangle 2"/>
          <p:cNvSpPr>
            <a:spLocks noGrp="1" noRot="1" noChangeAspect="1" noChangeArrowheads="1" noTextEdit="1"/>
          </p:cNvSpPr>
          <p:nvPr>
            <p:ph type="sldImg"/>
          </p:nvPr>
        </p:nvSpPr>
        <p:spPr>
          <a:ln/>
        </p:spPr>
      </p:sp>
      <p:sp>
        <p:nvSpPr>
          <p:cNvPr id="2959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2167193-7922-437A-A245-B40729B6A498}" type="slidenum">
              <a:rPr lang="en-US" altLang="zh-CN" sz="1200" smtClean="0">
                <a:latin typeface="Arial" pitchFamily="34" charset="0"/>
                <a:ea typeface="宋体" pitchFamily="2" charset="-122"/>
              </a:rPr>
              <a:pPr eaLnBrk="1" hangingPunct="1"/>
              <a:t>39</a:t>
            </a:fld>
            <a:endParaRPr lang="en-US" altLang="zh-CN" sz="1200" smtClean="0">
              <a:latin typeface="Arial" pitchFamily="34" charset="0"/>
              <a:ea typeface="宋体" pitchFamily="2" charset="-122"/>
            </a:endParaRPr>
          </a:p>
        </p:txBody>
      </p:sp>
      <p:sp>
        <p:nvSpPr>
          <p:cNvPr id="296963" name="Rectangle 2"/>
          <p:cNvSpPr>
            <a:spLocks noGrp="1" noRot="1" noChangeAspect="1" noChangeArrowheads="1" noTextEdit="1"/>
          </p:cNvSpPr>
          <p:nvPr>
            <p:ph type="sldImg"/>
          </p:nvPr>
        </p:nvSpPr>
        <p:spPr>
          <a:ln/>
        </p:spPr>
      </p:sp>
      <p:sp>
        <p:nvSpPr>
          <p:cNvPr id="2969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803CC04-D6D4-4609-A05C-E04BEDEB80FF}" type="slidenum">
              <a:rPr lang="en-US" altLang="zh-CN" sz="1200" smtClean="0">
                <a:latin typeface="Arial" pitchFamily="34" charset="0"/>
                <a:ea typeface="宋体" pitchFamily="2" charset="-122"/>
              </a:rPr>
              <a:pPr eaLnBrk="1" hangingPunct="1"/>
              <a:t>40</a:t>
            </a:fld>
            <a:endParaRPr lang="en-US" altLang="zh-CN" sz="1200" smtClean="0">
              <a:latin typeface="Arial" pitchFamily="34" charset="0"/>
              <a:ea typeface="宋体" pitchFamily="2" charset="-122"/>
            </a:endParaRPr>
          </a:p>
        </p:txBody>
      </p:sp>
      <p:sp>
        <p:nvSpPr>
          <p:cNvPr id="297987" name="Rectangle 2"/>
          <p:cNvSpPr>
            <a:spLocks noGrp="1" noRot="1" noChangeAspect="1" noChangeArrowheads="1" noTextEdit="1"/>
          </p:cNvSpPr>
          <p:nvPr>
            <p:ph type="sldImg"/>
          </p:nvPr>
        </p:nvSpPr>
        <p:spPr>
          <a:ln/>
        </p:spPr>
      </p:sp>
      <p:sp>
        <p:nvSpPr>
          <p:cNvPr id="2979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540294F-8D50-42E2-81A0-5CBDB460C878}" type="slidenum">
              <a:rPr lang="en-US" altLang="zh-CN" sz="1200" smtClean="0">
                <a:latin typeface="Arial" pitchFamily="34" charset="0"/>
                <a:ea typeface="宋体" pitchFamily="2" charset="-122"/>
              </a:rPr>
              <a:pPr eaLnBrk="1" hangingPunct="1"/>
              <a:t>41</a:t>
            </a:fld>
            <a:endParaRPr lang="en-US" altLang="zh-CN" sz="1200" smtClean="0">
              <a:latin typeface="Arial" pitchFamily="34" charset="0"/>
              <a:ea typeface="宋体" pitchFamily="2" charset="-122"/>
            </a:endParaRPr>
          </a:p>
        </p:txBody>
      </p:sp>
      <p:sp>
        <p:nvSpPr>
          <p:cNvPr id="299011" name="Rectangle 2"/>
          <p:cNvSpPr>
            <a:spLocks noGrp="1" noRot="1" noChangeAspect="1" noChangeArrowheads="1" noTextEdit="1"/>
          </p:cNvSpPr>
          <p:nvPr>
            <p:ph type="sldImg"/>
          </p:nvPr>
        </p:nvSpPr>
        <p:spPr>
          <a:ln/>
        </p:spPr>
      </p:sp>
      <p:sp>
        <p:nvSpPr>
          <p:cNvPr id="2990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451BC5A-B9D2-4197-967B-128F6797FD6D}" type="slidenum">
              <a:rPr lang="en-US" altLang="zh-CN" sz="1200" smtClean="0">
                <a:latin typeface="Arial" pitchFamily="34" charset="0"/>
                <a:ea typeface="宋体" pitchFamily="2" charset="-122"/>
              </a:rPr>
              <a:pPr eaLnBrk="1" hangingPunct="1"/>
              <a:t>42</a:t>
            </a:fld>
            <a:endParaRPr lang="en-US" altLang="zh-CN" sz="1200" smtClean="0">
              <a:latin typeface="Arial" pitchFamily="34" charset="0"/>
              <a:ea typeface="宋体" pitchFamily="2" charset="-122"/>
            </a:endParaRPr>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632D751-921F-446F-B5E5-38210A328F1F}" type="slidenum">
              <a:rPr lang="en-US" altLang="zh-CN" sz="1200" smtClean="0">
                <a:latin typeface="Arial" pitchFamily="34" charset="0"/>
                <a:ea typeface="宋体" pitchFamily="2" charset="-122"/>
              </a:rPr>
              <a:pPr eaLnBrk="1" hangingPunct="1"/>
              <a:t>43</a:t>
            </a:fld>
            <a:endParaRPr lang="en-US" altLang="zh-CN" sz="1200" smtClean="0">
              <a:latin typeface="Arial" pitchFamily="34" charset="0"/>
              <a:ea typeface="宋体" pitchFamily="2" charset="-122"/>
            </a:endParaRPr>
          </a:p>
        </p:txBody>
      </p:sp>
      <p:sp>
        <p:nvSpPr>
          <p:cNvPr id="301059" name="Rectangle 2"/>
          <p:cNvSpPr>
            <a:spLocks noGrp="1" noRot="1" noChangeAspect="1" noChangeArrowheads="1" noTextEdit="1"/>
          </p:cNvSpPr>
          <p:nvPr>
            <p:ph type="sldImg"/>
          </p:nvPr>
        </p:nvSpPr>
        <p:spPr>
          <a:ln/>
        </p:spPr>
      </p:sp>
      <p:sp>
        <p:nvSpPr>
          <p:cNvPr id="3010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43ADC1F-6707-4B39-AB08-F468A285695F}" type="slidenum">
              <a:rPr lang="en-US" altLang="zh-CN" sz="1200" smtClean="0">
                <a:latin typeface="Arial" pitchFamily="34" charset="0"/>
                <a:ea typeface="宋体" pitchFamily="2" charset="-122"/>
              </a:rPr>
              <a:pPr eaLnBrk="1" hangingPunct="1"/>
              <a:t>44</a:t>
            </a:fld>
            <a:endParaRPr lang="en-US" altLang="zh-CN" sz="1200" smtClean="0">
              <a:latin typeface="Arial" pitchFamily="34" charset="0"/>
              <a:ea typeface="宋体" pitchFamily="2" charset="-122"/>
            </a:endParaRPr>
          </a:p>
        </p:txBody>
      </p:sp>
      <p:sp>
        <p:nvSpPr>
          <p:cNvPr id="302083" name="Rectangle 2"/>
          <p:cNvSpPr>
            <a:spLocks noGrp="1" noRot="1" noChangeAspect="1" noChangeArrowheads="1" noTextEdit="1"/>
          </p:cNvSpPr>
          <p:nvPr>
            <p:ph type="sldImg"/>
          </p:nvPr>
        </p:nvSpPr>
        <p:spPr>
          <a:ln/>
        </p:spPr>
      </p:sp>
      <p:sp>
        <p:nvSpPr>
          <p:cNvPr id="3020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E7C449F-3F19-43F7-B9E6-AAEE6FA4E134}" type="slidenum">
              <a:rPr lang="en-US" altLang="zh-CN" sz="1200" smtClean="0">
                <a:latin typeface="Arial" pitchFamily="34" charset="0"/>
                <a:ea typeface="宋体" pitchFamily="2" charset="-122"/>
              </a:rPr>
              <a:pPr eaLnBrk="1" hangingPunct="1"/>
              <a:t>45</a:t>
            </a:fld>
            <a:endParaRPr lang="en-US" altLang="zh-CN" sz="1200" smtClean="0">
              <a:latin typeface="Arial" pitchFamily="34" charset="0"/>
              <a:ea typeface="宋体" pitchFamily="2" charset="-122"/>
            </a:endParaRPr>
          </a:p>
        </p:txBody>
      </p:sp>
      <p:sp>
        <p:nvSpPr>
          <p:cNvPr id="303107" name="Rectangle 2"/>
          <p:cNvSpPr>
            <a:spLocks noGrp="1" noRot="1" noChangeAspect="1" noChangeArrowheads="1" noTextEdit="1"/>
          </p:cNvSpPr>
          <p:nvPr>
            <p:ph type="sldImg"/>
          </p:nvPr>
        </p:nvSpPr>
        <p:spPr>
          <a:ln/>
        </p:spPr>
      </p:sp>
      <p:sp>
        <p:nvSpPr>
          <p:cNvPr id="3031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8B06B4B-E54E-42BB-9D04-E67642F5E7E0}" type="slidenum">
              <a:rPr lang="en-US" altLang="zh-CN" sz="1200" smtClean="0">
                <a:latin typeface="Arial" pitchFamily="34" charset="0"/>
                <a:ea typeface="宋体" pitchFamily="2" charset="-122"/>
              </a:rPr>
              <a:pPr eaLnBrk="1" hangingPunct="1"/>
              <a:t>46</a:t>
            </a:fld>
            <a:endParaRPr lang="en-US" altLang="zh-CN" sz="1200" smtClean="0">
              <a:latin typeface="Arial" pitchFamily="34" charset="0"/>
              <a:ea typeface="宋体" pitchFamily="2" charset="-122"/>
            </a:endParaRPr>
          </a:p>
        </p:txBody>
      </p:sp>
      <p:sp>
        <p:nvSpPr>
          <p:cNvPr id="304131" name="Rectangle 2"/>
          <p:cNvSpPr>
            <a:spLocks noGrp="1" noRot="1" noChangeAspect="1" noChangeArrowheads="1" noTextEdit="1"/>
          </p:cNvSpPr>
          <p:nvPr>
            <p:ph type="sldImg"/>
          </p:nvPr>
        </p:nvSpPr>
        <p:spPr>
          <a:ln/>
        </p:spPr>
      </p:sp>
      <p:sp>
        <p:nvSpPr>
          <p:cNvPr id="3041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06F174D8-759E-4E28-BE8B-37E47CE3A6DF}" type="slidenum">
              <a:rPr lang="en-US" altLang="zh-CN" sz="1200" smtClean="0">
                <a:latin typeface="Arial" pitchFamily="34" charset="0"/>
                <a:ea typeface="宋体" pitchFamily="2" charset="-122"/>
              </a:rPr>
              <a:pPr eaLnBrk="1" hangingPunct="1"/>
              <a:t>47</a:t>
            </a:fld>
            <a:endParaRPr lang="en-US" altLang="zh-CN" sz="1200" smtClean="0">
              <a:latin typeface="Arial" pitchFamily="34" charset="0"/>
              <a:ea typeface="宋体" pitchFamily="2" charset="-122"/>
            </a:endParaRPr>
          </a:p>
        </p:txBody>
      </p:sp>
      <p:sp>
        <p:nvSpPr>
          <p:cNvPr id="305155" name="Rectangle 2"/>
          <p:cNvSpPr>
            <a:spLocks noGrp="1" noRot="1" noChangeAspect="1" noChangeArrowheads="1" noTextEdit="1"/>
          </p:cNvSpPr>
          <p:nvPr>
            <p:ph type="sldImg"/>
          </p:nvPr>
        </p:nvSpPr>
        <p:spPr>
          <a:ln/>
        </p:spPr>
      </p:sp>
      <p:sp>
        <p:nvSpPr>
          <p:cNvPr id="3051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06942F07-1490-40A7-AF74-F03902351B11}" type="slidenum">
              <a:rPr lang="en-US" altLang="zh-CN" sz="1200" smtClean="0">
                <a:latin typeface="Arial" pitchFamily="34" charset="0"/>
                <a:ea typeface="宋体" pitchFamily="2" charset="-122"/>
              </a:rPr>
              <a:pPr eaLnBrk="1" hangingPunct="1"/>
              <a:t>48</a:t>
            </a:fld>
            <a:endParaRPr lang="en-US" altLang="zh-CN" sz="1200" smtClean="0">
              <a:latin typeface="Arial" pitchFamily="34" charset="0"/>
              <a:ea typeface="宋体" pitchFamily="2" charset="-122"/>
            </a:endParaRPr>
          </a:p>
        </p:txBody>
      </p:sp>
      <p:sp>
        <p:nvSpPr>
          <p:cNvPr id="306179" name="Rectangle 2"/>
          <p:cNvSpPr>
            <a:spLocks noGrp="1" noRot="1" noChangeAspect="1" noChangeArrowheads="1" noTextEdit="1"/>
          </p:cNvSpPr>
          <p:nvPr>
            <p:ph type="sldImg"/>
          </p:nvPr>
        </p:nvSpPr>
        <p:spPr>
          <a:ln/>
        </p:spPr>
      </p:sp>
      <p:sp>
        <p:nvSpPr>
          <p:cNvPr id="3061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696336B-019E-4FC2-B9EA-0279276CE259}" type="slidenum">
              <a:rPr lang="en-US" altLang="zh-CN" sz="1200" smtClean="0">
                <a:latin typeface="Arial" pitchFamily="34" charset="0"/>
                <a:ea typeface="宋体" pitchFamily="2" charset="-122"/>
              </a:rPr>
              <a:pPr eaLnBrk="1" hangingPunct="1"/>
              <a:t>49</a:t>
            </a:fld>
            <a:endParaRPr lang="en-US" altLang="zh-CN" sz="1200" smtClean="0">
              <a:latin typeface="Arial" pitchFamily="34" charset="0"/>
              <a:ea typeface="宋体" pitchFamily="2" charset="-122"/>
            </a:endParaRPr>
          </a:p>
        </p:txBody>
      </p:sp>
      <p:sp>
        <p:nvSpPr>
          <p:cNvPr id="307203" name="Rectangle 2"/>
          <p:cNvSpPr>
            <a:spLocks noGrp="1" noRot="1" noChangeAspect="1" noChangeArrowheads="1" noTextEdit="1"/>
          </p:cNvSpPr>
          <p:nvPr>
            <p:ph type="sldImg"/>
          </p:nvPr>
        </p:nvSpPr>
        <p:spPr>
          <a:ln/>
        </p:spPr>
      </p:sp>
      <p:sp>
        <p:nvSpPr>
          <p:cNvPr id="3072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EAE2878-ACBE-4691-BE9D-2EBB44904328}" type="slidenum">
              <a:rPr lang="en-US" altLang="zh-CN" sz="1200" smtClean="0">
                <a:latin typeface="Arial" pitchFamily="34" charset="0"/>
                <a:ea typeface="宋体" pitchFamily="2" charset="-122"/>
              </a:rPr>
              <a:pPr eaLnBrk="1" hangingPunct="1"/>
              <a:t>50</a:t>
            </a:fld>
            <a:endParaRPr lang="en-US" altLang="zh-CN" sz="1200" smtClean="0">
              <a:latin typeface="Arial" pitchFamily="34" charset="0"/>
              <a:ea typeface="宋体" pitchFamily="2" charset="-122"/>
            </a:endParaRPr>
          </a:p>
        </p:txBody>
      </p:sp>
      <p:sp>
        <p:nvSpPr>
          <p:cNvPr id="308227" name="Rectangle 2"/>
          <p:cNvSpPr>
            <a:spLocks noGrp="1" noRot="1" noChangeAspect="1" noChangeArrowheads="1" noTextEdit="1"/>
          </p:cNvSpPr>
          <p:nvPr>
            <p:ph type="sldImg"/>
          </p:nvPr>
        </p:nvSpPr>
        <p:spPr>
          <a:ln/>
        </p:spPr>
      </p:sp>
      <p:sp>
        <p:nvSpPr>
          <p:cNvPr id="3082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5411C3F-8CCA-45A7-BE5E-5AD32C78BE35}" type="slidenum">
              <a:rPr lang="en-US" altLang="zh-CN" sz="1200" smtClean="0">
                <a:latin typeface="Arial" pitchFamily="34" charset="0"/>
                <a:ea typeface="宋体" pitchFamily="2" charset="-122"/>
              </a:rPr>
              <a:pPr eaLnBrk="1" hangingPunct="1"/>
              <a:t>51</a:t>
            </a:fld>
            <a:endParaRPr lang="en-US" altLang="zh-CN" sz="1200" smtClean="0">
              <a:latin typeface="Arial" pitchFamily="34" charset="0"/>
              <a:ea typeface="宋体" pitchFamily="2" charset="-122"/>
            </a:endParaRPr>
          </a:p>
        </p:txBody>
      </p:sp>
      <p:sp>
        <p:nvSpPr>
          <p:cNvPr id="309251" name="Rectangle 2"/>
          <p:cNvSpPr>
            <a:spLocks noGrp="1" noRot="1" noChangeAspect="1" noChangeArrowheads="1" noTextEdit="1"/>
          </p:cNvSpPr>
          <p:nvPr>
            <p:ph type="sldImg"/>
          </p:nvPr>
        </p:nvSpPr>
        <p:spPr>
          <a:ln/>
        </p:spPr>
      </p:sp>
      <p:sp>
        <p:nvSpPr>
          <p:cNvPr id="3092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8D3D399-B934-427F-97AA-DD552D7B439D}" type="slidenum">
              <a:rPr lang="en-US" altLang="zh-CN" sz="1200" smtClean="0">
                <a:latin typeface="Arial" pitchFamily="34" charset="0"/>
                <a:ea typeface="宋体" pitchFamily="2" charset="-122"/>
              </a:rPr>
              <a:pPr eaLnBrk="1" hangingPunct="1"/>
              <a:t>52</a:t>
            </a:fld>
            <a:endParaRPr lang="en-US" altLang="zh-CN" sz="1200" smtClean="0">
              <a:latin typeface="Arial" pitchFamily="34" charset="0"/>
              <a:ea typeface="宋体" pitchFamily="2" charset="-122"/>
            </a:endParaRPr>
          </a:p>
        </p:txBody>
      </p:sp>
      <p:sp>
        <p:nvSpPr>
          <p:cNvPr id="310275" name="Rectangle 2"/>
          <p:cNvSpPr>
            <a:spLocks noGrp="1" noRot="1" noChangeAspect="1" noChangeArrowheads="1" noTextEdit="1"/>
          </p:cNvSpPr>
          <p:nvPr>
            <p:ph type="sldImg"/>
          </p:nvPr>
        </p:nvSpPr>
        <p:spPr>
          <a:ln/>
        </p:spPr>
      </p:sp>
      <p:sp>
        <p:nvSpPr>
          <p:cNvPr id="3102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890CC0F-8288-4DB9-84C4-CFABC07EFBE1}" type="slidenum">
              <a:rPr lang="en-US" altLang="zh-CN" sz="1200" smtClean="0">
                <a:latin typeface="Arial" pitchFamily="34" charset="0"/>
                <a:ea typeface="宋体" pitchFamily="2" charset="-122"/>
              </a:rPr>
              <a:pPr eaLnBrk="1" hangingPunct="1"/>
              <a:t>53</a:t>
            </a:fld>
            <a:endParaRPr lang="en-US" altLang="zh-CN" sz="1200" smtClean="0">
              <a:latin typeface="Arial" pitchFamily="34" charset="0"/>
              <a:ea typeface="宋体" pitchFamily="2" charset="-122"/>
            </a:endParaRPr>
          </a:p>
        </p:txBody>
      </p:sp>
      <p:sp>
        <p:nvSpPr>
          <p:cNvPr id="311299" name="Rectangle 2"/>
          <p:cNvSpPr>
            <a:spLocks noGrp="1" noRot="1" noChangeAspect="1" noChangeArrowheads="1" noTextEdit="1"/>
          </p:cNvSpPr>
          <p:nvPr>
            <p:ph type="sldImg"/>
          </p:nvPr>
        </p:nvSpPr>
        <p:spPr>
          <a:ln/>
        </p:spPr>
      </p:sp>
      <p:sp>
        <p:nvSpPr>
          <p:cNvPr id="3113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DB1FF4B-1329-4B7D-A8F1-4383240A47FD}" type="slidenum">
              <a:rPr lang="en-US" altLang="zh-CN" sz="1200" smtClean="0">
                <a:latin typeface="Arial" pitchFamily="34" charset="0"/>
                <a:ea typeface="宋体" pitchFamily="2" charset="-122"/>
              </a:rPr>
              <a:pPr eaLnBrk="1" hangingPunct="1"/>
              <a:t>54</a:t>
            </a:fld>
            <a:endParaRPr lang="en-US" altLang="zh-CN" sz="1200" smtClean="0">
              <a:latin typeface="Arial" pitchFamily="34" charset="0"/>
              <a:ea typeface="宋体" pitchFamily="2" charset="-122"/>
            </a:endParaRPr>
          </a:p>
        </p:txBody>
      </p:sp>
      <p:sp>
        <p:nvSpPr>
          <p:cNvPr id="312323" name="Rectangle 2"/>
          <p:cNvSpPr>
            <a:spLocks noGrp="1" noRot="1" noChangeAspect="1" noChangeArrowheads="1" noTextEdit="1"/>
          </p:cNvSpPr>
          <p:nvPr>
            <p:ph type="sldImg"/>
          </p:nvPr>
        </p:nvSpPr>
        <p:spPr>
          <a:ln/>
        </p:spPr>
      </p:sp>
      <p:sp>
        <p:nvSpPr>
          <p:cNvPr id="3123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B064B6A-E27A-4A2F-951C-90BAC34E3993}" type="slidenum">
              <a:rPr lang="en-US" altLang="zh-CN" sz="1200" smtClean="0">
                <a:latin typeface="Arial" pitchFamily="34" charset="0"/>
                <a:ea typeface="宋体" pitchFamily="2" charset="-122"/>
              </a:rPr>
              <a:pPr eaLnBrk="1" hangingPunct="1"/>
              <a:t>55</a:t>
            </a:fld>
            <a:endParaRPr lang="en-US" altLang="zh-CN" sz="1200" smtClean="0">
              <a:latin typeface="Arial" pitchFamily="34" charset="0"/>
              <a:ea typeface="宋体" pitchFamily="2" charset="-122"/>
            </a:endParaRPr>
          </a:p>
        </p:txBody>
      </p:sp>
      <p:sp>
        <p:nvSpPr>
          <p:cNvPr id="313347" name="Rectangle 2"/>
          <p:cNvSpPr>
            <a:spLocks noGrp="1" noRot="1" noChangeAspect="1" noChangeArrowheads="1" noTextEdit="1"/>
          </p:cNvSpPr>
          <p:nvPr>
            <p:ph type="sldImg"/>
          </p:nvPr>
        </p:nvSpPr>
        <p:spPr>
          <a:ln/>
        </p:spPr>
      </p:sp>
      <p:sp>
        <p:nvSpPr>
          <p:cNvPr id="3133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B9A53F3-7D6F-4528-B9EF-A2F895A3D0AD}" type="slidenum">
              <a:rPr lang="en-US" altLang="zh-CN" sz="1200" smtClean="0">
                <a:latin typeface="Arial" pitchFamily="34" charset="0"/>
                <a:ea typeface="宋体" pitchFamily="2" charset="-122"/>
              </a:rPr>
              <a:pPr eaLnBrk="1" hangingPunct="1"/>
              <a:t>56</a:t>
            </a:fld>
            <a:endParaRPr lang="en-US" altLang="zh-CN" sz="1200" smtClean="0">
              <a:latin typeface="Arial" pitchFamily="34" charset="0"/>
              <a:ea typeface="宋体" pitchFamily="2" charset="-122"/>
            </a:endParaRPr>
          </a:p>
        </p:txBody>
      </p:sp>
      <p:sp>
        <p:nvSpPr>
          <p:cNvPr id="314371" name="Rectangle 2"/>
          <p:cNvSpPr>
            <a:spLocks noGrp="1" noRot="1" noChangeAspect="1" noChangeArrowheads="1" noTextEdit="1"/>
          </p:cNvSpPr>
          <p:nvPr>
            <p:ph type="sldImg"/>
          </p:nvPr>
        </p:nvSpPr>
        <p:spPr>
          <a:ln/>
        </p:spPr>
      </p:sp>
      <p:sp>
        <p:nvSpPr>
          <p:cNvPr id="3143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171CCDF-74CF-49A1-8234-FE77807CC698}" type="slidenum">
              <a:rPr lang="en-US" altLang="zh-CN" sz="1200" smtClean="0">
                <a:latin typeface="Arial" pitchFamily="34" charset="0"/>
                <a:ea typeface="宋体" pitchFamily="2" charset="-122"/>
              </a:rPr>
              <a:pPr eaLnBrk="1" hangingPunct="1"/>
              <a:t>57</a:t>
            </a:fld>
            <a:endParaRPr lang="en-US" altLang="zh-CN" sz="1200" smtClean="0">
              <a:latin typeface="Arial" pitchFamily="34" charset="0"/>
              <a:ea typeface="宋体" pitchFamily="2" charset="-122"/>
            </a:endParaRPr>
          </a:p>
        </p:txBody>
      </p:sp>
      <p:sp>
        <p:nvSpPr>
          <p:cNvPr id="315395" name="Rectangle 2"/>
          <p:cNvSpPr>
            <a:spLocks noGrp="1" noRot="1" noChangeAspect="1" noChangeArrowheads="1" noTextEdit="1"/>
          </p:cNvSpPr>
          <p:nvPr>
            <p:ph type="sldImg"/>
          </p:nvPr>
        </p:nvSpPr>
        <p:spPr>
          <a:ln/>
        </p:spPr>
      </p:sp>
      <p:sp>
        <p:nvSpPr>
          <p:cNvPr id="3153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3AF236D-29F3-4FB2-9C0D-7067A18BDFE6}" type="slidenum">
              <a:rPr lang="en-US" altLang="zh-CN" sz="1200" smtClean="0">
                <a:latin typeface="Arial" pitchFamily="34" charset="0"/>
                <a:ea typeface="宋体" pitchFamily="2" charset="-122"/>
              </a:rPr>
              <a:pPr eaLnBrk="1" hangingPunct="1"/>
              <a:t>58</a:t>
            </a:fld>
            <a:endParaRPr lang="en-US" altLang="zh-CN" sz="1200" smtClean="0">
              <a:latin typeface="Arial" pitchFamily="34" charset="0"/>
              <a:ea typeface="宋体" pitchFamily="2" charset="-122"/>
            </a:endParaRPr>
          </a:p>
        </p:txBody>
      </p:sp>
      <p:sp>
        <p:nvSpPr>
          <p:cNvPr id="316419" name="Rectangle 2"/>
          <p:cNvSpPr>
            <a:spLocks noGrp="1" noRot="1" noChangeAspect="1" noChangeArrowheads="1" noTextEdit="1"/>
          </p:cNvSpPr>
          <p:nvPr>
            <p:ph type="sldImg"/>
          </p:nvPr>
        </p:nvSpPr>
        <p:spPr>
          <a:ln/>
        </p:spPr>
      </p:sp>
      <p:sp>
        <p:nvSpPr>
          <p:cNvPr id="3164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1F8DFAF-EAFB-4701-9E71-B874B35BFA00}" type="slidenum">
              <a:rPr lang="en-US" altLang="zh-CN" sz="1200" smtClean="0">
                <a:latin typeface="Arial" pitchFamily="34" charset="0"/>
                <a:ea typeface="宋体" pitchFamily="2" charset="-122"/>
              </a:rPr>
              <a:pPr eaLnBrk="1" hangingPunct="1"/>
              <a:t>59</a:t>
            </a:fld>
            <a:endParaRPr lang="en-US" altLang="zh-CN" sz="1200" smtClean="0">
              <a:latin typeface="Arial" pitchFamily="34" charset="0"/>
              <a:ea typeface="宋体" pitchFamily="2" charset="-122"/>
            </a:endParaRPr>
          </a:p>
        </p:txBody>
      </p:sp>
      <p:sp>
        <p:nvSpPr>
          <p:cNvPr id="317443" name="Rectangle 2"/>
          <p:cNvSpPr>
            <a:spLocks noGrp="1" noRot="1" noChangeAspect="1" noChangeArrowheads="1" noTextEdit="1"/>
          </p:cNvSpPr>
          <p:nvPr>
            <p:ph type="sldImg"/>
          </p:nvPr>
        </p:nvSpPr>
        <p:spPr>
          <a:ln/>
        </p:spPr>
      </p:sp>
      <p:sp>
        <p:nvSpPr>
          <p:cNvPr id="3174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0AD963E-FF2A-4819-AB32-C4BA98386EDA}" type="slidenum">
              <a:rPr lang="en-US" altLang="zh-CN" sz="1200" smtClean="0">
                <a:latin typeface="Arial" pitchFamily="34" charset="0"/>
                <a:ea typeface="宋体" pitchFamily="2" charset="-122"/>
              </a:rPr>
              <a:pPr eaLnBrk="1" hangingPunct="1"/>
              <a:t>60</a:t>
            </a:fld>
            <a:endParaRPr lang="en-US" altLang="zh-CN" sz="1200" smtClean="0">
              <a:latin typeface="Arial" pitchFamily="34" charset="0"/>
              <a:ea typeface="宋体" pitchFamily="2" charset="-122"/>
            </a:endParaRPr>
          </a:p>
        </p:txBody>
      </p:sp>
      <p:sp>
        <p:nvSpPr>
          <p:cNvPr id="318467" name="Rectangle 2"/>
          <p:cNvSpPr>
            <a:spLocks noGrp="1" noRot="1" noChangeAspect="1" noChangeArrowheads="1" noTextEdit="1"/>
          </p:cNvSpPr>
          <p:nvPr>
            <p:ph type="sldImg"/>
          </p:nvPr>
        </p:nvSpPr>
        <p:spPr>
          <a:ln/>
        </p:spPr>
      </p:sp>
      <p:sp>
        <p:nvSpPr>
          <p:cNvPr id="3184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4390C3B-B656-44DB-B452-6B1832625D61}" type="slidenum">
              <a:rPr lang="en-US" altLang="zh-CN" sz="1200" smtClean="0">
                <a:latin typeface="Arial" pitchFamily="34" charset="0"/>
                <a:ea typeface="宋体" pitchFamily="2" charset="-122"/>
              </a:rPr>
              <a:pPr eaLnBrk="1" hangingPunct="1"/>
              <a:t>61</a:t>
            </a:fld>
            <a:endParaRPr lang="en-US" altLang="zh-CN" sz="1200" smtClean="0">
              <a:latin typeface="Arial" pitchFamily="34" charset="0"/>
              <a:ea typeface="宋体" pitchFamily="2" charset="-122"/>
            </a:endParaRPr>
          </a:p>
        </p:txBody>
      </p:sp>
      <p:sp>
        <p:nvSpPr>
          <p:cNvPr id="319491" name="Rectangle 2"/>
          <p:cNvSpPr>
            <a:spLocks noGrp="1" noRot="1" noChangeAspect="1" noChangeArrowheads="1" noTextEdit="1"/>
          </p:cNvSpPr>
          <p:nvPr>
            <p:ph type="sldImg"/>
          </p:nvPr>
        </p:nvSpPr>
        <p:spPr>
          <a:ln/>
        </p:spPr>
      </p:sp>
      <p:sp>
        <p:nvSpPr>
          <p:cNvPr id="3194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9539B19-9BBB-473A-AD42-0F5DDBC114F9}" type="slidenum">
              <a:rPr lang="en-US" altLang="zh-CN" sz="1200" smtClean="0">
                <a:latin typeface="Arial" pitchFamily="34" charset="0"/>
                <a:ea typeface="宋体" pitchFamily="2" charset="-122"/>
              </a:rPr>
              <a:pPr eaLnBrk="1" hangingPunct="1"/>
              <a:t>62</a:t>
            </a:fld>
            <a:endParaRPr lang="en-US" altLang="zh-CN" sz="1200" smtClean="0">
              <a:latin typeface="Arial" pitchFamily="34" charset="0"/>
              <a:ea typeface="宋体" pitchFamily="2" charset="-122"/>
            </a:endParaRPr>
          </a:p>
        </p:txBody>
      </p:sp>
      <p:sp>
        <p:nvSpPr>
          <p:cNvPr id="320515" name="Rectangle 2"/>
          <p:cNvSpPr>
            <a:spLocks noGrp="1" noRot="1" noChangeAspect="1" noChangeArrowheads="1" noTextEdit="1"/>
          </p:cNvSpPr>
          <p:nvPr>
            <p:ph type="sldImg"/>
          </p:nvPr>
        </p:nvSpPr>
        <p:spPr>
          <a:ln/>
        </p:spPr>
      </p:sp>
      <p:sp>
        <p:nvSpPr>
          <p:cNvPr id="3205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8B13641-95BF-4952-896F-014A3E2A783A}" type="slidenum">
              <a:rPr lang="en-US" altLang="zh-CN" sz="1200" smtClean="0">
                <a:latin typeface="Arial" pitchFamily="34" charset="0"/>
                <a:ea typeface="宋体" pitchFamily="2" charset="-122"/>
              </a:rPr>
              <a:pPr eaLnBrk="1" hangingPunct="1"/>
              <a:t>63</a:t>
            </a:fld>
            <a:endParaRPr lang="en-US" altLang="zh-CN" sz="1200" smtClean="0">
              <a:latin typeface="Arial" pitchFamily="34" charset="0"/>
              <a:ea typeface="宋体" pitchFamily="2" charset="-122"/>
            </a:endParaRPr>
          </a:p>
        </p:txBody>
      </p:sp>
      <p:sp>
        <p:nvSpPr>
          <p:cNvPr id="321539" name="Rectangle 2"/>
          <p:cNvSpPr>
            <a:spLocks noGrp="1" noRot="1" noChangeAspect="1" noChangeArrowheads="1" noTextEdit="1"/>
          </p:cNvSpPr>
          <p:nvPr>
            <p:ph type="sldImg"/>
          </p:nvPr>
        </p:nvSpPr>
        <p:spPr>
          <a:ln/>
        </p:spPr>
      </p:sp>
      <p:sp>
        <p:nvSpPr>
          <p:cNvPr id="3215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E2BE3A6-8187-4800-AB5A-CE554456BC3A}" type="slidenum">
              <a:rPr lang="en-US" altLang="zh-CN" sz="1200" smtClean="0">
                <a:latin typeface="Arial" pitchFamily="34" charset="0"/>
                <a:ea typeface="宋体" pitchFamily="2" charset="-122"/>
              </a:rPr>
              <a:pPr eaLnBrk="1" hangingPunct="1"/>
              <a:t>64</a:t>
            </a:fld>
            <a:endParaRPr lang="en-US" altLang="zh-CN" sz="1200" smtClean="0">
              <a:latin typeface="Arial" pitchFamily="34" charset="0"/>
              <a:ea typeface="宋体" pitchFamily="2" charset="-122"/>
            </a:endParaRPr>
          </a:p>
        </p:txBody>
      </p:sp>
      <p:sp>
        <p:nvSpPr>
          <p:cNvPr id="322563" name="Rectangle 2"/>
          <p:cNvSpPr>
            <a:spLocks noGrp="1" noRot="1" noChangeAspect="1" noChangeArrowheads="1" noTextEdit="1"/>
          </p:cNvSpPr>
          <p:nvPr>
            <p:ph type="sldImg"/>
          </p:nvPr>
        </p:nvSpPr>
        <p:spPr>
          <a:ln/>
        </p:spPr>
      </p:sp>
      <p:sp>
        <p:nvSpPr>
          <p:cNvPr id="3225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BC72378-DBE8-4EA9-B292-024319A2E872}" type="slidenum">
              <a:rPr lang="en-US" altLang="zh-CN" sz="1200" smtClean="0">
                <a:latin typeface="Arial" pitchFamily="34" charset="0"/>
                <a:ea typeface="宋体" pitchFamily="2" charset="-122"/>
              </a:rPr>
              <a:pPr eaLnBrk="1" hangingPunct="1"/>
              <a:t>65</a:t>
            </a:fld>
            <a:endParaRPr lang="en-US" altLang="zh-CN" sz="1200" smtClean="0">
              <a:latin typeface="Arial" pitchFamily="34" charset="0"/>
              <a:ea typeface="宋体" pitchFamily="2" charset="-122"/>
            </a:endParaRPr>
          </a:p>
        </p:txBody>
      </p:sp>
      <p:sp>
        <p:nvSpPr>
          <p:cNvPr id="323587" name="Rectangle 2"/>
          <p:cNvSpPr>
            <a:spLocks noGrp="1" noRot="1" noChangeAspect="1" noChangeArrowheads="1" noTextEdit="1"/>
          </p:cNvSpPr>
          <p:nvPr>
            <p:ph type="sldImg"/>
          </p:nvPr>
        </p:nvSpPr>
        <p:spPr>
          <a:ln/>
        </p:spPr>
      </p:sp>
      <p:sp>
        <p:nvSpPr>
          <p:cNvPr id="3235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84E3FE8-0249-4C11-A4D3-DBCC7DFFA4DE}" type="slidenum">
              <a:rPr lang="en-US" altLang="zh-CN" sz="1200" smtClean="0">
                <a:latin typeface="Arial" pitchFamily="34" charset="0"/>
                <a:ea typeface="宋体" pitchFamily="2" charset="-122"/>
              </a:rPr>
              <a:pPr eaLnBrk="1" hangingPunct="1"/>
              <a:t>66</a:t>
            </a:fld>
            <a:endParaRPr lang="en-US" altLang="zh-CN" sz="1200" smtClean="0">
              <a:latin typeface="Arial" pitchFamily="34" charset="0"/>
              <a:ea typeface="宋体" pitchFamily="2" charset="-122"/>
            </a:endParaRPr>
          </a:p>
        </p:txBody>
      </p:sp>
      <p:sp>
        <p:nvSpPr>
          <p:cNvPr id="324611" name="Rectangle 2"/>
          <p:cNvSpPr>
            <a:spLocks noGrp="1" noRot="1" noChangeAspect="1" noChangeArrowheads="1" noTextEdit="1"/>
          </p:cNvSpPr>
          <p:nvPr>
            <p:ph type="sldImg"/>
          </p:nvPr>
        </p:nvSpPr>
        <p:spPr>
          <a:ln/>
        </p:spPr>
      </p:sp>
      <p:sp>
        <p:nvSpPr>
          <p:cNvPr id="3246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9DB6ADF-4DA2-4742-9CD1-D640A2B52B6C}" type="slidenum">
              <a:rPr lang="en-US" altLang="zh-CN" sz="1200" smtClean="0">
                <a:latin typeface="Arial" pitchFamily="34" charset="0"/>
                <a:ea typeface="宋体" pitchFamily="2" charset="-122"/>
              </a:rPr>
              <a:pPr eaLnBrk="1" hangingPunct="1"/>
              <a:t>67</a:t>
            </a:fld>
            <a:endParaRPr lang="en-US" altLang="zh-CN" sz="1200" smtClean="0">
              <a:latin typeface="Arial" pitchFamily="34" charset="0"/>
              <a:ea typeface="宋体" pitchFamily="2" charset="-122"/>
            </a:endParaRPr>
          </a:p>
        </p:txBody>
      </p:sp>
      <p:sp>
        <p:nvSpPr>
          <p:cNvPr id="325635" name="Rectangle 2"/>
          <p:cNvSpPr>
            <a:spLocks noGrp="1" noRot="1" noChangeAspect="1" noChangeArrowheads="1" noTextEdit="1"/>
          </p:cNvSpPr>
          <p:nvPr>
            <p:ph type="sldImg"/>
          </p:nvPr>
        </p:nvSpPr>
        <p:spPr>
          <a:ln/>
        </p:spPr>
      </p:sp>
      <p:sp>
        <p:nvSpPr>
          <p:cNvPr id="3256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997A20C-238B-4D2B-A033-9713BD89A1D6}" type="slidenum">
              <a:rPr lang="en-US" altLang="zh-CN" sz="1200" smtClean="0">
                <a:latin typeface="Arial" pitchFamily="34" charset="0"/>
                <a:ea typeface="宋体" pitchFamily="2" charset="-122"/>
              </a:rPr>
              <a:pPr eaLnBrk="1" hangingPunct="1"/>
              <a:t>68</a:t>
            </a:fld>
            <a:endParaRPr lang="en-US" altLang="zh-CN" sz="1200" smtClean="0">
              <a:latin typeface="Arial" pitchFamily="34" charset="0"/>
              <a:ea typeface="宋体" pitchFamily="2" charset="-122"/>
            </a:endParaRPr>
          </a:p>
        </p:txBody>
      </p:sp>
      <p:sp>
        <p:nvSpPr>
          <p:cNvPr id="326659" name="Rectangle 2"/>
          <p:cNvSpPr>
            <a:spLocks noGrp="1" noRot="1" noChangeAspect="1" noChangeArrowheads="1" noTextEdit="1"/>
          </p:cNvSpPr>
          <p:nvPr>
            <p:ph type="sldImg"/>
          </p:nvPr>
        </p:nvSpPr>
        <p:spPr>
          <a:ln/>
        </p:spPr>
      </p:sp>
      <p:sp>
        <p:nvSpPr>
          <p:cNvPr id="3266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69700E0-4E5A-44A2-85C9-886C24FB09A6}" type="slidenum">
              <a:rPr lang="en-US" altLang="zh-CN" sz="1200" smtClean="0">
                <a:latin typeface="Arial" pitchFamily="34" charset="0"/>
                <a:ea typeface="宋体" pitchFamily="2" charset="-122"/>
              </a:rPr>
              <a:pPr eaLnBrk="1" hangingPunct="1"/>
              <a:t>69</a:t>
            </a:fld>
            <a:endParaRPr lang="en-US" altLang="zh-CN" sz="1200" smtClean="0">
              <a:latin typeface="Arial" pitchFamily="34" charset="0"/>
              <a:ea typeface="宋体" pitchFamily="2" charset="-122"/>
            </a:endParaRPr>
          </a:p>
        </p:txBody>
      </p:sp>
      <p:sp>
        <p:nvSpPr>
          <p:cNvPr id="327683" name="Rectangle 2"/>
          <p:cNvSpPr>
            <a:spLocks noGrp="1" noRot="1" noChangeAspect="1" noChangeArrowheads="1" noTextEdit="1"/>
          </p:cNvSpPr>
          <p:nvPr>
            <p:ph type="sldImg"/>
          </p:nvPr>
        </p:nvSpPr>
        <p:spPr>
          <a:ln/>
        </p:spPr>
      </p:sp>
      <p:sp>
        <p:nvSpPr>
          <p:cNvPr id="3276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B73B3AC-0AB7-4ABE-AF2B-CFE0DD3D0BEE}" type="slidenum">
              <a:rPr lang="en-US" altLang="zh-CN" sz="1200" smtClean="0">
                <a:latin typeface="Arial" pitchFamily="34" charset="0"/>
                <a:ea typeface="宋体" pitchFamily="2" charset="-122"/>
              </a:rPr>
              <a:pPr eaLnBrk="1" hangingPunct="1"/>
              <a:t>70</a:t>
            </a:fld>
            <a:endParaRPr lang="en-US" altLang="zh-CN" sz="1200" smtClean="0">
              <a:latin typeface="Arial" pitchFamily="34" charset="0"/>
              <a:ea typeface="宋体" pitchFamily="2" charset="-122"/>
            </a:endParaRPr>
          </a:p>
        </p:txBody>
      </p:sp>
      <p:sp>
        <p:nvSpPr>
          <p:cNvPr id="328707" name="Rectangle 2"/>
          <p:cNvSpPr>
            <a:spLocks noGrp="1" noRot="1" noChangeAspect="1" noChangeArrowheads="1" noTextEdit="1"/>
          </p:cNvSpPr>
          <p:nvPr>
            <p:ph type="sldImg"/>
          </p:nvPr>
        </p:nvSpPr>
        <p:spPr>
          <a:ln/>
        </p:spPr>
      </p:sp>
      <p:sp>
        <p:nvSpPr>
          <p:cNvPr id="3287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F25D4FD-F3AA-4286-87AB-FCB1C1716C22}" type="slidenum">
              <a:rPr lang="en-US" altLang="zh-CN" sz="1200" smtClean="0">
                <a:latin typeface="Arial" pitchFamily="34" charset="0"/>
                <a:ea typeface="宋体" pitchFamily="2" charset="-122"/>
              </a:rPr>
              <a:pPr eaLnBrk="1" hangingPunct="1"/>
              <a:t>71</a:t>
            </a:fld>
            <a:endParaRPr lang="en-US" altLang="zh-CN" sz="1200" smtClean="0">
              <a:latin typeface="Arial" pitchFamily="34" charset="0"/>
              <a:ea typeface="宋体" pitchFamily="2" charset="-122"/>
            </a:endParaRPr>
          </a:p>
        </p:txBody>
      </p:sp>
      <p:sp>
        <p:nvSpPr>
          <p:cNvPr id="329731" name="Rectangle 2"/>
          <p:cNvSpPr>
            <a:spLocks noGrp="1" noRot="1" noChangeAspect="1" noChangeArrowheads="1" noTextEdit="1"/>
          </p:cNvSpPr>
          <p:nvPr>
            <p:ph type="sldImg"/>
          </p:nvPr>
        </p:nvSpPr>
        <p:spPr>
          <a:ln/>
        </p:spPr>
      </p:sp>
      <p:sp>
        <p:nvSpPr>
          <p:cNvPr id="3297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91D6727-B541-41B5-BDE8-586CE20E4BA9}" type="slidenum">
              <a:rPr lang="en-US" altLang="zh-CN" sz="1200" smtClean="0">
                <a:latin typeface="Arial" pitchFamily="34" charset="0"/>
                <a:ea typeface="宋体" pitchFamily="2" charset="-122"/>
              </a:rPr>
              <a:pPr eaLnBrk="1" hangingPunct="1"/>
              <a:t>72</a:t>
            </a:fld>
            <a:endParaRPr lang="en-US" altLang="zh-CN" sz="1200" smtClean="0">
              <a:latin typeface="Arial" pitchFamily="34" charset="0"/>
              <a:ea typeface="宋体" pitchFamily="2" charset="-122"/>
            </a:endParaRPr>
          </a:p>
        </p:txBody>
      </p:sp>
      <p:sp>
        <p:nvSpPr>
          <p:cNvPr id="330755" name="Rectangle 2"/>
          <p:cNvSpPr>
            <a:spLocks noGrp="1" noRot="1" noChangeAspect="1" noChangeArrowheads="1" noTextEdit="1"/>
          </p:cNvSpPr>
          <p:nvPr>
            <p:ph type="sldImg"/>
          </p:nvPr>
        </p:nvSpPr>
        <p:spPr>
          <a:ln/>
        </p:spPr>
      </p:sp>
      <p:sp>
        <p:nvSpPr>
          <p:cNvPr id="3307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07BD479F-7ABF-4745-86DF-ED995F51851C}" type="slidenum">
              <a:rPr lang="en-US" altLang="zh-CN" sz="1200" smtClean="0">
                <a:latin typeface="Arial" pitchFamily="34" charset="0"/>
                <a:ea typeface="宋体" pitchFamily="2" charset="-122"/>
              </a:rPr>
              <a:pPr eaLnBrk="1" hangingPunct="1"/>
              <a:t>73</a:t>
            </a:fld>
            <a:endParaRPr lang="en-US" altLang="zh-CN" sz="1200" smtClean="0">
              <a:latin typeface="Arial" pitchFamily="34" charset="0"/>
              <a:ea typeface="宋体" pitchFamily="2" charset="-122"/>
            </a:endParaRPr>
          </a:p>
        </p:txBody>
      </p:sp>
      <p:sp>
        <p:nvSpPr>
          <p:cNvPr id="331779" name="Rectangle 2"/>
          <p:cNvSpPr>
            <a:spLocks noGrp="1" noRot="1" noChangeAspect="1" noChangeArrowheads="1" noTextEdit="1"/>
          </p:cNvSpPr>
          <p:nvPr>
            <p:ph type="sldImg"/>
          </p:nvPr>
        </p:nvSpPr>
        <p:spPr>
          <a:ln/>
        </p:spPr>
      </p:sp>
      <p:sp>
        <p:nvSpPr>
          <p:cNvPr id="3317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2833C11-CDA1-4AE2-A2D2-024FA82FA086}" type="slidenum">
              <a:rPr lang="en-US" altLang="zh-CN" sz="1200" smtClean="0">
                <a:latin typeface="Arial" pitchFamily="34" charset="0"/>
                <a:ea typeface="宋体" pitchFamily="2" charset="-122"/>
              </a:rPr>
              <a:pPr eaLnBrk="1" hangingPunct="1"/>
              <a:t>74</a:t>
            </a:fld>
            <a:endParaRPr lang="en-US" altLang="zh-CN" sz="1200" smtClean="0">
              <a:latin typeface="Arial" pitchFamily="34" charset="0"/>
              <a:ea typeface="宋体" pitchFamily="2" charset="-122"/>
            </a:endParaRPr>
          </a:p>
        </p:txBody>
      </p:sp>
      <p:sp>
        <p:nvSpPr>
          <p:cNvPr id="332803" name="Rectangle 2"/>
          <p:cNvSpPr>
            <a:spLocks noGrp="1" noRot="1" noChangeAspect="1" noChangeArrowheads="1" noTextEdit="1"/>
          </p:cNvSpPr>
          <p:nvPr>
            <p:ph type="sldImg"/>
          </p:nvPr>
        </p:nvSpPr>
        <p:spPr>
          <a:ln/>
        </p:spPr>
      </p:sp>
      <p:sp>
        <p:nvSpPr>
          <p:cNvPr id="3328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6FB79F0-13D6-4EDF-852C-F03F000B10AF}" type="slidenum">
              <a:rPr lang="en-US" altLang="zh-CN" sz="1200" smtClean="0">
                <a:latin typeface="Arial" pitchFamily="34" charset="0"/>
                <a:ea typeface="宋体" pitchFamily="2" charset="-122"/>
              </a:rPr>
              <a:pPr eaLnBrk="1" hangingPunct="1"/>
              <a:t>75</a:t>
            </a:fld>
            <a:endParaRPr lang="en-US" altLang="zh-CN" sz="1200" smtClean="0">
              <a:latin typeface="Arial" pitchFamily="34" charset="0"/>
              <a:ea typeface="宋体" pitchFamily="2" charset="-122"/>
            </a:endParaRPr>
          </a:p>
        </p:txBody>
      </p:sp>
      <p:sp>
        <p:nvSpPr>
          <p:cNvPr id="333827" name="Rectangle 2"/>
          <p:cNvSpPr>
            <a:spLocks noGrp="1" noRot="1" noChangeAspect="1" noChangeArrowheads="1" noTextEdit="1"/>
          </p:cNvSpPr>
          <p:nvPr>
            <p:ph type="sldImg"/>
          </p:nvPr>
        </p:nvSpPr>
        <p:spPr>
          <a:ln/>
        </p:spPr>
      </p:sp>
      <p:sp>
        <p:nvSpPr>
          <p:cNvPr id="3338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521FB12-3BAC-4CDA-B012-2E2208F92447}" type="slidenum">
              <a:rPr lang="en-US" altLang="zh-CN" sz="1200" smtClean="0">
                <a:latin typeface="Arial" pitchFamily="34" charset="0"/>
                <a:ea typeface="宋体" pitchFamily="2" charset="-122"/>
              </a:rPr>
              <a:pPr eaLnBrk="1" hangingPunct="1"/>
              <a:t>76</a:t>
            </a:fld>
            <a:endParaRPr lang="en-US" altLang="zh-CN" sz="1200" smtClean="0">
              <a:latin typeface="Arial" pitchFamily="34" charset="0"/>
              <a:ea typeface="宋体" pitchFamily="2" charset="-122"/>
            </a:endParaRPr>
          </a:p>
        </p:txBody>
      </p:sp>
      <p:sp>
        <p:nvSpPr>
          <p:cNvPr id="334851" name="Rectangle 2"/>
          <p:cNvSpPr>
            <a:spLocks noGrp="1" noRot="1" noChangeAspect="1" noChangeArrowheads="1" noTextEdit="1"/>
          </p:cNvSpPr>
          <p:nvPr>
            <p:ph type="sldImg"/>
          </p:nvPr>
        </p:nvSpPr>
        <p:spPr>
          <a:ln/>
        </p:spPr>
      </p:sp>
      <p:sp>
        <p:nvSpPr>
          <p:cNvPr id="3348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17F0248-CDAF-4087-9FA4-78748C56473C}" type="slidenum">
              <a:rPr lang="en-US" altLang="zh-CN" sz="1200" smtClean="0">
                <a:latin typeface="Arial" pitchFamily="34" charset="0"/>
                <a:ea typeface="宋体" pitchFamily="2" charset="-122"/>
              </a:rPr>
              <a:pPr eaLnBrk="1" hangingPunct="1"/>
              <a:t>77</a:t>
            </a:fld>
            <a:endParaRPr lang="en-US" altLang="zh-CN" sz="1200" smtClean="0">
              <a:latin typeface="Arial" pitchFamily="34" charset="0"/>
              <a:ea typeface="宋体" pitchFamily="2" charset="-122"/>
            </a:endParaRPr>
          </a:p>
        </p:txBody>
      </p:sp>
      <p:sp>
        <p:nvSpPr>
          <p:cNvPr id="335875" name="Rectangle 2"/>
          <p:cNvSpPr>
            <a:spLocks noGrp="1" noRot="1" noChangeAspect="1" noChangeArrowheads="1" noTextEdit="1"/>
          </p:cNvSpPr>
          <p:nvPr>
            <p:ph type="sldImg"/>
          </p:nvPr>
        </p:nvSpPr>
        <p:spPr>
          <a:ln/>
        </p:spPr>
      </p:sp>
      <p:sp>
        <p:nvSpPr>
          <p:cNvPr id="3358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53C96E6-BBC1-4388-8CD0-ACE4CE73DDB8}" type="slidenum">
              <a:rPr lang="en-US" altLang="zh-CN" sz="1200" smtClean="0">
                <a:latin typeface="Arial" pitchFamily="34" charset="0"/>
                <a:ea typeface="宋体" pitchFamily="2" charset="-122"/>
              </a:rPr>
              <a:pPr eaLnBrk="1" hangingPunct="1"/>
              <a:t>78</a:t>
            </a:fld>
            <a:endParaRPr lang="en-US" altLang="zh-CN" sz="1200" smtClean="0">
              <a:latin typeface="Arial" pitchFamily="34" charset="0"/>
              <a:ea typeface="宋体" pitchFamily="2" charset="-122"/>
            </a:endParaRPr>
          </a:p>
        </p:txBody>
      </p:sp>
      <p:sp>
        <p:nvSpPr>
          <p:cNvPr id="336899" name="Rectangle 2"/>
          <p:cNvSpPr>
            <a:spLocks noGrp="1" noRot="1" noChangeAspect="1" noChangeArrowheads="1" noTextEdit="1"/>
          </p:cNvSpPr>
          <p:nvPr>
            <p:ph type="sldImg"/>
          </p:nvPr>
        </p:nvSpPr>
        <p:spPr>
          <a:ln/>
        </p:spPr>
      </p:sp>
      <p:sp>
        <p:nvSpPr>
          <p:cNvPr id="3369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8FA9047-CAF4-49D0-B35D-05BC64D934E5}" type="slidenum">
              <a:rPr lang="en-US" altLang="zh-CN" sz="1200" smtClean="0">
                <a:latin typeface="Arial" pitchFamily="34" charset="0"/>
                <a:ea typeface="宋体" pitchFamily="2" charset="-122"/>
              </a:rPr>
              <a:pPr eaLnBrk="1" hangingPunct="1"/>
              <a:t>79</a:t>
            </a:fld>
            <a:endParaRPr lang="en-US" altLang="zh-CN" sz="1200" smtClean="0">
              <a:latin typeface="Arial" pitchFamily="34" charset="0"/>
              <a:ea typeface="宋体" pitchFamily="2" charset="-122"/>
            </a:endParaRPr>
          </a:p>
        </p:txBody>
      </p:sp>
      <p:sp>
        <p:nvSpPr>
          <p:cNvPr id="337923" name="Rectangle 2"/>
          <p:cNvSpPr>
            <a:spLocks noGrp="1" noRot="1" noChangeAspect="1" noChangeArrowheads="1" noTextEdit="1"/>
          </p:cNvSpPr>
          <p:nvPr>
            <p:ph type="sldImg"/>
          </p:nvPr>
        </p:nvSpPr>
        <p:spPr>
          <a:ln/>
        </p:spPr>
      </p:sp>
      <p:sp>
        <p:nvSpPr>
          <p:cNvPr id="3379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2DA773A-281A-4BCF-BA4D-0D55CB2DEEA4}" type="slidenum">
              <a:rPr lang="en-US" altLang="zh-CN" sz="1200" smtClean="0">
                <a:latin typeface="Arial" pitchFamily="34" charset="0"/>
                <a:ea typeface="宋体" pitchFamily="2" charset="-122"/>
              </a:rPr>
              <a:pPr eaLnBrk="1" hangingPunct="1"/>
              <a:t>80</a:t>
            </a:fld>
            <a:endParaRPr lang="en-US" altLang="zh-CN" sz="1200" smtClean="0">
              <a:latin typeface="Arial" pitchFamily="34" charset="0"/>
              <a:ea typeface="宋体" pitchFamily="2" charset="-122"/>
            </a:endParaRPr>
          </a:p>
        </p:txBody>
      </p:sp>
      <p:sp>
        <p:nvSpPr>
          <p:cNvPr id="338947" name="Rectangle 2"/>
          <p:cNvSpPr>
            <a:spLocks noGrp="1" noRot="1" noChangeAspect="1" noChangeArrowheads="1" noTextEdit="1"/>
          </p:cNvSpPr>
          <p:nvPr>
            <p:ph type="sldImg"/>
          </p:nvPr>
        </p:nvSpPr>
        <p:spPr>
          <a:ln/>
        </p:spPr>
      </p:sp>
      <p:sp>
        <p:nvSpPr>
          <p:cNvPr id="3389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3F2733D-3A13-4539-8225-23789FB8011B}" type="slidenum">
              <a:rPr lang="en-US" altLang="zh-CN" sz="1200" smtClean="0">
                <a:latin typeface="Arial" pitchFamily="34" charset="0"/>
                <a:ea typeface="宋体" pitchFamily="2" charset="-122"/>
              </a:rPr>
              <a:pPr eaLnBrk="1" hangingPunct="1"/>
              <a:t>81</a:t>
            </a:fld>
            <a:endParaRPr lang="en-US" altLang="zh-CN" sz="1200" smtClean="0">
              <a:latin typeface="Arial" pitchFamily="34" charset="0"/>
              <a:ea typeface="宋体" pitchFamily="2" charset="-122"/>
            </a:endParaRPr>
          </a:p>
        </p:txBody>
      </p:sp>
      <p:sp>
        <p:nvSpPr>
          <p:cNvPr id="339971" name="Rectangle 2"/>
          <p:cNvSpPr>
            <a:spLocks noGrp="1" noRot="1" noChangeAspect="1" noChangeArrowheads="1" noTextEdit="1"/>
          </p:cNvSpPr>
          <p:nvPr>
            <p:ph type="sldImg"/>
          </p:nvPr>
        </p:nvSpPr>
        <p:spPr>
          <a:ln/>
        </p:spPr>
      </p:sp>
      <p:sp>
        <p:nvSpPr>
          <p:cNvPr id="3399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6D6882B-ABB6-4761-A007-8FEF5DC39B47}" type="slidenum">
              <a:rPr lang="en-US" altLang="zh-CN" sz="1200" smtClean="0">
                <a:latin typeface="Arial" pitchFamily="34" charset="0"/>
                <a:ea typeface="宋体" pitchFamily="2" charset="-122"/>
              </a:rPr>
              <a:pPr eaLnBrk="1" hangingPunct="1"/>
              <a:t>82</a:t>
            </a:fld>
            <a:endParaRPr lang="en-US" altLang="zh-CN" sz="1200" smtClean="0">
              <a:latin typeface="Arial" pitchFamily="34" charset="0"/>
              <a:ea typeface="宋体" pitchFamily="2" charset="-122"/>
            </a:endParaRPr>
          </a:p>
        </p:txBody>
      </p:sp>
      <p:sp>
        <p:nvSpPr>
          <p:cNvPr id="340995" name="Rectangle 2"/>
          <p:cNvSpPr>
            <a:spLocks noGrp="1" noRot="1" noChangeAspect="1" noChangeArrowheads="1" noTextEdit="1"/>
          </p:cNvSpPr>
          <p:nvPr>
            <p:ph type="sldImg"/>
          </p:nvPr>
        </p:nvSpPr>
        <p:spPr>
          <a:ln/>
        </p:spPr>
      </p:sp>
      <p:sp>
        <p:nvSpPr>
          <p:cNvPr id="3409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D185830-1A72-4472-85FC-97B17FE3D676}" type="slidenum">
              <a:rPr lang="en-US" altLang="zh-CN" sz="1200" smtClean="0">
                <a:latin typeface="Arial" pitchFamily="34" charset="0"/>
                <a:ea typeface="宋体" pitchFamily="2" charset="-122"/>
              </a:rPr>
              <a:pPr eaLnBrk="1" hangingPunct="1"/>
              <a:t>83</a:t>
            </a:fld>
            <a:endParaRPr lang="en-US" altLang="zh-CN" sz="1200" smtClean="0">
              <a:latin typeface="Arial" pitchFamily="34" charset="0"/>
              <a:ea typeface="宋体" pitchFamily="2" charset="-122"/>
            </a:endParaRPr>
          </a:p>
        </p:txBody>
      </p:sp>
      <p:sp>
        <p:nvSpPr>
          <p:cNvPr id="342019" name="Rectangle 2"/>
          <p:cNvSpPr>
            <a:spLocks noGrp="1" noRot="1" noChangeAspect="1" noChangeArrowheads="1" noTextEdit="1"/>
          </p:cNvSpPr>
          <p:nvPr>
            <p:ph type="sldImg"/>
          </p:nvPr>
        </p:nvSpPr>
        <p:spPr>
          <a:ln/>
        </p:spPr>
      </p:sp>
      <p:sp>
        <p:nvSpPr>
          <p:cNvPr id="3420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72850A8-7868-4CF7-AFEB-359E3A927BD3}" type="slidenum">
              <a:rPr lang="en-US" altLang="zh-CN" sz="1200" smtClean="0">
                <a:latin typeface="Arial" pitchFamily="34" charset="0"/>
                <a:ea typeface="宋体" pitchFamily="2" charset="-122"/>
              </a:rPr>
              <a:pPr eaLnBrk="1" hangingPunct="1"/>
              <a:t>84</a:t>
            </a:fld>
            <a:endParaRPr lang="en-US" altLang="zh-CN" sz="1200" smtClean="0">
              <a:latin typeface="Arial" pitchFamily="34" charset="0"/>
              <a:ea typeface="宋体" pitchFamily="2" charset="-122"/>
            </a:endParaRPr>
          </a:p>
        </p:txBody>
      </p:sp>
      <p:sp>
        <p:nvSpPr>
          <p:cNvPr id="343043" name="Rectangle 2"/>
          <p:cNvSpPr>
            <a:spLocks noGrp="1" noRot="1" noChangeAspect="1" noChangeArrowheads="1" noTextEdit="1"/>
          </p:cNvSpPr>
          <p:nvPr>
            <p:ph type="sldImg"/>
          </p:nvPr>
        </p:nvSpPr>
        <p:spPr>
          <a:ln/>
        </p:spPr>
      </p:sp>
      <p:sp>
        <p:nvSpPr>
          <p:cNvPr id="3430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72BADEE-599D-4B89-B1F1-BAE5B82657B6}" type="slidenum">
              <a:rPr lang="en-US" altLang="zh-CN" sz="1200" smtClean="0">
                <a:latin typeface="Arial" pitchFamily="34" charset="0"/>
                <a:ea typeface="宋体" pitchFamily="2" charset="-122"/>
              </a:rPr>
              <a:pPr eaLnBrk="1" hangingPunct="1"/>
              <a:t>85</a:t>
            </a:fld>
            <a:endParaRPr lang="en-US" altLang="zh-CN" sz="1200" smtClean="0">
              <a:latin typeface="Arial" pitchFamily="34" charset="0"/>
              <a:ea typeface="宋体" pitchFamily="2" charset="-122"/>
            </a:endParaRPr>
          </a:p>
        </p:txBody>
      </p:sp>
      <p:sp>
        <p:nvSpPr>
          <p:cNvPr id="344067" name="Rectangle 2"/>
          <p:cNvSpPr>
            <a:spLocks noGrp="1" noRot="1" noChangeAspect="1" noChangeArrowheads="1" noTextEdit="1"/>
          </p:cNvSpPr>
          <p:nvPr>
            <p:ph type="sldImg"/>
          </p:nvPr>
        </p:nvSpPr>
        <p:spPr>
          <a:ln/>
        </p:spPr>
      </p:sp>
      <p:sp>
        <p:nvSpPr>
          <p:cNvPr id="3440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08742A8-CC83-4268-96B3-2EF63D4B17D6}" type="slidenum">
              <a:rPr lang="en-US" altLang="zh-CN" sz="1200" smtClean="0">
                <a:latin typeface="Arial" pitchFamily="34" charset="0"/>
                <a:ea typeface="宋体" pitchFamily="2" charset="-122"/>
              </a:rPr>
              <a:pPr eaLnBrk="1" hangingPunct="1"/>
              <a:t>86</a:t>
            </a:fld>
            <a:endParaRPr lang="en-US" altLang="zh-CN" sz="1200" smtClean="0">
              <a:latin typeface="Arial" pitchFamily="34" charset="0"/>
              <a:ea typeface="宋体" pitchFamily="2" charset="-122"/>
            </a:endParaRPr>
          </a:p>
        </p:txBody>
      </p:sp>
      <p:sp>
        <p:nvSpPr>
          <p:cNvPr id="345091" name="Rectangle 2"/>
          <p:cNvSpPr>
            <a:spLocks noGrp="1" noRot="1" noChangeAspect="1" noChangeArrowheads="1" noTextEdit="1"/>
          </p:cNvSpPr>
          <p:nvPr>
            <p:ph type="sldImg"/>
          </p:nvPr>
        </p:nvSpPr>
        <p:spPr>
          <a:ln/>
        </p:spPr>
      </p:sp>
      <p:sp>
        <p:nvSpPr>
          <p:cNvPr id="3450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9CFEEFB-07D7-4D86-980F-6F4F6C0B7F4D}" type="slidenum">
              <a:rPr lang="en-US" altLang="zh-CN" sz="1200" smtClean="0">
                <a:latin typeface="Arial" pitchFamily="34" charset="0"/>
                <a:ea typeface="宋体" pitchFamily="2" charset="-122"/>
              </a:rPr>
              <a:pPr eaLnBrk="1" hangingPunct="1"/>
              <a:t>87</a:t>
            </a:fld>
            <a:endParaRPr lang="en-US" altLang="zh-CN" sz="1200" smtClean="0">
              <a:latin typeface="Arial" pitchFamily="34" charset="0"/>
              <a:ea typeface="宋体" pitchFamily="2" charset="-122"/>
            </a:endParaRPr>
          </a:p>
        </p:txBody>
      </p:sp>
      <p:sp>
        <p:nvSpPr>
          <p:cNvPr id="346115" name="Rectangle 2"/>
          <p:cNvSpPr>
            <a:spLocks noGrp="1" noRot="1" noChangeAspect="1" noChangeArrowheads="1" noTextEdit="1"/>
          </p:cNvSpPr>
          <p:nvPr>
            <p:ph type="sldImg"/>
          </p:nvPr>
        </p:nvSpPr>
        <p:spPr>
          <a:ln/>
        </p:spPr>
      </p:sp>
      <p:sp>
        <p:nvSpPr>
          <p:cNvPr id="3461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3328EE3-56ED-415C-9A53-3F8A8BBE140F}" type="slidenum">
              <a:rPr lang="en-US" altLang="zh-CN" sz="1200" smtClean="0">
                <a:latin typeface="Arial" pitchFamily="34" charset="0"/>
                <a:ea typeface="宋体" pitchFamily="2" charset="-122"/>
              </a:rPr>
              <a:pPr eaLnBrk="1" hangingPunct="1"/>
              <a:t>88</a:t>
            </a:fld>
            <a:endParaRPr lang="en-US" altLang="zh-CN" sz="1200" smtClean="0">
              <a:latin typeface="Arial" pitchFamily="34" charset="0"/>
              <a:ea typeface="宋体" pitchFamily="2" charset="-122"/>
            </a:endParaRPr>
          </a:p>
        </p:txBody>
      </p:sp>
      <p:sp>
        <p:nvSpPr>
          <p:cNvPr id="347139" name="Rectangle 2"/>
          <p:cNvSpPr>
            <a:spLocks noGrp="1" noRot="1" noChangeAspect="1" noChangeArrowheads="1" noTextEdit="1"/>
          </p:cNvSpPr>
          <p:nvPr>
            <p:ph type="sldImg"/>
          </p:nvPr>
        </p:nvSpPr>
        <p:spPr>
          <a:ln/>
        </p:spPr>
      </p:sp>
      <p:sp>
        <p:nvSpPr>
          <p:cNvPr id="3471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211E7ED-CF4F-4E86-8B2C-7630B9B66D66}" type="slidenum">
              <a:rPr lang="en-US" altLang="zh-CN" sz="1200" smtClean="0">
                <a:latin typeface="Arial" pitchFamily="34" charset="0"/>
                <a:ea typeface="宋体" pitchFamily="2" charset="-122"/>
              </a:rPr>
              <a:pPr eaLnBrk="1" hangingPunct="1"/>
              <a:t>89</a:t>
            </a:fld>
            <a:endParaRPr lang="en-US" altLang="zh-CN" sz="1200" smtClean="0">
              <a:latin typeface="Arial" pitchFamily="34" charset="0"/>
              <a:ea typeface="宋体" pitchFamily="2" charset="-122"/>
            </a:endParaRPr>
          </a:p>
        </p:txBody>
      </p:sp>
      <p:sp>
        <p:nvSpPr>
          <p:cNvPr id="348163" name="Rectangle 2"/>
          <p:cNvSpPr>
            <a:spLocks noGrp="1" noRot="1" noChangeAspect="1" noChangeArrowheads="1" noTextEdit="1"/>
          </p:cNvSpPr>
          <p:nvPr>
            <p:ph type="sldImg"/>
          </p:nvPr>
        </p:nvSpPr>
        <p:spPr>
          <a:ln/>
        </p:spPr>
      </p:sp>
      <p:sp>
        <p:nvSpPr>
          <p:cNvPr id="3481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DC640D1-996A-45DA-ABE7-F9DFBF3D7039}" type="slidenum">
              <a:rPr lang="en-US" altLang="zh-CN" sz="1200" smtClean="0">
                <a:latin typeface="Arial" pitchFamily="34" charset="0"/>
                <a:ea typeface="宋体" pitchFamily="2" charset="-122"/>
              </a:rPr>
              <a:pPr eaLnBrk="1" hangingPunct="1"/>
              <a:t>90</a:t>
            </a:fld>
            <a:endParaRPr lang="en-US" altLang="zh-CN" sz="1200" smtClean="0">
              <a:latin typeface="Arial" pitchFamily="34" charset="0"/>
              <a:ea typeface="宋体" pitchFamily="2" charset="-122"/>
            </a:endParaRPr>
          </a:p>
        </p:txBody>
      </p:sp>
      <p:sp>
        <p:nvSpPr>
          <p:cNvPr id="349187" name="Rectangle 2"/>
          <p:cNvSpPr>
            <a:spLocks noGrp="1" noRot="1" noChangeAspect="1" noChangeArrowheads="1" noTextEdit="1"/>
          </p:cNvSpPr>
          <p:nvPr>
            <p:ph type="sldImg"/>
          </p:nvPr>
        </p:nvSpPr>
        <p:spPr>
          <a:ln/>
        </p:spPr>
      </p:sp>
      <p:sp>
        <p:nvSpPr>
          <p:cNvPr id="3491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C00EFDA-DF3B-4EC7-8B5B-A133FBD498B3}" type="slidenum">
              <a:rPr lang="en-US" altLang="zh-CN" sz="1200" smtClean="0">
                <a:latin typeface="Arial" pitchFamily="34" charset="0"/>
                <a:ea typeface="宋体" pitchFamily="2" charset="-122"/>
              </a:rPr>
              <a:pPr eaLnBrk="1" hangingPunct="1"/>
              <a:t>91</a:t>
            </a:fld>
            <a:endParaRPr lang="en-US" altLang="zh-CN" sz="1200" smtClean="0">
              <a:latin typeface="Arial" pitchFamily="34" charset="0"/>
              <a:ea typeface="宋体" pitchFamily="2" charset="-122"/>
            </a:endParaRPr>
          </a:p>
        </p:txBody>
      </p:sp>
      <p:sp>
        <p:nvSpPr>
          <p:cNvPr id="350211" name="Rectangle 2"/>
          <p:cNvSpPr>
            <a:spLocks noGrp="1" noRot="1" noChangeAspect="1" noChangeArrowheads="1" noTextEdit="1"/>
          </p:cNvSpPr>
          <p:nvPr>
            <p:ph type="sldImg"/>
          </p:nvPr>
        </p:nvSpPr>
        <p:spPr>
          <a:ln/>
        </p:spPr>
      </p:sp>
      <p:sp>
        <p:nvSpPr>
          <p:cNvPr id="3502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374BC93-A20C-4DCE-A145-1BB5D22B998C}" type="slidenum">
              <a:rPr lang="en-US" altLang="zh-CN" sz="1200" smtClean="0">
                <a:latin typeface="Arial" pitchFamily="34" charset="0"/>
                <a:ea typeface="宋体" pitchFamily="2" charset="-122"/>
              </a:rPr>
              <a:pPr eaLnBrk="1" hangingPunct="1"/>
              <a:t>92</a:t>
            </a:fld>
            <a:endParaRPr lang="en-US" altLang="zh-CN" sz="1200" smtClean="0">
              <a:latin typeface="Arial" pitchFamily="34" charset="0"/>
              <a:ea typeface="宋体" pitchFamily="2" charset="-122"/>
            </a:endParaRPr>
          </a:p>
        </p:txBody>
      </p:sp>
      <p:sp>
        <p:nvSpPr>
          <p:cNvPr id="351235" name="Rectangle 2"/>
          <p:cNvSpPr>
            <a:spLocks noGrp="1" noRot="1" noChangeAspect="1" noChangeArrowheads="1" noTextEdit="1"/>
          </p:cNvSpPr>
          <p:nvPr>
            <p:ph type="sldImg"/>
          </p:nvPr>
        </p:nvSpPr>
        <p:spPr>
          <a:ln/>
        </p:spPr>
      </p:sp>
      <p:sp>
        <p:nvSpPr>
          <p:cNvPr id="3512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A1A7FA2-5CE7-4610-9119-F6FF69CBEF2C}" type="slidenum">
              <a:rPr lang="en-US" altLang="zh-CN" sz="1200" smtClean="0">
                <a:latin typeface="Arial" pitchFamily="34" charset="0"/>
                <a:ea typeface="宋体" pitchFamily="2" charset="-122"/>
              </a:rPr>
              <a:pPr eaLnBrk="1" hangingPunct="1"/>
              <a:t>93</a:t>
            </a:fld>
            <a:endParaRPr lang="en-US" altLang="zh-CN" sz="1200" smtClean="0">
              <a:latin typeface="Arial" pitchFamily="34" charset="0"/>
              <a:ea typeface="宋体" pitchFamily="2" charset="-122"/>
            </a:endParaRPr>
          </a:p>
        </p:txBody>
      </p:sp>
      <p:sp>
        <p:nvSpPr>
          <p:cNvPr id="352259" name="Rectangle 2"/>
          <p:cNvSpPr>
            <a:spLocks noGrp="1" noRot="1" noChangeAspect="1" noChangeArrowheads="1" noTextEdit="1"/>
          </p:cNvSpPr>
          <p:nvPr>
            <p:ph type="sldImg"/>
          </p:nvPr>
        </p:nvSpPr>
        <p:spPr>
          <a:ln/>
        </p:spPr>
      </p:sp>
      <p:sp>
        <p:nvSpPr>
          <p:cNvPr id="3522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05BCC9B-8D7E-4B67-BB8D-7C624508DD61}" type="slidenum">
              <a:rPr lang="en-US" altLang="zh-CN" sz="1200" smtClean="0">
                <a:latin typeface="Arial" pitchFamily="34" charset="0"/>
                <a:ea typeface="宋体" pitchFamily="2" charset="-122"/>
              </a:rPr>
              <a:pPr eaLnBrk="1" hangingPunct="1"/>
              <a:t>94</a:t>
            </a:fld>
            <a:endParaRPr lang="en-US" altLang="zh-CN" sz="1200" smtClean="0">
              <a:latin typeface="Arial" pitchFamily="34" charset="0"/>
              <a:ea typeface="宋体" pitchFamily="2" charset="-122"/>
            </a:endParaRPr>
          </a:p>
        </p:txBody>
      </p:sp>
      <p:sp>
        <p:nvSpPr>
          <p:cNvPr id="353283" name="Rectangle 2"/>
          <p:cNvSpPr>
            <a:spLocks noGrp="1" noRot="1" noChangeAspect="1" noChangeArrowheads="1" noTextEdit="1"/>
          </p:cNvSpPr>
          <p:nvPr>
            <p:ph type="sldImg"/>
          </p:nvPr>
        </p:nvSpPr>
        <p:spPr>
          <a:ln/>
        </p:spPr>
      </p:sp>
      <p:sp>
        <p:nvSpPr>
          <p:cNvPr id="3532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AC33651-2BA5-4D43-9787-F6E2B2F469FC}" type="slidenum">
              <a:rPr lang="en-US" altLang="zh-CN" sz="1200" smtClean="0">
                <a:latin typeface="Arial" pitchFamily="34" charset="0"/>
                <a:ea typeface="宋体" pitchFamily="2" charset="-122"/>
              </a:rPr>
              <a:pPr eaLnBrk="1" hangingPunct="1"/>
              <a:t>95</a:t>
            </a:fld>
            <a:endParaRPr lang="en-US" altLang="zh-CN" sz="1200" smtClean="0">
              <a:latin typeface="Arial" pitchFamily="34" charset="0"/>
              <a:ea typeface="宋体" pitchFamily="2" charset="-122"/>
            </a:endParaRPr>
          </a:p>
        </p:txBody>
      </p:sp>
      <p:sp>
        <p:nvSpPr>
          <p:cNvPr id="354307" name="Rectangle 2"/>
          <p:cNvSpPr>
            <a:spLocks noGrp="1" noRot="1" noChangeAspect="1" noChangeArrowheads="1" noTextEdit="1"/>
          </p:cNvSpPr>
          <p:nvPr>
            <p:ph type="sldImg"/>
          </p:nvPr>
        </p:nvSpPr>
        <p:spPr>
          <a:ln/>
        </p:spPr>
      </p:sp>
      <p:sp>
        <p:nvSpPr>
          <p:cNvPr id="3543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0D18EA5-6D31-427B-AF57-2FEFC98704A3}" type="slidenum">
              <a:rPr lang="en-US" altLang="zh-CN" sz="1200" smtClean="0">
                <a:latin typeface="Arial" pitchFamily="34" charset="0"/>
                <a:ea typeface="宋体" pitchFamily="2" charset="-122"/>
              </a:rPr>
              <a:pPr eaLnBrk="1" hangingPunct="1"/>
              <a:t>96</a:t>
            </a:fld>
            <a:endParaRPr lang="en-US" altLang="zh-CN" sz="1200" smtClean="0">
              <a:latin typeface="Arial" pitchFamily="34" charset="0"/>
              <a:ea typeface="宋体" pitchFamily="2" charset="-122"/>
            </a:endParaRPr>
          </a:p>
        </p:txBody>
      </p:sp>
      <p:sp>
        <p:nvSpPr>
          <p:cNvPr id="355331" name="Rectangle 2"/>
          <p:cNvSpPr>
            <a:spLocks noGrp="1" noRot="1" noChangeAspect="1" noChangeArrowheads="1" noTextEdit="1"/>
          </p:cNvSpPr>
          <p:nvPr>
            <p:ph type="sldImg"/>
          </p:nvPr>
        </p:nvSpPr>
        <p:spPr>
          <a:ln/>
        </p:spPr>
      </p:sp>
      <p:sp>
        <p:nvSpPr>
          <p:cNvPr id="3553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303EBFA-85EF-43BE-AB48-D1E5EAC92666}" type="slidenum">
              <a:rPr lang="en-US" altLang="zh-CN" sz="1200" smtClean="0">
                <a:latin typeface="Arial" pitchFamily="34" charset="0"/>
                <a:ea typeface="宋体" pitchFamily="2" charset="-122"/>
              </a:rPr>
              <a:pPr eaLnBrk="1" hangingPunct="1"/>
              <a:t>97</a:t>
            </a:fld>
            <a:endParaRPr lang="en-US" altLang="zh-CN" sz="1200" smtClean="0">
              <a:latin typeface="Arial" pitchFamily="34" charset="0"/>
              <a:ea typeface="宋体" pitchFamily="2" charset="-122"/>
            </a:endParaRPr>
          </a:p>
        </p:txBody>
      </p:sp>
      <p:sp>
        <p:nvSpPr>
          <p:cNvPr id="356355" name="Rectangle 2"/>
          <p:cNvSpPr>
            <a:spLocks noGrp="1" noRot="1" noChangeAspect="1" noChangeArrowheads="1" noTextEdit="1"/>
          </p:cNvSpPr>
          <p:nvPr>
            <p:ph type="sldImg"/>
          </p:nvPr>
        </p:nvSpPr>
        <p:spPr>
          <a:ln/>
        </p:spPr>
      </p:sp>
      <p:sp>
        <p:nvSpPr>
          <p:cNvPr id="3563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0D3DD2B7-B342-4496-BBD3-E94F83866A18}" type="slidenum">
              <a:rPr lang="en-US" altLang="zh-CN" sz="1200" smtClean="0">
                <a:latin typeface="Arial" pitchFamily="34" charset="0"/>
                <a:ea typeface="宋体" pitchFamily="2" charset="-122"/>
              </a:rPr>
              <a:pPr eaLnBrk="1" hangingPunct="1"/>
              <a:t>98</a:t>
            </a:fld>
            <a:endParaRPr lang="en-US" altLang="zh-CN" sz="1200" smtClean="0">
              <a:latin typeface="Arial" pitchFamily="34" charset="0"/>
              <a:ea typeface="宋体" pitchFamily="2" charset="-122"/>
            </a:endParaRPr>
          </a:p>
        </p:txBody>
      </p:sp>
      <p:sp>
        <p:nvSpPr>
          <p:cNvPr id="357379" name="Rectangle 2"/>
          <p:cNvSpPr>
            <a:spLocks noGrp="1" noRot="1" noChangeAspect="1" noChangeArrowheads="1" noTextEdit="1"/>
          </p:cNvSpPr>
          <p:nvPr>
            <p:ph type="sldImg"/>
          </p:nvPr>
        </p:nvSpPr>
        <p:spPr>
          <a:ln/>
        </p:spPr>
      </p:sp>
      <p:sp>
        <p:nvSpPr>
          <p:cNvPr id="3573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1C99C82-6646-48E2-A7C8-87E71118743D}" type="slidenum">
              <a:rPr lang="en-US" altLang="zh-CN" sz="1200" smtClean="0">
                <a:latin typeface="Arial" pitchFamily="34" charset="0"/>
                <a:ea typeface="宋体" pitchFamily="2" charset="-122"/>
              </a:rPr>
              <a:pPr eaLnBrk="1" hangingPunct="1"/>
              <a:t>99</a:t>
            </a:fld>
            <a:endParaRPr lang="en-US" altLang="zh-CN" sz="1200" smtClean="0">
              <a:latin typeface="Arial" pitchFamily="34" charset="0"/>
              <a:ea typeface="宋体" pitchFamily="2" charset="-122"/>
            </a:endParaRPr>
          </a:p>
        </p:txBody>
      </p:sp>
      <p:sp>
        <p:nvSpPr>
          <p:cNvPr id="358403" name="Rectangle 2"/>
          <p:cNvSpPr>
            <a:spLocks noGrp="1" noRot="1" noChangeAspect="1" noChangeArrowheads="1" noTextEdit="1"/>
          </p:cNvSpPr>
          <p:nvPr>
            <p:ph type="sldImg"/>
          </p:nvPr>
        </p:nvSpPr>
        <p:spPr>
          <a:ln/>
        </p:spPr>
      </p:sp>
      <p:sp>
        <p:nvSpPr>
          <p:cNvPr id="3584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783284B-F92F-4338-8A07-16FC4466F00D}" type="slidenum">
              <a:rPr lang="en-US" altLang="zh-CN" sz="1200" smtClean="0">
                <a:latin typeface="Arial" pitchFamily="34" charset="0"/>
                <a:ea typeface="宋体" pitchFamily="2" charset="-122"/>
              </a:rPr>
              <a:pPr eaLnBrk="1" hangingPunct="1"/>
              <a:t>100</a:t>
            </a:fld>
            <a:endParaRPr lang="en-US" altLang="zh-CN" sz="1200" smtClean="0">
              <a:latin typeface="Arial" pitchFamily="34" charset="0"/>
              <a:ea typeface="宋体" pitchFamily="2" charset="-122"/>
            </a:endParaRPr>
          </a:p>
        </p:txBody>
      </p:sp>
      <p:sp>
        <p:nvSpPr>
          <p:cNvPr id="359427" name="Rectangle 2"/>
          <p:cNvSpPr>
            <a:spLocks noGrp="1" noRot="1" noChangeAspect="1" noChangeArrowheads="1" noTextEdit="1"/>
          </p:cNvSpPr>
          <p:nvPr>
            <p:ph type="sldImg"/>
          </p:nvPr>
        </p:nvSpPr>
        <p:spPr>
          <a:ln/>
        </p:spPr>
      </p:sp>
      <p:sp>
        <p:nvSpPr>
          <p:cNvPr id="3594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A9B2946-1DF7-4EB8-9D4A-2300E7BF9D52}" type="slidenum">
              <a:rPr lang="en-US" altLang="zh-CN" sz="1200" smtClean="0">
                <a:latin typeface="Arial" pitchFamily="34" charset="0"/>
                <a:ea typeface="宋体" pitchFamily="2" charset="-122"/>
              </a:rPr>
              <a:pPr eaLnBrk="1" hangingPunct="1"/>
              <a:t>101</a:t>
            </a:fld>
            <a:endParaRPr lang="en-US" altLang="zh-CN" sz="1200" smtClean="0">
              <a:latin typeface="Arial" pitchFamily="34" charset="0"/>
              <a:ea typeface="宋体" pitchFamily="2" charset="-122"/>
            </a:endParaRPr>
          </a:p>
        </p:txBody>
      </p:sp>
      <p:sp>
        <p:nvSpPr>
          <p:cNvPr id="360451" name="Rectangle 2"/>
          <p:cNvSpPr>
            <a:spLocks noGrp="1" noRot="1" noChangeAspect="1" noChangeArrowheads="1" noTextEdit="1"/>
          </p:cNvSpPr>
          <p:nvPr>
            <p:ph type="sldImg"/>
          </p:nvPr>
        </p:nvSpPr>
        <p:spPr>
          <a:ln/>
        </p:spPr>
      </p:sp>
      <p:sp>
        <p:nvSpPr>
          <p:cNvPr id="3604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B518311-4CD6-4A04-938A-F1F361D41B4A}" type="slidenum">
              <a:rPr lang="en-US" altLang="zh-CN" sz="1200" smtClean="0">
                <a:latin typeface="Arial" pitchFamily="34" charset="0"/>
                <a:ea typeface="宋体" pitchFamily="2" charset="-122"/>
              </a:rPr>
              <a:pPr eaLnBrk="1" hangingPunct="1"/>
              <a:t>102</a:t>
            </a:fld>
            <a:endParaRPr lang="en-US" altLang="zh-CN" sz="1200" smtClean="0">
              <a:latin typeface="Arial" pitchFamily="34" charset="0"/>
              <a:ea typeface="宋体" pitchFamily="2" charset="-122"/>
            </a:endParaRPr>
          </a:p>
        </p:txBody>
      </p:sp>
      <p:sp>
        <p:nvSpPr>
          <p:cNvPr id="361475" name="Rectangle 2"/>
          <p:cNvSpPr>
            <a:spLocks noGrp="1" noRot="1" noChangeAspect="1" noChangeArrowheads="1" noTextEdit="1"/>
          </p:cNvSpPr>
          <p:nvPr>
            <p:ph type="sldImg"/>
          </p:nvPr>
        </p:nvSpPr>
        <p:spPr>
          <a:ln/>
        </p:spPr>
      </p:sp>
      <p:sp>
        <p:nvSpPr>
          <p:cNvPr id="3614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6130490-B0DE-47FB-8683-C096E2E814EF}" type="slidenum">
              <a:rPr lang="en-US" altLang="zh-CN" sz="1200" smtClean="0">
                <a:latin typeface="Arial" pitchFamily="34" charset="0"/>
                <a:ea typeface="宋体" pitchFamily="2" charset="-122"/>
              </a:rPr>
              <a:pPr eaLnBrk="1" hangingPunct="1"/>
              <a:t>103</a:t>
            </a:fld>
            <a:endParaRPr lang="en-US" altLang="zh-CN" sz="1200" smtClean="0">
              <a:latin typeface="Arial" pitchFamily="34" charset="0"/>
              <a:ea typeface="宋体" pitchFamily="2" charset="-122"/>
            </a:endParaRPr>
          </a:p>
        </p:txBody>
      </p:sp>
      <p:sp>
        <p:nvSpPr>
          <p:cNvPr id="362499" name="Rectangle 2"/>
          <p:cNvSpPr>
            <a:spLocks noGrp="1" noRot="1" noChangeAspect="1" noChangeArrowheads="1" noTextEdit="1"/>
          </p:cNvSpPr>
          <p:nvPr>
            <p:ph type="sldImg"/>
          </p:nvPr>
        </p:nvSpPr>
        <p:spPr>
          <a:ln/>
        </p:spPr>
      </p:sp>
      <p:sp>
        <p:nvSpPr>
          <p:cNvPr id="3625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1AB763C-8563-4DD6-AA58-7A46F3A091AE}" type="slidenum">
              <a:rPr lang="en-US" altLang="zh-CN" sz="1200" smtClean="0">
                <a:latin typeface="Arial" pitchFamily="34" charset="0"/>
                <a:ea typeface="宋体" pitchFamily="2" charset="-122"/>
              </a:rPr>
              <a:pPr eaLnBrk="1" hangingPunct="1"/>
              <a:t>105</a:t>
            </a:fld>
            <a:endParaRPr lang="en-US" altLang="zh-CN" sz="1200" smtClean="0">
              <a:latin typeface="Arial" pitchFamily="34" charset="0"/>
              <a:ea typeface="宋体" pitchFamily="2" charset="-122"/>
            </a:endParaRPr>
          </a:p>
        </p:txBody>
      </p:sp>
      <p:sp>
        <p:nvSpPr>
          <p:cNvPr id="363523" name="Rectangle 2"/>
          <p:cNvSpPr>
            <a:spLocks noGrp="1" noRot="1" noChangeAspect="1" noChangeArrowheads="1" noTextEdit="1"/>
          </p:cNvSpPr>
          <p:nvPr>
            <p:ph type="sldImg"/>
          </p:nvPr>
        </p:nvSpPr>
        <p:spPr>
          <a:ln/>
        </p:spPr>
      </p:sp>
      <p:sp>
        <p:nvSpPr>
          <p:cNvPr id="3635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FF6B681-1B80-4A59-918B-F5574F64D32F}" type="slidenum">
              <a:rPr lang="en-US" altLang="zh-CN" sz="1200" smtClean="0">
                <a:latin typeface="Arial" pitchFamily="34" charset="0"/>
                <a:ea typeface="宋体" pitchFamily="2" charset="-122"/>
              </a:rPr>
              <a:pPr eaLnBrk="1" hangingPunct="1"/>
              <a:t>106</a:t>
            </a:fld>
            <a:endParaRPr lang="en-US" altLang="zh-CN" sz="1200" smtClean="0">
              <a:latin typeface="Arial" pitchFamily="34" charset="0"/>
              <a:ea typeface="宋体" pitchFamily="2" charset="-122"/>
            </a:endParaRPr>
          </a:p>
        </p:txBody>
      </p:sp>
      <p:sp>
        <p:nvSpPr>
          <p:cNvPr id="364547" name="Rectangle 2"/>
          <p:cNvSpPr>
            <a:spLocks noGrp="1" noRot="1" noChangeAspect="1" noChangeArrowheads="1" noTextEdit="1"/>
          </p:cNvSpPr>
          <p:nvPr>
            <p:ph type="sldImg"/>
          </p:nvPr>
        </p:nvSpPr>
        <p:spPr>
          <a:ln/>
        </p:spPr>
      </p:sp>
      <p:sp>
        <p:nvSpPr>
          <p:cNvPr id="3645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249F0BD-4E33-4773-B246-DE9E237B06C3}" type="slidenum">
              <a:rPr lang="en-US" altLang="zh-CN" sz="1200" smtClean="0">
                <a:latin typeface="Arial" pitchFamily="34" charset="0"/>
                <a:ea typeface="宋体" pitchFamily="2" charset="-122"/>
              </a:rPr>
              <a:pPr eaLnBrk="1" hangingPunct="1"/>
              <a:t>107</a:t>
            </a:fld>
            <a:endParaRPr lang="en-US" altLang="zh-CN" sz="1200" smtClean="0">
              <a:latin typeface="Arial" pitchFamily="34" charset="0"/>
              <a:ea typeface="宋体" pitchFamily="2" charset="-122"/>
            </a:endParaRPr>
          </a:p>
        </p:txBody>
      </p:sp>
      <p:sp>
        <p:nvSpPr>
          <p:cNvPr id="365571" name="Rectangle 2"/>
          <p:cNvSpPr>
            <a:spLocks noGrp="1" noRot="1" noChangeAspect="1" noChangeArrowheads="1" noTextEdit="1"/>
          </p:cNvSpPr>
          <p:nvPr>
            <p:ph type="sldImg"/>
          </p:nvPr>
        </p:nvSpPr>
        <p:spPr>
          <a:ln/>
        </p:spPr>
      </p:sp>
      <p:sp>
        <p:nvSpPr>
          <p:cNvPr id="3655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CEAB539-2FD4-4233-9F1A-FDBAED40A4FE}" type="slidenum">
              <a:rPr lang="en-US" altLang="zh-CN" sz="1200" smtClean="0">
                <a:latin typeface="Arial" pitchFamily="34" charset="0"/>
                <a:ea typeface="宋体" pitchFamily="2" charset="-122"/>
              </a:rPr>
              <a:pPr eaLnBrk="1" hangingPunct="1"/>
              <a:t>108</a:t>
            </a:fld>
            <a:endParaRPr lang="en-US" altLang="zh-CN" sz="1200" smtClean="0">
              <a:latin typeface="Arial" pitchFamily="34" charset="0"/>
              <a:ea typeface="宋体" pitchFamily="2" charset="-122"/>
            </a:endParaRPr>
          </a:p>
        </p:txBody>
      </p:sp>
      <p:sp>
        <p:nvSpPr>
          <p:cNvPr id="366595" name="Rectangle 2"/>
          <p:cNvSpPr>
            <a:spLocks noGrp="1" noRot="1" noChangeAspect="1" noChangeArrowheads="1" noTextEdit="1"/>
          </p:cNvSpPr>
          <p:nvPr>
            <p:ph type="sldImg"/>
          </p:nvPr>
        </p:nvSpPr>
        <p:spPr>
          <a:ln/>
        </p:spPr>
      </p:sp>
      <p:sp>
        <p:nvSpPr>
          <p:cNvPr id="3665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9303293-5260-4B34-8654-C9D1D2E7ECD2}" type="slidenum">
              <a:rPr lang="en-US" altLang="zh-CN" sz="1200" smtClean="0">
                <a:latin typeface="Arial" pitchFamily="34" charset="0"/>
                <a:ea typeface="宋体" pitchFamily="2" charset="-122"/>
              </a:rPr>
              <a:pPr eaLnBrk="1" hangingPunct="1"/>
              <a:t>109</a:t>
            </a:fld>
            <a:endParaRPr lang="en-US" altLang="zh-CN" sz="1200" smtClean="0">
              <a:latin typeface="Arial" pitchFamily="34" charset="0"/>
              <a:ea typeface="宋体" pitchFamily="2" charset="-122"/>
            </a:endParaRPr>
          </a:p>
        </p:txBody>
      </p:sp>
      <p:sp>
        <p:nvSpPr>
          <p:cNvPr id="367619" name="Rectangle 2"/>
          <p:cNvSpPr>
            <a:spLocks noGrp="1" noRot="1" noChangeAspect="1" noChangeArrowheads="1" noTextEdit="1"/>
          </p:cNvSpPr>
          <p:nvPr>
            <p:ph type="sldImg"/>
          </p:nvPr>
        </p:nvSpPr>
        <p:spPr>
          <a:ln/>
        </p:spPr>
      </p:sp>
      <p:sp>
        <p:nvSpPr>
          <p:cNvPr id="3676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5C55974-C390-4E1F-84A6-860141CA414A}" type="slidenum">
              <a:rPr lang="en-US" altLang="zh-CN" sz="1200" smtClean="0">
                <a:latin typeface="Arial" pitchFamily="34" charset="0"/>
                <a:ea typeface="宋体" pitchFamily="2" charset="-122"/>
              </a:rPr>
              <a:pPr eaLnBrk="1" hangingPunct="1"/>
              <a:t>110</a:t>
            </a:fld>
            <a:endParaRPr lang="en-US" altLang="zh-CN" sz="1200" smtClean="0">
              <a:latin typeface="Arial" pitchFamily="34" charset="0"/>
              <a:ea typeface="宋体" pitchFamily="2" charset="-122"/>
            </a:endParaRPr>
          </a:p>
        </p:txBody>
      </p:sp>
      <p:sp>
        <p:nvSpPr>
          <p:cNvPr id="368643" name="Rectangle 2"/>
          <p:cNvSpPr>
            <a:spLocks noGrp="1" noRot="1" noChangeAspect="1" noChangeArrowheads="1" noTextEdit="1"/>
          </p:cNvSpPr>
          <p:nvPr>
            <p:ph type="sldImg"/>
          </p:nvPr>
        </p:nvSpPr>
        <p:spPr>
          <a:ln/>
        </p:spPr>
      </p:sp>
      <p:sp>
        <p:nvSpPr>
          <p:cNvPr id="3686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3D418E0-F515-4EAB-89E5-12C3B15AA479}" type="slidenum">
              <a:rPr lang="en-US" altLang="zh-CN" sz="1200" smtClean="0">
                <a:latin typeface="Arial" pitchFamily="34" charset="0"/>
                <a:ea typeface="宋体" pitchFamily="2" charset="-122"/>
              </a:rPr>
              <a:pPr eaLnBrk="1" hangingPunct="1"/>
              <a:t>112</a:t>
            </a:fld>
            <a:endParaRPr lang="en-US" altLang="zh-CN" sz="1200" smtClean="0">
              <a:latin typeface="Arial" pitchFamily="34" charset="0"/>
              <a:ea typeface="宋体" pitchFamily="2" charset="-122"/>
            </a:endParaRPr>
          </a:p>
        </p:txBody>
      </p:sp>
      <p:sp>
        <p:nvSpPr>
          <p:cNvPr id="369667" name="Rectangle 2"/>
          <p:cNvSpPr>
            <a:spLocks noGrp="1" noRot="1" noChangeAspect="1" noChangeArrowheads="1" noTextEdit="1"/>
          </p:cNvSpPr>
          <p:nvPr>
            <p:ph type="sldImg"/>
          </p:nvPr>
        </p:nvSpPr>
        <p:spPr>
          <a:ln/>
        </p:spPr>
      </p:sp>
      <p:sp>
        <p:nvSpPr>
          <p:cNvPr id="3696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64514C1-B387-44CA-8E9E-6F6B983CB53F}" type="slidenum">
              <a:rPr lang="en-US" altLang="zh-CN" sz="1200" smtClean="0">
                <a:latin typeface="Arial" pitchFamily="34" charset="0"/>
                <a:ea typeface="宋体" pitchFamily="2" charset="-122"/>
              </a:rPr>
              <a:pPr eaLnBrk="1" hangingPunct="1"/>
              <a:t>113</a:t>
            </a:fld>
            <a:endParaRPr lang="en-US" altLang="zh-CN" sz="1200" smtClean="0">
              <a:latin typeface="Arial" pitchFamily="34" charset="0"/>
              <a:ea typeface="宋体" pitchFamily="2" charset="-122"/>
            </a:endParaRPr>
          </a:p>
        </p:txBody>
      </p:sp>
      <p:sp>
        <p:nvSpPr>
          <p:cNvPr id="370691" name="Rectangle 2"/>
          <p:cNvSpPr>
            <a:spLocks noGrp="1" noRot="1" noChangeAspect="1" noChangeArrowheads="1" noTextEdit="1"/>
          </p:cNvSpPr>
          <p:nvPr>
            <p:ph type="sldImg"/>
          </p:nvPr>
        </p:nvSpPr>
        <p:spPr>
          <a:ln/>
        </p:spPr>
      </p:sp>
      <p:sp>
        <p:nvSpPr>
          <p:cNvPr id="3706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841853E-9AA3-45A6-A6E2-DAEC5770729C}" type="slidenum">
              <a:rPr lang="en-US" altLang="zh-CN" sz="1200" smtClean="0">
                <a:latin typeface="Arial" pitchFamily="34" charset="0"/>
                <a:ea typeface="宋体" pitchFamily="2" charset="-122"/>
              </a:rPr>
              <a:pPr eaLnBrk="1" hangingPunct="1"/>
              <a:t>114</a:t>
            </a:fld>
            <a:endParaRPr lang="en-US" altLang="zh-CN" sz="1200" smtClean="0">
              <a:latin typeface="Arial" pitchFamily="34" charset="0"/>
              <a:ea typeface="宋体" pitchFamily="2" charset="-122"/>
            </a:endParaRPr>
          </a:p>
        </p:txBody>
      </p:sp>
      <p:sp>
        <p:nvSpPr>
          <p:cNvPr id="371715" name="Rectangle 2"/>
          <p:cNvSpPr>
            <a:spLocks noGrp="1" noRot="1" noChangeAspect="1" noChangeArrowheads="1" noTextEdit="1"/>
          </p:cNvSpPr>
          <p:nvPr>
            <p:ph type="sldImg"/>
          </p:nvPr>
        </p:nvSpPr>
        <p:spPr>
          <a:ln/>
        </p:spPr>
      </p:sp>
      <p:sp>
        <p:nvSpPr>
          <p:cNvPr id="3717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FC3C86F-3EDB-44C1-AEDB-EF3F260E10EB}" type="slidenum">
              <a:rPr lang="en-US" altLang="zh-CN" sz="1200" smtClean="0">
                <a:latin typeface="Arial" pitchFamily="34" charset="0"/>
                <a:ea typeface="宋体" pitchFamily="2" charset="-122"/>
              </a:rPr>
              <a:pPr eaLnBrk="1" hangingPunct="1"/>
              <a:t>115</a:t>
            </a:fld>
            <a:endParaRPr lang="en-US" altLang="zh-CN" sz="1200" smtClean="0">
              <a:latin typeface="Arial" pitchFamily="34" charset="0"/>
              <a:ea typeface="宋体" pitchFamily="2" charset="-122"/>
            </a:endParaRPr>
          </a:p>
        </p:txBody>
      </p:sp>
      <p:sp>
        <p:nvSpPr>
          <p:cNvPr id="372739" name="Rectangle 2"/>
          <p:cNvSpPr>
            <a:spLocks noGrp="1" noRot="1" noChangeAspect="1" noChangeArrowheads="1" noTextEdit="1"/>
          </p:cNvSpPr>
          <p:nvPr>
            <p:ph type="sldImg"/>
          </p:nvPr>
        </p:nvSpPr>
        <p:spPr>
          <a:ln/>
        </p:spPr>
      </p:sp>
      <p:sp>
        <p:nvSpPr>
          <p:cNvPr id="3727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1FDAAB6-619E-42A9-B756-0C56C13E0F16}" type="slidenum">
              <a:rPr lang="en-US" altLang="zh-CN" sz="1200" smtClean="0">
                <a:latin typeface="Arial" pitchFamily="34" charset="0"/>
                <a:ea typeface="宋体" pitchFamily="2" charset="-122"/>
              </a:rPr>
              <a:pPr eaLnBrk="1" hangingPunct="1"/>
              <a:t>116</a:t>
            </a:fld>
            <a:endParaRPr lang="en-US" altLang="zh-CN" sz="1200" smtClean="0">
              <a:latin typeface="Arial" pitchFamily="34" charset="0"/>
              <a:ea typeface="宋体" pitchFamily="2" charset="-122"/>
            </a:endParaRPr>
          </a:p>
        </p:txBody>
      </p:sp>
      <p:sp>
        <p:nvSpPr>
          <p:cNvPr id="373763" name="Rectangle 2"/>
          <p:cNvSpPr>
            <a:spLocks noGrp="1" noRot="1" noChangeAspect="1" noChangeArrowheads="1" noTextEdit="1"/>
          </p:cNvSpPr>
          <p:nvPr>
            <p:ph type="sldImg"/>
          </p:nvPr>
        </p:nvSpPr>
        <p:spPr>
          <a:ln/>
        </p:spPr>
      </p:sp>
      <p:sp>
        <p:nvSpPr>
          <p:cNvPr id="3737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2D5DB3D-B7B8-4AF1-BBE8-12DA5B12CA3A}" type="slidenum">
              <a:rPr lang="en-US" altLang="zh-CN" sz="1200" smtClean="0">
                <a:latin typeface="Arial" pitchFamily="34" charset="0"/>
                <a:ea typeface="宋体" pitchFamily="2" charset="-122"/>
              </a:rPr>
              <a:pPr eaLnBrk="1" hangingPunct="1"/>
              <a:t>117</a:t>
            </a:fld>
            <a:endParaRPr lang="en-US" altLang="zh-CN" sz="1200" smtClean="0">
              <a:latin typeface="Arial" pitchFamily="34" charset="0"/>
              <a:ea typeface="宋体" pitchFamily="2" charset="-122"/>
            </a:endParaRPr>
          </a:p>
        </p:txBody>
      </p:sp>
      <p:sp>
        <p:nvSpPr>
          <p:cNvPr id="374787" name="Rectangle 2"/>
          <p:cNvSpPr>
            <a:spLocks noGrp="1" noRot="1" noChangeAspect="1" noChangeArrowheads="1" noTextEdit="1"/>
          </p:cNvSpPr>
          <p:nvPr>
            <p:ph type="sldImg"/>
          </p:nvPr>
        </p:nvSpPr>
        <p:spPr>
          <a:ln/>
        </p:spPr>
      </p:sp>
      <p:sp>
        <p:nvSpPr>
          <p:cNvPr id="3747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99CD222-5DA7-4A9C-9B4F-3FB251CB98BE}" type="slidenum">
              <a:rPr lang="en-US" altLang="zh-CN" sz="1200" smtClean="0">
                <a:latin typeface="Arial" pitchFamily="34" charset="0"/>
                <a:ea typeface="宋体" pitchFamily="2" charset="-122"/>
              </a:rPr>
              <a:pPr eaLnBrk="1" hangingPunct="1"/>
              <a:t>118</a:t>
            </a:fld>
            <a:endParaRPr lang="en-US" altLang="zh-CN" sz="1200" smtClean="0">
              <a:latin typeface="Arial" pitchFamily="34" charset="0"/>
              <a:ea typeface="宋体" pitchFamily="2" charset="-122"/>
            </a:endParaRPr>
          </a:p>
        </p:txBody>
      </p:sp>
      <p:sp>
        <p:nvSpPr>
          <p:cNvPr id="375811" name="Rectangle 2"/>
          <p:cNvSpPr>
            <a:spLocks noGrp="1" noRot="1" noChangeAspect="1" noChangeArrowheads="1" noTextEdit="1"/>
          </p:cNvSpPr>
          <p:nvPr>
            <p:ph type="sldImg"/>
          </p:nvPr>
        </p:nvSpPr>
        <p:spPr>
          <a:ln/>
        </p:spPr>
      </p:sp>
      <p:sp>
        <p:nvSpPr>
          <p:cNvPr id="3758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ADDCBB4-AA47-4905-A375-BC32EB345C41}" type="slidenum">
              <a:rPr lang="en-US" altLang="zh-CN" sz="1200" smtClean="0">
                <a:latin typeface="Arial" pitchFamily="34" charset="0"/>
                <a:ea typeface="宋体" pitchFamily="2" charset="-122"/>
              </a:rPr>
              <a:pPr eaLnBrk="1" hangingPunct="1"/>
              <a:t>119</a:t>
            </a:fld>
            <a:endParaRPr lang="en-US" altLang="zh-CN" sz="1200" smtClean="0">
              <a:latin typeface="Arial" pitchFamily="34" charset="0"/>
              <a:ea typeface="宋体" pitchFamily="2" charset="-122"/>
            </a:endParaRPr>
          </a:p>
        </p:txBody>
      </p:sp>
      <p:sp>
        <p:nvSpPr>
          <p:cNvPr id="376835" name="Rectangle 2"/>
          <p:cNvSpPr>
            <a:spLocks noGrp="1" noRot="1" noChangeAspect="1" noChangeArrowheads="1" noTextEdit="1"/>
          </p:cNvSpPr>
          <p:nvPr>
            <p:ph type="sldImg"/>
          </p:nvPr>
        </p:nvSpPr>
        <p:spPr>
          <a:ln/>
        </p:spPr>
      </p:sp>
      <p:sp>
        <p:nvSpPr>
          <p:cNvPr id="3768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0FEED5A5-3EDC-4F13-A282-B352A721314F}" type="slidenum">
              <a:rPr lang="en-US" altLang="zh-CN" sz="1200" smtClean="0">
                <a:latin typeface="Arial" pitchFamily="34" charset="0"/>
                <a:ea typeface="宋体" pitchFamily="2" charset="-122"/>
              </a:rPr>
              <a:pPr eaLnBrk="1" hangingPunct="1"/>
              <a:t>120</a:t>
            </a:fld>
            <a:endParaRPr lang="en-US" altLang="zh-CN" sz="1200" smtClean="0">
              <a:latin typeface="Arial" pitchFamily="34" charset="0"/>
              <a:ea typeface="宋体" pitchFamily="2" charset="-122"/>
            </a:endParaRPr>
          </a:p>
        </p:txBody>
      </p:sp>
      <p:sp>
        <p:nvSpPr>
          <p:cNvPr id="377859" name="Rectangle 2"/>
          <p:cNvSpPr>
            <a:spLocks noGrp="1" noRot="1" noChangeAspect="1" noChangeArrowheads="1" noTextEdit="1"/>
          </p:cNvSpPr>
          <p:nvPr>
            <p:ph type="sldImg"/>
          </p:nvPr>
        </p:nvSpPr>
        <p:spPr>
          <a:ln/>
        </p:spPr>
      </p:sp>
      <p:sp>
        <p:nvSpPr>
          <p:cNvPr id="3778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645EEEC-5BB1-4952-BC72-0259A7A73D17}" type="slidenum">
              <a:rPr lang="en-US" altLang="zh-CN" sz="1200" smtClean="0">
                <a:latin typeface="Arial" pitchFamily="34" charset="0"/>
                <a:ea typeface="宋体" pitchFamily="2" charset="-122"/>
              </a:rPr>
              <a:pPr eaLnBrk="1" hangingPunct="1"/>
              <a:t>121</a:t>
            </a:fld>
            <a:endParaRPr lang="en-US" altLang="zh-CN" sz="1200" smtClean="0">
              <a:latin typeface="Arial" pitchFamily="34" charset="0"/>
              <a:ea typeface="宋体" pitchFamily="2" charset="-122"/>
            </a:endParaRPr>
          </a:p>
        </p:txBody>
      </p:sp>
      <p:sp>
        <p:nvSpPr>
          <p:cNvPr id="378883" name="Rectangle 2"/>
          <p:cNvSpPr>
            <a:spLocks noGrp="1" noRot="1" noChangeAspect="1" noChangeArrowheads="1" noTextEdit="1"/>
          </p:cNvSpPr>
          <p:nvPr>
            <p:ph type="sldImg"/>
          </p:nvPr>
        </p:nvSpPr>
        <p:spPr>
          <a:ln/>
        </p:spPr>
      </p:sp>
      <p:sp>
        <p:nvSpPr>
          <p:cNvPr id="3788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3E8A672-B934-4113-A449-E548004E8C67}" type="slidenum">
              <a:rPr lang="en-US" altLang="zh-CN" sz="1200" smtClean="0">
                <a:latin typeface="Arial" pitchFamily="34" charset="0"/>
                <a:ea typeface="宋体" pitchFamily="2" charset="-122"/>
              </a:rPr>
              <a:pPr eaLnBrk="1" hangingPunct="1"/>
              <a:t>122</a:t>
            </a:fld>
            <a:endParaRPr lang="en-US" altLang="zh-CN" sz="1200" smtClean="0">
              <a:latin typeface="Arial" pitchFamily="34" charset="0"/>
              <a:ea typeface="宋体" pitchFamily="2" charset="-122"/>
            </a:endParaRPr>
          </a:p>
        </p:txBody>
      </p:sp>
      <p:sp>
        <p:nvSpPr>
          <p:cNvPr id="379907" name="Rectangle 2"/>
          <p:cNvSpPr>
            <a:spLocks noGrp="1" noRot="1" noChangeAspect="1" noChangeArrowheads="1" noTextEdit="1"/>
          </p:cNvSpPr>
          <p:nvPr>
            <p:ph type="sldImg"/>
          </p:nvPr>
        </p:nvSpPr>
        <p:spPr>
          <a:ln/>
        </p:spPr>
      </p:sp>
      <p:sp>
        <p:nvSpPr>
          <p:cNvPr id="3799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E2B96CD-6D9F-40F4-865D-A44EBFD37443}" type="slidenum">
              <a:rPr lang="en-US" altLang="zh-CN" sz="1200" smtClean="0">
                <a:latin typeface="Arial" pitchFamily="34" charset="0"/>
                <a:ea typeface="宋体" pitchFamily="2" charset="-122"/>
              </a:rPr>
              <a:pPr eaLnBrk="1" hangingPunct="1"/>
              <a:t>123</a:t>
            </a:fld>
            <a:endParaRPr lang="en-US" altLang="zh-CN" sz="1200" smtClean="0">
              <a:latin typeface="Arial" pitchFamily="34" charset="0"/>
              <a:ea typeface="宋体" pitchFamily="2" charset="-122"/>
            </a:endParaRPr>
          </a:p>
        </p:txBody>
      </p:sp>
      <p:sp>
        <p:nvSpPr>
          <p:cNvPr id="380931" name="Rectangle 2"/>
          <p:cNvSpPr>
            <a:spLocks noGrp="1" noRot="1" noChangeAspect="1" noChangeArrowheads="1" noTextEdit="1"/>
          </p:cNvSpPr>
          <p:nvPr>
            <p:ph type="sldImg"/>
          </p:nvPr>
        </p:nvSpPr>
        <p:spPr>
          <a:ln/>
        </p:spPr>
      </p:sp>
      <p:sp>
        <p:nvSpPr>
          <p:cNvPr id="3809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6217CB8-3918-49D3-BA3F-F7C472D42146}" type="slidenum">
              <a:rPr lang="en-US" altLang="zh-CN" sz="1200" smtClean="0">
                <a:latin typeface="Arial" pitchFamily="34" charset="0"/>
                <a:ea typeface="宋体" pitchFamily="2" charset="-122"/>
              </a:rPr>
              <a:pPr eaLnBrk="1" hangingPunct="1"/>
              <a:t>124</a:t>
            </a:fld>
            <a:endParaRPr lang="en-US" altLang="zh-CN" sz="1200" smtClean="0">
              <a:latin typeface="Arial" pitchFamily="34" charset="0"/>
              <a:ea typeface="宋体" pitchFamily="2" charset="-122"/>
            </a:endParaRPr>
          </a:p>
        </p:txBody>
      </p:sp>
      <p:sp>
        <p:nvSpPr>
          <p:cNvPr id="381955" name="Rectangle 2"/>
          <p:cNvSpPr>
            <a:spLocks noGrp="1" noRot="1" noChangeAspect="1" noChangeArrowheads="1" noTextEdit="1"/>
          </p:cNvSpPr>
          <p:nvPr>
            <p:ph type="sldImg"/>
          </p:nvPr>
        </p:nvSpPr>
        <p:spPr>
          <a:ln/>
        </p:spPr>
      </p:sp>
      <p:sp>
        <p:nvSpPr>
          <p:cNvPr id="3819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0CFF9DF-83BF-48E3-AC1F-FB65FB2B2EC6}" type="slidenum">
              <a:rPr lang="en-US" altLang="zh-CN" sz="1200" smtClean="0">
                <a:latin typeface="Arial" pitchFamily="34" charset="0"/>
                <a:ea typeface="宋体" pitchFamily="2" charset="-122"/>
              </a:rPr>
              <a:pPr eaLnBrk="1" hangingPunct="1"/>
              <a:t>125</a:t>
            </a:fld>
            <a:endParaRPr lang="en-US" altLang="zh-CN" sz="1200" smtClean="0">
              <a:latin typeface="Arial" pitchFamily="34" charset="0"/>
              <a:ea typeface="宋体" pitchFamily="2" charset="-122"/>
            </a:endParaRPr>
          </a:p>
        </p:txBody>
      </p:sp>
      <p:sp>
        <p:nvSpPr>
          <p:cNvPr id="382979" name="Rectangle 2"/>
          <p:cNvSpPr>
            <a:spLocks noGrp="1" noRot="1" noChangeAspect="1" noChangeArrowheads="1" noTextEdit="1"/>
          </p:cNvSpPr>
          <p:nvPr>
            <p:ph type="sldImg"/>
          </p:nvPr>
        </p:nvSpPr>
        <p:spPr>
          <a:ln/>
        </p:spPr>
      </p:sp>
      <p:sp>
        <p:nvSpPr>
          <p:cNvPr id="3829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B72D609-9D2D-4037-86A8-6467FFEA68A4}" type="slidenum">
              <a:rPr lang="en-US" altLang="zh-CN" sz="1200" smtClean="0">
                <a:latin typeface="Arial" pitchFamily="34" charset="0"/>
                <a:ea typeface="宋体" pitchFamily="2" charset="-122"/>
              </a:rPr>
              <a:pPr eaLnBrk="1" hangingPunct="1"/>
              <a:t>126</a:t>
            </a:fld>
            <a:endParaRPr lang="en-US" altLang="zh-CN" sz="1200" smtClean="0">
              <a:latin typeface="Arial" pitchFamily="34" charset="0"/>
              <a:ea typeface="宋体" pitchFamily="2" charset="-122"/>
            </a:endParaRPr>
          </a:p>
        </p:txBody>
      </p:sp>
      <p:sp>
        <p:nvSpPr>
          <p:cNvPr id="384003" name="Rectangle 2"/>
          <p:cNvSpPr>
            <a:spLocks noGrp="1" noRot="1" noChangeAspect="1" noChangeArrowheads="1" noTextEdit="1"/>
          </p:cNvSpPr>
          <p:nvPr>
            <p:ph type="sldImg"/>
          </p:nvPr>
        </p:nvSpPr>
        <p:spPr>
          <a:ln/>
        </p:spPr>
      </p:sp>
      <p:sp>
        <p:nvSpPr>
          <p:cNvPr id="3840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1E64AB2-6DCA-4ACF-AA6C-F2DA8E7503F7}" type="slidenum">
              <a:rPr lang="en-US" altLang="zh-CN" sz="1200" smtClean="0">
                <a:latin typeface="Arial" pitchFamily="34" charset="0"/>
                <a:ea typeface="宋体" pitchFamily="2" charset="-122"/>
              </a:rPr>
              <a:pPr eaLnBrk="1" hangingPunct="1"/>
              <a:t>127</a:t>
            </a:fld>
            <a:endParaRPr lang="en-US" altLang="zh-CN" sz="1200" smtClean="0">
              <a:latin typeface="Arial" pitchFamily="34" charset="0"/>
              <a:ea typeface="宋体" pitchFamily="2" charset="-122"/>
            </a:endParaRPr>
          </a:p>
        </p:txBody>
      </p:sp>
      <p:sp>
        <p:nvSpPr>
          <p:cNvPr id="385027" name="Rectangle 2"/>
          <p:cNvSpPr>
            <a:spLocks noGrp="1" noRot="1" noChangeAspect="1" noChangeArrowheads="1" noTextEdit="1"/>
          </p:cNvSpPr>
          <p:nvPr>
            <p:ph type="sldImg"/>
          </p:nvPr>
        </p:nvSpPr>
        <p:spPr>
          <a:ln/>
        </p:spPr>
      </p:sp>
      <p:sp>
        <p:nvSpPr>
          <p:cNvPr id="3850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D38A0D8-EE7D-41DB-AD38-60D7F851604C}" type="slidenum">
              <a:rPr lang="en-US" altLang="zh-CN" sz="1200" smtClean="0">
                <a:latin typeface="Arial" pitchFamily="34" charset="0"/>
                <a:ea typeface="宋体" pitchFamily="2" charset="-122"/>
              </a:rPr>
              <a:pPr eaLnBrk="1" hangingPunct="1"/>
              <a:t>128</a:t>
            </a:fld>
            <a:endParaRPr lang="en-US" altLang="zh-CN" sz="1200" smtClean="0">
              <a:latin typeface="Arial" pitchFamily="34" charset="0"/>
              <a:ea typeface="宋体" pitchFamily="2" charset="-122"/>
            </a:endParaRPr>
          </a:p>
        </p:txBody>
      </p:sp>
      <p:sp>
        <p:nvSpPr>
          <p:cNvPr id="386051" name="Rectangle 2"/>
          <p:cNvSpPr>
            <a:spLocks noGrp="1" noRot="1" noChangeAspect="1" noChangeArrowheads="1" noTextEdit="1"/>
          </p:cNvSpPr>
          <p:nvPr>
            <p:ph type="sldImg"/>
          </p:nvPr>
        </p:nvSpPr>
        <p:spPr>
          <a:ln/>
        </p:spPr>
      </p:sp>
      <p:sp>
        <p:nvSpPr>
          <p:cNvPr id="3860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92C4F18-F6C9-419F-A9E6-CB566CF1F3F5}" type="slidenum">
              <a:rPr lang="en-US" altLang="zh-CN" sz="1200" smtClean="0">
                <a:latin typeface="Arial" pitchFamily="34" charset="0"/>
                <a:ea typeface="宋体" pitchFamily="2" charset="-122"/>
              </a:rPr>
              <a:pPr eaLnBrk="1" hangingPunct="1"/>
              <a:t>129</a:t>
            </a:fld>
            <a:endParaRPr lang="en-US" altLang="zh-CN" sz="1200" smtClean="0">
              <a:latin typeface="Arial" pitchFamily="34" charset="0"/>
              <a:ea typeface="宋体" pitchFamily="2" charset="-122"/>
            </a:endParaRPr>
          </a:p>
        </p:txBody>
      </p:sp>
      <p:sp>
        <p:nvSpPr>
          <p:cNvPr id="387075" name="Rectangle 2"/>
          <p:cNvSpPr>
            <a:spLocks noGrp="1" noRot="1" noChangeAspect="1" noChangeArrowheads="1" noTextEdit="1"/>
          </p:cNvSpPr>
          <p:nvPr>
            <p:ph type="sldImg"/>
          </p:nvPr>
        </p:nvSpPr>
        <p:spPr>
          <a:ln/>
        </p:spPr>
      </p:sp>
      <p:sp>
        <p:nvSpPr>
          <p:cNvPr id="3870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EE6189C-CEC7-4DC6-A617-9910093667A9}" type="slidenum">
              <a:rPr lang="en-US" altLang="zh-CN" sz="1200" smtClean="0">
                <a:latin typeface="Arial" pitchFamily="34" charset="0"/>
                <a:ea typeface="宋体" pitchFamily="2" charset="-122"/>
              </a:rPr>
              <a:pPr eaLnBrk="1" hangingPunct="1"/>
              <a:t>130</a:t>
            </a:fld>
            <a:endParaRPr lang="en-US" altLang="zh-CN" sz="1200" smtClean="0">
              <a:latin typeface="Arial" pitchFamily="34" charset="0"/>
              <a:ea typeface="宋体" pitchFamily="2" charset="-122"/>
            </a:endParaRPr>
          </a:p>
        </p:txBody>
      </p:sp>
      <p:sp>
        <p:nvSpPr>
          <p:cNvPr id="388099" name="Rectangle 2"/>
          <p:cNvSpPr>
            <a:spLocks noGrp="1" noRot="1" noChangeAspect="1" noChangeArrowheads="1" noTextEdit="1"/>
          </p:cNvSpPr>
          <p:nvPr>
            <p:ph type="sldImg"/>
          </p:nvPr>
        </p:nvSpPr>
        <p:spPr>
          <a:ln/>
        </p:spPr>
      </p:sp>
      <p:sp>
        <p:nvSpPr>
          <p:cNvPr id="3881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6533C4B-0052-479E-8C84-6990C29E2CFA}" type="slidenum">
              <a:rPr lang="en-US" altLang="zh-CN" sz="1200" smtClean="0">
                <a:latin typeface="Arial" pitchFamily="34" charset="0"/>
                <a:ea typeface="宋体" pitchFamily="2" charset="-122"/>
              </a:rPr>
              <a:pPr eaLnBrk="1" hangingPunct="1"/>
              <a:t>131</a:t>
            </a:fld>
            <a:endParaRPr lang="en-US" altLang="zh-CN" sz="1200" smtClean="0">
              <a:latin typeface="Arial" pitchFamily="34" charset="0"/>
              <a:ea typeface="宋体" pitchFamily="2" charset="-122"/>
            </a:endParaRPr>
          </a:p>
        </p:txBody>
      </p:sp>
      <p:sp>
        <p:nvSpPr>
          <p:cNvPr id="389123" name="Rectangle 2"/>
          <p:cNvSpPr>
            <a:spLocks noGrp="1" noRot="1" noChangeAspect="1" noChangeArrowheads="1" noTextEdit="1"/>
          </p:cNvSpPr>
          <p:nvPr>
            <p:ph type="sldImg"/>
          </p:nvPr>
        </p:nvSpPr>
        <p:spPr>
          <a:ln/>
        </p:spPr>
      </p:sp>
      <p:sp>
        <p:nvSpPr>
          <p:cNvPr id="3891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78FC972-95A1-4DE2-AA5B-811D9582EDED}" type="slidenum">
              <a:rPr lang="en-US" altLang="zh-CN" sz="1200" smtClean="0">
                <a:latin typeface="Arial" pitchFamily="34" charset="0"/>
                <a:ea typeface="宋体" pitchFamily="2" charset="-122"/>
              </a:rPr>
              <a:pPr eaLnBrk="1" hangingPunct="1"/>
              <a:t>132</a:t>
            </a:fld>
            <a:endParaRPr lang="en-US" altLang="zh-CN" sz="1200" smtClean="0">
              <a:latin typeface="Arial" pitchFamily="34" charset="0"/>
              <a:ea typeface="宋体" pitchFamily="2" charset="-122"/>
            </a:endParaRPr>
          </a:p>
        </p:txBody>
      </p:sp>
      <p:sp>
        <p:nvSpPr>
          <p:cNvPr id="390147" name="Rectangle 2"/>
          <p:cNvSpPr>
            <a:spLocks noGrp="1" noRot="1" noChangeAspect="1" noChangeArrowheads="1" noTextEdit="1"/>
          </p:cNvSpPr>
          <p:nvPr>
            <p:ph type="sldImg"/>
          </p:nvPr>
        </p:nvSpPr>
        <p:spPr>
          <a:ln/>
        </p:spPr>
      </p:sp>
      <p:sp>
        <p:nvSpPr>
          <p:cNvPr id="3901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05FAAE8-CC97-4145-98C6-105292AB35EA}" type="slidenum">
              <a:rPr lang="en-US" altLang="zh-CN" sz="1200" smtClean="0">
                <a:latin typeface="Arial" pitchFamily="34" charset="0"/>
                <a:ea typeface="宋体" pitchFamily="2" charset="-122"/>
              </a:rPr>
              <a:pPr eaLnBrk="1" hangingPunct="1"/>
              <a:t>133</a:t>
            </a:fld>
            <a:endParaRPr lang="en-US" altLang="zh-CN" sz="1200" smtClean="0">
              <a:latin typeface="Arial" pitchFamily="34" charset="0"/>
              <a:ea typeface="宋体" pitchFamily="2" charset="-122"/>
            </a:endParaRPr>
          </a:p>
        </p:txBody>
      </p:sp>
      <p:sp>
        <p:nvSpPr>
          <p:cNvPr id="391171" name="Rectangle 2"/>
          <p:cNvSpPr>
            <a:spLocks noGrp="1" noRot="1" noChangeAspect="1" noChangeArrowheads="1" noTextEdit="1"/>
          </p:cNvSpPr>
          <p:nvPr>
            <p:ph type="sldImg"/>
          </p:nvPr>
        </p:nvSpPr>
        <p:spPr>
          <a:ln/>
        </p:spPr>
      </p:sp>
      <p:sp>
        <p:nvSpPr>
          <p:cNvPr id="3911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A8D42D8-61AA-4D7B-8105-7AC0049836D0}" type="slidenum">
              <a:rPr lang="en-US" altLang="zh-CN" sz="1200" smtClean="0">
                <a:latin typeface="Arial" pitchFamily="34" charset="0"/>
                <a:ea typeface="宋体" pitchFamily="2" charset="-122"/>
              </a:rPr>
              <a:pPr eaLnBrk="1" hangingPunct="1"/>
              <a:t>134</a:t>
            </a:fld>
            <a:endParaRPr lang="en-US" altLang="zh-CN" sz="1200" smtClean="0">
              <a:latin typeface="Arial" pitchFamily="34" charset="0"/>
              <a:ea typeface="宋体" pitchFamily="2" charset="-122"/>
            </a:endParaRPr>
          </a:p>
        </p:txBody>
      </p:sp>
      <p:sp>
        <p:nvSpPr>
          <p:cNvPr id="392195" name="Rectangle 2"/>
          <p:cNvSpPr>
            <a:spLocks noGrp="1" noRot="1" noChangeAspect="1" noChangeArrowheads="1" noTextEdit="1"/>
          </p:cNvSpPr>
          <p:nvPr>
            <p:ph type="sldImg"/>
          </p:nvPr>
        </p:nvSpPr>
        <p:spPr>
          <a:ln/>
        </p:spPr>
      </p:sp>
      <p:sp>
        <p:nvSpPr>
          <p:cNvPr id="3921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6D04D8B-0B1F-4649-9453-AD550088A465}" type="slidenum">
              <a:rPr lang="en-US" altLang="zh-CN" sz="1200" smtClean="0">
                <a:latin typeface="Arial" pitchFamily="34" charset="0"/>
                <a:ea typeface="宋体" pitchFamily="2" charset="-122"/>
              </a:rPr>
              <a:pPr eaLnBrk="1" hangingPunct="1"/>
              <a:t>135</a:t>
            </a:fld>
            <a:endParaRPr lang="en-US" altLang="zh-CN" sz="1200" smtClean="0">
              <a:latin typeface="Arial" pitchFamily="34" charset="0"/>
              <a:ea typeface="宋体" pitchFamily="2" charset="-122"/>
            </a:endParaRPr>
          </a:p>
        </p:txBody>
      </p:sp>
      <p:sp>
        <p:nvSpPr>
          <p:cNvPr id="393219" name="Rectangle 2"/>
          <p:cNvSpPr>
            <a:spLocks noGrp="1" noRot="1" noChangeAspect="1" noChangeArrowheads="1" noTextEdit="1"/>
          </p:cNvSpPr>
          <p:nvPr>
            <p:ph type="sldImg"/>
          </p:nvPr>
        </p:nvSpPr>
        <p:spPr>
          <a:ln/>
        </p:spPr>
      </p:sp>
      <p:sp>
        <p:nvSpPr>
          <p:cNvPr id="3932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7CD95EE-9841-4042-84DC-99632DE5EAEE}" type="slidenum">
              <a:rPr lang="en-US" altLang="zh-CN" sz="1200" smtClean="0">
                <a:latin typeface="Arial" pitchFamily="34" charset="0"/>
                <a:ea typeface="宋体" pitchFamily="2" charset="-122"/>
              </a:rPr>
              <a:pPr eaLnBrk="1" hangingPunct="1"/>
              <a:t>136</a:t>
            </a:fld>
            <a:endParaRPr lang="en-US" altLang="zh-CN" sz="1200" smtClean="0">
              <a:latin typeface="Arial" pitchFamily="34" charset="0"/>
              <a:ea typeface="宋体" pitchFamily="2" charset="-122"/>
            </a:endParaRPr>
          </a:p>
        </p:txBody>
      </p:sp>
      <p:sp>
        <p:nvSpPr>
          <p:cNvPr id="394243" name="Rectangle 2"/>
          <p:cNvSpPr>
            <a:spLocks noGrp="1" noRot="1" noChangeAspect="1" noChangeArrowheads="1" noTextEdit="1"/>
          </p:cNvSpPr>
          <p:nvPr>
            <p:ph type="sldImg"/>
          </p:nvPr>
        </p:nvSpPr>
        <p:spPr>
          <a:ln/>
        </p:spPr>
      </p:sp>
      <p:sp>
        <p:nvSpPr>
          <p:cNvPr id="3942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81FE49A-59C7-49D1-A4D8-35041CE00F76}" type="slidenum">
              <a:rPr lang="en-US" altLang="zh-CN" sz="1200" smtClean="0">
                <a:latin typeface="Arial" pitchFamily="34" charset="0"/>
                <a:ea typeface="宋体" pitchFamily="2" charset="-122"/>
              </a:rPr>
              <a:pPr eaLnBrk="1" hangingPunct="1"/>
              <a:t>137</a:t>
            </a:fld>
            <a:endParaRPr lang="en-US" altLang="zh-CN" sz="1200" smtClean="0">
              <a:latin typeface="Arial" pitchFamily="34" charset="0"/>
              <a:ea typeface="宋体" pitchFamily="2" charset="-122"/>
            </a:endParaRPr>
          </a:p>
        </p:txBody>
      </p:sp>
      <p:sp>
        <p:nvSpPr>
          <p:cNvPr id="395267" name="Rectangle 2"/>
          <p:cNvSpPr>
            <a:spLocks noGrp="1" noRot="1" noChangeAspect="1" noChangeArrowheads="1" noTextEdit="1"/>
          </p:cNvSpPr>
          <p:nvPr>
            <p:ph type="sldImg"/>
          </p:nvPr>
        </p:nvSpPr>
        <p:spPr>
          <a:ln/>
        </p:spPr>
      </p:sp>
      <p:sp>
        <p:nvSpPr>
          <p:cNvPr id="3952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C67F70A-B3C1-4D1B-B7CD-E3414719B84D}" type="slidenum">
              <a:rPr lang="en-US" altLang="zh-CN" sz="1200" smtClean="0">
                <a:latin typeface="Arial" pitchFamily="34" charset="0"/>
                <a:ea typeface="宋体" pitchFamily="2" charset="-122"/>
              </a:rPr>
              <a:pPr eaLnBrk="1" hangingPunct="1"/>
              <a:t>138</a:t>
            </a:fld>
            <a:endParaRPr lang="en-US" altLang="zh-CN" sz="1200" smtClean="0">
              <a:latin typeface="Arial" pitchFamily="34" charset="0"/>
              <a:ea typeface="宋体" pitchFamily="2" charset="-122"/>
            </a:endParaRPr>
          </a:p>
        </p:txBody>
      </p:sp>
      <p:sp>
        <p:nvSpPr>
          <p:cNvPr id="396291" name="Rectangle 2"/>
          <p:cNvSpPr>
            <a:spLocks noGrp="1" noRot="1" noChangeAspect="1" noChangeArrowheads="1" noTextEdit="1"/>
          </p:cNvSpPr>
          <p:nvPr>
            <p:ph type="sldImg"/>
          </p:nvPr>
        </p:nvSpPr>
        <p:spPr>
          <a:ln/>
        </p:spPr>
      </p:sp>
      <p:sp>
        <p:nvSpPr>
          <p:cNvPr id="3962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C4DCAB2-CB2D-474A-B5E6-4FA5323057EE}" type="slidenum">
              <a:rPr lang="en-US" altLang="zh-CN" sz="1200" smtClean="0">
                <a:latin typeface="Arial" pitchFamily="34" charset="0"/>
                <a:ea typeface="宋体" pitchFamily="2" charset="-122"/>
              </a:rPr>
              <a:pPr eaLnBrk="1" hangingPunct="1"/>
              <a:t>139</a:t>
            </a:fld>
            <a:endParaRPr lang="en-US" altLang="zh-CN" sz="1200" smtClean="0">
              <a:latin typeface="Arial" pitchFamily="34" charset="0"/>
              <a:ea typeface="宋体" pitchFamily="2" charset="-122"/>
            </a:endParaRPr>
          </a:p>
        </p:txBody>
      </p:sp>
      <p:sp>
        <p:nvSpPr>
          <p:cNvPr id="397315" name="Rectangle 2"/>
          <p:cNvSpPr>
            <a:spLocks noGrp="1" noRot="1" noChangeAspect="1" noChangeArrowheads="1" noTextEdit="1"/>
          </p:cNvSpPr>
          <p:nvPr>
            <p:ph type="sldImg"/>
          </p:nvPr>
        </p:nvSpPr>
        <p:spPr>
          <a:ln/>
        </p:spPr>
      </p:sp>
      <p:sp>
        <p:nvSpPr>
          <p:cNvPr id="3973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2F35A0A-C01F-4082-BA82-2C7F59BE0E74}" type="slidenum">
              <a:rPr lang="en-US" altLang="zh-CN" sz="1200" smtClean="0">
                <a:latin typeface="Arial" pitchFamily="34" charset="0"/>
                <a:ea typeface="宋体" pitchFamily="2" charset="-122"/>
              </a:rPr>
              <a:pPr eaLnBrk="1" hangingPunct="1"/>
              <a:t>140</a:t>
            </a:fld>
            <a:endParaRPr lang="en-US" altLang="zh-CN" sz="1200" smtClean="0">
              <a:latin typeface="Arial" pitchFamily="34" charset="0"/>
              <a:ea typeface="宋体" pitchFamily="2" charset="-122"/>
            </a:endParaRPr>
          </a:p>
        </p:txBody>
      </p:sp>
      <p:sp>
        <p:nvSpPr>
          <p:cNvPr id="398339" name="Rectangle 2"/>
          <p:cNvSpPr>
            <a:spLocks noGrp="1" noRot="1" noChangeAspect="1" noChangeArrowheads="1" noTextEdit="1"/>
          </p:cNvSpPr>
          <p:nvPr>
            <p:ph type="sldImg"/>
          </p:nvPr>
        </p:nvSpPr>
        <p:spPr>
          <a:ln/>
        </p:spPr>
      </p:sp>
      <p:sp>
        <p:nvSpPr>
          <p:cNvPr id="3983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175DC62-603C-4A65-A3F2-565C99E41C27}" type="slidenum">
              <a:rPr lang="en-US" altLang="zh-CN" sz="1200" smtClean="0">
                <a:latin typeface="Arial" pitchFamily="34" charset="0"/>
                <a:ea typeface="宋体" pitchFamily="2" charset="-122"/>
              </a:rPr>
              <a:pPr eaLnBrk="1" hangingPunct="1"/>
              <a:t>141</a:t>
            </a:fld>
            <a:endParaRPr lang="en-US" altLang="zh-CN" sz="1200" smtClean="0">
              <a:latin typeface="Arial" pitchFamily="34" charset="0"/>
              <a:ea typeface="宋体" pitchFamily="2" charset="-122"/>
            </a:endParaRPr>
          </a:p>
        </p:txBody>
      </p:sp>
      <p:sp>
        <p:nvSpPr>
          <p:cNvPr id="399363" name="Rectangle 2"/>
          <p:cNvSpPr>
            <a:spLocks noGrp="1" noRot="1" noChangeAspect="1" noChangeArrowheads="1" noTextEdit="1"/>
          </p:cNvSpPr>
          <p:nvPr>
            <p:ph type="sldImg"/>
          </p:nvPr>
        </p:nvSpPr>
        <p:spPr>
          <a:ln/>
        </p:spPr>
      </p:sp>
      <p:sp>
        <p:nvSpPr>
          <p:cNvPr id="3993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9C8C6D1-0D35-44B1-8CE9-9B44D39FE422}" type="slidenum">
              <a:rPr lang="en-US" altLang="zh-CN" sz="1200" smtClean="0">
                <a:latin typeface="Arial" pitchFamily="34" charset="0"/>
                <a:ea typeface="宋体" pitchFamily="2" charset="-122"/>
              </a:rPr>
              <a:pPr eaLnBrk="1" hangingPunct="1"/>
              <a:t>142</a:t>
            </a:fld>
            <a:endParaRPr lang="en-US" altLang="zh-CN" sz="1200" smtClean="0">
              <a:latin typeface="Arial" pitchFamily="34" charset="0"/>
              <a:ea typeface="宋体" pitchFamily="2" charset="-122"/>
            </a:endParaRPr>
          </a:p>
        </p:txBody>
      </p:sp>
      <p:sp>
        <p:nvSpPr>
          <p:cNvPr id="400387" name="Rectangle 2"/>
          <p:cNvSpPr>
            <a:spLocks noGrp="1" noRot="1" noChangeAspect="1" noChangeArrowheads="1" noTextEdit="1"/>
          </p:cNvSpPr>
          <p:nvPr>
            <p:ph type="sldImg"/>
          </p:nvPr>
        </p:nvSpPr>
        <p:spPr>
          <a:ln/>
        </p:spPr>
      </p:sp>
      <p:sp>
        <p:nvSpPr>
          <p:cNvPr id="4003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4F3481D-96F3-4BFC-B9DB-B0212C97FE75}" type="slidenum">
              <a:rPr lang="en-US" altLang="zh-CN" sz="1200" smtClean="0">
                <a:latin typeface="Arial" pitchFamily="34" charset="0"/>
                <a:ea typeface="宋体" pitchFamily="2" charset="-122"/>
              </a:rPr>
              <a:pPr eaLnBrk="1" hangingPunct="1"/>
              <a:t>143</a:t>
            </a:fld>
            <a:endParaRPr lang="en-US" altLang="zh-CN" sz="1200" smtClean="0">
              <a:latin typeface="Arial" pitchFamily="34" charset="0"/>
              <a:ea typeface="宋体" pitchFamily="2" charset="-122"/>
            </a:endParaRPr>
          </a:p>
        </p:txBody>
      </p:sp>
      <p:sp>
        <p:nvSpPr>
          <p:cNvPr id="401411" name="Rectangle 2"/>
          <p:cNvSpPr>
            <a:spLocks noGrp="1" noRot="1" noChangeAspect="1" noChangeArrowheads="1" noTextEdit="1"/>
          </p:cNvSpPr>
          <p:nvPr>
            <p:ph type="sldImg"/>
          </p:nvPr>
        </p:nvSpPr>
        <p:spPr>
          <a:ln/>
        </p:spPr>
      </p:sp>
      <p:sp>
        <p:nvSpPr>
          <p:cNvPr id="4014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025E90A-7D0D-4D43-9B35-AB7A390A8C7A}" type="slidenum">
              <a:rPr lang="en-US" altLang="zh-CN" sz="1200" smtClean="0">
                <a:latin typeface="Arial" pitchFamily="34" charset="0"/>
                <a:ea typeface="宋体" pitchFamily="2" charset="-122"/>
              </a:rPr>
              <a:pPr eaLnBrk="1" hangingPunct="1"/>
              <a:t>144</a:t>
            </a:fld>
            <a:endParaRPr lang="en-US" altLang="zh-CN" sz="1200" smtClean="0">
              <a:latin typeface="Arial" pitchFamily="34" charset="0"/>
              <a:ea typeface="宋体" pitchFamily="2" charset="-122"/>
            </a:endParaRPr>
          </a:p>
        </p:txBody>
      </p:sp>
      <p:sp>
        <p:nvSpPr>
          <p:cNvPr id="402435" name="Rectangle 2"/>
          <p:cNvSpPr>
            <a:spLocks noGrp="1" noRot="1" noChangeAspect="1" noChangeArrowheads="1" noTextEdit="1"/>
          </p:cNvSpPr>
          <p:nvPr>
            <p:ph type="sldImg"/>
          </p:nvPr>
        </p:nvSpPr>
        <p:spPr>
          <a:ln/>
        </p:spPr>
      </p:sp>
      <p:sp>
        <p:nvSpPr>
          <p:cNvPr id="4024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5022B38-90DE-4341-A09F-457B43C90D95}" type="slidenum">
              <a:rPr lang="en-US" altLang="zh-CN" sz="1200" smtClean="0">
                <a:latin typeface="Arial" pitchFamily="34" charset="0"/>
                <a:ea typeface="宋体" pitchFamily="2" charset="-122"/>
              </a:rPr>
              <a:pPr eaLnBrk="1" hangingPunct="1"/>
              <a:t>145</a:t>
            </a:fld>
            <a:endParaRPr lang="en-US" altLang="zh-CN" sz="1200" smtClean="0">
              <a:latin typeface="Arial" pitchFamily="34" charset="0"/>
              <a:ea typeface="宋体" pitchFamily="2" charset="-122"/>
            </a:endParaRPr>
          </a:p>
        </p:txBody>
      </p:sp>
      <p:sp>
        <p:nvSpPr>
          <p:cNvPr id="403459" name="Rectangle 2"/>
          <p:cNvSpPr>
            <a:spLocks noGrp="1" noRot="1" noChangeAspect="1" noChangeArrowheads="1" noTextEdit="1"/>
          </p:cNvSpPr>
          <p:nvPr>
            <p:ph type="sldImg"/>
          </p:nvPr>
        </p:nvSpPr>
        <p:spPr>
          <a:ln/>
        </p:spPr>
      </p:sp>
      <p:sp>
        <p:nvSpPr>
          <p:cNvPr id="4034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644BC7C-1D95-44F1-83E0-8BA82A8C1A47}" type="slidenum">
              <a:rPr lang="en-US" altLang="zh-CN" sz="1200" smtClean="0">
                <a:latin typeface="Arial" pitchFamily="34" charset="0"/>
                <a:ea typeface="宋体" pitchFamily="2" charset="-122"/>
              </a:rPr>
              <a:pPr eaLnBrk="1" hangingPunct="1"/>
              <a:t>146</a:t>
            </a:fld>
            <a:endParaRPr lang="en-US" altLang="zh-CN" sz="1200" smtClean="0">
              <a:latin typeface="Arial" pitchFamily="34" charset="0"/>
              <a:ea typeface="宋体" pitchFamily="2" charset="-122"/>
            </a:endParaRPr>
          </a:p>
        </p:txBody>
      </p:sp>
      <p:sp>
        <p:nvSpPr>
          <p:cNvPr id="404483" name="Rectangle 2"/>
          <p:cNvSpPr>
            <a:spLocks noGrp="1" noRot="1" noChangeAspect="1" noChangeArrowheads="1" noTextEdit="1"/>
          </p:cNvSpPr>
          <p:nvPr>
            <p:ph type="sldImg"/>
          </p:nvPr>
        </p:nvSpPr>
        <p:spPr>
          <a:ln/>
        </p:spPr>
      </p:sp>
      <p:sp>
        <p:nvSpPr>
          <p:cNvPr id="4044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3A5BA61-4A87-4B7B-9C3E-353D3B7AD91E}" type="slidenum">
              <a:rPr lang="en-US" altLang="zh-CN" sz="1200" smtClean="0">
                <a:latin typeface="Arial" pitchFamily="34" charset="0"/>
                <a:ea typeface="宋体" pitchFamily="2" charset="-122"/>
              </a:rPr>
              <a:pPr eaLnBrk="1" hangingPunct="1"/>
              <a:t>147</a:t>
            </a:fld>
            <a:endParaRPr lang="en-US" altLang="zh-CN" sz="1200" smtClean="0">
              <a:latin typeface="Arial" pitchFamily="34" charset="0"/>
              <a:ea typeface="宋体" pitchFamily="2" charset="-122"/>
            </a:endParaRPr>
          </a:p>
        </p:txBody>
      </p:sp>
      <p:sp>
        <p:nvSpPr>
          <p:cNvPr id="405507" name="Rectangle 2"/>
          <p:cNvSpPr>
            <a:spLocks noGrp="1" noRot="1" noChangeAspect="1" noChangeArrowheads="1" noTextEdit="1"/>
          </p:cNvSpPr>
          <p:nvPr>
            <p:ph type="sldImg"/>
          </p:nvPr>
        </p:nvSpPr>
        <p:spPr>
          <a:ln/>
        </p:spPr>
      </p:sp>
      <p:sp>
        <p:nvSpPr>
          <p:cNvPr id="4055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EEDC228-FF9A-44BE-9B13-B4985D207A16}" type="slidenum">
              <a:rPr lang="en-US" altLang="zh-CN" sz="1200" smtClean="0">
                <a:latin typeface="Arial" pitchFamily="34" charset="0"/>
                <a:ea typeface="宋体" pitchFamily="2" charset="-122"/>
              </a:rPr>
              <a:pPr eaLnBrk="1" hangingPunct="1"/>
              <a:t>148</a:t>
            </a:fld>
            <a:endParaRPr lang="en-US" altLang="zh-CN" sz="1200" smtClean="0">
              <a:latin typeface="Arial" pitchFamily="34" charset="0"/>
              <a:ea typeface="宋体" pitchFamily="2" charset="-122"/>
            </a:endParaRPr>
          </a:p>
        </p:txBody>
      </p:sp>
      <p:sp>
        <p:nvSpPr>
          <p:cNvPr id="406531" name="Rectangle 2"/>
          <p:cNvSpPr>
            <a:spLocks noGrp="1" noRot="1" noChangeAspect="1" noChangeArrowheads="1" noTextEdit="1"/>
          </p:cNvSpPr>
          <p:nvPr>
            <p:ph type="sldImg"/>
          </p:nvPr>
        </p:nvSpPr>
        <p:spPr>
          <a:ln/>
        </p:spPr>
      </p:sp>
      <p:sp>
        <p:nvSpPr>
          <p:cNvPr id="4065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C7C3262-3E7A-48F4-8517-18B211FB9E3A}" type="slidenum">
              <a:rPr lang="en-US" altLang="zh-CN" sz="1200" smtClean="0">
                <a:latin typeface="Arial" pitchFamily="34" charset="0"/>
                <a:ea typeface="宋体" pitchFamily="2" charset="-122"/>
              </a:rPr>
              <a:pPr eaLnBrk="1" hangingPunct="1"/>
              <a:t>149</a:t>
            </a:fld>
            <a:endParaRPr lang="en-US" altLang="zh-CN" sz="1200" smtClean="0">
              <a:latin typeface="Arial" pitchFamily="34" charset="0"/>
              <a:ea typeface="宋体" pitchFamily="2" charset="-122"/>
            </a:endParaRPr>
          </a:p>
        </p:txBody>
      </p:sp>
      <p:sp>
        <p:nvSpPr>
          <p:cNvPr id="407555" name="Rectangle 2"/>
          <p:cNvSpPr>
            <a:spLocks noGrp="1" noRot="1" noChangeAspect="1" noChangeArrowheads="1" noTextEdit="1"/>
          </p:cNvSpPr>
          <p:nvPr>
            <p:ph type="sldImg"/>
          </p:nvPr>
        </p:nvSpPr>
        <p:spPr>
          <a:ln/>
        </p:spPr>
      </p:sp>
      <p:sp>
        <p:nvSpPr>
          <p:cNvPr id="4075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DCF7EB2B-86B6-4056-AFB0-EACC81A19656}" type="slidenum">
              <a:rPr lang="en-US" altLang="zh-CN" sz="1200" smtClean="0">
                <a:latin typeface="Arial" pitchFamily="34" charset="0"/>
                <a:ea typeface="宋体" pitchFamily="2" charset="-122"/>
              </a:rPr>
              <a:pPr eaLnBrk="1" hangingPunct="1"/>
              <a:t>150</a:t>
            </a:fld>
            <a:endParaRPr lang="en-US" altLang="zh-CN" sz="1200" smtClean="0">
              <a:latin typeface="Arial" pitchFamily="34" charset="0"/>
              <a:ea typeface="宋体" pitchFamily="2" charset="-122"/>
            </a:endParaRPr>
          </a:p>
        </p:txBody>
      </p:sp>
      <p:sp>
        <p:nvSpPr>
          <p:cNvPr id="408579" name="Rectangle 2"/>
          <p:cNvSpPr>
            <a:spLocks noGrp="1" noRot="1" noChangeAspect="1" noChangeArrowheads="1" noTextEdit="1"/>
          </p:cNvSpPr>
          <p:nvPr>
            <p:ph type="sldImg"/>
          </p:nvPr>
        </p:nvSpPr>
        <p:spPr>
          <a:ln/>
        </p:spPr>
      </p:sp>
      <p:sp>
        <p:nvSpPr>
          <p:cNvPr id="4085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D7EBD03-C0F3-497A-8516-F918BC54E61E}" type="slidenum">
              <a:rPr lang="en-US" altLang="zh-CN" sz="1200" smtClean="0">
                <a:latin typeface="Arial" pitchFamily="34" charset="0"/>
                <a:ea typeface="宋体" pitchFamily="2" charset="-122"/>
              </a:rPr>
              <a:pPr eaLnBrk="1" hangingPunct="1"/>
              <a:t>151</a:t>
            </a:fld>
            <a:endParaRPr lang="en-US" altLang="zh-CN" sz="1200" smtClean="0">
              <a:latin typeface="Arial" pitchFamily="34" charset="0"/>
              <a:ea typeface="宋体" pitchFamily="2" charset="-122"/>
            </a:endParaRPr>
          </a:p>
        </p:txBody>
      </p:sp>
      <p:sp>
        <p:nvSpPr>
          <p:cNvPr id="409603" name="Rectangle 2"/>
          <p:cNvSpPr>
            <a:spLocks noGrp="1" noRot="1" noChangeAspect="1" noChangeArrowheads="1" noTextEdit="1"/>
          </p:cNvSpPr>
          <p:nvPr>
            <p:ph type="sldImg"/>
          </p:nvPr>
        </p:nvSpPr>
        <p:spPr>
          <a:ln/>
        </p:spPr>
      </p:sp>
      <p:sp>
        <p:nvSpPr>
          <p:cNvPr id="4096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D65E2F5-9B4D-42D1-B39A-5F98B4C5C432}" type="slidenum">
              <a:rPr lang="en-US" altLang="zh-CN" sz="1200" smtClean="0">
                <a:latin typeface="Arial" pitchFamily="34" charset="0"/>
                <a:ea typeface="宋体" pitchFamily="2" charset="-122"/>
              </a:rPr>
              <a:pPr eaLnBrk="1" hangingPunct="1"/>
              <a:t>152</a:t>
            </a:fld>
            <a:endParaRPr lang="en-US" altLang="zh-CN" sz="1200" smtClean="0">
              <a:latin typeface="Arial" pitchFamily="34" charset="0"/>
              <a:ea typeface="宋体" pitchFamily="2" charset="-122"/>
            </a:endParaRPr>
          </a:p>
        </p:txBody>
      </p:sp>
      <p:sp>
        <p:nvSpPr>
          <p:cNvPr id="410627" name="Rectangle 2"/>
          <p:cNvSpPr>
            <a:spLocks noGrp="1" noRot="1" noChangeAspect="1" noChangeArrowheads="1" noTextEdit="1"/>
          </p:cNvSpPr>
          <p:nvPr>
            <p:ph type="sldImg"/>
          </p:nvPr>
        </p:nvSpPr>
        <p:spPr>
          <a:ln/>
        </p:spPr>
      </p:sp>
      <p:sp>
        <p:nvSpPr>
          <p:cNvPr id="4106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4E2F9CA-4611-4ACA-90AA-C4B960ACF1C7}" type="slidenum">
              <a:rPr lang="en-US" altLang="zh-CN" sz="1200" smtClean="0">
                <a:latin typeface="Arial" pitchFamily="34" charset="0"/>
                <a:ea typeface="宋体" pitchFamily="2" charset="-122"/>
              </a:rPr>
              <a:pPr eaLnBrk="1" hangingPunct="1"/>
              <a:t>155</a:t>
            </a:fld>
            <a:endParaRPr lang="en-US" altLang="zh-CN" sz="1200" smtClean="0">
              <a:latin typeface="Arial" pitchFamily="34" charset="0"/>
              <a:ea typeface="宋体" pitchFamily="2" charset="-122"/>
            </a:endParaRPr>
          </a:p>
        </p:txBody>
      </p:sp>
      <p:sp>
        <p:nvSpPr>
          <p:cNvPr id="411651" name="Rectangle 2"/>
          <p:cNvSpPr>
            <a:spLocks noGrp="1" noRot="1" noChangeAspect="1" noChangeArrowheads="1" noTextEdit="1"/>
          </p:cNvSpPr>
          <p:nvPr>
            <p:ph type="sldImg"/>
          </p:nvPr>
        </p:nvSpPr>
        <p:spPr>
          <a:ln/>
        </p:spPr>
      </p:sp>
      <p:sp>
        <p:nvSpPr>
          <p:cNvPr id="4116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6BFBC26-5699-48D1-B171-2ABAAAC9E1FC}" type="slidenum">
              <a:rPr lang="en-US" altLang="zh-CN" sz="1200" smtClean="0">
                <a:latin typeface="Arial" pitchFamily="34" charset="0"/>
                <a:ea typeface="宋体" pitchFamily="2" charset="-122"/>
              </a:rPr>
              <a:pPr eaLnBrk="1" hangingPunct="1"/>
              <a:t>156</a:t>
            </a:fld>
            <a:endParaRPr lang="en-US" altLang="zh-CN" sz="1200" smtClean="0">
              <a:latin typeface="Arial" pitchFamily="34" charset="0"/>
              <a:ea typeface="宋体" pitchFamily="2" charset="-122"/>
            </a:endParaRPr>
          </a:p>
        </p:txBody>
      </p:sp>
      <p:sp>
        <p:nvSpPr>
          <p:cNvPr id="412675" name="Rectangle 2"/>
          <p:cNvSpPr>
            <a:spLocks noGrp="1" noRot="1" noChangeAspect="1" noChangeArrowheads="1" noTextEdit="1"/>
          </p:cNvSpPr>
          <p:nvPr>
            <p:ph type="sldImg"/>
          </p:nvPr>
        </p:nvSpPr>
        <p:spPr>
          <a:ln/>
        </p:spPr>
      </p:sp>
      <p:sp>
        <p:nvSpPr>
          <p:cNvPr id="4126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3AA1197-C846-4DBC-A41E-65E6E40FE188}" type="slidenum">
              <a:rPr lang="en-US" altLang="zh-CN" sz="1200" smtClean="0">
                <a:latin typeface="Arial" pitchFamily="34" charset="0"/>
                <a:ea typeface="宋体" pitchFamily="2" charset="-122"/>
              </a:rPr>
              <a:pPr eaLnBrk="1" hangingPunct="1"/>
              <a:t>157</a:t>
            </a:fld>
            <a:endParaRPr lang="en-US" altLang="zh-CN" sz="1200" smtClean="0">
              <a:latin typeface="Arial" pitchFamily="34" charset="0"/>
              <a:ea typeface="宋体" pitchFamily="2" charset="-122"/>
            </a:endParaRPr>
          </a:p>
        </p:txBody>
      </p:sp>
      <p:sp>
        <p:nvSpPr>
          <p:cNvPr id="413699" name="Rectangle 2"/>
          <p:cNvSpPr>
            <a:spLocks noGrp="1" noRot="1" noChangeAspect="1" noChangeArrowheads="1" noTextEdit="1"/>
          </p:cNvSpPr>
          <p:nvPr>
            <p:ph type="sldImg"/>
          </p:nvPr>
        </p:nvSpPr>
        <p:spPr>
          <a:ln/>
        </p:spPr>
      </p:sp>
      <p:sp>
        <p:nvSpPr>
          <p:cNvPr id="4137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260BEB4-902E-4D26-AD63-DC44DFAFDC2A}" type="slidenum">
              <a:rPr lang="en-US" altLang="zh-CN" sz="1200" smtClean="0">
                <a:latin typeface="Arial" pitchFamily="34" charset="0"/>
                <a:ea typeface="宋体" pitchFamily="2" charset="-122"/>
              </a:rPr>
              <a:pPr eaLnBrk="1" hangingPunct="1"/>
              <a:t>158</a:t>
            </a:fld>
            <a:endParaRPr lang="en-US" altLang="zh-CN" sz="1200" smtClean="0">
              <a:latin typeface="Arial" pitchFamily="34" charset="0"/>
              <a:ea typeface="宋体" pitchFamily="2" charset="-122"/>
            </a:endParaRPr>
          </a:p>
        </p:txBody>
      </p:sp>
      <p:sp>
        <p:nvSpPr>
          <p:cNvPr id="414723" name="Rectangle 2"/>
          <p:cNvSpPr>
            <a:spLocks noGrp="1" noRot="1" noChangeAspect="1" noChangeArrowheads="1" noTextEdit="1"/>
          </p:cNvSpPr>
          <p:nvPr>
            <p:ph type="sldImg"/>
          </p:nvPr>
        </p:nvSpPr>
        <p:spPr>
          <a:ln/>
        </p:spPr>
      </p:sp>
      <p:sp>
        <p:nvSpPr>
          <p:cNvPr id="4147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098A5417-B433-40BE-A1E2-54F01B983ACC}" type="slidenum">
              <a:rPr lang="en-US" altLang="zh-CN" sz="1200" smtClean="0">
                <a:latin typeface="Arial" pitchFamily="34" charset="0"/>
                <a:ea typeface="宋体" pitchFamily="2" charset="-122"/>
              </a:rPr>
              <a:pPr eaLnBrk="1" hangingPunct="1"/>
              <a:t>159</a:t>
            </a:fld>
            <a:endParaRPr lang="en-US" altLang="zh-CN" sz="1200" smtClean="0">
              <a:latin typeface="Arial" pitchFamily="34" charset="0"/>
              <a:ea typeface="宋体" pitchFamily="2" charset="-122"/>
            </a:endParaRPr>
          </a:p>
        </p:txBody>
      </p:sp>
      <p:sp>
        <p:nvSpPr>
          <p:cNvPr id="415747" name="Rectangle 2"/>
          <p:cNvSpPr>
            <a:spLocks noGrp="1" noRot="1" noChangeAspect="1" noChangeArrowheads="1" noTextEdit="1"/>
          </p:cNvSpPr>
          <p:nvPr>
            <p:ph type="sldImg"/>
          </p:nvPr>
        </p:nvSpPr>
        <p:spPr>
          <a:ln/>
        </p:spPr>
      </p:sp>
      <p:sp>
        <p:nvSpPr>
          <p:cNvPr id="4157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F40EBC5-1DD3-45AE-A8FB-2E67F65D868A}" type="slidenum">
              <a:rPr lang="en-US" altLang="zh-CN" sz="1200" smtClean="0">
                <a:latin typeface="Arial" pitchFamily="34" charset="0"/>
                <a:ea typeface="宋体" pitchFamily="2" charset="-122"/>
              </a:rPr>
              <a:pPr eaLnBrk="1" hangingPunct="1"/>
              <a:t>160</a:t>
            </a:fld>
            <a:endParaRPr lang="en-US" altLang="zh-CN" sz="1200" smtClean="0">
              <a:latin typeface="Arial" pitchFamily="34" charset="0"/>
              <a:ea typeface="宋体" pitchFamily="2" charset="-122"/>
            </a:endParaRPr>
          </a:p>
        </p:txBody>
      </p:sp>
      <p:sp>
        <p:nvSpPr>
          <p:cNvPr id="416771" name="Rectangle 2"/>
          <p:cNvSpPr>
            <a:spLocks noGrp="1" noRot="1" noChangeAspect="1" noChangeArrowheads="1" noTextEdit="1"/>
          </p:cNvSpPr>
          <p:nvPr>
            <p:ph type="sldImg"/>
          </p:nvPr>
        </p:nvSpPr>
        <p:spPr>
          <a:ln/>
        </p:spPr>
      </p:sp>
      <p:sp>
        <p:nvSpPr>
          <p:cNvPr id="4167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2B92B33-23B3-40D5-9828-C13950EAEDD3}" type="slidenum">
              <a:rPr lang="en-US" altLang="zh-CN" sz="1200" smtClean="0">
                <a:latin typeface="Arial" pitchFamily="34" charset="0"/>
                <a:ea typeface="宋体" pitchFamily="2" charset="-122"/>
              </a:rPr>
              <a:pPr eaLnBrk="1" hangingPunct="1"/>
              <a:t>161</a:t>
            </a:fld>
            <a:endParaRPr lang="en-US" altLang="zh-CN" sz="1200" smtClean="0">
              <a:latin typeface="Arial" pitchFamily="34" charset="0"/>
              <a:ea typeface="宋体" pitchFamily="2" charset="-122"/>
            </a:endParaRPr>
          </a:p>
        </p:txBody>
      </p:sp>
      <p:sp>
        <p:nvSpPr>
          <p:cNvPr id="417795" name="Rectangle 2"/>
          <p:cNvSpPr>
            <a:spLocks noGrp="1" noRot="1" noChangeAspect="1" noChangeArrowheads="1" noTextEdit="1"/>
          </p:cNvSpPr>
          <p:nvPr>
            <p:ph type="sldImg"/>
          </p:nvPr>
        </p:nvSpPr>
        <p:spPr>
          <a:ln/>
        </p:spPr>
      </p:sp>
      <p:sp>
        <p:nvSpPr>
          <p:cNvPr id="4177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D67C875-9D48-4CAA-9C97-C96A948E7B27}" type="slidenum">
              <a:rPr lang="en-US" altLang="zh-CN" sz="1200" smtClean="0">
                <a:latin typeface="Arial" pitchFamily="34" charset="0"/>
                <a:ea typeface="宋体" pitchFamily="2" charset="-122"/>
              </a:rPr>
              <a:pPr eaLnBrk="1" hangingPunct="1"/>
              <a:t>162</a:t>
            </a:fld>
            <a:endParaRPr lang="en-US" altLang="zh-CN" sz="1200" smtClean="0">
              <a:latin typeface="Arial" pitchFamily="34" charset="0"/>
              <a:ea typeface="宋体" pitchFamily="2" charset="-122"/>
            </a:endParaRPr>
          </a:p>
        </p:txBody>
      </p:sp>
      <p:sp>
        <p:nvSpPr>
          <p:cNvPr id="418819" name="Rectangle 2"/>
          <p:cNvSpPr>
            <a:spLocks noGrp="1" noRot="1" noChangeAspect="1" noChangeArrowheads="1" noTextEdit="1"/>
          </p:cNvSpPr>
          <p:nvPr>
            <p:ph type="sldImg"/>
          </p:nvPr>
        </p:nvSpPr>
        <p:spPr>
          <a:ln/>
        </p:spPr>
      </p:sp>
      <p:sp>
        <p:nvSpPr>
          <p:cNvPr id="4188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A88F2DE-0EDE-4400-B523-C179F04CF79F}" type="slidenum">
              <a:rPr lang="en-US" altLang="zh-CN" sz="1200" smtClean="0">
                <a:latin typeface="Arial" pitchFamily="34" charset="0"/>
                <a:ea typeface="宋体" pitchFamily="2" charset="-122"/>
              </a:rPr>
              <a:pPr eaLnBrk="1" hangingPunct="1"/>
              <a:t>163</a:t>
            </a:fld>
            <a:endParaRPr lang="en-US" altLang="zh-CN" sz="1200" smtClean="0">
              <a:latin typeface="Arial" pitchFamily="34" charset="0"/>
              <a:ea typeface="宋体" pitchFamily="2" charset="-122"/>
            </a:endParaRPr>
          </a:p>
        </p:txBody>
      </p:sp>
      <p:sp>
        <p:nvSpPr>
          <p:cNvPr id="419843" name="Rectangle 2"/>
          <p:cNvSpPr>
            <a:spLocks noGrp="1" noRot="1" noChangeAspect="1" noChangeArrowheads="1" noTextEdit="1"/>
          </p:cNvSpPr>
          <p:nvPr>
            <p:ph type="sldImg"/>
          </p:nvPr>
        </p:nvSpPr>
        <p:spPr>
          <a:ln/>
        </p:spPr>
      </p:sp>
      <p:sp>
        <p:nvSpPr>
          <p:cNvPr id="4198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85880C5-A45D-488C-A7C5-0913A9A8B1EA}" type="slidenum">
              <a:rPr lang="en-US" altLang="zh-CN" sz="1200" smtClean="0">
                <a:latin typeface="Arial" pitchFamily="34" charset="0"/>
                <a:ea typeface="宋体" pitchFamily="2" charset="-122"/>
              </a:rPr>
              <a:pPr eaLnBrk="1" hangingPunct="1"/>
              <a:t>164</a:t>
            </a:fld>
            <a:endParaRPr lang="en-US" altLang="zh-CN" sz="1200" smtClean="0">
              <a:latin typeface="Arial" pitchFamily="34" charset="0"/>
              <a:ea typeface="宋体" pitchFamily="2" charset="-122"/>
            </a:endParaRPr>
          </a:p>
        </p:txBody>
      </p:sp>
      <p:sp>
        <p:nvSpPr>
          <p:cNvPr id="420867" name="Rectangle 2"/>
          <p:cNvSpPr>
            <a:spLocks noGrp="1" noRot="1" noChangeAspect="1" noChangeArrowheads="1" noTextEdit="1"/>
          </p:cNvSpPr>
          <p:nvPr>
            <p:ph type="sldImg"/>
          </p:nvPr>
        </p:nvSpPr>
        <p:spPr>
          <a:ln/>
        </p:spPr>
      </p:sp>
      <p:sp>
        <p:nvSpPr>
          <p:cNvPr id="4208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C4F12B9-87A9-438B-BFC4-2F26B8DC690E}" type="slidenum">
              <a:rPr lang="en-US" altLang="zh-CN" sz="1200" smtClean="0">
                <a:latin typeface="Arial" pitchFamily="34" charset="0"/>
                <a:ea typeface="宋体" pitchFamily="2" charset="-122"/>
              </a:rPr>
              <a:pPr eaLnBrk="1" hangingPunct="1"/>
              <a:t>165</a:t>
            </a:fld>
            <a:endParaRPr lang="en-US" altLang="zh-CN" sz="1200" smtClean="0">
              <a:latin typeface="Arial" pitchFamily="34" charset="0"/>
              <a:ea typeface="宋体" pitchFamily="2" charset="-122"/>
            </a:endParaRPr>
          </a:p>
        </p:txBody>
      </p:sp>
      <p:sp>
        <p:nvSpPr>
          <p:cNvPr id="421891" name="Rectangle 2"/>
          <p:cNvSpPr>
            <a:spLocks noGrp="1" noRot="1" noChangeAspect="1" noChangeArrowheads="1" noTextEdit="1"/>
          </p:cNvSpPr>
          <p:nvPr>
            <p:ph type="sldImg"/>
          </p:nvPr>
        </p:nvSpPr>
        <p:spPr>
          <a:ln/>
        </p:spPr>
      </p:sp>
      <p:sp>
        <p:nvSpPr>
          <p:cNvPr id="4218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29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35DAB60-DACA-40C4-A92B-DA58AD57BEE2}" type="slidenum">
              <a:rPr lang="en-US" altLang="zh-CN" sz="1200" smtClean="0">
                <a:latin typeface="Arial" pitchFamily="34" charset="0"/>
                <a:ea typeface="宋体" pitchFamily="2" charset="-122"/>
              </a:rPr>
              <a:pPr eaLnBrk="1" hangingPunct="1"/>
              <a:t>166</a:t>
            </a:fld>
            <a:endParaRPr lang="en-US" altLang="zh-CN" sz="1200" smtClean="0">
              <a:latin typeface="Arial" pitchFamily="34" charset="0"/>
              <a:ea typeface="宋体" pitchFamily="2" charset="-122"/>
            </a:endParaRPr>
          </a:p>
        </p:txBody>
      </p:sp>
      <p:sp>
        <p:nvSpPr>
          <p:cNvPr id="422915" name="Rectangle 2"/>
          <p:cNvSpPr>
            <a:spLocks noGrp="1" noRot="1" noChangeAspect="1" noChangeArrowheads="1" noTextEdit="1"/>
          </p:cNvSpPr>
          <p:nvPr>
            <p:ph type="sldImg"/>
          </p:nvPr>
        </p:nvSpPr>
        <p:spPr>
          <a:ln/>
        </p:spPr>
      </p:sp>
      <p:sp>
        <p:nvSpPr>
          <p:cNvPr id="4229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A2E46F5-19A3-4401-82E5-0B8808E8041D}" type="slidenum">
              <a:rPr lang="en-US" altLang="zh-CN" sz="1200" smtClean="0">
                <a:latin typeface="Arial" pitchFamily="34" charset="0"/>
                <a:ea typeface="宋体" pitchFamily="2" charset="-122"/>
              </a:rPr>
              <a:pPr eaLnBrk="1" hangingPunct="1"/>
              <a:t>167</a:t>
            </a:fld>
            <a:endParaRPr lang="en-US" altLang="zh-CN" sz="1200" smtClean="0">
              <a:latin typeface="Arial" pitchFamily="34" charset="0"/>
              <a:ea typeface="宋体" pitchFamily="2" charset="-122"/>
            </a:endParaRPr>
          </a:p>
        </p:txBody>
      </p:sp>
      <p:sp>
        <p:nvSpPr>
          <p:cNvPr id="423939" name="Rectangle 2"/>
          <p:cNvSpPr>
            <a:spLocks noGrp="1" noRot="1" noChangeAspect="1" noChangeArrowheads="1" noTextEdit="1"/>
          </p:cNvSpPr>
          <p:nvPr>
            <p:ph type="sldImg"/>
          </p:nvPr>
        </p:nvSpPr>
        <p:spPr>
          <a:ln/>
        </p:spPr>
      </p:sp>
      <p:sp>
        <p:nvSpPr>
          <p:cNvPr id="4239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920C5F7-CC0A-433B-A414-C1F3C5E52FD1}" type="slidenum">
              <a:rPr lang="en-US" altLang="zh-CN" sz="1200" smtClean="0">
                <a:latin typeface="Arial" pitchFamily="34" charset="0"/>
                <a:ea typeface="宋体" pitchFamily="2" charset="-122"/>
              </a:rPr>
              <a:pPr eaLnBrk="1" hangingPunct="1"/>
              <a:t>168</a:t>
            </a:fld>
            <a:endParaRPr lang="en-US" altLang="zh-CN" sz="1200" smtClean="0">
              <a:latin typeface="Arial" pitchFamily="34" charset="0"/>
              <a:ea typeface="宋体" pitchFamily="2" charset="-122"/>
            </a:endParaRPr>
          </a:p>
        </p:txBody>
      </p:sp>
      <p:sp>
        <p:nvSpPr>
          <p:cNvPr id="424963" name="Rectangle 2"/>
          <p:cNvSpPr>
            <a:spLocks noGrp="1" noRot="1" noChangeAspect="1" noChangeArrowheads="1" noTextEdit="1"/>
          </p:cNvSpPr>
          <p:nvPr>
            <p:ph type="sldImg"/>
          </p:nvPr>
        </p:nvSpPr>
        <p:spPr>
          <a:ln/>
        </p:spPr>
      </p:sp>
      <p:sp>
        <p:nvSpPr>
          <p:cNvPr id="4249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6D1C5A9-327A-49B5-AB97-7704B88D2C67}" type="slidenum">
              <a:rPr lang="en-US" altLang="zh-CN" sz="1200" smtClean="0">
                <a:latin typeface="Arial" pitchFamily="34" charset="0"/>
                <a:ea typeface="宋体" pitchFamily="2" charset="-122"/>
              </a:rPr>
              <a:pPr eaLnBrk="1" hangingPunct="1"/>
              <a:t>169</a:t>
            </a:fld>
            <a:endParaRPr lang="en-US" altLang="zh-CN" sz="1200" smtClean="0">
              <a:latin typeface="Arial" pitchFamily="34" charset="0"/>
              <a:ea typeface="宋体" pitchFamily="2" charset="-122"/>
            </a:endParaRPr>
          </a:p>
        </p:txBody>
      </p:sp>
      <p:sp>
        <p:nvSpPr>
          <p:cNvPr id="425987" name="Rectangle 2"/>
          <p:cNvSpPr>
            <a:spLocks noGrp="1" noRot="1" noChangeAspect="1" noChangeArrowheads="1" noTextEdit="1"/>
          </p:cNvSpPr>
          <p:nvPr>
            <p:ph type="sldImg"/>
          </p:nvPr>
        </p:nvSpPr>
        <p:spPr>
          <a:ln/>
        </p:spPr>
      </p:sp>
      <p:sp>
        <p:nvSpPr>
          <p:cNvPr id="4259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B8B8171-BFB0-4C9E-A7E3-6788E6FB6C68}" type="slidenum">
              <a:rPr lang="en-US" altLang="zh-CN" sz="1200" smtClean="0">
                <a:latin typeface="Arial" pitchFamily="34" charset="0"/>
                <a:ea typeface="宋体" pitchFamily="2" charset="-122"/>
              </a:rPr>
              <a:pPr eaLnBrk="1" hangingPunct="1"/>
              <a:t>170</a:t>
            </a:fld>
            <a:endParaRPr lang="en-US" altLang="zh-CN" sz="1200" smtClean="0">
              <a:latin typeface="Arial" pitchFamily="34" charset="0"/>
              <a:ea typeface="宋体" pitchFamily="2" charset="-122"/>
            </a:endParaRPr>
          </a:p>
        </p:txBody>
      </p:sp>
      <p:sp>
        <p:nvSpPr>
          <p:cNvPr id="427011" name="Rectangle 2"/>
          <p:cNvSpPr>
            <a:spLocks noGrp="1" noRot="1" noChangeAspect="1" noChangeArrowheads="1" noTextEdit="1"/>
          </p:cNvSpPr>
          <p:nvPr>
            <p:ph type="sldImg"/>
          </p:nvPr>
        </p:nvSpPr>
        <p:spPr>
          <a:ln/>
        </p:spPr>
      </p:sp>
      <p:sp>
        <p:nvSpPr>
          <p:cNvPr id="4270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6DDC83A-6FA2-4775-A8DE-124CFAFDD6CA}" type="slidenum">
              <a:rPr lang="en-US" altLang="zh-CN" sz="1200" smtClean="0">
                <a:latin typeface="Arial" pitchFamily="34" charset="0"/>
                <a:ea typeface="宋体" pitchFamily="2" charset="-122"/>
              </a:rPr>
              <a:pPr eaLnBrk="1" hangingPunct="1"/>
              <a:t>171</a:t>
            </a:fld>
            <a:endParaRPr lang="en-US" altLang="zh-CN" sz="1200" smtClean="0">
              <a:latin typeface="Arial" pitchFamily="34" charset="0"/>
              <a:ea typeface="宋体" pitchFamily="2" charset="-122"/>
            </a:endParaRPr>
          </a:p>
        </p:txBody>
      </p:sp>
      <p:sp>
        <p:nvSpPr>
          <p:cNvPr id="428035" name="Rectangle 2"/>
          <p:cNvSpPr>
            <a:spLocks noGrp="1" noRot="1" noChangeAspect="1" noChangeArrowheads="1" noTextEdit="1"/>
          </p:cNvSpPr>
          <p:nvPr>
            <p:ph type="sldImg"/>
          </p:nvPr>
        </p:nvSpPr>
        <p:spPr>
          <a:ln/>
        </p:spPr>
      </p:sp>
      <p:sp>
        <p:nvSpPr>
          <p:cNvPr id="4280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1A45BE2-65E4-47A7-A5DE-C68BEB27C55C}" type="slidenum">
              <a:rPr lang="en-US" altLang="zh-CN" sz="1200" smtClean="0">
                <a:latin typeface="Arial" pitchFamily="34" charset="0"/>
                <a:ea typeface="宋体" pitchFamily="2" charset="-122"/>
              </a:rPr>
              <a:pPr eaLnBrk="1" hangingPunct="1"/>
              <a:t>172</a:t>
            </a:fld>
            <a:endParaRPr lang="en-US" altLang="zh-CN" sz="1200" smtClean="0">
              <a:latin typeface="Arial" pitchFamily="34" charset="0"/>
              <a:ea typeface="宋体" pitchFamily="2" charset="-122"/>
            </a:endParaRPr>
          </a:p>
        </p:txBody>
      </p:sp>
      <p:sp>
        <p:nvSpPr>
          <p:cNvPr id="429059" name="Rectangle 2"/>
          <p:cNvSpPr>
            <a:spLocks noGrp="1" noRot="1" noChangeAspect="1" noChangeArrowheads="1" noTextEdit="1"/>
          </p:cNvSpPr>
          <p:nvPr>
            <p:ph type="sldImg"/>
          </p:nvPr>
        </p:nvSpPr>
        <p:spPr>
          <a:ln/>
        </p:spPr>
      </p:sp>
      <p:sp>
        <p:nvSpPr>
          <p:cNvPr id="4290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CD5B416-13B2-49E2-A3E7-684CB19E7E8E}" type="slidenum">
              <a:rPr lang="en-US" altLang="zh-CN" sz="1200" smtClean="0">
                <a:latin typeface="Arial" pitchFamily="34" charset="0"/>
                <a:ea typeface="宋体" pitchFamily="2" charset="-122"/>
              </a:rPr>
              <a:pPr eaLnBrk="1" hangingPunct="1"/>
              <a:t>173</a:t>
            </a:fld>
            <a:endParaRPr lang="en-US" altLang="zh-CN" sz="1200" smtClean="0">
              <a:latin typeface="Arial" pitchFamily="34" charset="0"/>
              <a:ea typeface="宋体" pitchFamily="2" charset="-122"/>
            </a:endParaRPr>
          </a:p>
        </p:txBody>
      </p:sp>
      <p:sp>
        <p:nvSpPr>
          <p:cNvPr id="430083" name="Rectangle 2"/>
          <p:cNvSpPr>
            <a:spLocks noGrp="1" noRot="1" noChangeAspect="1" noChangeArrowheads="1" noTextEdit="1"/>
          </p:cNvSpPr>
          <p:nvPr>
            <p:ph type="sldImg"/>
          </p:nvPr>
        </p:nvSpPr>
        <p:spPr>
          <a:ln/>
        </p:spPr>
      </p:sp>
      <p:sp>
        <p:nvSpPr>
          <p:cNvPr id="4300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1DF4CDE-CD8D-4735-8F3D-470859F1D628}" type="slidenum">
              <a:rPr lang="en-US" altLang="zh-CN" sz="1200" smtClean="0">
                <a:latin typeface="Arial" pitchFamily="34" charset="0"/>
                <a:ea typeface="宋体" pitchFamily="2" charset="-122"/>
              </a:rPr>
              <a:pPr eaLnBrk="1" hangingPunct="1"/>
              <a:t>174</a:t>
            </a:fld>
            <a:endParaRPr lang="en-US" altLang="zh-CN" sz="1200" smtClean="0">
              <a:latin typeface="Arial" pitchFamily="34" charset="0"/>
              <a:ea typeface="宋体" pitchFamily="2" charset="-122"/>
            </a:endParaRPr>
          </a:p>
        </p:txBody>
      </p:sp>
      <p:sp>
        <p:nvSpPr>
          <p:cNvPr id="431107" name="Rectangle 2"/>
          <p:cNvSpPr>
            <a:spLocks noGrp="1" noRot="1" noChangeAspect="1" noChangeArrowheads="1" noTextEdit="1"/>
          </p:cNvSpPr>
          <p:nvPr>
            <p:ph type="sldImg"/>
          </p:nvPr>
        </p:nvSpPr>
        <p:spPr>
          <a:ln/>
        </p:spPr>
      </p:sp>
      <p:sp>
        <p:nvSpPr>
          <p:cNvPr id="4311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CD21792-1A46-49D2-8CCD-52DA29955B0B}" type="slidenum">
              <a:rPr lang="en-US" altLang="zh-CN" sz="1200" smtClean="0">
                <a:latin typeface="Arial" pitchFamily="34" charset="0"/>
                <a:ea typeface="宋体" pitchFamily="2" charset="-122"/>
              </a:rPr>
              <a:pPr eaLnBrk="1" hangingPunct="1"/>
              <a:t>175</a:t>
            </a:fld>
            <a:endParaRPr lang="en-US" altLang="zh-CN" sz="1200" smtClean="0">
              <a:latin typeface="Arial" pitchFamily="34" charset="0"/>
              <a:ea typeface="宋体" pitchFamily="2" charset="-122"/>
            </a:endParaRPr>
          </a:p>
        </p:txBody>
      </p:sp>
      <p:sp>
        <p:nvSpPr>
          <p:cNvPr id="432131" name="Rectangle 2"/>
          <p:cNvSpPr>
            <a:spLocks noGrp="1" noRot="1" noChangeAspect="1" noChangeArrowheads="1" noTextEdit="1"/>
          </p:cNvSpPr>
          <p:nvPr>
            <p:ph type="sldImg"/>
          </p:nvPr>
        </p:nvSpPr>
        <p:spPr>
          <a:ln/>
        </p:spPr>
      </p:sp>
      <p:sp>
        <p:nvSpPr>
          <p:cNvPr id="4321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CAF95BB-82B0-47D0-AE1D-114F204538BF}" type="slidenum">
              <a:rPr lang="en-US" altLang="zh-CN" sz="1200" smtClean="0">
                <a:latin typeface="Arial" pitchFamily="34" charset="0"/>
                <a:ea typeface="宋体" pitchFamily="2" charset="-122"/>
              </a:rPr>
              <a:pPr eaLnBrk="1" hangingPunct="1"/>
              <a:t>176</a:t>
            </a:fld>
            <a:endParaRPr lang="en-US" altLang="zh-CN" sz="1200" smtClean="0">
              <a:latin typeface="Arial" pitchFamily="34" charset="0"/>
              <a:ea typeface="宋体" pitchFamily="2" charset="-122"/>
            </a:endParaRPr>
          </a:p>
        </p:txBody>
      </p:sp>
      <p:sp>
        <p:nvSpPr>
          <p:cNvPr id="433155" name="Rectangle 2"/>
          <p:cNvSpPr>
            <a:spLocks noGrp="1" noRot="1" noChangeAspect="1" noChangeArrowheads="1" noTextEdit="1"/>
          </p:cNvSpPr>
          <p:nvPr>
            <p:ph type="sldImg"/>
          </p:nvPr>
        </p:nvSpPr>
        <p:spPr>
          <a:ln/>
        </p:spPr>
      </p:sp>
      <p:sp>
        <p:nvSpPr>
          <p:cNvPr id="4331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7B540AF-CBB4-4E17-9913-EE7848365718}" type="slidenum">
              <a:rPr lang="en-US" altLang="zh-CN" sz="1200" smtClean="0">
                <a:latin typeface="Arial" pitchFamily="34" charset="0"/>
                <a:ea typeface="宋体" pitchFamily="2" charset="-122"/>
              </a:rPr>
              <a:pPr eaLnBrk="1" hangingPunct="1"/>
              <a:t>177</a:t>
            </a:fld>
            <a:endParaRPr lang="en-US" altLang="zh-CN" sz="1200" smtClean="0">
              <a:latin typeface="Arial" pitchFamily="34" charset="0"/>
              <a:ea typeface="宋体" pitchFamily="2" charset="-122"/>
            </a:endParaRPr>
          </a:p>
        </p:txBody>
      </p:sp>
      <p:sp>
        <p:nvSpPr>
          <p:cNvPr id="434179" name="Rectangle 2"/>
          <p:cNvSpPr>
            <a:spLocks noGrp="1" noRot="1" noChangeAspect="1" noChangeArrowheads="1" noTextEdit="1"/>
          </p:cNvSpPr>
          <p:nvPr>
            <p:ph type="sldImg"/>
          </p:nvPr>
        </p:nvSpPr>
        <p:spPr>
          <a:ln/>
        </p:spPr>
      </p:sp>
      <p:sp>
        <p:nvSpPr>
          <p:cNvPr id="4341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C4A9C8A-4A13-4FFF-AF56-F17EC01F46AB}" type="slidenum">
              <a:rPr lang="en-US" altLang="zh-CN" sz="1200" smtClean="0">
                <a:latin typeface="Arial" pitchFamily="34" charset="0"/>
                <a:ea typeface="宋体" pitchFamily="2" charset="-122"/>
              </a:rPr>
              <a:pPr eaLnBrk="1" hangingPunct="1"/>
              <a:t>178</a:t>
            </a:fld>
            <a:endParaRPr lang="en-US" altLang="zh-CN" sz="1200" smtClean="0">
              <a:latin typeface="Arial" pitchFamily="34" charset="0"/>
              <a:ea typeface="宋体" pitchFamily="2" charset="-122"/>
            </a:endParaRPr>
          </a:p>
        </p:txBody>
      </p:sp>
      <p:sp>
        <p:nvSpPr>
          <p:cNvPr id="435203" name="Rectangle 2"/>
          <p:cNvSpPr>
            <a:spLocks noGrp="1" noRot="1" noChangeAspect="1" noChangeArrowheads="1" noTextEdit="1"/>
          </p:cNvSpPr>
          <p:nvPr>
            <p:ph type="sldImg"/>
          </p:nvPr>
        </p:nvSpPr>
        <p:spPr>
          <a:ln/>
        </p:spPr>
      </p:sp>
      <p:sp>
        <p:nvSpPr>
          <p:cNvPr id="4352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F535368-6C78-4FDA-B642-FC4D8C0B181E}" type="slidenum">
              <a:rPr lang="en-US" altLang="zh-CN" sz="1200" smtClean="0">
                <a:latin typeface="Arial" pitchFamily="34" charset="0"/>
                <a:ea typeface="宋体" pitchFamily="2" charset="-122"/>
              </a:rPr>
              <a:pPr eaLnBrk="1" hangingPunct="1"/>
              <a:t>179</a:t>
            </a:fld>
            <a:endParaRPr lang="en-US" altLang="zh-CN" sz="1200" smtClean="0">
              <a:latin typeface="Arial" pitchFamily="34" charset="0"/>
              <a:ea typeface="宋体" pitchFamily="2" charset="-122"/>
            </a:endParaRPr>
          </a:p>
        </p:txBody>
      </p:sp>
      <p:sp>
        <p:nvSpPr>
          <p:cNvPr id="436227" name="Rectangle 2"/>
          <p:cNvSpPr>
            <a:spLocks noGrp="1" noRot="1" noChangeAspect="1" noChangeArrowheads="1" noTextEdit="1"/>
          </p:cNvSpPr>
          <p:nvPr>
            <p:ph type="sldImg"/>
          </p:nvPr>
        </p:nvSpPr>
        <p:spPr>
          <a:ln/>
        </p:spPr>
      </p:sp>
      <p:sp>
        <p:nvSpPr>
          <p:cNvPr id="4362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6F50D4B6-7924-4B1A-8A48-BEEA2B71BAEB}" type="slidenum">
              <a:rPr lang="en-US" altLang="zh-CN" sz="1200" smtClean="0">
                <a:latin typeface="Arial" pitchFamily="34" charset="0"/>
                <a:ea typeface="宋体" pitchFamily="2" charset="-122"/>
              </a:rPr>
              <a:pPr eaLnBrk="1" hangingPunct="1"/>
              <a:t>180</a:t>
            </a:fld>
            <a:endParaRPr lang="en-US" altLang="zh-CN" sz="1200" smtClean="0">
              <a:latin typeface="Arial" pitchFamily="34" charset="0"/>
              <a:ea typeface="宋体" pitchFamily="2" charset="-122"/>
            </a:endParaRPr>
          </a:p>
        </p:txBody>
      </p:sp>
      <p:sp>
        <p:nvSpPr>
          <p:cNvPr id="437251" name="Rectangle 2"/>
          <p:cNvSpPr>
            <a:spLocks noGrp="1" noRot="1" noChangeAspect="1" noChangeArrowheads="1" noTextEdit="1"/>
          </p:cNvSpPr>
          <p:nvPr>
            <p:ph type="sldImg"/>
          </p:nvPr>
        </p:nvSpPr>
        <p:spPr>
          <a:ln/>
        </p:spPr>
      </p:sp>
      <p:sp>
        <p:nvSpPr>
          <p:cNvPr id="4372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10BD33CF-8247-4E90-B97F-F379DC8998B5}" type="slidenum">
              <a:rPr lang="en-US" altLang="zh-CN" sz="1200" smtClean="0">
                <a:latin typeface="Arial" pitchFamily="34" charset="0"/>
                <a:ea typeface="宋体" pitchFamily="2" charset="-122"/>
              </a:rPr>
              <a:pPr eaLnBrk="1" hangingPunct="1"/>
              <a:t>181</a:t>
            </a:fld>
            <a:endParaRPr lang="en-US" altLang="zh-CN" sz="1200" smtClean="0">
              <a:latin typeface="Arial" pitchFamily="34" charset="0"/>
              <a:ea typeface="宋体" pitchFamily="2" charset="-122"/>
            </a:endParaRPr>
          </a:p>
        </p:txBody>
      </p:sp>
      <p:sp>
        <p:nvSpPr>
          <p:cNvPr id="438275" name="Rectangle 2"/>
          <p:cNvSpPr>
            <a:spLocks noGrp="1" noRot="1" noChangeAspect="1" noChangeArrowheads="1" noTextEdit="1"/>
          </p:cNvSpPr>
          <p:nvPr>
            <p:ph type="sldImg"/>
          </p:nvPr>
        </p:nvSpPr>
        <p:spPr>
          <a:ln/>
        </p:spPr>
      </p:sp>
      <p:sp>
        <p:nvSpPr>
          <p:cNvPr id="4382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70DF5C93-E72F-41A5-9F8E-144429CAD106}" type="slidenum">
              <a:rPr lang="en-US" altLang="zh-CN" sz="1200" smtClean="0">
                <a:latin typeface="Arial" pitchFamily="34" charset="0"/>
                <a:ea typeface="宋体" pitchFamily="2" charset="-122"/>
              </a:rPr>
              <a:pPr eaLnBrk="1" hangingPunct="1"/>
              <a:t>182</a:t>
            </a:fld>
            <a:endParaRPr lang="en-US" altLang="zh-CN" sz="1200" smtClean="0">
              <a:latin typeface="Arial" pitchFamily="34" charset="0"/>
              <a:ea typeface="宋体" pitchFamily="2" charset="-122"/>
            </a:endParaRPr>
          </a:p>
        </p:txBody>
      </p:sp>
      <p:sp>
        <p:nvSpPr>
          <p:cNvPr id="439299" name="Rectangle 2"/>
          <p:cNvSpPr>
            <a:spLocks noGrp="1" noRot="1" noChangeAspect="1" noChangeArrowheads="1" noTextEdit="1"/>
          </p:cNvSpPr>
          <p:nvPr>
            <p:ph type="sldImg"/>
          </p:nvPr>
        </p:nvSpPr>
        <p:spPr>
          <a:ln/>
        </p:spPr>
      </p:sp>
      <p:sp>
        <p:nvSpPr>
          <p:cNvPr id="43930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46DA746-C5ED-43AE-812B-141C71BA7F99}" type="slidenum">
              <a:rPr lang="en-US" altLang="zh-CN" sz="1200" smtClean="0">
                <a:latin typeface="Arial" pitchFamily="34" charset="0"/>
                <a:ea typeface="宋体" pitchFamily="2" charset="-122"/>
              </a:rPr>
              <a:pPr eaLnBrk="1" hangingPunct="1"/>
              <a:t>183</a:t>
            </a:fld>
            <a:endParaRPr lang="en-US" altLang="zh-CN" sz="1200" smtClean="0">
              <a:latin typeface="Arial" pitchFamily="34" charset="0"/>
              <a:ea typeface="宋体" pitchFamily="2" charset="-122"/>
            </a:endParaRPr>
          </a:p>
        </p:txBody>
      </p:sp>
      <p:sp>
        <p:nvSpPr>
          <p:cNvPr id="440323" name="Rectangle 2"/>
          <p:cNvSpPr>
            <a:spLocks noGrp="1" noRot="1" noChangeAspect="1" noChangeArrowheads="1" noTextEdit="1"/>
          </p:cNvSpPr>
          <p:nvPr>
            <p:ph type="sldImg"/>
          </p:nvPr>
        </p:nvSpPr>
        <p:spPr>
          <a:ln/>
        </p:spPr>
      </p:sp>
      <p:sp>
        <p:nvSpPr>
          <p:cNvPr id="44032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E39102A-A576-4226-BF0B-294F1E2E569E}" type="slidenum">
              <a:rPr lang="en-US" altLang="zh-CN" sz="1200" smtClean="0">
                <a:latin typeface="Arial" pitchFamily="34" charset="0"/>
                <a:ea typeface="宋体" pitchFamily="2" charset="-122"/>
              </a:rPr>
              <a:pPr eaLnBrk="1" hangingPunct="1"/>
              <a:t>184</a:t>
            </a:fld>
            <a:endParaRPr lang="en-US" altLang="zh-CN" sz="1200" smtClean="0">
              <a:latin typeface="Arial" pitchFamily="34" charset="0"/>
              <a:ea typeface="宋体" pitchFamily="2" charset="-122"/>
            </a:endParaRPr>
          </a:p>
        </p:txBody>
      </p:sp>
      <p:sp>
        <p:nvSpPr>
          <p:cNvPr id="441347" name="Rectangle 2"/>
          <p:cNvSpPr>
            <a:spLocks noGrp="1" noRot="1" noChangeAspect="1" noChangeArrowheads="1" noTextEdit="1"/>
          </p:cNvSpPr>
          <p:nvPr>
            <p:ph type="sldImg"/>
          </p:nvPr>
        </p:nvSpPr>
        <p:spPr>
          <a:ln/>
        </p:spPr>
      </p:sp>
      <p:sp>
        <p:nvSpPr>
          <p:cNvPr id="44134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6A760E4-C4CC-49C6-A82E-EEAB8DD69CFF}" type="slidenum">
              <a:rPr lang="en-US" altLang="zh-CN" sz="1200" smtClean="0">
                <a:latin typeface="Arial" pitchFamily="34" charset="0"/>
                <a:ea typeface="宋体" pitchFamily="2" charset="-122"/>
              </a:rPr>
              <a:pPr eaLnBrk="1" hangingPunct="1"/>
              <a:t>185</a:t>
            </a:fld>
            <a:endParaRPr lang="en-US" altLang="zh-CN" sz="1200" smtClean="0">
              <a:latin typeface="Arial" pitchFamily="34" charset="0"/>
              <a:ea typeface="宋体" pitchFamily="2" charset="-122"/>
            </a:endParaRPr>
          </a:p>
        </p:txBody>
      </p:sp>
      <p:sp>
        <p:nvSpPr>
          <p:cNvPr id="442371" name="Rectangle 2"/>
          <p:cNvSpPr>
            <a:spLocks noGrp="1" noRot="1" noChangeAspect="1" noChangeArrowheads="1" noTextEdit="1"/>
          </p:cNvSpPr>
          <p:nvPr>
            <p:ph type="sldImg"/>
          </p:nvPr>
        </p:nvSpPr>
        <p:spPr>
          <a:ln/>
        </p:spPr>
      </p:sp>
      <p:sp>
        <p:nvSpPr>
          <p:cNvPr id="44237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1EFC685-96DD-4FA1-87D0-1FC84B57A652}" type="slidenum">
              <a:rPr lang="en-US" altLang="zh-CN" sz="1200" smtClean="0">
                <a:latin typeface="Arial" pitchFamily="34" charset="0"/>
                <a:ea typeface="宋体" pitchFamily="2" charset="-122"/>
              </a:rPr>
              <a:pPr eaLnBrk="1" hangingPunct="1"/>
              <a:t>186</a:t>
            </a:fld>
            <a:endParaRPr lang="en-US" altLang="zh-CN" sz="1200" smtClean="0">
              <a:latin typeface="Arial" pitchFamily="34" charset="0"/>
              <a:ea typeface="宋体" pitchFamily="2" charset="-122"/>
            </a:endParaRPr>
          </a:p>
        </p:txBody>
      </p:sp>
      <p:sp>
        <p:nvSpPr>
          <p:cNvPr id="443395" name="Rectangle 2"/>
          <p:cNvSpPr>
            <a:spLocks noGrp="1" noRot="1" noChangeAspect="1" noChangeArrowheads="1" noTextEdit="1"/>
          </p:cNvSpPr>
          <p:nvPr>
            <p:ph type="sldImg"/>
          </p:nvPr>
        </p:nvSpPr>
        <p:spPr>
          <a:ln/>
        </p:spPr>
      </p:sp>
      <p:sp>
        <p:nvSpPr>
          <p:cNvPr id="44339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5C5E799-077F-49A5-8509-D78C112235D3}" type="slidenum">
              <a:rPr lang="en-US" altLang="zh-CN" sz="1200" smtClean="0">
                <a:latin typeface="Arial" pitchFamily="34" charset="0"/>
                <a:ea typeface="宋体" pitchFamily="2" charset="-122"/>
              </a:rPr>
              <a:pPr eaLnBrk="1" hangingPunct="1"/>
              <a:t>187</a:t>
            </a:fld>
            <a:endParaRPr lang="en-US" altLang="zh-CN" sz="1200" smtClean="0">
              <a:latin typeface="Arial" pitchFamily="34" charset="0"/>
              <a:ea typeface="宋体" pitchFamily="2" charset="-122"/>
            </a:endParaRPr>
          </a:p>
        </p:txBody>
      </p:sp>
      <p:sp>
        <p:nvSpPr>
          <p:cNvPr id="444419" name="Rectangle 2"/>
          <p:cNvSpPr>
            <a:spLocks noGrp="1" noRot="1" noChangeAspect="1" noChangeArrowheads="1" noTextEdit="1"/>
          </p:cNvSpPr>
          <p:nvPr>
            <p:ph type="sldImg"/>
          </p:nvPr>
        </p:nvSpPr>
        <p:spPr>
          <a:ln/>
        </p:spPr>
      </p:sp>
      <p:sp>
        <p:nvSpPr>
          <p:cNvPr id="44442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8B16D35A-098A-411D-A751-EF186660BA45}" type="slidenum">
              <a:rPr lang="en-US" altLang="zh-CN" sz="1200" smtClean="0">
                <a:latin typeface="Arial" pitchFamily="34" charset="0"/>
                <a:ea typeface="宋体" pitchFamily="2" charset="-122"/>
              </a:rPr>
              <a:pPr eaLnBrk="1" hangingPunct="1"/>
              <a:t>188</a:t>
            </a:fld>
            <a:endParaRPr lang="en-US" altLang="zh-CN" sz="1200" smtClean="0">
              <a:latin typeface="Arial" pitchFamily="34" charset="0"/>
              <a:ea typeface="宋体" pitchFamily="2" charset="-122"/>
            </a:endParaRPr>
          </a:p>
        </p:txBody>
      </p:sp>
      <p:sp>
        <p:nvSpPr>
          <p:cNvPr id="445443" name="Rectangle 2"/>
          <p:cNvSpPr>
            <a:spLocks noGrp="1" noRot="1" noChangeAspect="1" noChangeArrowheads="1" noTextEdit="1"/>
          </p:cNvSpPr>
          <p:nvPr>
            <p:ph type="sldImg"/>
          </p:nvPr>
        </p:nvSpPr>
        <p:spPr>
          <a:ln/>
        </p:spPr>
      </p:sp>
      <p:sp>
        <p:nvSpPr>
          <p:cNvPr id="44544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46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203099F-A096-448B-8DA8-7EB16EFEC4FC}" type="slidenum">
              <a:rPr lang="en-US" altLang="zh-CN" sz="1200" smtClean="0">
                <a:latin typeface="Arial" pitchFamily="34" charset="0"/>
                <a:ea typeface="宋体" pitchFamily="2" charset="-122"/>
              </a:rPr>
              <a:pPr eaLnBrk="1" hangingPunct="1"/>
              <a:t>189</a:t>
            </a:fld>
            <a:endParaRPr lang="en-US" altLang="zh-CN" sz="1200" smtClean="0">
              <a:latin typeface="Arial" pitchFamily="34" charset="0"/>
              <a:ea typeface="宋体" pitchFamily="2" charset="-122"/>
            </a:endParaRPr>
          </a:p>
        </p:txBody>
      </p:sp>
      <p:sp>
        <p:nvSpPr>
          <p:cNvPr id="446467" name="Rectangle 2"/>
          <p:cNvSpPr>
            <a:spLocks noGrp="1" noRot="1" noChangeAspect="1" noChangeArrowheads="1" noTextEdit="1"/>
          </p:cNvSpPr>
          <p:nvPr>
            <p:ph type="sldImg"/>
          </p:nvPr>
        </p:nvSpPr>
        <p:spPr>
          <a:ln/>
        </p:spPr>
      </p:sp>
      <p:sp>
        <p:nvSpPr>
          <p:cNvPr id="44646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49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5A5955E-5E09-4963-B41B-0F8107680ECC}" type="slidenum">
              <a:rPr lang="en-US" altLang="zh-CN" sz="1200" smtClean="0">
                <a:latin typeface="Arial" pitchFamily="34" charset="0"/>
                <a:ea typeface="宋体" pitchFamily="2" charset="-122"/>
              </a:rPr>
              <a:pPr eaLnBrk="1" hangingPunct="1"/>
              <a:t>190</a:t>
            </a:fld>
            <a:endParaRPr lang="en-US" altLang="zh-CN" sz="1200" smtClean="0">
              <a:latin typeface="Arial" pitchFamily="34" charset="0"/>
              <a:ea typeface="宋体" pitchFamily="2" charset="-122"/>
            </a:endParaRPr>
          </a:p>
        </p:txBody>
      </p:sp>
      <p:sp>
        <p:nvSpPr>
          <p:cNvPr id="447491" name="Rectangle 2"/>
          <p:cNvSpPr>
            <a:spLocks noGrp="1" noRot="1" noChangeAspect="1" noChangeArrowheads="1" noTextEdit="1"/>
          </p:cNvSpPr>
          <p:nvPr>
            <p:ph type="sldImg"/>
          </p:nvPr>
        </p:nvSpPr>
        <p:spPr>
          <a:ln/>
        </p:spPr>
      </p:sp>
      <p:sp>
        <p:nvSpPr>
          <p:cNvPr id="44749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FE82B24-713D-4E54-8D6A-80FDCAAAE811}" type="slidenum">
              <a:rPr lang="en-US" altLang="zh-CN" sz="1200" smtClean="0">
                <a:latin typeface="Arial" pitchFamily="34" charset="0"/>
                <a:ea typeface="宋体" pitchFamily="2" charset="-122"/>
              </a:rPr>
              <a:pPr eaLnBrk="1" hangingPunct="1"/>
              <a:t>191</a:t>
            </a:fld>
            <a:endParaRPr lang="en-US" altLang="zh-CN" sz="1200" smtClean="0">
              <a:latin typeface="Arial" pitchFamily="34" charset="0"/>
              <a:ea typeface="宋体" pitchFamily="2" charset="-122"/>
            </a:endParaRPr>
          </a:p>
        </p:txBody>
      </p:sp>
      <p:sp>
        <p:nvSpPr>
          <p:cNvPr id="448515" name="Rectangle 2"/>
          <p:cNvSpPr>
            <a:spLocks noGrp="1" noRot="1" noChangeAspect="1" noChangeArrowheads="1" noTextEdit="1"/>
          </p:cNvSpPr>
          <p:nvPr>
            <p:ph type="sldImg"/>
          </p:nvPr>
        </p:nvSpPr>
        <p:spPr>
          <a:ln/>
        </p:spPr>
      </p:sp>
      <p:sp>
        <p:nvSpPr>
          <p:cNvPr id="44851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C4C77DDF-AD11-43A1-AC01-405A6B6F430F}" type="slidenum">
              <a:rPr lang="en-US" altLang="zh-CN" sz="1200" smtClean="0">
                <a:latin typeface="Arial" pitchFamily="34" charset="0"/>
                <a:ea typeface="宋体" pitchFamily="2" charset="-122"/>
              </a:rPr>
              <a:pPr eaLnBrk="1" hangingPunct="1"/>
              <a:t>192</a:t>
            </a:fld>
            <a:endParaRPr lang="en-US" altLang="zh-CN" sz="1200" smtClean="0">
              <a:latin typeface="Arial" pitchFamily="34" charset="0"/>
              <a:ea typeface="宋体" pitchFamily="2" charset="-122"/>
            </a:endParaRPr>
          </a:p>
        </p:txBody>
      </p:sp>
      <p:sp>
        <p:nvSpPr>
          <p:cNvPr id="449539" name="Rectangle 2"/>
          <p:cNvSpPr>
            <a:spLocks noGrp="1" noRot="1" noChangeAspect="1" noChangeArrowheads="1" noTextEdit="1"/>
          </p:cNvSpPr>
          <p:nvPr>
            <p:ph type="sldImg"/>
          </p:nvPr>
        </p:nvSpPr>
        <p:spPr>
          <a:ln/>
        </p:spPr>
      </p:sp>
      <p:sp>
        <p:nvSpPr>
          <p:cNvPr id="44954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61A4E2A-AED6-4329-9C45-C8F6CD20279D}" type="slidenum">
              <a:rPr lang="en-US" altLang="zh-CN" sz="1200" smtClean="0">
                <a:latin typeface="Arial" pitchFamily="34" charset="0"/>
                <a:ea typeface="宋体" pitchFamily="2" charset="-122"/>
              </a:rPr>
              <a:pPr eaLnBrk="1" hangingPunct="1"/>
              <a:t>193</a:t>
            </a:fld>
            <a:endParaRPr lang="en-US" altLang="zh-CN" sz="1200" smtClean="0">
              <a:latin typeface="Arial" pitchFamily="34" charset="0"/>
              <a:ea typeface="宋体" pitchFamily="2" charset="-122"/>
            </a:endParaRPr>
          </a:p>
        </p:txBody>
      </p:sp>
      <p:sp>
        <p:nvSpPr>
          <p:cNvPr id="450563" name="Rectangle 2"/>
          <p:cNvSpPr>
            <a:spLocks noGrp="1" noRot="1" noChangeAspect="1" noChangeArrowheads="1" noTextEdit="1"/>
          </p:cNvSpPr>
          <p:nvPr>
            <p:ph type="sldImg"/>
          </p:nvPr>
        </p:nvSpPr>
        <p:spPr>
          <a:ln/>
        </p:spPr>
      </p:sp>
      <p:sp>
        <p:nvSpPr>
          <p:cNvPr id="45056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F9476008-55CF-4CA8-8901-D2169E0BE978}" type="slidenum">
              <a:rPr lang="en-US" altLang="zh-CN" sz="1200" smtClean="0">
                <a:latin typeface="Arial" pitchFamily="34" charset="0"/>
                <a:ea typeface="宋体" pitchFamily="2" charset="-122"/>
              </a:rPr>
              <a:pPr eaLnBrk="1" hangingPunct="1"/>
              <a:t>194</a:t>
            </a:fld>
            <a:endParaRPr lang="en-US" altLang="zh-CN" sz="1200" smtClean="0">
              <a:latin typeface="Arial" pitchFamily="34" charset="0"/>
              <a:ea typeface="宋体" pitchFamily="2" charset="-122"/>
            </a:endParaRPr>
          </a:p>
        </p:txBody>
      </p:sp>
      <p:sp>
        <p:nvSpPr>
          <p:cNvPr id="451587" name="Rectangle 2"/>
          <p:cNvSpPr>
            <a:spLocks noGrp="1" noRot="1" noChangeAspect="1" noChangeArrowheads="1" noTextEdit="1"/>
          </p:cNvSpPr>
          <p:nvPr>
            <p:ph type="sldImg"/>
          </p:nvPr>
        </p:nvSpPr>
        <p:spPr>
          <a:ln/>
        </p:spPr>
      </p:sp>
      <p:sp>
        <p:nvSpPr>
          <p:cNvPr id="45158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E986CB0A-956B-4939-8B5E-9AF92579182F}" type="slidenum">
              <a:rPr lang="en-US" altLang="zh-CN" sz="1200" smtClean="0">
                <a:latin typeface="Arial" pitchFamily="34" charset="0"/>
                <a:ea typeface="宋体" pitchFamily="2" charset="-122"/>
              </a:rPr>
              <a:pPr eaLnBrk="1" hangingPunct="1"/>
              <a:t>195</a:t>
            </a:fld>
            <a:endParaRPr lang="en-US" altLang="zh-CN" sz="1200" smtClean="0">
              <a:latin typeface="Arial" pitchFamily="34" charset="0"/>
              <a:ea typeface="宋体" pitchFamily="2" charset="-122"/>
            </a:endParaRPr>
          </a:p>
        </p:txBody>
      </p:sp>
      <p:sp>
        <p:nvSpPr>
          <p:cNvPr id="452611" name="Rectangle 2"/>
          <p:cNvSpPr>
            <a:spLocks noGrp="1" noRot="1" noChangeAspect="1" noChangeArrowheads="1" noTextEdit="1"/>
          </p:cNvSpPr>
          <p:nvPr>
            <p:ph type="sldImg"/>
          </p:nvPr>
        </p:nvSpPr>
        <p:spPr>
          <a:ln/>
        </p:spPr>
      </p:sp>
      <p:sp>
        <p:nvSpPr>
          <p:cNvPr id="45261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A120863-8063-4C79-B2E2-BF45CAD92C46}" type="slidenum">
              <a:rPr lang="en-US" altLang="zh-CN" sz="1200" smtClean="0">
                <a:latin typeface="Arial" pitchFamily="34" charset="0"/>
                <a:ea typeface="宋体" pitchFamily="2" charset="-122"/>
              </a:rPr>
              <a:pPr eaLnBrk="1" hangingPunct="1"/>
              <a:t>196</a:t>
            </a:fld>
            <a:endParaRPr lang="en-US" altLang="zh-CN" sz="1200" smtClean="0">
              <a:latin typeface="Arial" pitchFamily="34" charset="0"/>
              <a:ea typeface="宋体" pitchFamily="2" charset="-122"/>
            </a:endParaRPr>
          </a:p>
        </p:txBody>
      </p:sp>
      <p:sp>
        <p:nvSpPr>
          <p:cNvPr id="453635" name="Rectangle 2"/>
          <p:cNvSpPr>
            <a:spLocks noGrp="1" noRot="1" noChangeAspect="1" noChangeArrowheads="1" noTextEdit="1"/>
          </p:cNvSpPr>
          <p:nvPr>
            <p:ph type="sldImg"/>
          </p:nvPr>
        </p:nvSpPr>
        <p:spPr>
          <a:ln/>
        </p:spPr>
      </p:sp>
      <p:sp>
        <p:nvSpPr>
          <p:cNvPr id="45363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A4519531-373B-4AFF-8813-DD5E4987B8BF}" type="slidenum">
              <a:rPr lang="en-US" altLang="zh-CN" sz="1200" smtClean="0">
                <a:latin typeface="Arial" pitchFamily="34" charset="0"/>
                <a:ea typeface="宋体" pitchFamily="2" charset="-122"/>
              </a:rPr>
              <a:pPr eaLnBrk="1" hangingPunct="1"/>
              <a:t>197</a:t>
            </a:fld>
            <a:endParaRPr lang="en-US" altLang="zh-CN" sz="1200" smtClean="0">
              <a:latin typeface="Arial" pitchFamily="34" charset="0"/>
              <a:ea typeface="宋体" pitchFamily="2" charset="-122"/>
            </a:endParaRPr>
          </a:p>
        </p:txBody>
      </p:sp>
      <p:sp>
        <p:nvSpPr>
          <p:cNvPr id="454659" name="Rectangle 2"/>
          <p:cNvSpPr>
            <a:spLocks noGrp="1" noRot="1" noChangeAspect="1" noChangeArrowheads="1" noTextEdit="1"/>
          </p:cNvSpPr>
          <p:nvPr>
            <p:ph type="sldImg"/>
          </p:nvPr>
        </p:nvSpPr>
        <p:spPr>
          <a:ln/>
        </p:spPr>
      </p:sp>
      <p:sp>
        <p:nvSpPr>
          <p:cNvPr id="45466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23CD22E-3EEB-474C-85E5-B87137CC691B}" type="slidenum">
              <a:rPr lang="en-US" altLang="zh-CN" sz="1200" smtClean="0">
                <a:latin typeface="Arial" pitchFamily="34" charset="0"/>
                <a:ea typeface="宋体" pitchFamily="2" charset="-122"/>
              </a:rPr>
              <a:pPr eaLnBrk="1" hangingPunct="1"/>
              <a:t>198</a:t>
            </a:fld>
            <a:endParaRPr lang="en-US" altLang="zh-CN" sz="1200" smtClean="0">
              <a:latin typeface="Arial" pitchFamily="34" charset="0"/>
              <a:ea typeface="宋体" pitchFamily="2" charset="-122"/>
            </a:endParaRPr>
          </a:p>
        </p:txBody>
      </p:sp>
      <p:sp>
        <p:nvSpPr>
          <p:cNvPr id="455683" name="Rectangle 2"/>
          <p:cNvSpPr>
            <a:spLocks noGrp="1" noRot="1" noChangeAspect="1" noChangeArrowheads="1" noTextEdit="1"/>
          </p:cNvSpPr>
          <p:nvPr>
            <p:ph type="sldImg"/>
          </p:nvPr>
        </p:nvSpPr>
        <p:spPr>
          <a:ln/>
        </p:spPr>
      </p:sp>
      <p:sp>
        <p:nvSpPr>
          <p:cNvPr id="45568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6F0A09F-1E80-48EE-9BD7-141006D861B7}" type="slidenum">
              <a:rPr lang="en-US" altLang="zh-CN" sz="1200" smtClean="0">
                <a:latin typeface="Arial" pitchFamily="34" charset="0"/>
                <a:ea typeface="宋体" pitchFamily="2" charset="-122"/>
              </a:rPr>
              <a:pPr eaLnBrk="1" hangingPunct="1"/>
              <a:t>199</a:t>
            </a:fld>
            <a:endParaRPr lang="en-US" altLang="zh-CN" sz="1200" smtClean="0">
              <a:latin typeface="Arial" pitchFamily="34" charset="0"/>
              <a:ea typeface="宋体" pitchFamily="2" charset="-122"/>
            </a:endParaRPr>
          </a:p>
        </p:txBody>
      </p:sp>
      <p:sp>
        <p:nvSpPr>
          <p:cNvPr id="456707" name="Rectangle 2"/>
          <p:cNvSpPr>
            <a:spLocks noGrp="1" noRot="1" noChangeAspect="1" noChangeArrowheads="1" noTextEdit="1"/>
          </p:cNvSpPr>
          <p:nvPr>
            <p:ph type="sldImg"/>
          </p:nvPr>
        </p:nvSpPr>
        <p:spPr>
          <a:ln/>
        </p:spPr>
      </p:sp>
      <p:sp>
        <p:nvSpPr>
          <p:cNvPr id="45670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519980FA-75D9-42E5-AC2A-6E3F23DDC352}" type="slidenum">
              <a:rPr lang="en-US" altLang="zh-CN" sz="1200" smtClean="0">
                <a:latin typeface="Arial" pitchFamily="34" charset="0"/>
                <a:ea typeface="宋体" pitchFamily="2" charset="-122"/>
              </a:rPr>
              <a:pPr eaLnBrk="1" hangingPunct="1"/>
              <a:t>200</a:t>
            </a:fld>
            <a:endParaRPr lang="en-US" altLang="zh-CN" sz="1200" smtClean="0">
              <a:latin typeface="Arial" pitchFamily="34" charset="0"/>
              <a:ea typeface="宋体" pitchFamily="2" charset="-122"/>
            </a:endParaRPr>
          </a:p>
        </p:txBody>
      </p:sp>
      <p:sp>
        <p:nvSpPr>
          <p:cNvPr id="457731" name="Rectangle 2"/>
          <p:cNvSpPr>
            <a:spLocks noGrp="1" noRot="1" noChangeAspect="1" noChangeArrowheads="1" noTextEdit="1"/>
          </p:cNvSpPr>
          <p:nvPr>
            <p:ph type="sldImg"/>
          </p:nvPr>
        </p:nvSpPr>
        <p:spPr>
          <a:ln/>
        </p:spPr>
      </p:sp>
      <p:sp>
        <p:nvSpPr>
          <p:cNvPr id="45773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5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BB0B2722-D90E-48C0-9997-879F810288B7}" type="slidenum">
              <a:rPr lang="en-US" altLang="zh-CN" sz="1200" smtClean="0">
                <a:latin typeface="Arial" pitchFamily="34" charset="0"/>
                <a:ea typeface="宋体" pitchFamily="2" charset="-122"/>
              </a:rPr>
              <a:pPr eaLnBrk="1" hangingPunct="1"/>
              <a:t>201</a:t>
            </a:fld>
            <a:endParaRPr lang="en-US" altLang="zh-CN" sz="1200" smtClean="0">
              <a:latin typeface="Arial" pitchFamily="34" charset="0"/>
              <a:ea typeface="宋体" pitchFamily="2" charset="-122"/>
            </a:endParaRPr>
          </a:p>
        </p:txBody>
      </p:sp>
      <p:sp>
        <p:nvSpPr>
          <p:cNvPr id="458755" name="Rectangle 2"/>
          <p:cNvSpPr>
            <a:spLocks noGrp="1" noRot="1" noChangeAspect="1" noChangeArrowheads="1" noTextEdit="1"/>
          </p:cNvSpPr>
          <p:nvPr>
            <p:ph type="sldImg"/>
          </p:nvPr>
        </p:nvSpPr>
        <p:spPr>
          <a:ln/>
        </p:spPr>
      </p:sp>
      <p:sp>
        <p:nvSpPr>
          <p:cNvPr id="45875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80F863B-4693-46A1-A91C-BACA7C2FBBB7}" type="slidenum">
              <a:rPr lang="en-US" altLang="zh-CN" sz="1200" smtClean="0">
                <a:latin typeface="Arial" pitchFamily="34" charset="0"/>
                <a:ea typeface="宋体" pitchFamily="2" charset="-122"/>
              </a:rPr>
              <a:pPr eaLnBrk="1" hangingPunct="1"/>
              <a:t>202</a:t>
            </a:fld>
            <a:endParaRPr lang="en-US" altLang="zh-CN" sz="1200" smtClean="0">
              <a:latin typeface="Arial" pitchFamily="34" charset="0"/>
              <a:ea typeface="宋体" pitchFamily="2" charset="-122"/>
            </a:endParaRPr>
          </a:p>
        </p:txBody>
      </p:sp>
      <p:sp>
        <p:nvSpPr>
          <p:cNvPr id="459779" name="Rectangle 2"/>
          <p:cNvSpPr>
            <a:spLocks noGrp="1" noRot="1" noChangeAspect="1" noChangeArrowheads="1" noTextEdit="1"/>
          </p:cNvSpPr>
          <p:nvPr>
            <p:ph type="sldImg"/>
          </p:nvPr>
        </p:nvSpPr>
        <p:spPr>
          <a:ln/>
        </p:spPr>
      </p:sp>
      <p:sp>
        <p:nvSpPr>
          <p:cNvPr id="459780"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2"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32927738-B9F0-426C-85E7-53A71547358C}" type="slidenum">
              <a:rPr lang="en-US" altLang="zh-CN" sz="1200" smtClean="0">
                <a:latin typeface="Arial" pitchFamily="34" charset="0"/>
                <a:ea typeface="宋体" pitchFamily="2" charset="-122"/>
              </a:rPr>
              <a:pPr eaLnBrk="1" hangingPunct="1"/>
              <a:t>203</a:t>
            </a:fld>
            <a:endParaRPr lang="en-US" altLang="zh-CN" sz="1200" smtClean="0">
              <a:latin typeface="Arial" pitchFamily="34" charset="0"/>
              <a:ea typeface="宋体" pitchFamily="2" charset="-122"/>
            </a:endParaRPr>
          </a:p>
        </p:txBody>
      </p:sp>
      <p:sp>
        <p:nvSpPr>
          <p:cNvPr id="460803" name="Rectangle 2"/>
          <p:cNvSpPr>
            <a:spLocks noGrp="1" noRot="1" noChangeAspect="1" noChangeArrowheads="1" noTextEdit="1"/>
          </p:cNvSpPr>
          <p:nvPr>
            <p:ph type="sldImg"/>
          </p:nvPr>
        </p:nvSpPr>
        <p:spPr>
          <a:ln/>
        </p:spPr>
      </p:sp>
      <p:sp>
        <p:nvSpPr>
          <p:cNvPr id="460804"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22CA27F5-034D-404D-82A3-978008E735CF}" type="slidenum">
              <a:rPr lang="en-US" altLang="zh-CN" sz="1200" smtClean="0">
                <a:latin typeface="Arial" pitchFamily="34" charset="0"/>
                <a:ea typeface="宋体" pitchFamily="2" charset="-122"/>
              </a:rPr>
              <a:pPr eaLnBrk="1" hangingPunct="1"/>
              <a:t>204</a:t>
            </a:fld>
            <a:endParaRPr lang="en-US" altLang="zh-CN" sz="1200" smtClean="0">
              <a:latin typeface="Arial" pitchFamily="34" charset="0"/>
              <a:ea typeface="宋体" pitchFamily="2" charset="-122"/>
            </a:endParaRPr>
          </a:p>
        </p:txBody>
      </p:sp>
      <p:sp>
        <p:nvSpPr>
          <p:cNvPr id="461827" name="Rectangle 2"/>
          <p:cNvSpPr>
            <a:spLocks noGrp="1" noRot="1" noChangeAspect="1" noChangeArrowheads="1" noTextEdit="1"/>
          </p:cNvSpPr>
          <p:nvPr>
            <p:ph type="sldImg"/>
          </p:nvPr>
        </p:nvSpPr>
        <p:spPr>
          <a:ln/>
        </p:spPr>
      </p:sp>
      <p:sp>
        <p:nvSpPr>
          <p:cNvPr id="461828"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4F564E8C-3C8F-405F-B323-EB1F4FEE904B}" type="slidenum">
              <a:rPr lang="en-US" altLang="zh-CN" sz="1200" smtClean="0">
                <a:latin typeface="Arial" pitchFamily="34" charset="0"/>
                <a:ea typeface="宋体" pitchFamily="2" charset="-122"/>
              </a:rPr>
              <a:pPr eaLnBrk="1" hangingPunct="1"/>
              <a:t>205</a:t>
            </a:fld>
            <a:endParaRPr lang="en-US" altLang="zh-CN" sz="1200" smtClean="0">
              <a:latin typeface="Arial" pitchFamily="34" charset="0"/>
              <a:ea typeface="宋体" pitchFamily="2" charset="-122"/>
            </a:endParaRPr>
          </a:p>
        </p:txBody>
      </p:sp>
      <p:sp>
        <p:nvSpPr>
          <p:cNvPr id="462851" name="Rectangle 2"/>
          <p:cNvSpPr>
            <a:spLocks noGrp="1" noRot="1" noChangeAspect="1" noChangeArrowheads="1" noTextEdit="1"/>
          </p:cNvSpPr>
          <p:nvPr>
            <p:ph type="sldImg"/>
          </p:nvPr>
        </p:nvSpPr>
        <p:spPr>
          <a:ln/>
        </p:spPr>
      </p:sp>
      <p:sp>
        <p:nvSpPr>
          <p:cNvPr id="462852"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Rectangle 7"/>
          <p:cNvSpPr>
            <a:spLocks noGrp="1" noChangeArrowheads="1"/>
          </p:cNvSpPr>
          <p:nvPr>
            <p:ph type="sldNum" sz="quarter" idx="5"/>
          </p:nvPr>
        </p:nvSpPr>
        <p:spPr>
          <a:noFill/>
        </p:spPr>
        <p:txBody>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fld id="{9006FAF9-87BD-4F1C-B1E5-5B6234D76843}" type="slidenum">
              <a:rPr lang="en-US" altLang="zh-CN" sz="1200" smtClean="0">
                <a:latin typeface="Arial" pitchFamily="34" charset="0"/>
                <a:ea typeface="宋体" pitchFamily="2" charset="-122"/>
              </a:rPr>
              <a:pPr eaLnBrk="1" hangingPunct="1"/>
              <a:t>207</a:t>
            </a:fld>
            <a:endParaRPr lang="en-US" altLang="zh-CN" sz="1200" smtClean="0">
              <a:latin typeface="Arial" pitchFamily="34" charset="0"/>
              <a:ea typeface="宋体" pitchFamily="2" charset="-122"/>
            </a:endParaRPr>
          </a:p>
        </p:txBody>
      </p:sp>
      <p:sp>
        <p:nvSpPr>
          <p:cNvPr id="463875" name="Rectangle 2"/>
          <p:cNvSpPr>
            <a:spLocks noGrp="1" noRot="1" noChangeAspect="1" noChangeArrowheads="1" noTextEdit="1"/>
          </p:cNvSpPr>
          <p:nvPr>
            <p:ph type="sldImg"/>
          </p:nvPr>
        </p:nvSpPr>
        <p:spPr>
          <a:ln/>
        </p:spPr>
      </p:sp>
      <p:sp>
        <p:nvSpPr>
          <p:cNvPr id="463876" name="Rectangle 3"/>
          <p:cNvSpPr>
            <a:spLocks noGrp="1" noChangeArrowheads="1"/>
          </p:cNvSpPr>
          <p:nvPr>
            <p:ph type="body" idx="1"/>
          </p:nvPr>
        </p:nvSpPr>
        <p:spPr>
          <a:noFill/>
        </p:spPr>
        <p:txBody>
          <a:bodyPr/>
          <a:lstStyle/>
          <a:p>
            <a:pPr eaLnBrk="1" hangingPunct="1"/>
            <a:endParaRPr lang="zh-CN" altLang="zh-CN" smtClean="0">
              <a:latin typeface="Arial"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grpSp>
        <p:nvGrpSpPr>
          <p:cNvPr id="4" name="Group 2"/>
          <p:cNvGrpSpPr>
            <a:grpSpLocks/>
          </p:cNvGrpSpPr>
          <p:nvPr/>
        </p:nvGrpSpPr>
        <p:grpSpPr bwMode="auto">
          <a:xfrm>
            <a:off x="0" y="2438400"/>
            <a:ext cx="9009063" cy="1052513"/>
            <a:chOff x="0" y="1536"/>
            <a:chExt cx="5675" cy="663"/>
          </a:xfrm>
        </p:grpSpPr>
        <p:grpSp>
          <p:nvGrpSpPr>
            <p:cNvPr id="5" name="Group 3"/>
            <p:cNvGrpSpPr>
              <a:grpSpLocks/>
            </p:cNvGrpSpPr>
            <p:nvPr/>
          </p:nvGrpSpPr>
          <p:grpSpPr bwMode="auto">
            <a:xfrm>
              <a:off x="183" y="1604"/>
              <a:ext cx="448" cy="299"/>
              <a:chOff x="720" y="336"/>
              <a:chExt cx="624" cy="432"/>
            </a:xfrm>
          </p:grpSpPr>
          <p:sp>
            <p:nvSpPr>
              <p:cNvPr id="12" name="Rectangle 4"/>
              <p:cNvSpPr>
                <a:spLocks noChangeArrowheads="1"/>
              </p:cNvSpPr>
              <p:nvPr/>
            </p:nvSpPr>
            <p:spPr bwMode="auto">
              <a:xfrm>
                <a:off x="720" y="336"/>
                <a:ext cx="384" cy="432"/>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Rectangle 5"/>
              <p:cNvSpPr>
                <a:spLocks noChangeArrowheads="1"/>
              </p:cNvSpPr>
              <p:nvPr/>
            </p:nvSpPr>
            <p:spPr bwMode="auto">
              <a:xfrm>
                <a:off x="1056" y="336"/>
                <a:ext cx="288" cy="432"/>
              </a:xfrm>
              <a:prstGeom prst="rect">
                <a:avLst/>
              </a:prstGeom>
              <a:gradFill rotWithShape="0">
                <a:gsLst>
                  <a:gs pos="0">
                    <a:schemeClr val="folHlink"/>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 name="Group 6"/>
            <p:cNvGrpSpPr>
              <a:grpSpLocks/>
            </p:cNvGrpSpPr>
            <p:nvPr/>
          </p:nvGrpSpPr>
          <p:grpSpPr bwMode="auto">
            <a:xfrm>
              <a:off x="261" y="1870"/>
              <a:ext cx="465" cy="299"/>
              <a:chOff x="912" y="2640"/>
              <a:chExt cx="672" cy="432"/>
            </a:xfrm>
          </p:grpSpPr>
          <p:sp>
            <p:nvSpPr>
              <p:cNvPr id="10" name="Rectangle 7"/>
              <p:cNvSpPr>
                <a:spLocks noChangeArrowheads="1"/>
              </p:cNvSpPr>
              <p:nvPr/>
            </p:nvSpPr>
            <p:spPr bwMode="auto">
              <a:xfrm>
                <a:off x="912" y="2640"/>
                <a:ext cx="384" cy="432"/>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 name="Rectangle 8"/>
              <p:cNvSpPr>
                <a:spLocks noChangeArrowheads="1"/>
              </p:cNvSpPr>
              <p:nvPr/>
            </p:nvSpPr>
            <p:spPr bwMode="auto">
              <a:xfrm>
                <a:off x="1248" y="2640"/>
                <a:ext cx="336" cy="432"/>
              </a:xfrm>
              <a:prstGeom prst="rect">
                <a:avLst/>
              </a:pr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 name="Rectangle 9"/>
            <p:cNvSpPr>
              <a:spLocks noChangeArrowheads="1"/>
            </p:cNvSpPr>
            <p:nvPr/>
          </p:nvSpPr>
          <p:spPr bwMode="auto">
            <a:xfrm>
              <a:off x="0" y="1824"/>
              <a:ext cx="353" cy="266"/>
            </a:xfrm>
            <a:prstGeom prst="rect">
              <a:avLst/>
            </a:prstGeom>
            <a:gradFill rotWithShape="0">
              <a:gsLst>
                <a:gs pos="0">
                  <a:schemeClr val="bg1"/>
                </a:gs>
                <a:gs pos="100000">
                  <a:schemeClr val="hlink"/>
                </a:gs>
              </a:gsLst>
              <a:lin ang="189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10"/>
            <p:cNvSpPr>
              <a:spLocks noChangeArrowheads="1"/>
            </p:cNvSpPr>
            <p:nvPr/>
          </p:nvSpPr>
          <p:spPr bwMode="auto">
            <a:xfrm>
              <a:off x="400" y="1536"/>
              <a:ext cx="20" cy="663"/>
            </a:xfrm>
            <a:prstGeom prst="rect">
              <a:avLst/>
            </a:prstGeom>
            <a:solidFill>
              <a:schemeClr val="bg2"/>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Rectangle 11"/>
            <p:cNvSpPr>
              <a:spLocks noChangeArrowheads="1"/>
            </p:cNvSpPr>
            <p:nvPr/>
          </p:nvSpPr>
          <p:spPr bwMode="auto">
            <a:xfrm flipV="1">
              <a:off x="199" y="2054"/>
              <a:ext cx="5476" cy="35"/>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5612" name="Rectangle 12"/>
          <p:cNvSpPr>
            <a:spLocks noGrp="1" noChangeArrowheads="1"/>
          </p:cNvSpPr>
          <p:nvPr>
            <p:ph type="ctrTitle"/>
          </p:nvPr>
        </p:nvSpPr>
        <p:spPr>
          <a:xfrm>
            <a:off x="990600" y="1676400"/>
            <a:ext cx="7772400" cy="1462088"/>
          </a:xfrm>
        </p:spPr>
        <p:txBody>
          <a:bodyPr/>
          <a:lstStyle>
            <a:lvl1pPr>
              <a:defRPr/>
            </a:lvl1pPr>
          </a:lstStyle>
          <a:p>
            <a:pPr lvl="0"/>
            <a:r>
              <a:rPr lang="zh-CN" altLang="en-US" noProof="0" smtClean="0"/>
              <a:t>单击此处编辑母版标题样式</a:t>
            </a:r>
          </a:p>
        </p:txBody>
      </p:sp>
      <p:sp>
        <p:nvSpPr>
          <p:cNvPr id="25613" name="Rectangle 13"/>
          <p:cNvSpPr>
            <a:spLocks noGrp="1" noChangeArrowheads="1"/>
          </p:cNvSpPr>
          <p:nvPr>
            <p:ph type="subTitle" idx="1"/>
          </p:nvPr>
        </p:nvSpPr>
        <p:spPr>
          <a:xfrm>
            <a:off x="1371600" y="3886200"/>
            <a:ext cx="6400800" cy="1752600"/>
          </a:xfrm>
        </p:spPr>
        <p:txBody>
          <a:bodyPr/>
          <a:lstStyle>
            <a:lvl1pPr marL="0" indent="0" algn="ctr">
              <a:buFont typeface="Wingdings" pitchFamily="2" charset="2"/>
              <a:buNone/>
              <a:defRPr/>
            </a:lvl1pPr>
          </a:lstStyle>
          <a:p>
            <a:pPr lvl="0"/>
            <a:r>
              <a:rPr lang="zh-CN" altLang="en-US" noProof="0" smtClean="0"/>
              <a:t>单击此处编辑母版副标题样式</a:t>
            </a:r>
          </a:p>
        </p:txBody>
      </p:sp>
      <p:sp>
        <p:nvSpPr>
          <p:cNvPr id="14" name="Rectangle 14"/>
          <p:cNvSpPr>
            <a:spLocks noGrp="1" noChangeArrowheads="1"/>
          </p:cNvSpPr>
          <p:nvPr>
            <p:ph type="dt" sz="half" idx="10"/>
          </p:nvPr>
        </p:nvSpPr>
        <p:spPr>
          <a:xfrm>
            <a:off x="990600" y="6248400"/>
            <a:ext cx="1905000" cy="457200"/>
          </a:xfrm>
        </p:spPr>
        <p:txBody>
          <a:bodyPr/>
          <a:lstStyle>
            <a:lvl1pPr>
              <a:defRPr>
                <a:solidFill>
                  <a:schemeClr val="bg2"/>
                </a:solidFill>
              </a:defRPr>
            </a:lvl1pPr>
          </a:lstStyle>
          <a:p>
            <a:pPr>
              <a:defRPr/>
            </a:pPr>
            <a:endParaRPr lang="en-US" altLang="zh-CN"/>
          </a:p>
        </p:txBody>
      </p:sp>
      <p:sp>
        <p:nvSpPr>
          <p:cNvPr id="15" name="Rectangle 16"/>
          <p:cNvSpPr>
            <a:spLocks noGrp="1" noChangeArrowheads="1"/>
          </p:cNvSpPr>
          <p:nvPr>
            <p:ph type="sldNum" sz="quarter" idx="11"/>
          </p:nvPr>
        </p:nvSpPr>
        <p:spPr bwMode="auto">
          <a:xfrm>
            <a:off x="6858000" y="6248400"/>
            <a:ext cx="1905000" cy="45720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400">
                <a:solidFill>
                  <a:schemeClr val="bg2"/>
                </a:solidFill>
                <a:ea typeface="宋体" pitchFamily="2" charset="-122"/>
              </a:defRPr>
            </a:lvl1pPr>
          </a:lstStyle>
          <a:p>
            <a:pPr>
              <a:defRPr/>
            </a:pPr>
            <a:fld id="{50D6F7AD-9F12-48F6-8349-9BC4E1B372A4}" type="slidenum">
              <a:rPr lang="en-US" altLang="zh-CN"/>
              <a:pPr>
                <a:defRPr/>
              </a:pPr>
              <a:t>‹#›</a:t>
            </a:fld>
            <a:endParaRPr lang="en-US" altLang="zh-CN"/>
          </a:p>
        </p:txBody>
      </p:sp>
    </p:spTree>
    <p:extLst>
      <p:ext uri="{BB962C8B-B14F-4D97-AF65-F5344CB8AC3E}">
        <p14:creationId xmlns:p14="http://schemas.microsoft.com/office/powerpoint/2010/main" val="427126575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23504053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345466381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1042988" y="1773238"/>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5005388" y="1773238"/>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280233948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75180433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476850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113585438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28737889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smtClean="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10899545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263757875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969125" y="214313"/>
            <a:ext cx="1974850" cy="5673725"/>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1042988" y="214313"/>
            <a:ext cx="5773737" cy="5673725"/>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353486806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TwoObj" preserve="1">
  <p:cSld name="标题，文本与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1150938" y="214313"/>
            <a:ext cx="7793037" cy="1462087"/>
          </a:xfrm>
        </p:spPr>
        <p:txBody>
          <a:bodyPr/>
          <a:lstStyle/>
          <a:p>
            <a:r>
              <a:rPr lang="zh-CN" altLang="en-US" smtClean="0"/>
              <a:t>单击此处编辑母版标题样式</a:t>
            </a:r>
            <a:endParaRPr lang="zh-CN" altLang="en-US"/>
          </a:p>
        </p:txBody>
      </p:sp>
      <p:sp>
        <p:nvSpPr>
          <p:cNvPr id="3" name="文本占位符 2"/>
          <p:cNvSpPr>
            <a:spLocks noGrp="1"/>
          </p:cNvSpPr>
          <p:nvPr>
            <p:ph type="body" sz="half" idx="1"/>
          </p:nvPr>
        </p:nvSpPr>
        <p:spPr>
          <a:xfrm>
            <a:off x="1042988" y="1773238"/>
            <a:ext cx="3810000" cy="41148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quarter" idx="2"/>
          </p:nvPr>
        </p:nvSpPr>
        <p:spPr>
          <a:xfrm>
            <a:off x="5005388" y="1773238"/>
            <a:ext cx="3810000" cy="19812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内容占位符 4"/>
          <p:cNvSpPr>
            <a:spLocks noGrp="1"/>
          </p:cNvSpPr>
          <p:nvPr>
            <p:ph sz="quarter" idx="3"/>
          </p:nvPr>
        </p:nvSpPr>
        <p:spPr>
          <a:xfrm>
            <a:off x="5005388" y="3906838"/>
            <a:ext cx="3810000" cy="19812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Rectangle 11"/>
          <p:cNvSpPr>
            <a:spLocks noGrp="1" noChangeArrowheads="1"/>
          </p:cNvSpPr>
          <p:nvPr>
            <p:ph type="dt" sz="half" idx="10"/>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13635936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417513" y="1098550"/>
            <a:ext cx="438150" cy="474663"/>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ea typeface="宋体" pitchFamily="2" charset="-122"/>
            </a:endParaRPr>
          </a:p>
        </p:txBody>
      </p:sp>
      <p:sp>
        <p:nvSpPr>
          <p:cNvPr id="1027" name="Rectangle 3"/>
          <p:cNvSpPr>
            <a:spLocks noChangeArrowheads="1"/>
          </p:cNvSpPr>
          <p:nvPr/>
        </p:nvSpPr>
        <p:spPr bwMode="ltGray">
          <a:xfrm>
            <a:off x="800100" y="1098550"/>
            <a:ext cx="328613" cy="474663"/>
          </a:xfrm>
          <a:prstGeom prst="rect">
            <a:avLst/>
          </a:pr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ea typeface="宋体" pitchFamily="2" charset="-122"/>
            </a:endParaRPr>
          </a:p>
        </p:txBody>
      </p:sp>
      <p:sp>
        <p:nvSpPr>
          <p:cNvPr id="1028" name="Rectangle 4"/>
          <p:cNvSpPr>
            <a:spLocks noChangeArrowheads="1"/>
          </p:cNvSpPr>
          <p:nvPr/>
        </p:nvSpPr>
        <p:spPr bwMode="ltGray">
          <a:xfrm>
            <a:off x="541338" y="1520825"/>
            <a:ext cx="422275" cy="474663"/>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ea typeface="宋体" pitchFamily="2" charset="-122"/>
            </a:endParaRPr>
          </a:p>
        </p:txBody>
      </p:sp>
      <p:sp>
        <p:nvSpPr>
          <p:cNvPr id="1029" name="Rectangle 5"/>
          <p:cNvSpPr>
            <a:spLocks noChangeArrowheads="1"/>
          </p:cNvSpPr>
          <p:nvPr/>
        </p:nvSpPr>
        <p:spPr bwMode="ltGray">
          <a:xfrm>
            <a:off x="911225" y="1520825"/>
            <a:ext cx="368300" cy="474663"/>
          </a:xfrm>
          <a:prstGeom prst="rect">
            <a:avLst/>
          </a:prstGeom>
          <a:gradFill rotWithShape="0">
            <a:gsLst>
              <a:gs pos="0">
                <a:schemeClr val="folHlink"/>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ea typeface="宋体" pitchFamily="2" charset="-122"/>
            </a:endParaRPr>
          </a:p>
        </p:txBody>
      </p:sp>
      <p:sp>
        <p:nvSpPr>
          <p:cNvPr id="1030" name="Rectangle 6"/>
          <p:cNvSpPr>
            <a:spLocks noChangeArrowheads="1"/>
          </p:cNvSpPr>
          <p:nvPr/>
        </p:nvSpPr>
        <p:spPr bwMode="ltGray">
          <a:xfrm>
            <a:off x="127000" y="1447800"/>
            <a:ext cx="560388" cy="422275"/>
          </a:xfrm>
          <a:prstGeom prst="rect">
            <a:avLst/>
          </a:prstGeom>
          <a:gradFill rotWithShape="0">
            <a:gsLst>
              <a:gs pos="0">
                <a:schemeClr val="bg1"/>
              </a:gs>
              <a:gs pos="100000">
                <a:schemeClr val="hlink"/>
              </a:gs>
            </a:gsLst>
            <a:lin ang="189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ea typeface="宋体" pitchFamily="2" charset="-122"/>
            </a:endParaRPr>
          </a:p>
        </p:txBody>
      </p:sp>
      <p:sp>
        <p:nvSpPr>
          <p:cNvPr id="1031" name="Rectangle 7"/>
          <p:cNvSpPr>
            <a:spLocks noChangeArrowheads="1"/>
          </p:cNvSpPr>
          <p:nvPr/>
        </p:nvSpPr>
        <p:spPr bwMode="gray">
          <a:xfrm>
            <a:off x="762000" y="990600"/>
            <a:ext cx="31750" cy="105251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ea typeface="宋体" pitchFamily="2" charset="-122"/>
            </a:endParaRPr>
          </a:p>
        </p:txBody>
      </p:sp>
      <p:sp>
        <p:nvSpPr>
          <p:cNvPr id="1032" name="Rectangle 8"/>
          <p:cNvSpPr>
            <a:spLocks noChangeArrowheads="1"/>
          </p:cNvSpPr>
          <p:nvPr/>
        </p:nvSpPr>
        <p:spPr bwMode="gray">
          <a:xfrm>
            <a:off x="442913" y="1781175"/>
            <a:ext cx="8226425" cy="3175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ea typeface="宋体" pitchFamily="2" charset="-122"/>
            </a:endParaRPr>
          </a:p>
        </p:txBody>
      </p:sp>
      <p:sp>
        <p:nvSpPr>
          <p:cNvPr id="1033" name="Rectangle 9"/>
          <p:cNvSpPr>
            <a:spLocks noGrp="1" noChangeArrowheads="1"/>
          </p:cNvSpPr>
          <p:nvPr>
            <p:ph type="title"/>
          </p:nvPr>
        </p:nvSpPr>
        <p:spPr bwMode="auto">
          <a:xfrm>
            <a:off x="1150938" y="214313"/>
            <a:ext cx="7793037" cy="1462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lvl="0"/>
            <a:r>
              <a:rPr lang="zh-CN" altLang="en-US" smtClean="0"/>
              <a:t>单击此处编辑母版标题样式</a:t>
            </a:r>
          </a:p>
        </p:txBody>
      </p:sp>
      <p:sp>
        <p:nvSpPr>
          <p:cNvPr id="1034" name="Rectangle 10"/>
          <p:cNvSpPr>
            <a:spLocks noGrp="1" noChangeArrowheads="1"/>
          </p:cNvSpPr>
          <p:nvPr>
            <p:ph type="body" idx="1"/>
          </p:nvPr>
        </p:nvSpPr>
        <p:spPr bwMode="auto">
          <a:xfrm>
            <a:off x="1042988" y="1773238"/>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24587" name="Rectangle 11"/>
          <p:cNvSpPr>
            <a:spLocks noGrp="1" noChangeArrowheads="1"/>
          </p:cNvSpPr>
          <p:nvPr>
            <p:ph type="dt" sz="half" idx="2"/>
          </p:nvPr>
        </p:nvSpPr>
        <p:spPr bwMode="auto">
          <a:xfrm>
            <a:off x="1162050" y="6243638"/>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defRPr sz="1400">
                <a:ea typeface="宋体" pitchFamily="2" charset="-122"/>
              </a:defRPr>
            </a:lvl1pPr>
          </a:lstStyle>
          <a:p>
            <a:pPr>
              <a:defRPr/>
            </a:pPr>
            <a:endParaRPr lang="en-US" altLang="zh-CN"/>
          </a:p>
        </p:txBody>
      </p:sp>
    </p:spTree>
  </p:cSld>
  <p:clrMap bg1="lt1" tx1="dk1" bg2="lt2" tx2="dk2" accent1="accent1" accent2="accent2" accent3="accent3" accent4="accent4" accent5="accent5" accent6="accent6" hlink="hlink" folHlink="folHlink"/>
  <p:sldLayoutIdLst>
    <p:sldLayoutId id="2147483749" r:id="rId1"/>
    <p:sldLayoutId id="2147483738" r:id="rId2"/>
    <p:sldLayoutId id="2147483739" r:id="rId3"/>
    <p:sldLayoutId id="2147483740" r:id="rId4"/>
    <p:sldLayoutId id="2147483741" r:id="rId5"/>
    <p:sldLayoutId id="2147483742" r:id="rId6"/>
    <p:sldLayoutId id="2147483743" r:id="rId7"/>
    <p:sldLayoutId id="2147483744" r:id="rId8"/>
    <p:sldLayoutId id="2147483745" r:id="rId9"/>
    <p:sldLayoutId id="2147483746" r:id="rId10"/>
    <p:sldLayoutId id="2147483747" r:id="rId11"/>
    <p:sldLayoutId id="2147483748" r:id="rId12"/>
  </p:sldLayoutIdLst>
  <p:txStyles>
    <p:titleStyle>
      <a:lvl1pPr algn="l" rtl="0" eaLnBrk="0" fontAlgn="base" hangingPunct="0">
        <a:spcBef>
          <a:spcPct val="0"/>
        </a:spcBef>
        <a:spcAft>
          <a:spcPct val="0"/>
        </a:spcAft>
        <a:defRPr sz="4400">
          <a:solidFill>
            <a:srgbClr val="333399"/>
          </a:solidFill>
          <a:latin typeface="+mj-lt"/>
          <a:ea typeface="+mj-ea"/>
          <a:cs typeface="+mj-cs"/>
        </a:defRPr>
      </a:lvl1pPr>
      <a:lvl2pPr algn="l" rtl="0" eaLnBrk="0" fontAlgn="base" hangingPunct="0">
        <a:spcBef>
          <a:spcPct val="0"/>
        </a:spcBef>
        <a:spcAft>
          <a:spcPct val="0"/>
        </a:spcAft>
        <a:defRPr sz="4400">
          <a:solidFill>
            <a:srgbClr val="333399"/>
          </a:solidFill>
          <a:latin typeface="Arial" charset="0"/>
          <a:ea typeface="黑体" pitchFamily="2" charset="-122"/>
        </a:defRPr>
      </a:lvl2pPr>
      <a:lvl3pPr algn="l" rtl="0" eaLnBrk="0" fontAlgn="base" hangingPunct="0">
        <a:spcBef>
          <a:spcPct val="0"/>
        </a:spcBef>
        <a:spcAft>
          <a:spcPct val="0"/>
        </a:spcAft>
        <a:defRPr sz="4400">
          <a:solidFill>
            <a:srgbClr val="333399"/>
          </a:solidFill>
          <a:latin typeface="Arial" charset="0"/>
          <a:ea typeface="黑体" pitchFamily="2" charset="-122"/>
        </a:defRPr>
      </a:lvl3pPr>
      <a:lvl4pPr algn="l" rtl="0" eaLnBrk="0" fontAlgn="base" hangingPunct="0">
        <a:spcBef>
          <a:spcPct val="0"/>
        </a:spcBef>
        <a:spcAft>
          <a:spcPct val="0"/>
        </a:spcAft>
        <a:defRPr sz="4400">
          <a:solidFill>
            <a:srgbClr val="333399"/>
          </a:solidFill>
          <a:latin typeface="Arial" charset="0"/>
          <a:ea typeface="黑体" pitchFamily="2" charset="-122"/>
        </a:defRPr>
      </a:lvl4pPr>
      <a:lvl5pPr algn="l" rtl="0" eaLnBrk="0" fontAlgn="base" hangingPunct="0">
        <a:spcBef>
          <a:spcPct val="0"/>
        </a:spcBef>
        <a:spcAft>
          <a:spcPct val="0"/>
        </a:spcAft>
        <a:defRPr sz="4400">
          <a:solidFill>
            <a:srgbClr val="333399"/>
          </a:solidFill>
          <a:latin typeface="Arial" charset="0"/>
          <a:ea typeface="黑体" pitchFamily="2" charset="-122"/>
        </a:defRPr>
      </a:lvl5pPr>
      <a:lvl6pPr marL="457200" algn="l" rtl="0" fontAlgn="base">
        <a:spcBef>
          <a:spcPct val="0"/>
        </a:spcBef>
        <a:spcAft>
          <a:spcPct val="0"/>
        </a:spcAft>
        <a:defRPr sz="4400">
          <a:solidFill>
            <a:srgbClr val="333399"/>
          </a:solidFill>
          <a:latin typeface="Arial" charset="0"/>
          <a:ea typeface="黑体" pitchFamily="2" charset="-122"/>
        </a:defRPr>
      </a:lvl6pPr>
      <a:lvl7pPr marL="914400" algn="l" rtl="0" fontAlgn="base">
        <a:spcBef>
          <a:spcPct val="0"/>
        </a:spcBef>
        <a:spcAft>
          <a:spcPct val="0"/>
        </a:spcAft>
        <a:defRPr sz="4400">
          <a:solidFill>
            <a:srgbClr val="333399"/>
          </a:solidFill>
          <a:latin typeface="Arial" charset="0"/>
          <a:ea typeface="黑体" pitchFamily="2" charset="-122"/>
        </a:defRPr>
      </a:lvl7pPr>
      <a:lvl8pPr marL="1371600" algn="l" rtl="0" fontAlgn="base">
        <a:spcBef>
          <a:spcPct val="0"/>
        </a:spcBef>
        <a:spcAft>
          <a:spcPct val="0"/>
        </a:spcAft>
        <a:defRPr sz="4400">
          <a:solidFill>
            <a:srgbClr val="333399"/>
          </a:solidFill>
          <a:latin typeface="Arial" charset="0"/>
          <a:ea typeface="黑体" pitchFamily="2" charset="-122"/>
        </a:defRPr>
      </a:lvl8pPr>
      <a:lvl9pPr marL="1828800" algn="l" rtl="0" fontAlgn="base">
        <a:spcBef>
          <a:spcPct val="0"/>
        </a:spcBef>
        <a:spcAft>
          <a:spcPct val="0"/>
        </a:spcAft>
        <a:defRPr sz="4400">
          <a:solidFill>
            <a:srgbClr val="333399"/>
          </a:solidFill>
          <a:latin typeface="Arial" charset="0"/>
          <a:ea typeface="黑体" pitchFamily="2" charset="-122"/>
        </a:defRPr>
      </a:lvl9pPr>
    </p:titleStyle>
    <p:bodyStyle>
      <a:lvl1pPr marL="342900" indent="-342900" algn="l" rtl="0" eaLnBrk="0" fontAlgn="base" hangingPunct="0">
        <a:spcBef>
          <a:spcPct val="20000"/>
        </a:spcBef>
        <a:spcAft>
          <a:spcPct val="0"/>
        </a:spcAft>
        <a:buClr>
          <a:schemeClr val="folHlink"/>
        </a:buClr>
        <a:buSzPct val="60000"/>
        <a:buFont typeface="Wingdings" pitchFamily="2" charset="2"/>
        <a:buChar char="n"/>
        <a:defRPr sz="3200">
          <a:solidFill>
            <a:srgbClr val="333399"/>
          </a:solidFill>
          <a:latin typeface="+mn-lt"/>
          <a:ea typeface="+mn-ea"/>
          <a:cs typeface="+mn-cs"/>
        </a:defRPr>
      </a:lvl1pPr>
      <a:lvl2pPr marL="742950" indent="-285750" algn="l" rtl="0" eaLnBrk="0" fontAlgn="base" hangingPunct="0">
        <a:spcBef>
          <a:spcPct val="20000"/>
        </a:spcBef>
        <a:spcAft>
          <a:spcPct val="0"/>
        </a:spcAft>
        <a:buClr>
          <a:schemeClr val="hlink"/>
        </a:buClr>
        <a:buSzPct val="55000"/>
        <a:buFont typeface="Wingdings" pitchFamily="2" charset="2"/>
        <a:buChar char="n"/>
        <a:defRPr sz="2800">
          <a:solidFill>
            <a:schemeClr val="tx1"/>
          </a:solidFill>
          <a:latin typeface="Tahoma" pitchFamily="34" charset="0"/>
          <a:ea typeface="宋体" pitchFamily="2" charset="-122"/>
        </a:defRPr>
      </a:lvl2pPr>
      <a:lvl3pPr marL="1143000" indent="-228600" algn="l" rtl="0" eaLnBrk="0" fontAlgn="base" hangingPunct="0">
        <a:spcBef>
          <a:spcPct val="20000"/>
        </a:spcBef>
        <a:spcAft>
          <a:spcPct val="0"/>
        </a:spcAft>
        <a:buClr>
          <a:schemeClr val="folHlink"/>
        </a:buClr>
        <a:buSzPct val="50000"/>
        <a:buFont typeface="Wingdings" pitchFamily="2" charset="2"/>
        <a:buChar char="n"/>
        <a:defRPr sz="2400">
          <a:solidFill>
            <a:schemeClr val="tx1"/>
          </a:solidFill>
          <a:latin typeface="Tahoma" pitchFamily="34" charset="0"/>
          <a:ea typeface="宋体" pitchFamily="2" charset="-122"/>
        </a:defRPr>
      </a:lvl3pPr>
      <a:lvl4pPr marL="1600200" indent="-228600" algn="l" rtl="0" eaLnBrk="0" fontAlgn="base" hangingPunct="0">
        <a:spcBef>
          <a:spcPct val="20000"/>
        </a:spcBef>
        <a:spcAft>
          <a:spcPct val="0"/>
        </a:spcAft>
        <a:buClr>
          <a:schemeClr val="accent2"/>
        </a:buClr>
        <a:buSzPct val="55000"/>
        <a:buFont typeface="Wingdings" pitchFamily="2" charset="2"/>
        <a:buChar char="n"/>
        <a:defRPr sz="2000">
          <a:solidFill>
            <a:schemeClr val="tx1"/>
          </a:solidFill>
          <a:latin typeface="Tahoma" pitchFamily="34" charset="0"/>
          <a:ea typeface="宋体" pitchFamily="2" charset="-122"/>
        </a:defRPr>
      </a:lvl4pPr>
      <a:lvl5pPr marL="2057400" indent="-228600" algn="l" rtl="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pitchFamily="2" charset="-122"/>
        </a:defRPr>
      </a:lvl5pPr>
      <a:lvl6pPr marL="2514600" indent="-228600" algn="l" rtl="0" fontAlgn="base">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pitchFamily="2" charset="-122"/>
        </a:defRPr>
      </a:lvl6pPr>
      <a:lvl7pPr marL="2971800" indent="-228600" algn="l" rtl="0" fontAlgn="base">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pitchFamily="2" charset="-122"/>
        </a:defRPr>
      </a:lvl7pPr>
      <a:lvl8pPr marL="3429000" indent="-228600" algn="l" rtl="0" fontAlgn="base">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pitchFamily="2" charset="-122"/>
        </a:defRPr>
      </a:lvl8pPr>
      <a:lvl9pPr marL="3886200" indent="-228600" algn="l" rtl="0" fontAlgn="base">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pitchFamily="2" charset="-122"/>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2.wmf"/><Relationship Id="rId7" Type="http://schemas.openxmlformats.org/officeDocument/2006/relationships/image" Target="../media/image1.wmf"/><Relationship Id="rId2" Type="http://schemas.openxmlformats.org/officeDocument/2006/relationships/notesSlide" Target="../notesSlides/notesSlide17.xml"/><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4.jpeg"/><Relationship Id="rId4" Type="http://schemas.openxmlformats.org/officeDocument/2006/relationships/image" Target="../media/image3.wmf"/></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45.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45.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46.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47.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85.xml"/><Relationship Id="rId7" Type="http://schemas.openxmlformats.org/officeDocument/2006/relationships/image" Target="../media/image1.w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image" Target="../media/image7.wmf"/><Relationship Id="rId5" Type="http://schemas.openxmlformats.org/officeDocument/2006/relationships/oleObject" Target="../embeddings/oleObject1.bin"/><Relationship Id="rId4" Type="http://schemas.openxmlformats.org/officeDocument/2006/relationships/image" Target="../media/image2.wmf"/></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92.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93.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93.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04.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106.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05.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107.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06.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108.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07.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109.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08.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110.xml.rels><?xml version="1.0" encoding="UTF-8" standalone="yes"?>
<Relationships xmlns="http://schemas.openxmlformats.org/package/2006/relationships"><Relationship Id="rId3" Type="http://schemas.openxmlformats.org/officeDocument/2006/relationships/image" Target="../media/image1.wmf"/><Relationship Id="rId2" Type="http://schemas.openxmlformats.org/officeDocument/2006/relationships/notesSlide" Target="../notesSlides/notesSlide109.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43.xml"/><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60.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65.xml"/><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67.xml"/><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68.xml"/><Relationship Id="rId1" Type="http://schemas.openxmlformats.org/officeDocument/2006/relationships/slideLayout" Target="../slideLayouts/slideLayout6.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74.xml"/><Relationship Id="rId1" Type="http://schemas.openxmlformats.org/officeDocument/2006/relationships/slideLayout" Target="../slideLayouts/slideLayout6.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79.xml"/><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3" Type="http://schemas.openxmlformats.org/officeDocument/2006/relationships/notesSlide" Target="../notesSlides/notesSlide192.xml"/><Relationship Id="rId7" Type="http://schemas.openxmlformats.org/officeDocument/2006/relationships/image" Target="../media/image10.wmf"/><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oleObject" Target="../embeddings/oleObject2.bin"/><Relationship Id="rId5" Type="http://schemas.openxmlformats.org/officeDocument/2006/relationships/image" Target="../media/image2.wmf"/><Relationship Id="rId4" Type="http://schemas.openxmlformats.org/officeDocument/2006/relationships/image" Target="../media/image1.wmf"/></Relationships>
</file>

<file path=ppt/slides/_rels/slide197.xml.rels><?xml version="1.0" encoding="UTF-8" standalone="yes"?>
<Relationships xmlns="http://schemas.openxmlformats.org/package/2006/relationships"><Relationship Id="rId3" Type="http://schemas.openxmlformats.org/officeDocument/2006/relationships/notesSlide" Target="../notesSlides/notesSlide193.xml"/><Relationship Id="rId7" Type="http://schemas.openxmlformats.org/officeDocument/2006/relationships/image" Target="../media/image1.wmf"/><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10.wmf"/><Relationship Id="rId5" Type="http://schemas.openxmlformats.org/officeDocument/2006/relationships/oleObject" Target="../embeddings/oleObject3.bin"/><Relationship Id="rId4" Type="http://schemas.openxmlformats.org/officeDocument/2006/relationships/image" Target="../media/image2.wmf"/></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95.xml"/><Relationship Id="rId1" Type="http://schemas.openxmlformats.org/officeDocument/2006/relationships/slideLayout" Target="../slideLayouts/slideLayout6.xml"/><Relationship Id="rId4" Type="http://schemas.openxmlformats.org/officeDocument/2006/relationships/image" Target="../media/image1.wmf"/></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3" Type="http://schemas.openxmlformats.org/officeDocument/2006/relationships/notesSlide" Target="../notesSlides/notesSlide200.xml"/><Relationship Id="rId7" Type="http://schemas.openxmlformats.org/officeDocument/2006/relationships/image" Target="../media/image2.wmf"/><Relationship Id="rId2" Type="http://schemas.openxmlformats.org/officeDocument/2006/relationships/slideLayout" Target="../slideLayouts/slideLayout6.xml"/><Relationship Id="rId1" Type="http://schemas.openxmlformats.org/officeDocument/2006/relationships/vmlDrawing" Target="../drawings/vmlDrawing4.vml"/><Relationship Id="rId6" Type="http://schemas.openxmlformats.org/officeDocument/2006/relationships/image" Target="../media/image7.wmf"/><Relationship Id="rId5" Type="http://schemas.openxmlformats.org/officeDocument/2006/relationships/oleObject" Target="../embeddings/oleObject4.bin"/><Relationship Id="rId4" Type="http://schemas.openxmlformats.org/officeDocument/2006/relationships/image" Target="../media/image1.wmf"/></Relationships>
</file>

<file path=ppt/slides/_rels/slide20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201.xml"/><Relationship Id="rId1" Type="http://schemas.openxmlformats.org/officeDocument/2006/relationships/slideLayout" Target="../slideLayouts/slideLayout2.xml"/><Relationship Id="rId4" Type="http://schemas.openxmlformats.org/officeDocument/2006/relationships/image" Target="../media/image1.wmf"/></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ctrTitle"/>
          </p:nvPr>
        </p:nvSpPr>
        <p:spPr>
          <a:xfrm>
            <a:off x="990600" y="1676400"/>
            <a:ext cx="7253288" cy="1462088"/>
          </a:xfrm>
        </p:spPr>
        <p:txBody>
          <a:bodyPr/>
          <a:lstStyle/>
          <a:p>
            <a:pPr algn="ctr" eaLnBrk="1" hangingPunct="1"/>
            <a:r>
              <a:rPr lang="zh-CN" altLang="en-US" smtClean="0"/>
              <a:t>计算机网络</a:t>
            </a:r>
            <a:endParaRPr lang="zh-CN" altLang="en-US" dirty="0" smtClean="0"/>
          </a:p>
        </p:txBody>
      </p:sp>
      <p:sp>
        <p:nvSpPr>
          <p:cNvPr id="15363" name="Rectangle 3"/>
          <p:cNvSpPr>
            <a:spLocks noGrp="1" noChangeArrowheads="1"/>
          </p:cNvSpPr>
          <p:nvPr>
            <p:ph type="subTitle" idx="1"/>
          </p:nvPr>
        </p:nvSpPr>
        <p:spPr/>
        <p:txBody>
          <a:bodyPr/>
          <a:lstStyle/>
          <a:p>
            <a:pPr eaLnBrk="1" hangingPunct="1"/>
            <a:r>
              <a:rPr lang="zh-CN" altLang="en-US" smtClean="0"/>
              <a:t>第 </a:t>
            </a:r>
            <a:r>
              <a:rPr lang="en-US" altLang="zh-CN" smtClean="0"/>
              <a:t>4 </a:t>
            </a:r>
            <a:r>
              <a:rPr lang="zh-CN" altLang="en-US" smtClean="0"/>
              <a:t>章  网络层</a:t>
            </a: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1150938" y="214313"/>
            <a:ext cx="7524750" cy="1462087"/>
          </a:xfrm>
        </p:spPr>
        <p:txBody>
          <a:bodyPr/>
          <a:lstStyle/>
          <a:p>
            <a:pPr algn="ctr" eaLnBrk="1" hangingPunct="1"/>
            <a:r>
              <a:rPr lang="zh-CN" altLang="en-US" smtClean="0"/>
              <a:t>本章最重要的内容</a:t>
            </a:r>
          </a:p>
        </p:txBody>
      </p:sp>
      <p:sp>
        <p:nvSpPr>
          <p:cNvPr id="16387" name="Rectangle 3"/>
          <p:cNvSpPr>
            <a:spLocks noGrp="1" noChangeArrowheads="1"/>
          </p:cNvSpPr>
          <p:nvPr>
            <p:ph type="body" idx="1"/>
          </p:nvPr>
        </p:nvSpPr>
        <p:spPr/>
        <p:txBody>
          <a:bodyPr/>
          <a:lstStyle/>
          <a:p>
            <a:pPr eaLnBrk="1" hangingPunct="1">
              <a:lnSpc>
                <a:spcPct val="120000"/>
              </a:lnSpc>
              <a:buFont typeface="Wingdings" pitchFamily="2" charset="2"/>
              <a:buNone/>
            </a:pPr>
            <a:r>
              <a:rPr lang="en-US" altLang="zh-CN" smtClean="0"/>
              <a:t>(1) </a:t>
            </a:r>
            <a:r>
              <a:rPr lang="zh-CN" altLang="en-US" smtClean="0"/>
              <a:t>虚拟互连网络的概念（存在异构性）</a:t>
            </a:r>
          </a:p>
          <a:p>
            <a:pPr eaLnBrk="1" hangingPunct="1">
              <a:lnSpc>
                <a:spcPct val="120000"/>
              </a:lnSpc>
              <a:buFont typeface="Wingdings" pitchFamily="2" charset="2"/>
              <a:buNone/>
            </a:pPr>
            <a:r>
              <a:rPr lang="en-US" altLang="zh-CN" smtClean="0"/>
              <a:t>(2) IP </a:t>
            </a:r>
            <a:r>
              <a:rPr lang="zh-CN" altLang="en-US" smtClean="0"/>
              <a:t>地址与物理地址的关系</a:t>
            </a:r>
          </a:p>
          <a:p>
            <a:pPr eaLnBrk="1" hangingPunct="1">
              <a:lnSpc>
                <a:spcPct val="120000"/>
              </a:lnSpc>
              <a:buFont typeface="Wingdings" pitchFamily="2" charset="2"/>
              <a:buNone/>
            </a:pPr>
            <a:r>
              <a:rPr lang="en-US" altLang="zh-CN" smtClean="0"/>
              <a:t>(3) </a:t>
            </a:r>
            <a:r>
              <a:rPr lang="zh-CN" altLang="en-US" smtClean="0"/>
              <a:t>传统的分类的 </a:t>
            </a:r>
            <a:r>
              <a:rPr lang="en-US" altLang="zh-CN" smtClean="0"/>
              <a:t>IP </a:t>
            </a:r>
            <a:r>
              <a:rPr lang="zh-CN" altLang="en-US" smtClean="0"/>
              <a:t>地址（包括子网掩码）和无分类域间路由选择 </a:t>
            </a:r>
            <a:r>
              <a:rPr lang="en-US" altLang="zh-CN" smtClean="0"/>
              <a:t>CIDR</a:t>
            </a:r>
          </a:p>
          <a:p>
            <a:pPr eaLnBrk="1" hangingPunct="1">
              <a:lnSpc>
                <a:spcPct val="120000"/>
              </a:lnSpc>
              <a:buFont typeface="Wingdings" pitchFamily="2" charset="2"/>
              <a:buNone/>
            </a:pPr>
            <a:r>
              <a:rPr lang="en-US" altLang="zh-CN" smtClean="0"/>
              <a:t>(4) </a:t>
            </a:r>
            <a:r>
              <a:rPr lang="zh-CN" altLang="en-US" smtClean="0"/>
              <a:t>路由选择协议的工作原理</a:t>
            </a: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a:xfrm>
            <a:off x="1150938" y="214313"/>
            <a:ext cx="7524750" cy="1462087"/>
          </a:xfrm>
        </p:spPr>
        <p:txBody>
          <a:bodyPr/>
          <a:lstStyle/>
          <a:p>
            <a:pPr algn="ctr" eaLnBrk="1" hangingPunct="1"/>
            <a:r>
              <a:rPr lang="en-US" altLang="zh-CN" smtClean="0"/>
              <a:t>4.1  </a:t>
            </a:r>
            <a:r>
              <a:rPr lang="zh-CN" altLang="en-US" smtClean="0"/>
              <a:t>网络层提供的两种服务 </a:t>
            </a:r>
          </a:p>
        </p:txBody>
      </p:sp>
      <p:sp>
        <p:nvSpPr>
          <p:cNvPr id="17411" name="Rectangle 3"/>
          <p:cNvSpPr>
            <a:spLocks noGrp="1" noChangeArrowheads="1"/>
          </p:cNvSpPr>
          <p:nvPr>
            <p:ph type="body" idx="1"/>
          </p:nvPr>
        </p:nvSpPr>
        <p:spPr>
          <a:xfrm>
            <a:off x="1042988" y="1773238"/>
            <a:ext cx="7772400" cy="4032250"/>
          </a:xfrm>
        </p:spPr>
        <p:txBody>
          <a:bodyPr/>
          <a:lstStyle/>
          <a:p>
            <a:pPr eaLnBrk="1" hangingPunct="1"/>
            <a:r>
              <a:rPr lang="zh-CN" altLang="en-US" smtClean="0"/>
              <a:t>在计算机网络领域，网络层应该向运输层提供怎样的服务（“面向连接”还是“无连接”）曾引起了长期的争论。</a:t>
            </a:r>
          </a:p>
          <a:p>
            <a:pPr eaLnBrk="1" hangingPunct="1"/>
            <a:r>
              <a:rPr lang="zh-CN" altLang="en-US" smtClean="0"/>
              <a:t>争论焦点的实质就是：在计算机通信中，</a:t>
            </a:r>
            <a:r>
              <a:rPr lang="zh-CN" altLang="en-US" smtClean="0">
                <a:solidFill>
                  <a:schemeClr val="hlink"/>
                </a:solidFill>
              </a:rPr>
              <a:t>可靠交付应当由谁来负责？</a:t>
            </a:r>
            <a:r>
              <a:rPr lang="zh-CN" altLang="en-US" smtClean="0"/>
              <a:t>是</a:t>
            </a:r>
            <a:r>
              <a:rPr lang="zh-CN" altLang="en-US" smtClean="0">
                <a:solidFill>
                  <a:schemeClr val="hlink"/>
                </a:solidFill>
              </a:rPr>
              <a:t>网络</a:t>
            </a:r>
            <a:r>
              <a:rPr lang="zh-CN" altLang="en-US" smtClean="0"/>
              <a:t>还是</a:t>
            </a:r>
            <a:r>
              <a:rPr lang="zh-CN" altLang="en-US" smtClean="0">
                <a:solidFill>
                  <a:schemeClr val="hlink"/>
                </a:solidFill>
              </a:rPr>
              <a:t>端系统</a:t>
            </a:r>
            <a:r>
              <a:rPr lang="zh-CN" altLang="en-US" smtClean="0"/>
              <a:t>？ </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1150938" y="214313"/>
            <a:ext cx="7165975" cy="1462087"/>
          </a:xfrm>
        </p:spPr>
        <p:txBody>
          <a:bodyPr/>
          <a:lstStyle/>
          <a:p>
            <a:pPr algn="ctr" eaLnBrk="1" hangingPunct="1"/>
            <a:r>
              <a:rPr lang="zh-CN" altLang="en-US" smtClean="0"/>
              <a:t>电信网的成功经验</a:t>
            </a:r>
            <a:br>
              <a:rPr lang="zh-CN" altLang="en-US" smtClean="0"/>
            </a:br>
            <a:r>
              <a:rPr lang="zh-CN" altLang="en-US" smtClean="0"/>
              <a:t>让网络负责可靠交付 </a:t>
            </a:r>
          </a:p>
        </p:txBody>
      </p:sp>
      <p:sp>
        <p:nvSpPr>
          <p:cNvPr id="18435" name="Rectangle 3"/>
          <p:cNvSpPr>
            <a:spLocks noGrp="1" noChangeArrowheads="1"/>
          </p:cNvSpPr>
          <p:nvPr>
            <p:ph type="body" idx="1"/>
          </p:nvPr>
        </p:nvSpPr>
        <p:spPr/>
        <p:txBody>
          <a:bodyPr/>
          <a:lstStyle/>
          <a:p>
            <a:pPr eaLnBrk="1" hangingPunct="1"/>
            <a:r>
              <a:rPr lang="zh-CN" altLang="en-US" smtClean="0">
                <a:solidFill>
                  <a:schemeClr val="hlink"/>
                </a:solidFill>
              </a:rPr>
              <a:t>面向连接</a:t>
            </a:r>
            <a:r>
              <a:rPr lang="zh-CN" altLang="en-US" smtClean="0"/>
              <a:t>的通信方式 </a:t>
            </a:r>
          </a:p>
          <a:p>
            <a:pPr eaLnBrk="1" hangingPunct="1"/>
            <a:r>
              <a:rPr lang="zh-CN" altLang="en-US" smtClean="0"/>
              <a:t>建立</a:t>
            </a:r>
            <a:r>
              <a:rPr lang="zh-CN" altLang="en-US" smtClean="0">
                <a:solidFill>
                  <a:schemeClr val="hlink"/>
                </a:solidFill>
              </a:rPr>
              <a:t>虚电路</a:t>
            </a:r>
            <a:r>
              <a:rPr lang="en-US" altLang="zh-CN" smtClean="0"/>
              <a:t>(Virtual Circuit)</a:t>
            </a:r>
            <a:r>
              <a:rPr lang="zh-CN" altLang="en-US" smtClean="0"/>
              <a:t>，以保证双方通信所需的一切网络资源。 </a:t>
            </a:r>
          </a:p>
          <a:p>
            <a:pPr eaLnBrk="1" hangingPunct="1"/>
            <a:r>
              <a:rPr lang="zh-CN" altLang="en-US" smtClean="0"/>
              <a:t>如果再使用可靠传输的网络协议，就可使所发送的分组无差错按序到达终点。 </a:t>
            </a: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15"/>
          <p:cNvSpPr>
            <a:spLocks noChangeArrowheads="1"/>
          </p:cNvSpPr>
          <p:nvPr/>
        </p:nvSpPr>
        <p:spPr bwMode="auto">
          <a:xfrm>
            <a:off x="7416800" y="3405188"/>
            <a:ext cx="1319213" cy="309562"/>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459" name="Text Box 16"/>
          <p:cNvSpPr txBox="1">
            <a:spLocks noChangeArrowheads="1"/>
          </p:cNvSpPr>
          <p:nvPr/>
        </p:nvSpPr>
        <p:spPr bwMode="auto">
          <a:xfrm>
            <a:off x="7364413" y="2701925"/>
            <a:ext cx="1454150" cy="161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2000">
                <a:solidFill>
                  <a:schemeClr val="folHlink"/>
                </a:solidFill>
                <a:latin typeface="Arial" pitchFamily="34" charset="0"/>
              </a:rPr>
              <a:t>应用层</a:t>
            </a:r>
          </a:p>
          <a:p>
            <a:pPr algn="ctr" eaLnBrk="1" hangingPunct="1"/>
            <a:r>
              <a:rPr lang="zh-CN" altLang="en-US" sz="2000">
                <a:solidFill>
                  <a:schemeClr val="folHlink"/>
                </a:solidFill>
                <a:latin typeface="Arial" pitchFamily="34" charset="0"/>
              </a:rPr>
              <a:t>运输层</a:t>
            </a:r>
          </a:p>
          <a:p>
            <a:pPr algn="ctr" eaLnBrk="1" hangingPunct="1"/>
            <a:r>
              <a:rPr lang="zh-CN" altLang="en-US" sz="2000">
                <a:solidFill>
                  <a:schemeClr val="folHlink"/>
                </a:solidFill>
                <a:latin typeface="Arial" pitchFamily="34" charset="0"/>
              </a:rPr>
              <a:t>网络层</a:t>
            </a:r>
          </a:p>
          <a:p>
            <a:pPr algn="ctr" eaLnBrk="1" hangingPunct="1"/>
            <a:r>
              <a:rPr lang="zh-CN" altLang="en-US" sz="2000">
                <a:solidFill>
                  <a:schemeClr val="folHlink"/>
                </a:solidFill>
                <a:latin typeface="Arial" pitchFamily="34" charset="0"/>
              </a:rPr>
              <a:t>数据链路层</a:t>
            </a:r>
          </a:p>
          <a:p>
            <a:pPr algn="ctr" eaLnBrk="1" hangingPunct="1"/>
            <a:r>
              <a:rPr lang="zh-CN" altLang="en-US" sz="2000">
                <a:solidFill>
                  <a:schemeClr val="folHlink"/>
                </a:solidFill>
                <a:latin typeface="Arial" pitchFamily="34" charset="0"/>
              </a:rPr>
              <a:t>物理层</a:t>
            </a:r>
          </a:p>
        </p:txBody>
      </p:sp>
      <p:sp>
        <p:nvSpPr>
          <p:cNvPr id="19460" name="Rectangle 7"/>
          <p:cNvSpPr>
            <a:spLocks noChangeArrowheads="1"/>
          </p:cNvSpPr>
          <p:nvPr/>
        </p:nvSpPr>
        <p:spPr bwMode="auto">
          <a:xfrm>
            <a:off x="280988" y="3319463"/>
            <a:ext cx="1319212" cy="309562"/>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461" name="Text Box 8"/>
          <p:cNvSpPr txBox="1">
            <a:spLocks noChangeArrowheads="1"/>
          </p:cNvSpPr>
          <p:nvPr/>
        </p:nvSpPr>
        <p:spPr bwMode="auto">
          <a:xfrm>
            <a:off x="228600" y="2616200"/>
            <a:ext cx="1454150" cy="161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2000">
                <a:solidFill>
                  <a:schemeClr val="folHlink"/>
                </a:solidFill>
                <a:latin typeface="Arial" pitchFamily="34" charset="0"/>
              </a:rPr>
              <a:t>应用层</a:t>
            </a:r>
          </a:p>
          <a:p>
            <a:pPr algn="ctr" eaLnBrk="1" hangingPunct="1"/>
            <a:r>
              <a:rPr lang="zh-CN" altLang="en-US" sz="2000">
                <a:solidFill>
                  <a:schemeClr val="folHlink"/>
                </a:solidFill>
                <a:latin typeface="Arial" pitchFamily="34" charset="0"/>
              </a:rPr>
              <a:t>运输层</a:t>
            </a:r>
          </a:p>
          <a:p>
            <a:pPr algn="ctr" eaLnBrk="1" hangingPunct="1"/>
            <a:r>
              <a:rPr lang="zh-CN" altLang="en-US" sz="2000">
                <a:solidFill>
                  <a:schemeClr val="folHlink"/>
                </a:solidFill>
                <a:latin typeface="Arial" pitchFamily="34" charset="0"/>
              </a:rPr>
              <a:t>网络层</a:t>
            </a:r>
          </a:p>
          <a:p>
            <a:pPr algn="ctr" eaLnBrk="1" hangingPunct="1"/>
            <a:r>
              <a:rPr lang="zh-CN" altLang="en-US" sz="2000">
                <a:solidFill>
                  <a:schemeClr val="folHlink"/>
                </a:solidFill>
                <a:latin typeface="Arial" pitchFamily="34" charset="0"/>
              </a:rPr>
              <a:t>数据链路层</a:t>
            </a:r>
          </a:p>
          <a:p>
            <a:pPr algn="ctr" eaLnBrk="1" hangingPunct="1"/>
            <a:r>
              <a:rPr lang="zh-CN" altLang="en-US" sz="2000">
                <a:solidFill>
                  <a:schemeClr val="folHlink"/>
                </a:solidFill>
                <a:latin typeface="Arial" pitchFamily="34" charset="0"/>
              </a:rPr>
              <a:t>物理层</a:t>
            </a:r>
          </a:p>
        </p:txBody>
      </p:sp>
      <p:sp>
        <p:nvSpPr>
          <p:cNvPr id="19462" name="Rectangle 2"/>
          <p:cNvSpPr>
            <a:spLocks noGrp="1" noChangeArrowheads="1"/>
          </p:cNvSpPr>
          <p:nvPr>
            <p:ph type="title"/>
          </p:nvPr>
        </p:nvSpPr>
        <p:spPr>
          <a:xfrm>
            <a:off x="1150938" y="214313"/>
            <a:ext cx="7165975" cy="1462087"/>
          </a:xfrm>
        </p:spPr>
        <p:txBody>
          <a:bodyPr/>
          <a:lstStyle/>
          <a:p>
            <a:pPr algn="ctr" eaLnBrk="1" hangingPunct="1"/>
            <a:r>
              <a:rPr lang="zh-CN" altLang="en-US" smtClean="0">
                <a:solidFill>
                  <a:schemeClr val="folHlink"/>
                </a:solidFill>
              </a:rPr>
              <a:t>虚电路服务</a:t>
            </a:r>
          </a:p>
        </p:txBody>
      </p:sp>
      <p:sp>
        <p:nvSpPr>
          <p:cNvPr id="19463" name="Line 4"/>
          <p:cNvSpPr>
            <a:spLocks noChangeShapeType="1"/>
          </p:cNvSpPr>
          <p:nvPr/>
        </p:nvSpPr>
        <p:spPr bwMode="auto">
          <a:xfrm>
            <a:off x="4537075" y="2946400"/>
            <a:ext cx="58738" cy="561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64" name="Line 5"/>
          <p:cNvSpPr>
            <a:spLocks noChangeShapeType="1"/>
          </p:cNvSpPr>
          <p:nvPr/>
        </p:nvSpPr>
        <p:spPr bwMode="auto">
          <a:xfrm>
            <a:off x="1944688" y="3813175"/>
            <a:ext cx="508000" cy="2587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65" name="Rectangle 9"/>
          <p:cNvSpPr>
            <a:spLocks noChangeArrowheads="1"/>
          </p:cNvSpPr>
          <p:nvPr/>
        </p:nvSpPr>
        <p:spPr bwMode="auto">
          <a:xfrm>
            <a:off x="260350" y="2697163"/>
            <a:ext cx="1354138" cy="1493837"/>
          </a:xfrm>
          <a:prstGeom prst="rect">
            <a:avLst/>
          </a:prstGeom>
          <a:noFill/>
          <a:ln w="28575">
            <a:solidFill>
              <a:schemeClr val="folHlink"/>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466" name="Line 10"/>
          <p:cNvSpPr>
            <a:spLocks noChangeShapeType="1"/>
          </p:cNvSpPr>
          <p:nvPr/>
        </p:nvSpPr>
        <p:spPr bwMode="auto">
          <a:xfrm>
            <a:off x="260350" y="3040063"/>
            <a:ext cx="1354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67" name="Line 11"/>
          <p:cNvSpPr>
            <a:spLocks noChangeShapeType="1"/>
          </p:cNvSpPr>
          <p:nvPr/>
        </p:nvSpPr>
        <p:spPr bwMode="auto">
          <a:xfrm>
            <a:off x="260350" y="3328988"/>
            <a:ext cx="1354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68" name="Line 12"/>
          <p:cNvSpPr>
            <a:spLocks noChangeShapeType="1"/>
          </p:cNvSpPr>
          <p:nvPr/>
        </p:nvSpPr>
        <p:spPr bwMode="auto">
          <a:xfrm>
            <a:off x="260350" y="3617913"/>
            <a:ext cx="1354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69" name="Line 13"/>
          <p:cNvSpPr>
            <a:spLocks noChangeShapeType="1"/>
          </p:cNvSpPr>
          <p:nvPr/>
        </p:nvSpPr>
        <p:spPr bwMode="auto">
          <a:xfrm>
            <a:off x="260350" y="3906838"/>
            <a:ext cx="1354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70" name="Rectangle 17"/>
          <p:cNvSpPr>
            <a:spLocks noChangeArrowheads="1"/>
          </p:cNvSpPr>
          <p:nvPr/>
        </p:nvSpPr>
        <p:spPr bwMode="auto">
          <a:xfrm>
            <a:off x="7396163" y="2767013"/>
            <a:ext cx="1354137" cy="1509712"/>
          </a:xfrm>
          <a:prstGeom prst="rect">
            <a:avLst/>
          </a:prstGeom>
          <a:noFill/>
          <a:ln w="28575">
            <a:solidFill>
              <a:schemeClr val="folHlink"/>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471" name="Line 18"/>
          <p:cNvSpPr>
            <a:spLocks noChangeShapeType="1"/>
          </p:cNvSpPr>
          <p:nvPr/>
        </p:nvSpPr>
        <p:spPr bwMode="auto">
          <a:xfrm>
            <a:off x="7396163" y="3125788"/>
            <a:ext cx="1354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72" name="Line 19"/>
          <p:cNvSpPr>
            <a:spLocks noChangeShapeType="1"/>
          </p:cNvSpPr>
          <p:nvPr/>
        </p:nvSpPr>
        <p:spPr bwMode="auto">
          <a:xfrm>
            <a:off x="7396163" y="3414713"/>
            <a:ext cx="1354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73" name="Line 20"/>
          <p:cNvSpPr>
            <a:spLocks noChangeShapeType="1"/>
          </p:cNvSpPr>
          <p:nvPr/>
        </p:nvSpPr>
        <p:spPr bwMode="auto">
          <a:xfrm>
            <a:off x="7396163" y="3703638"/>
            <a:ext cx="1354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74" name="Line 21"/>
          <p:cNvSpPr>
            <a:spLocks noChangeShapeType="1"/>
          </p:cNvSpPr>
          <p:nvPr/>
        </p:nvSpPr>
        <p:spPr bwMode="auto">
          <a:xfrm>
            <a:off x="7396163" y="3992563"/>
            <a:ext cx="1354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75" name="Text Box 22"/>
          <p:cNvSpPr txBox="1">
            <a:spLocks noChangeArrowheads="1"/>
          </p:cNvSpPr>
          <p:nvPr/>
        </p:nvSpPr>
        <p:spPr bwMode="auto">
          <a:xfrm>
            <a:off x="1728788" y="287813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H</a:t>
            </a:r>
            <a:r>
              <a:rPr lang="en-US" altLang="zh-CN" sz="2000" baseline="-25000">
                <a:solidFill>
                  <a:schemeClr val="folHlink"/>
                </a:solidFill>
                <a:latin typeface="Arial" pitchFamily="34" charset="0"/>
              </a:rPr>
              <a:t>1</a:t>
            </a:r>
          </a:p>
        </p:txBody>
      </p:sp>
      <p:pic>
        <p:nvPicPr>
          <p:cNvPr id="19476"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0688" y="3263900"/>
            <a:ext cx="592137" cy="65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477" name="Line 24"/>
          <p:cNvSpPr>
            <a:spLocks noChangeShapeType="1"/>
          </p:cNvSpPr>
          <p:nvPr/>
        </p:nvSpPr>
        <p:spPr bwMode="auto">
          <a:xfrm>
            <a:off x="2789238" y="4071938"/>
            <a:ext cx="1608137" cy="6064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78" name="Line 25"/>
          <p:cNvSpPr>
            <a:spLocks noChangeShapeType="1"/>
          </p:cNvSpPr>
          <p:nvPr/>
        </p:nvSpPr>
        <p:spPr bwMode="auto">
          <a:xfrm flipV="1">
            <a:off x="2705100" y="3638550"/>
            <a:ext cx="1862138" cy="4333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79" name="Line 26"/>
          <p:cNvSpPr>
            <a:spLocks noChangeShapeType="1"/>
          </p:cNvSpPr>
          <p:nvPr/>
        </p:nvSpPr>
        <p:spPr bwMode="auto">
          <a:xfrm>
            <a:off x="4735513" y="3638550"/>
            <a:ext cx="1524000" cy="5191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80" name="Line 27"/>
          <p:cNvSpPr>
            <a:spLocks noChangeShapeType="1"/>
          </p:cNvSpPr>
          <p:nvPr/>
        </p:nvSpPr>
        <p:spPr bwMode="auto">
          <a:xfrm flipV="1">
            <a:off x="4567238" y="4246563"/>
            <a:ext cx="1692275" cy="431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81" name="Line 28"/>
          <p:cNvSpPr>
            <a:spLocks noChangeShapeType="1"/>
          </p:cNvSpPr>
          <p:nvPr/>
        </p:nvSpPr>
        <p:spPr bwMode="auto">
          <a:xfrm flipV="1">
            <a:off x="6343650" y="3813175"/>
            <a:ext cx="676275" cy="3444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9482" name="Group 29"/>
          <p:cNvGrpSpPr>
            <a:grpSpLocks/>
          </p:cNvGrpSpPr>
          <p:nvPr/>
        </p:nvGrpSpPr>
        <p:grpSpPr bwMode="auto">
          <a:xfrm>
            <a:off x="6764338" y="2898775"/>
            <a:ext cx="593725" cy="1042988"/>
            <a:chOff x="5283" y="1002"/>
            <a:chExt cx="318" cy="545"/>
          </a:xfrm>
        </p:grpSpPr>
        <p:sp>
          <p:nvSpPr>
            <p:cNvPr id="19493" name="Text Box 30"/>
            <p:cNvSpPr txBox="1">
              <a:spLocks noChangeArrowheads="1"/>
            </p:cNvSpPr>
            <p:nvPr/>
          </p:nvSpPr>
          <p:spPr bwMode="auto">
            <a:xfrm>
              <a:off x="5283" y="1002"/>
              <a:ext cx="284" cy="2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 H</a:t>
              </a:r>
              <a:r>
                <a:rPr lang="en-US" altLang="zh-CN" sz="2000" baseline="-25000">
                  <a:solidFill>
                    <a:schemeClr val="folHlink"/>
                  </a:solidFill>
                  <a:latin typeface="Arial" pitchFamily="34" charset="0"/>
                </a:rPr>
                <a:t>2</a:t>
              </a:r>
            </a:p>
          </p:txBody>
        </p:sp>
        <p:pic>
          <p:nvPicPr>
            <p:cNvPr id="19494" name="Picture 3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483" name="Line 32"/>
          <p:cNvSpPr>
            <a:spLocks noChangeShapeType="1"/>
          </p:cNvSpPr>
          <p:nvPr/>
        </p:nvSpPr>
        <p:spPr bwMode="auto">
          <a:xfrm flipV="1">
            <a:off x="2705100" y="2859088"/>
            <a:ext cx="1776413" cy="1127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84" name="Line 33"/>
          <p:cNvSpPr>
            <a:spLocks noChangeShapeType="1"/>
          </p:cNvSpPr>
          <p:nvPr/>
        </p:nvSpPr>
        <p:spPr bwMode="auto">
          <a:xfrm>
            <a:off x="4651375" y="2859088"/>
            <a:ext cx="1692275" cy="12128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9485"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47913" y="3898900"/>
            <a:ext cx="611187"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486"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13238" y="3465513"/>
            <a:ext cx="612775"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487"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43375" y="4505325"/>
            <a:ext cx="612775" cy="347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488" name="Picture 3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05513" y="3986213"/>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489" name="Picture 3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7513" y="2684463"/>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490" name="Freeform 39"/>
          <p:cNvSpPr>
            <a:spLocks/>
          </p:cNvSpPr>
          <p:nvPr/>
        </p:nvSpPr>
        <p:spPr bwMode="auto">
          <a:xfrm>
            <a:off x="1431925" y="3489325"/>
            <a:ext cx="6181725" cy="828675"/>
          </a:xfrm>
          <a:custGeom>
            <a:avLst/>
            <a:gdLst>
              <a:gd name="T0" fmla="*/ 0 w 3314"/>
              <a:gd name="T1" fmla="*/ 0 h 433"/>
              <a:gd name="T2" fmla="*/ 2147483647 w 3314"/>
              <a:gd name="T3" fmla="*/ 2147483647 h 433"/>
              <a:gd name="T4" fmla="*/ 2147483647 w 3314"/>
              <a:gd name="T5" fmla="*/ 2147483647 h 433"/>
              <a:gd name="T6" fmla="*/ 2147483647 w 3314"/>
              <a:gd name="T7" fmla="*/ 2147483647 h 433"/>
              <a:gd name="T8" fmla="*/ 2147483647 w 3314"/>
              <a:gd name="T9" fmla="*/ 2147483647 h 433"/>
              <a:gd name="T10" fmla="*/ 2147483647 w 3314"/>
              <a:gd name="T11" fmla="*/ 2147483647 h 433"/>
              <a:gd name="T12" fmla="*/ 2147483647 w 3314"/>
              <a:gd name="T13" fmla="*/ 2147483647 h 433"/>
              <a:gd name="T14" fmla="*/ 2147483647 w 3314"/>
              <a:gd name="T15" fmla="*/ 2147483647 h 433"/>
              <a:gd name="T16" fmla="*/ 2147483647 w 3314"/>
              <a:gd name="T17" fmla="*/ 2147483647 h 433"/>
              <a:gd name="T18" fmla="*/ 2147483647 w 3314"/>
              <a:gd name="T19" fmla="*/ 2147483647 h 433"/>
              <a:gd name="T20" fmla="*/ 2147483647 w 3314"/>
              <a:gd name="T21" fmla="*/ 2147483647 h 433"/>
              <a:gd name="T22" fmla="*/ 2147483647 w 3314"/>
              <a:gd name="T23" fmla="*/ 2147483647 h 433"/>
              <a:gd name="T24" fmla="*/ 2147483647 w 3314"/>
              <a:gd name="T25" fmla="*/ 2147483647 h 433"/>
              <a:gd name="T26" fmla="*/ 2147483647 w 3314"/>
              <a:gd name="T27" fmla="*/ 2147483647 h 433"/>
              <a:gd name="T28" fmla="*/ 2147483647 w 3314"/>
              <a:gd name="T29" fmla="*/ 2147483647 h 4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7620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491" name="Text Box 40"/>
          <p:cNvSpPr txBox="1">
            <a:spLocks noChangeArrowheads="1"/>
          </p:cNvSpPr>
          <p:nvPr/>
        </p:nvSpPr>
        <p:spPr bwMode="auto">
          <a:xfrm>
            <a:off x="4141788" y="3908425"/>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2400">
                <a:solidFill>
                  <a:schemeClr val="folHlink"/>
                </a:solidFill>
                <a:latin typeface="Arial" pitchFamily="34" charset="0"/>
              </a:rPr>
              <a:t>虚电路</a:t>
            </a:r>
            <a:endParaRPr lang="zh-CN" altLang="en-US" sz="2400" baseline="-25000">
              <a:solidFill>
                <a:schemeClr val="folHlink"/>
              </a:solidFill>
              <a:latin typeface="Arial" pitchFamily="34" charset="0"/>
            </a:endParaRPr>
          </a:p>
        </p:txBody>
      </p:sp>
      <p:sp>
        <p:nvSpPr>
          <p:cNvPr id="19492" name="Text Box 44"/>
          <p:cNvSpPr txBox="1">
            <a:spLocks noChangeArrowheads="1"/>
          </p:cNvSpPr>
          <p:nvPr/>
        </p:nvSpPr>
        <p:spPr bwMode="auto">
          <a:xfrm>
            <a:off x="611188" y="5214938"/>
            <a:ext cx="8029575" cy="528637"/>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chemeClr val="folHlink"/>
                </a:solidFill>
                <a:latin typeface="Arial" pitchFamily="34" charset="0"/>
              </a:rPr>
              <a:t>H</a:t>
            </a:r>
            <a:r>
              <a:rPr lang="en-US" altLang="zh-CN" baseline="-25000">
                <a:solidFill>
                  <a:schemeClr val="folHlink"/>
                </a:solidFill>
                <a:latin typeface="Arial" pitchFamily="34" charset="0"/>
              </a:rPr>
              <a:t>1</a:t>
            </a:r>
            <a:r>
              <a:rPr lang="en-US" altLang="zh-CN">
                <a:solidFill>
                  <a:schemeClr val="folHlink"/>
                </a:solidFill>
                <a:latin typeface="Arial" pitchFamily="34" charset="0"/>
              </a:rPr>
              <a:t> </a:t>
            </a:r>
            <a:r>
              <a:rPr lang="zh-CN" altLang="en-US">
                <a:solidFill>
                  <a:schemeClr val="folHlink"/>
                </a:solidFill>
                <a:latin typeface="Arial" pitchFamily="34" charset="0"/>
              </a:rPr>
              <a:t>发送给 </a:t>
            </a:r>
            <a:r>
              <a:rPr lang="en-US" altLang="zh-CN">
                <a:solidFill>
                  <a:schemeClr val="folHlink"/>
                </a:solidFill>
                <a:latin typeface="Arial" pitchFamily="34" charset="0"/>
              </a:rPr>
              <a:t>H</a:t>
            </a:r>
            <a:r>
              <a:rPr lang="en-US" altLang="zh-CN" baseline="-25000">
                <a:solidFill>
                  <a:schemeClr val="folHlink"/>
                </a:solidFill>
                <a:latin typeface="Arial" pitchFamily="34" charset="0"/>
              </a:rPr>
              <a:t>2</a:t>
            </a:r>
            <a:r>
              <a:rPr lang="en-US" altLang="zh-CN">
                <a:solidFill>
                  <a:schemeClr val="folHlink"/>
                </a:solidFill>
                <a:latin typeface="Arial" pitchFamily="34" charset="0"/>
              </a:rPr>
              <a:t> </a:t>
            </a:r>
            <a:r>
              <a:rPr lang="zh-CN" altLang="en-US">
                <a:solidFill>
                  <a:schemeClr val="folHlink"/>
                </a:solidFill>
                <a:latin typeface="Arial" pitchFamily="34" charset="0"/>
              </a:rPr>
              <a:t>的所有分组都沿着同一条虚电路传送</a:t>
            </a: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1150938" y="214313"/>
            <a:ext cx="7381875" cy="1462087"/>
          </a:xfrm>
        </p:spPr>
        <p:txBody>
          <a:bodyPr/>
          <a:lstStyle/>
          <a:p>
            <a:pPr algn="ctr" eaLnBrk="1" hangingPunct="1"/>
            <a:r>
              <a:rPr lang="zh-CN" altLang="en-US" smtClean="0"/>
              <a:t>虚电路是逻辑连接</a:t>
            </a:r>
          </a:p>
        </p:txBody>
      </p:sp>
      <p:sp>
        <p:nvSpPr>
          <p:cNvPr id="20483" name="Rectangle 3"/>
          <p:cNvSpPr>
            <a:spLocks noGrp="1" noChangeArrowheads="1"/>
          </p:cNvSpPr>
          <p:nvPr>
            <p:ph type="body" idx="1"/>
          </p:nvPr>
        </p:nvSpPr>
        <p:spPr/>
        <p:txBody>
          <a:bodyPr/>
          <a:lstStyle/>
          <a:p>
            <a:pPr eaLnBrk="1" hangingPunct="1"/>
            <a:r>
              <a:rPr lang="zh-CN" altLang="en-US" smtClean="0"/>
              <a:t>虚电路表示这只是一条</a:t>
            </a:r>
            <a:r>
              <a:rPr lang="zh-CN" altLang="en-US" smtClean="0">
                <a:solidFill>
                  <a:schemeClr val="hlink"/>
                </a:solidFill>
              </a:rPr>
              <a:t>逻辑上的连接</a:t>
            </a:r>
            <a:r>
              <a:rPr lang="zh-CN" altLang="en-US" smtClean="0"/>
              <a:t>，分组都沿着这条逻辑连接按照存储转发方式传送，而并不是真正建立了一条物理连接。</a:t>
            </a:r>
          </a:p>
          <a:p>
            <a:pPr eaLnBrk="1" hangingPunct="1"/>
            <a:r>
              <a:rPr lang="zh-CN" altLang="en-US" smtClean="0"/>
              <a:t>请注意，电路交换的电话通信是先建立了一条</a:t>
            </a:r>
            <a:r>
              <a:rPr lang="zh-CN" altLang="en-US" smtClean="0">
                <a:solidFill>
                  <a:schemeClr val="hlink"/>
                </a:solidFill>
              </a:rPr>
              <a:t>真正的连接</a:t>
            </a:r>
            <a:r>
              <a:rPr lang="zh-CN" altLang="en-US" smtClean="0"/>
              <a:t>。因此分组交换的虚连接和电路交换的连接只是类似，但并不完全一样。 </a:t>
            </a:r>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Grp="1" noChangeArrowheads="1"/>
          </p:cNvSpPr>
          <p:nvPr>
            <p:ph type="title"/>
          </p:nvPr>
        </p:nvSpPr>
        <p:spPr>
          <a:xfrm>
            <a:off x="1150938" y="214313"/>
            <a:ext cx="7453312" cy="1462087"/>
          </a:xfrm>
        </p:spPr>
        <p:txBody>
          <a:bodyPr/>
          <a:lstStyle/>
          <a:p>
            <a:pPr algn="ctr" eaLnBrk="1" hangingPunct="1"/>
            <a:r>
              <a:rPr lang="zh-CN" altLang="en-US" sz="4000" smtClean="0"/>
              <a:t>因特网采用的设计思路</a:t>
            </a:r>
          </a:p>
        </p:txBody>
      </p:sp>
      <p:sp>
        <p:nvSpPr>
          <p:cNvPr id="21507" name="Rectangle 3"/>
          <p:cNvSpPr>
            <a:spLocks noGrp="1" noChangeArrowheads="1"/>
          </p:cNvSpPr>
          <p:nvPr>
            <p:ph type="body" idx="1"/>
          </p:nvPr>
        </p:nvSpPr>
        <p:spPr/>
        <p:txBody>
          <a:bodyPr/>
          <a:lstStyle/>
          <a:p>
            <a:pPr eaLnBrk="1" hangingPunct="1"/>
            <a:r>
              <a:rPr lang="zh-CN" altLang="en-US" sz="2800" smtClean="0"/>
              <a:t>网络层向上只提供简单灵活的、</a:t>
            </a:r>
            <a:r>
              <a:rPr lang="zh-CN" altLang="en-US" sz="2800" smtClean="0">
                <a:solidFill>
                  <a:schemeClr val="hlink"/>
                </a:solidFill>
              </a:rPr>
              <a:t>无连接的</a:t>
            </a:r>
            <a:r>
              <a:rPr lang="zh-CN" altLang="en-US" sz="2800" smtClean="0"/>
              <a:t>、</a:t>
            </a:r>
            <a:r>
              <a:rPr lang="zh-CN" altLang="en-US" sz="2800" smtClean="0">
                <a:solidFill>
                  <a:schemeClr val="hlink"/>
                </a:solidFill>
              </a:rPr>
              <a:t>尽最大努力交付</a:t>
            </a:r>
            <a:r>
              <a:rPr lang="zh-CN" altLang="en-US" sz="2800" smtClean="0"/>
              <a:t>的</a:t>
            </a:r>
            <a:r>
              <a:rPr lang="zh-CN" altLang="en-US" sz="2800" smtClean="0">
                <a:solidFill>
                  <a:schemeClr val="hlink"/>
                </a:solidFill>
              </a:rPr>
              <a:t>数据报服务</a:t>
            </a:r>
            <a:r>
              <a:rPr lang="zh-CN" altLang="en-US" sz="2800" smtClean="0"/>
              <a:t>。</a:t>
            </a:r>
          </a:p>
          <a:p>
            <a:pPr eaLnBrk="1" hangingPunct="1"/>
            <a:r>
              <a:rPr lang="zh-CN" altLang="en-US" sz="2800" smtClean="0"/>
              <a:t>网络在发送分组时不需要先建立连接。</a:t>
            </a:r>
            <a:endParaRPr lang="en-US" altLang="zh-CN" sz="2800" smtClean="0"/>
          </a:p>
          <a:p>
            <a:pPr eaLnBrk="1" hangingPunct="1"/>
            <a:r>
              <a:rPr lang="zh-CN" altLang="en-US" sz="2800" smtClean="0"/>
              <a:t>网络层不提供服务质量的承诺。即所传送的分组可能出错、丢失、重复和失序（不按序到达终点），当然也不保证分组传送的时限。 </a:t>
            </a: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a:xfrm>
            <a:off x="1150938" y="214313"/>
            <a:ext cx="7308850" cy="1462087"/>
          </a:xfrm>
        </p:spPr>
        <p:txBody>
          <a:bodyPr/>
          <a:lstStyle/>
          <a:p>
            <a:pPr algn="ctr" eaLnBrk="1" hangingPunct="1"/>
            <a:r>
              <a:rPr lang="zh-CN" altLang="en-US" sz="4000" smtClean="0"/>
              <a:t>尽最大努力交付的好处</a:t>
            </a:r>
          </a:p>
        </p:txBody>
      </p:sp>
      <p:sp>
        <p:nvSpPr>
          <p:cNvPr id="22531" name="Rectangle 3"/>
          <p:cNvSpPr>
            <a:spLocks noGrp="1" noChangeArrowheads="1"/>
          </p:cNvSpPr>
          <p:nvPr>
            <p:ph type="body" idx="1"/>
          </p:nvPr>
        </p:nvSpPr>
        <p:spPr>
          <a:xfrm>
            <a:off x="1042988" y="1773238"/>
            <a:ext cx="7772400" cy="5111750"/>
          </a:xfrm>
        </p:spPr>
        <p:txBody>
          <a:bodyPr/>
          <a:lstStyle/>
          <a:p>
            <a:pPr eaLnBrk="1" hangingPunct="1"/>
            <a:r>
              <a:rPr lang="zh-CN" altLang="en-US" sz="2800" smtClean="0"/>
              <a:t>由于传输网络不提供端到端的可靠传输服务，这就使网络中的路由器可以做得比较简单，而且价格低廉（与电信网的交换机相比较）。</a:t>
            </a:r>
          </a:p>
          <a:p>
            <a:pPr eaLnBrk="1" hangingPunct="1"/>
            <a:r>
              <a:rPr lang="zh-CN" altLang="en-US" sz="2800" smtClean="0"/>
              <a:t>如果主机（即端系统）中的进程之间的通信需要是可靠的，那么就由网络的主机中的运输层负责（包括差错处理、流量控制等）。</a:t>
            </a:r>
          </a:p>
          <a:p>
            <a:pPr eaLnBrk="1" hangingPunct="1"/>
            <a:r>
              <a:rPr lang="zh-CN" altLang="en-US" sz="2800" smtClean="0"/>
              <a:t>采用这种设计思路的好处是：网络的造价大大降低，运行方式灵活，能够适应多种应用。</a:t>
            </a:r>
          </a:p>
          <a:p>
            <a:pPr eaLnBrk="1" hangingPunct="1"/>
            <a:r>
              <a:rPr lang="zh-CN" altLang="en-US" sz="2800" smtClean="0"/>
              <a:t>因特网能够发展到今日的规模，充分证明了当初采用这种设计思路的正确性。 </a:t>
            </a: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16"/>
          <p:cNvSpPr>
            <a:spLocks noChangeArrowheads="1"/>
          </p:cNvSpPr>
          <p:nvPr/>
        </p:nvSpPr>
        <p:spPr bwMode="auto">
          <a:xfrm>
            <a:off x="7346950" y="3255963"/>
            <a:ext cx="1241425" cy="320675"/>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55" name="Text Box 17"/>
          <p:cNvSpPr txBox="1">
            <a:spLocks noChangeArrowheads="1"/>
          </p:cNvSpPr>
          <p:nvPr/>
        </p:nvSpPr>
        <p:spPr bwMode="auto">
          <a:xfrm>
            <a:off x="7251700" y="2565400"/>
            <a:ext cx="1454150" cy="161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2000">
                <a:solidFill>
                  <a:schemeClr val="folHlink"/>
                </a:solidFill>
                <a:latin typeface="Arial" pitchFamily="34" charset="0"/>
              </a:rPr>
              <a:t>应用层</a:t>
            </a:r>
          </a:p>
          <a:p>
            <a:pPr algn="ctr" eaLnBrk="1" hangingPunct="1"/>
            <a:r>
              <a:rPr lang="zh-CN" altLang="en-US" sz="2000">
                <a:solidFill>
                  <a:schemeClr val="folHlink"/>
                </a:solidFill>
                <a:latin typeface="Arial" pitchFamily="34" charset="0"/>
              </a:rPr>
              <a:t>运输层</a:t>
            </a:r>
          </a:p>
          <a:p>
            <a:pPr algn="ctr" eaLnBrk="1" hangingPunct="1"/>
            <a:r>
              <a:rPr lang="zh-CN" altLang="en-US" sz="2000">
                <a:solidFill>
                  <a:schemeClr val="folHlink"/>
                </a:solidFill>
                <a:latin typeface="Arial" pitchFamily="34" charset="0"/>
              </a:rPr>
              <a:t>网络层</a:t>
            </a:r>
          </a:p>
          <a:p>
            <a:pPr algn="ctr" eaLnBrk="1" hangingPunct="1"/>
            <a:r>
              <a:rPr lang="zh-CN" altLang="en-US" sz="2000">
                <a:solidFill>
                  <a:schemeClr val="folHlink"/>
                </a:solidFill>
                <a:latin typeface="Arial" pitchFamily="34" charset="0"/>
              </a:rPr>
              <a:t>数据链路层</a:t>
            </a:r>
          </a:p>
          <a:p>
            <a:pPr algn="ctr" eaLnBrk="1" hangingPunct="1"/>
            <a:r>
              <a:rPr lang="zh-CN" altLang="en-US" sz="2000">
                <a:solidFill>
                  <a:schemeClr val="folHlink"/>
                </a:solidFill>
                <a:latin typeface="Arial" pitchFamily="34" charset="0"/>
              </a:rPr>
              <a:t>物理层</a:t>
            </a:r>
          </a:p>
        </p:txBody>
      </p:sp>
      <p:sp>
        <p:nvSpPr>
          <p:cNvPr id="23556" name="Rectangle 8"/>
          <p:cNvSpPr>
            <a:spLocks noChangeArrowheads="1"/>
          </p:cNvSpPr>
          <p:nvPr/>
        </p:nvSpPr>
        <p:spPr bwMode="auto">
          <a:xfrm>
            <a:off x="638175" y="3167063"/>
            <a:ext cx="1241425" cy="320675"/>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57" name="Text Box 9"/>
          <p:cNvSpPr txBox="1">
            <a:spLocks noChangeArrowheads="1"/>
          </p:cNvSpPr>
          <p:nvPr/>
        </p:nvSpPr>
        <p:spPr bwMode="auto">
          <a:xfrm>
            <a:off x="544513" y="2492375"/>
            <a:ext cx="1454150" cy="1617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2000">
                <a:solidFill>
                  <a:schemeClr val="folHlink"/>
                </a:solidFill>
                <a:latin typeface="Arial" pitchFamily="34" charset="0"/>
              </a:rPr>
              <a:t>应用层</a:t>
            </a:r>
          </a:p>
          <a:p>
            <a:pPr algn="ctr" eaLnBrk="1" hangingPunct="1"/>
            <a:r>
              <a:rPr lang="zh-CN" altLang="en-US" sz="2000">
                <a:solidFill>
                  <a:schemeClr val="folHlink"/>
                </a:solidFill>
                <a:latin typeface="Arial" pitchFamily="34" charset="0"/>
              </a:rPr>
              <a:t>运输层</a:t>
            </a:r>
          </a:p>
          <a:p>
            <a:pPr algn="ctr" eaLnBrk="1" hangingPunct="1"/>
            <a:r>
              <a:rPr lang="zh-CN" altLang="en-US" sz="2000">
                <a:solidFill>
                  <a:schemeClr val="folHlink"/>
                </a:solidFill>
                <a:latin typeface="Arial" pitchFamily="34" charset="0"/>
              </a:rPr>
              <a:t>网络层</a:t>
            </a:r>
          </a:p>
          <a:p>
            <a:pPr algn="ctr" eaLnBrk="1" hangingPunct="1"/>
            <a:r>
              <a:rPr lang="zh-CN" altLang="en-US" sz="2000">
                <a:solidFill>
                  <a:schemeClr val="folHlink"/>
                </a:solidFill>
                <a:latin typeface="Arial" pitchFamily="34" charset="0"/>
              </a:rPr>
              <a:t>数据链路层</a:t>
            </a:r>
          </a:p>
          <a:p>
            <a:pPr algn="ctr" eaLnBrk="1" hangingPunct="1"/>
            <a:r>
              <a:rPr lang="zh-CN" altLang="en-US" sz="2000">
                <a:solidFill>
                  <a:schemeClr val="folHlink"/>
                </a:solidFill>
                <a:latin typeface="Arial" pitchFamily="34" charset="0"/>
              </a:rPr>
              <a:t>物理层</a:t>
            </a:r>
          </a:p>
        </p:txBody>
      </p:sp>
      <p:sp>
        <p:nvSpPr>
          <p:cNvPr id="23558" name="Rectangle 2"/>
          <p:cNvSpPr>
            <a:spLocks noGrp="1" noChangeArrowheads="1"/>
          </p:cNvSpPr>
          <p:nvPr>
            <p:ph type="title"/>
          </p:nvPr>
        </p:nvSpPr>
        <p:spPr>
          <a:xfrm>
            <a:off x="1150938" y="214313"/>
            <a:ext cx="6516687" cy="1462087"/>
          </a:xfrm>
        </p:spPr>
        <p:txBody>
          <a:bodyPr/>
          <a:lstStyle/>
          <a:p>
            <a:pPr algn="ctr" eaLnBrk="1" hangingPunct="1"/>
            <a:r>
              <a:rPr lang="zh-CN" altLang="en-US" sz="4000" smtClean="0">
                <a:solidFill>
                  <a:schemeClr val="folHlink"/>
                </a:solidFill>
              </a:rPr>
              <a:t>数据报服务</a:t>
            </a:r>
          </a:p>
        </p:txBody>
      </p:sp>
      <p:sp>
        <p:nvSpPr>
          <p:cNvPr id="23559" name="Line 4"/>
          <p:cNvSpPr>
            <a:spLocks noChangeShapeType="1"/>
          </p:cNvSpPr>
          <p:nvPr/>
        </p:nvSpPr>
        <p:spPr bwMode="auto">
          <a:xfrm>
            <a:off x="4660900" y="2779713"/>
            <a:ext cx="53975" cy="581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60" name="AutoShape 5"/>
          <p:cNvSpPr>
            <a:spLocks noChangeArrowheads="1"/>
          </p:cNvSpPr>
          <p:nvPr/>
        </p:nvSpPr>
        <p:spPr bwMode="auto">
          <a:xfrm>
            <a:off x="3792538" y="3946525"/>
            <a:ext cx="636587" cy="627063"/>
          </a:xfrm>
          <a:prstGeom prst="irregularSeal2">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61" name="Line 6"/>
          <p:cNvSpPr>
            <a:spLocks noChangeShapeType="1"/>
          </p:cNvSpPr>
          <p:nvPr/>
        </p:nvSpPr>
        <p:spPr bwMode="auto">
          <a:xfrm>
            <a:off x="2201863" y="3678238"/>
            <a:ext cx="477837" cy="268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62" name="Rectangle 10"/>
          <p:cNvSpPr>
            <a:spLocks noChangeArrowheads="1"/>
          </p:cNvSpPr>
          <p:nvPr/>
        </p:nvSpPr>
        <p:spPr bwMode="auto">
          <a:xfrm>
            <a:off x="617538" y="2555875"/>
            <a:ext cx="1274762" cy="15128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63" name="Line 11"/>
          <p:cNvSpPr>
            <a:spLocks noChangeShapeType="1"/>
          </p:cNvSpPr>
          <p:nvPr/>
        </p:nvSpPr>
        <p:spPr bwMode="auto">
          <a:xfrm>
            <a:off x="617538" y="2878138"/>
            <a:ext cx="1274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64" name="Line 12"/>
          <p:cNvSpPr>
            <a:spLocks noChangeShapeType="1"/>
          </p:cNvSpPr>
          <p:nvPr/>
        </p:nvSpPr>
        <p:spPr bwMode="auto">
          <a:xfrm>
            <a:off x="617538" y="3176588"/>
            <a:ext cx="1274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65" name="Line 13"/>
          <p:cNvSpPr>
            <a:spLocks noChangeShapeType="1"/>
          </p:cNvSpPr>
          <p:nvPr/>
        </p:nvSpPr>
        <p:spPr bwMode="auto">
          <a:xfrm>
            <a:off x="617538" y="3475038"/>
            <a:ext cx="1274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66" name="Line 14"/>
          <p:cNvSpPr>
            <a:spLocks noChangeShapeType="1"/>
          </p:cNvSpPr>
          <p:nvPr/>
        </p:nvSpPr>
        <p:spPr bwMode="auto">
          <a:xfrm>
            <a:off x="617538" y="3776663"/>
            <a:ext cx="1274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67" name="Rectangle 18"/>
          <p:cNvSpPr>
            <a:spLocks noChangeArrowheads="1"/>
          </p:cNvSpPr>
          <p:nvPr/>
        </p:nvSpPr>
        <p:spPr bwMode="auto">
          <a:xfrm>
            <a:off x="7327900" y="2644775"/>
            <a:ext cx="1273175" cy="15128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68" name="Line 19"/>
          <p:cNvSpPr>
            <a:spLocks noChangeShapeType="1"/>
          </p:cNvSpPr>
          <p:nvPr/>
        </p:nvSpPr>
        <p:spPr bwMode="auto">
          <a:xfrm>
            <a:off x="7327900" y="2967038"/>
            <a:ext cx="1273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69" name="Line 20"/>
          <p:cNvSpPr>
            <a:spLocks noChangeShapeType="1"/>
          </p:cNvSpPr>
          <p:nvPr/>
        </p:nvSpPr>
        <p:spPr bwMode="auto">
          <a:xfrm>
            <a:off x="7327900" y="3265488"/>
            <a:ext cx="1273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70" name="Line 21"/>
          <p:cNvSpPr>
            <a:spLocks noChangeShapeType="1"/>
          </p:cNvSpPr>
          <p:nvPr/>
        </p:nvSpPr>
        <p:spPr bwMode="auto">
          <a:xfrm>
            <a:off x="7327900" y="3563938"/>
            <a:ext cx="1273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71" name="Line 22"/>
          <p:cNvSpPr>
            <a:spLocks noChangeShapeType="1"/>
          </p:cNvSpPr>
          <p:nvPr/>
        </p:nvSpPr>
        <p:spPr bwMode="auto">
          <a:xfrm>
            <a:off x="7327900" y="3865563"/>
            <a:ext cx="1273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72" name="Text Box 23"/>
          <p:cNvSpPr txBox="1">
            <a:spLocks noChangeArrowheads="1"/>
          </p:cNvSpPr>
          <p:nvPr/>
        </p:nvSpPr>
        <p:spPr bwMode="auto">
          <a:xfrm>
            <a:off x="2043113" y="2732088"/>
            <a:ext cx="460375"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H</a:t>
            </a:r>
            <a:r>
              <a:rPr lang="en-US" altLang="zh-CN" sz="2000" baseline="-25000">
                <a:solidFill>
                  <a:schemeClr val="folHlink"/>
                </a:solidFill>
                <a:latin typeface="Arial" pitchFamily="34" charset="0"/>
              </a:rPr>
              <a:t>1</a:t>
            </a:r>
          </a:p>
        </p:txBody>
      </p:sp>
      <p:pic>
        <p:nvPicPr>
          <p:cNvPr id="23573"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3738" y="3109913"/>
            <a:ext cx="555625" cy="673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74" name="Line 25"/>
          <p:cNvSpPr>
            <a:spLocks noChangeShapeType="1"/>
          </p:cNvSpPr>
          <p:nvPr/>
        </p:nvSpPr>
        <p:spPr bwMode="auto">
          <a:xfrm>
            <a:off x="2997200" y="3946525"/>
            <a:ext cx="1511300" cy="6270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75" name="Line 26"/>
          <p:cNvSpPr>
            <a:spLocks noChangeShapeType="1"/>
          </p:cNvSpPr>
          <p:nvPr/>
        </p:nvSpPr>
        <p:spPr bwMode="auto">
          <a:xfrm flipV="1">
            <a:off x="2917825" y="3497263"/>
            <a:ext cx="1751013" cy="4492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76" name="Line 27"/>
          <p:cNvSpPr>
            <a:spLocks noChangeShapeType="1"/>
          </p:cNvSpPr>
          <p:nvPr/>
        </p:nvSpPr>
        <p:spPr bwMode="auto">
          <a:xfrm>
            <a:off x="4826000" y="3497263"/>
            <a:ext cx="1433513" cy="538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77" name="Line 28"/>
          <p:cNvSpPr>
            <a:spLocks noChangeShapeType="1"/>
          </p:cNvSpPr>
          <p:nvPr/>
        </p:nvSpPr>
        <p:spPr bwMode="auto">
          <a:xfrm flipV="1">
            <a:off x="4668838" y="4125913"/>
            <a:ext cx="1590675" cy="4476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78" name="Line 29"/>
          <p:cNvSpPr>
            <a:spLocks noChangeShapeType="1"/>
          </p:cNvSpPr>
          <p:nvPr/>
        </p:nvSpPr>
        <p:spPr bwMode="auto">
          <a:xfrm flipV="1">
            <a:off x="6337300" y="3678238"/>
            <a:ext cx="636588" cy="3571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3579" name="Group 30"/>
          <p:cNvGrpSpPr>
            <a:grpSpLocks/>
          </p:cNvGrpSpPr>
          <p:nvPr/>
        </p:nvGrpSpPr>
        <p:grpSpPr bwMode="auto">
          <a:xfrm>
            <a:off x="6735763" y="2732088"/>
            <a:ext cx="555625" cy="1077912"/>
            <a:chOff x="5284" y="1002"/>
            <a:chExt cx="317" cy="545"/>
          </a:xfrm>
        </p:grpSpPr>
        <p:sp>
          <p:nvSpPr>
            <p:cNvPr id="23622" name="Text Box 31"/>
            <p:cNvSpPr txBox="1">
              <a:spLocks noChangeArrowheads="1"/>
            </p:cNvSpPr>
            <p:nvPr/>
          </p:nvSpPr>
          <p:spPr bwMode="auto">
            <a:xfrm>
              <a:off x="5284" y="1002"/>
              <a:ext cx="303" cy="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 H</a:t>
              </a:r>
              <a:r>
                <a:rPr lang="en-US" altLang="zh-CN" sz="2000" baseline="-25000">
                  <a:solidFill>
                    <a:schemeClr val="folHlink"/>
                  </a:solidFill>
                  <a:latin typeface="Arial" pitchFamily="34" charset="0"/>
                </a:rPr>
                <a:t>2</a:t>
              </a:r>
            </a:p>
          </p:txBody>
        </p:sp>
        <p:pic>
          <p:nvPicPr>
            <p:cNvPr id="23623"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580" name="Line 33"/>
          <p:cNvSpPr>
            <a:spLocks noChangeShapeType="1"/>
          </p:cNvSpPr>
          <p:nvPr/>
        </p:nvSpPr>
        <p:spPr bwMode="auto">
          <a:xfrm flipV="1">
            <a:off x="2917825" y="2690813"/>
            <a:ext cx="1670050" cy="11668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81" name="Line 34"/>
          <p:cNvSpPr>
            <a:spLocks noChangeShapeType="1"/>
          </p:cNvSpPr>
          <p:nvPr/>
        </p:nvSpPr>
        <p:spPr bwMode="auto">
          <a:xfrm>
            <a:off x="4746625" y="2690813"/>
            <a:ext cx="1590675" cy="12557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3582"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581275" y="3767138"/>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583"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29125" y="3319463"/>
            <a:ext cx="576263" cy="35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584" name="Picture 3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70375" y="4395788"/>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585" name="Picture 3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3857625"/>
            <a:ext cx="576263"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3586" name="Picture 3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48163" y="2511425"/>
            <a:ext cx="576262"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3587" name="Group 40"/>
          <p:cNvGrpSpPr>
            <a:grpSpLocks/>
          </p:cNvGrpSpPr>
          <p:nvPr/>
        </p:nvGrpSpPr>
        <p:grpSpPr bwMode="auto">
          <a:xfrm rot="1386369">
            <a:off x="2281238" y="3856038"/>
            <a:ext cx="300037" cy="130175"/>
            <a:chOff x="2064" y="1776"/>
            <a:chExt cx="171" cy="66"/>
          </a:xfrm>
        </p:grpSpPr>
        <p:sp>
          <p:nvSpPr>
            <p:cNvPr id="23620" name="Rectangle 41"/>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21" name="Line 42"/>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3588" name="Group 43"/>
          <p:cNvGrpSpPr>
            <a:grpSpLocks/>
          </p:cNvGrpSpPr>
          <p:nvPr/>
        </p:nvGrpSpPr>
        <p:grpSpPr bwMode="auto">
          <a:xfrm rot="-875997">
            <a:off x="5145088" y="4214813"/>
            <a:ext cx="300037" cy="130175"/>
            <a:chOff x="2064" y="1776"/>
            <a:chExt cx="171" cy="66"/>
          </a:xfrm>
        </p:grpSpPr>
        <p:sp>
          <p:nvSpPr>
            <p:cNvPr id="23618" name="Rectangle 44"/>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19" name="Line 45"/>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3589" name="Group 46"/>
          <p:cNvGrpSpPr>
            <a:grpSpLocks/>
          </p:cNvGrpSpPr>
          <p:nvPr/>
        </p:nvGrpSpPr>
        <p:grpSpPr bwMode="auto">
          <a:xfrm rot="-1515501">
            <a:off x="6497638" y="3678238"/>
            <a:ext cx="300037" cy="130175"/>
            <a:chOff x="2064" y="1776"/>
            <a:chExt cx="171" cy="66"/>
          </a:xfrm>
        </p:grpSpPr>
        <p:sp>
          <p:nvSpPr>
            <p:cNvPr id="23616" name="Rectangle 47"/>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17" name="Line 48"/>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3590" name="Group 49"/>
          <p:cNvGrpSpPr>
            <a:grpSpLocks/>
          </p:cNvGrpSpPr>
          <p:nvPr/>
        </p:nvGrpSpPr>
        <p:grpSpPr bwMode="auto">
          <a:xfrm rot="-1937444">
            <a:off x="3554413" y="3049588"/>
            <a:ext cx="300037" cy="130175"/>
            <a:chOff x="2064" y="1776"/>
            <a:chExt cx="171" cy="66"/>
          </a:xfrm>
        </p:grpSpPr>
        <p:sp>
          <p:nvSpPr>
            <p:cNvPr id="23614" name="Rectangle 50"/>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15" name="Line 51"/>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3591" name="Group 52"/>
          <p:cNvGrpSpPr>
            <a:grpSpLocks/>
          </p:cNvGrpSpPr>
          <p:nvPr/>
        </p:nvGrpSpPr>
        <p:grpSpPr bwMode="auto">
          <a:xfrm rot="2078388">
            <a:off x="5224463" y="2959100"/>
            <a:ext cx="300037" cy="131763"/>
            <a:chOff x="2064" y="1776"/>
            <a:chExt cx="171" cy="66"/>
          </a:xfrm>
        </p:grpSpPr>
        <p:sp>
          <p:nvSpPr>
            <p:cNvPr id="23612" name="Rectangle 53"/>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13" name="Line 54"/>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3592" name="Group 55"/>
          <p:cNvGrpSpPr>
            <a:grpSpLocks/>
          </p:cNvGrpSpPr>
          <p:nvPr/>
        </p:nvGrpSpPr>
        <p:grpSpPr bwMode="auto">
          <a:xfrm rot="1117181">
            <a:off x="3951288" y="4214813"/>
            <a:ext cx="300037" cy="130175"/>
            <a:chOff x="2064" y="1776"/>
            <a:chExt cx="171" cy="66"/>
          </a:xfrm>
        </p:grpSpPr>
        <p:sp>
          <p:nvSpPr>
            <p:cNvPr id="23610" name="Rectangle 56"/>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11" name="Line 57"/>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3593" name="Group 58"/>
          <p:cNvGrpSpPr>
            <a:grpSpLocks/>
          </p:cNvGrpSpPr>
          <p:nvPr/>
        </p:nvGrpSpPr>
        <p:grpSpPr bwMode="auto">
          <a:xfrm rot="-930274">
            <a:off x="4049713" y="3408363"/>
            <a:ext cx="298450" cy="130175"/>
            <a:chOff x="2064" y="1776"/>
            <a:chExt cx="171" cy="66"/>
          </a:xfrm>
        </p:grpSpPr>
        <p:sp>
          <p:nvSpPr>
            <p:cNvPr id="23608" name="Rectangle 59"/>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09" name="Line 60"/>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3594" name="Group 61"/>
          <p:cNvGrpSpPr>
            <a:grpSpLocks/>
          </p:cNvGrpSpPr>
          <p:nvPr/>
        </p:nvGrpSpPr>
        <p:grpSpPr bwMode="auto">
          <a:xfrm rot="1197535">
            <a:off x="3316288" y="3946525"/>
            <a:ext cx="300037" cy="130175"/>
            <a:chOff x="2064" y="1776"/>
            <a:chExt cx="171" cy="66"/>
          </a:xfrm>
        </p:grpSpPr>
        <p:sp>
          <p:nvSpPr>
            <p:cNvPr id="23606" name="Rectangle 62"/>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07" name="Line 63"/>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3595" name="Line 64"/>
          <p:cNvSpPr>
            <a:spLocks noChangeShapeType="1"/>
          </p:cNvSpPr>
          <p:nvPr/>
        </p:nvSpPr>
        <p:spPr bwMode="auto">
          <a:xfrm>
            <a:off x="1722438" y="3408363"/>
            <a:ext cx="558800" cy="447675"/>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3596" name="Group 65"/>
          <p:cNvGrpSpPr>
            <a:grpSpLocks/>
          </p:cNvGrpSpPr>
          <p:nvPr/>
        </p:nvGrpSpPr>
        <p:grpSpPr bwMode="auto">
          <a:xfrm rot="1022761">
            <a:off x="5383213" y="3586163"/>
            <a:ext cx="300037" cy="130175"/>
            <a:chOff x="2064" y="1776"/>
            <a:chExt cx="171" cy="66"/>
          </a:xfrm>
        </p:grpSpPr>
        <p:sp>
          <p:nvSpPr>
            <p:cNvPr id="23604" name="Rectangle 66"/>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05" name="Line 67"/>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3597" name="Line 68"/>
          <p:cNvSpPr>
            <a:spLocks noChangeShapeType="1"/>
          </p:cNvSpPr>
          <p:nvPr/>
        </p:nvSpPr>
        <p:spPr bwMode="auto">
          <a:xfrm flipV="1">
            <a:off x="6497638" y="3408363"/>
            <a:ext cx="1035050" cy="715962"/>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3598" name="Text Box 69"/>
          <p:cNvSpPr txBox="1">
            <a:spLocks noChangeArrowheads="1"/>
          </p:cNvSpPr>
          <p:nvPr/>
        </p:nvSpPr>
        <p:spPr bwMode="auto">
          <a:xfrm>
            <a:off x="2843213" y="2671763"/>
            <a:ext cx="12557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IP </a:t>
            </a:r>
            <a:r>
              <a:rPr lang="zh-CN" altLang="en-US" sz="2000">
                <a:solidFill>
                  <a:schemeClr val="folHlink"/>
                </a:solidFill>
                <a:latin typeface="Arial" pitchFamily="34" charset="0"/>
              </a:rPr>
              <a:t>数据报</a:t>
            </a:r>
            <a:endParaRPr lang="zh-CN" altLang="en-US" sz="2000" baseline="-25000">
              <a:solidFill>
                <a:schemeClr val="folHlink"/>
              </a:solidFill>
              <a:latin typeface="Arial" pitchFamily="34" charset="0"/>
            </a:endParaRPr>
          </a:p>
        </p:txBody>
      </p:sp>
      <p:sp>
        <p:nvSpPr>
          <p:cNvPr id="23599" name="Text Box 71"/>
          <p:cNvSpPr txBox="1">
            <a:spLocks noChangeArrowheads="1"/>
          </p:cNvSpPr>
          <p:nvPr/>
        </p:nvSpPr>
        <p:spPr bwMode="auto">
          <a:xfrm>
            <a:off x="4333875" y="392430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2000">
                <a:solidFill>
                  <a:schemeClr val="folHlink"/>
                </a:solidFill>
                <a:latin typeface="Arial" pitchFamily="34" charset="0"/>
              </a:rPr>
              <a:t>丢失</a:t>
            </a:r>
            <a:endParaRPr lang="zh-CN" altLang="en-US" sz="2000" baseline="-25000">
              <a:solidFill>
                <a:schemeClr val="folHlink"/>
              </a:solidFill>
              <a:latin typeface="Arial" pitchFamily="34" charset="0"/>
            </a:endParaRPr>
          </a:p>
        </p:txBody>
      </p:sp>
      <p:grpSp>
        <p:nvGrpSpPr>
          <p:cNvPr id="23600" name="Group 72"/>
          <p:cNvGrpSpPr>
            <a:grpSpLocks/>
          </p:cNvGrpSpPr>
          <p:nvPr/>
        </p:nvGrpSpPr>
        <p:grpSpPr bwMode="auto">
          <a:xfrm rot="5035623">
            <a:off x="4627563" y="3019425"/>
            <a:ext cx="338138" cy="115887"/>
            <a:chOff x="2064" y="1776"/>
            <a:chExt cx="171" cy="66"/>
          </a:xfrm>
        </p:grpSpPr>
        <p:sp>
          <p:nvSpPr>
            <p:cNvPr id="23602" name="Rectangle 73"/>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03" name="Line 74"/>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3601" name="Text Box 76"/>
          <p:cNvSpPr txBox="1">
            <a:spLocks noChangeArrowheads="1"/>
          </p:cNvSpPr>
          <p:nvPr/>
        </p:nvSpPr>
        <p:spPr bwMode="auto">
          <a:xfrm>
            <a:off x="1209675" y="5214938"/>
            <a:ext cx="6962775" cy="528637"/>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chemeClr val="folHlink"/>
                </a:solidFill>
                <a:latin typeface="Arial" pitchFamily="34" charset="0"/>
              </a:rPr>
              <a:t>H</a:t>
            </a:r>
            <a:r>
              <a:rPr lang="en-US" altLang="zh-CN" baseline="-25000">
                <a:solidFill>
                  <a:schemeClr val="folHlink"/>
                </a:solidFill>
                <a:latin typeface="Arial" pitchFamily="34" charset="0"/>
              </a:rPr>
              <a:t>1</a:t>
            </a:r>
            <a:r>
              <a:rPr lang="en-US" altLang="zh-CN">
                <a:solidFill>
                  <a:schemeClr val="folHlink"/>
                </a:solidFill>
                <a:latin typeface="Arial" pitchFamily="34" charset="0"/>
              </a:rPr>
              <a:t> </a:t>
            </a:r>
            <a:r>
              <a:rPr lang="zh-CN" altLang="en-US">
                <a:solidFill>
                  <a:schemeClr val="folHlink"/>
                </a:solidFill>
                <a:latin typeface="Arial" pitchFamily="34" charset="0"/>
              </a:rPr>
              <a:t>发送给 </a:t>
            </a:r>
            <a:r>
              <a:rPr lang="en-US" altLang="zh-CN">
                <a:solidFill>
                  <a:schemeClr val="folHlink"/>
                </a:solidFill>
                <a:latin typeface="Arial" pitchFamily="34" charset="0"/>
              </a:rPr>
              <a:t>H</a:t>
            </a:r>
            <a:r>
              <a:rPr lang="en-US" altLang="zh-CN" baseline="-25000">
                <a:solidFill>
                  <a:schemeClr val="folHlink"/>
                </a:solidFill>
                <a:latin typeface="Arial" pitchFamily="34" charset="0"/>
              </a:rPr>
              <a:t>2</a:t>
            </a:r>
            <a:r>
              <a:rPr lang="en-US" altLang="zh-CN">
                <a:solidFill>
                  <a:schemeClr val="folHlink"/>
                </a:solidFill>
                <a:latin typeface="Arial" pitchFamily="34" charset="0"/>
              </a:rPr>
              <a:t> </a:t>
            </a:r>
            <a:r>
              <a:rPr lang="zh-CN" altLang="en-US">
                <a:solidFill>
                  <a:schemeClr val="folHlink"/>
                </a:solidFill>
                <a:latin typeface="Arial" pitchFamily="34" charset="0"/>
              </a:rPr>
              <a:t>的分组可能沿着不同路径传送</a:t>
            </a: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578" name="Rectangle 4"/>
          <p:cNvSpPr>
            <a:spLocks noChangeArrowheads="1"/>
          </p:cNvSpPr>
          <p:nvPr/>
        </p:nvSpPr>
        <p:spPr bwMode="auto">
          <a:xfrm>
            <a:off x="1785938" y="44450"/>
            <a:ext cx="51625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lang="zh-CN" altLang="en-US">
                <a:solidFill>
                  <a:schemeClr val="folHlink"/>
                </a:solidFill>
                <a:latin typeface="黑体" pitchFamily="49" charset="-122"/>
                <a:cs typeface="Times New Roman" pitchFamily="18" charset="0"/>
              </a:rPr>
              <a:t>虚电路服务与数据报服务的对比</a:t>
            </a:r>
            <a:endParaRPr lang="zh-CN" altLang="en-US" sz="4800">
              <a:solidFill>
                <a:schemeClr val="folHlink"/>
              </a:solidFill>
              <a:latin typeface="黑体" pitchFamily="49" charset="-122"/>
              <a:cs typeface="Times New Roman" pitchFamily="18" charset="0"/>
            </a:endParaRPr>
          </a:p>
        </p:txBody>
      </p:sp>
      <p:graphicFrame>
        <p:nvGraphicFramePr>
          <p:cNvPr id="947371" name="Group 171"/>
          <p:cNvGraphicFramePr>
            <a:graphicFrameLocks noGrp="1"/>
          </p:cNvGraphicFramePr>
          <p:nvPr/>
        </p:nvGraphicFramePr>
        <p:xfrm>
          <a:off x="107950" y="620713"/>
          <a:ext cx="8856663" cy="5108574"/>
        </p:xfrm>
        <a:graphic>
          <a:graphicData uri="http://schemas.openxmlformats.org/drawingml/2006/table">
            <a:tbl>
              <a:tblPr/>
              <a:tblGrid>
                <a:gridCol w="2016125">
                  <a:extLst>
                    <a:ext uri="{9D8B030D-6E8A-4147-A177-3AD203B41FA5}">
                      <a16:colId xmlns:a16="http://schemas.microsoft.com/office/drawing/2014/main" val="20000"/>
                    </a:ext>
                  </a:extLst>
                </a:gridCol>
                <a:gridCol w="3328988">
                  <a:extLst>
                    <a:ext uri="{9D8B030D-6E8A-4147-A177-3AD203B41FA5}">
                      <a16:colId xmlns:a16="http://schemas.microsoft.com/office/drawing/2014/main" val="20001"/>
                    </a:ext>
                  </a:extLst>
                </a:gridCol>
                <a:gridCol w="3511550">
                  <a:extLst>
                    <a:ext uri="{9D8B030D-6E8A-4147-A177-3AD203B41FA5}">
                      <a16:colId xmlns:a16="http://schemas.microsoft.com/office/drawing/2014/main" val="20002"/>
                    </a:ext>
                  </a:extLst>
                </a:gridCol>
              </a:tblGrid>
              <a:tr h="62396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对比的方面</a:t>
                      </a:r>
                      <a:endParaRPr kumimoji="0" lang="zh-CN" altLang="en-US" sz="44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虚电路服务</a:t>
                      </a:r>
                      <a:endParaRPr kumimoji="0" lang="zh-CN" altLang="en-US" sz="44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数据报服务</a:t>
                      </a:r>
                      <a:endParaRPr kumimoji="0" lang="zh-CN" altLang="en-US" sz="44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0112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思路</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可靠通信应当由网络来保证</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可靠通信应当由用户主机来保证</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6289">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连接的建立</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必须有</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不需要</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0112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终点地址</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仅在连接建立阶段使用，每个分组使用短的虚电路号</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每个分组都有终点的完整地址</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0112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分组的转发</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属于同一条虚电路的分组均按照同一路由进行转发</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每个分组独立选择路由进行转发</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70112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当结点出故障时</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所有通过出故障的结点的虚电路均不能工作</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出故障的结点可能会丢失分组，一些路由可能会发生变化</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96289">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分组的顺序</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总是按发送顺序到达终点</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到达终点时不一定按发送顺序</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88752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端到端的差错处理和流量控制</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可以由网络负责，也可以由用户主机负责</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smtClean="0">
                          <a:ln>
                            <a:noFill/>
                          </a:ln>
                          <a:solidFill>
                            <a:schemeClr val="folHlink"/>
                          </a:solidFill>
                          <a:effectLst/>
                          <a:latin typeface="Times New Roman" pitchFamily="18" charset="0"/>
                          <a:ea typeface="黑体" pitchFamily="2" charset="-122"/>
                          <a:cs typeface="Times New Roman" pitchFamily="18" charset="0"/>
                        </a:rPr>
                        <a:t>由用户主机负责</a:t>
                      </a:r>
                      <a:endParaRPr kumimoji="0" lang="zh-CN" altLang="en-US" sz="4000" b="0" i="0" u="none" strike="noStrike" cap="none" normalizeH="0" baseline="0" smtClean="0">
                        <a:ln>
                          <a:noFill/>
                        </a:ln>
                        <a:solidFill>
                          <a:schemeClr val="folHlink"/>
                        </a:solidFill>
                        <a:effectLst/>
                        <a:latin typeface="Arial" charset="0"/>
                        <a:ea typeface="黑体" pitchFamily="2" charset="-122"/>
                        <a:cs typeface="Times New Roman" pitchFamily="18" charset="0"/>
                      </a:endParaRPr>
                    </a:p>
                  </a:txBody>
                  <a:tcPr marT="45726" marB="45726"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a:xfrm>
            <a:off x="1150938" y="214313"/>
            <a:ext cx="7021512" cy="1462087"/>
          </a:xfrm>
        </p:spPr>
        <p:txBody>
          <a:bodyPr/>
          <a:lstStyle/>
          <a:p>
            <a:pPr algn="ctr" eaLnBrk="1" hangingPunct="1"/>
            <a:r>
              <a:rPr lang="en-US" altLang="zh-CN" smtClean="0"/>
              <a:t>4.2  </a:t>
            </a:r>
            <a:r>
              <a:rPr lang="zh-CN" altLang="en-US" smtClean="0"/>
              <a:t>网际协议</a:t>
            </a:r>
            <a:r>
              <a:rPr lang="en-US" altLang="zh-CN" smtClean="0"/>
              <a:t>IP </a:t>
            </a:r>
          </a:p>
        </p:txBody>
      </p:sp>
      <p:sp>
        <p:nvSpPr>
          <p:cNvPr id="25603" name="Rectangle 3"/>
          <p:cNvSpPr>
            <a:spLocks noGrp="1" noChangeArrowheads="1"/>
          </p:cNvSpPr>
          <p:nvPr>
            <p:ph type="body" idx="1"/>
          </p:nvPr>
        </p:nvSpPr>
        <p:spPr>
          <a:xfrm>
            <a:off x="827088" y="1916113"/>
            <a:ext cx="7988300" cy="4941887"/>
          </a:xfrm>
        </p:spPr>
        <p:txBody>
          <a:bodyPr/>
          <a:lstStyle/>
          <a:p>
            <a:pPr eaLnBrk="1" hangingPunct="1"/>
            <a:r>
              <a:rPr lang="zh-CN" altLang="en-US" sz="2400" smtClean="0"/>
              <a:t>网际协议 </a:t>
            </a:r>
            <a:r>
              <a:rPr lang="en-US" altLang="zh-CN" sz="2400" smtClean="0"/>
              <a:t>IP </a:t>
            </a:r>
            <a:r>
              <a:rPr lang="zh-CN" altLang="en-US" sz="2400" smtClean="0"/>
              <a:t>是 </a:t>
            </a:r>
            <a:r>
              <a:rPr lang="en-US" altLang="zh-CN" sz="2400" smtClean="0"/>
              <a:t>TCP/IP </a:t>
            </a:r>
            <a:r>
              <a:rPr lang="zh-CN" altLang="en-US" sz="2400" smtClean="0"/>
              <a:t>体系中两个最主要的协议之一。与 </a:t>
            </a:r>
            <a:r>
              <a:rPr lang="en-US" altLang="zh-CN" sz="2400" smtClean="0"/>
              <a:t>IP </a:t>
            </a:r>
            <a:r>
              <a:rPr lang="zh-CN" altLang="en-US" sz="2400" smtClean="0"/>
              <a:t>协议配套使用的还有四个协议：</a:t>
            </a:r>
          </a:p>
          <a:p>
            <a:pPr eaLnBrk="1" hangingPunct="1"/>
            <a:r>
              <a:rPr lang="zh-CN" altLang="en-US" sz="2400" smtClean="0"/>
              <a:t>地址解析协议 </a:t>
            </a:r>
            <a:r>
              <a:rPr lang="en-US" altLang="zh-CN" sz="2400" smtClean="0"/>
              <a:t>ARP</a:t>
            </a:r>
          </a:p>
          <a:p>
            <a:pPr eaLnBrk="1" hangingPunct="1">
              <a:buFont typeface="Wingdings" pitchFamily="2" charset="2"/>
              <a:buNone/>
            </a:pPr>
            <a:r>
              <a:rPr lang="en-US" altLang="zh-CN" sz="2400" smtClean="0"/>
              <a:t>    (Address Resolution Protocol)</a:t>
            </a:r>
          </a:p>
          <a:p>
            <a:pPr eaLnBrk="1" hangingPunct="1"/>
            <a:r>
              <a:rPr lang="zh-CN" altLang="en-US" sz="2400" smtClean="0"/>
              <a:t>逆地址解析协议 </a:t>
            </a:r>
            <a:r>
              <a:rPr lang="en-US" altLang="zh-CN" sz="2400" smtClean="0"/>
              <a:t>RARP</a:t>
            </a:r>
          </a:p>
          <a:p>
            <a:pPr eaLnBrk="1" hangingPunct="1">
              <a:buFont typeface="Wingdings" pitchFamily="2" charset="2"/>
              <a:buNone/>
            </a:pPr>
            <a:r>
              <a:rPr lang="en-US" altLang="zh-CN" sz="2400" smtClean="0"/>
              <a:t>   (Reverse Address Resolution Protocol)</a:t>
            </a:r>
          </a:p>
          <a:p>
            <a:pPr eaLnBrk="1" hangingPunct="1"/>
            <a:r>
              <a:rPr lang="zh-CN" altLang="en-US" sz="2400" smtClean="0"/>
              <a:t>网际控制报文协议 </a:t>
            </a:r>
            <a:r>
              <a:rPr lang="en-US" altLang="zh-CN" sz="2400" smtClean="0"/>
              <a:t>ICMP</a:t>
            </a:r>
          </a:p>
          <a:p>
            <a:pPr eaLnBrk="1" hangingPunct="1">
              <a:buFont typeface="Wingdings" pitchFamily="2" charset="2"/>
              <a:buNone/>
            </a:pPr>
            <a:r>
              <a:rPr lang="en-US" altLang="zh-CN" sz="2400" smtClean="0"/>
              <a:t>   (Internet Control Message Protocol)</a:t>
            </a:r>
          </a:p>
          <a:p>
            <a:pPr eaLnBrk="1" hangingPunct="1"/>
            <a:r>
              <a:rPr lang="zh-CN" altLang="en-US" sz="2400" smtClean="0"/>
              <a:t>网际组管理协议 </a:t>
            </a:r>
            <a:r>
              <a:rPr lang="en-US" altLang="zh-CN" sz="2400" smtClean="0"/>
              <a:t>IGMP</a:t>
            </a:r>
          </a:p>
          <a:p>
            <a:pPr eaLnBrk="1" hangingPunct="1">
              <a:buFont typeface="Wingdings" pitchFamily="2" charset="2"/>
              <a:buNone/>
            </a:pPr>
            <a:r>
              <a:rPr lang="en-US" altLang="zh-CN" sz="2400" smtClean="0"/>
              <a:t>   (Internet Group Management Protocol)</a:t>
            </a: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Grp="1" noChangeArrowheads="1"/>
          </p:cNvSpPr>
          <p:nvPr>
            <p:ph type="title"/>
          </p:nvPr>
        </p:nvSpPr>
        <p:spPr>
          <a:xfrm>
            <a:off x="1150938" y="214313"/>
            <a:ext cx="7165975" cy="1462087"/>
          </a:xfrm>
        </p:spPr>
        <p:txBody>
          <a:bodyPr/>
          <a:lstStyle/>
          <a:p>
            <a:pPr algn="ctr" eaLnBrk="1" hangingPunct="1"/>
            <a:r>
              <a:rPr lang="zh-CN" altLang="en-US" sz="4000" smtClean="0"/>
              <a:t>网际层的 </a:t>
            </a:r>
            <a:r>
              <a:rPr lang="en-US" altLang="zh-CN" sz="4000" smtClean="0"/>
              <a:t>IP </a:t>
            </a:r>
            <a:r>
              <a:rPr lang="zh-CN" altLang="en-US" sz="4000" smtClean="0"/>
              <a:t>协议及配套协议</a:t>
            </a:r>
          </a:p>
        </p:txBody>
      </p:sp>
      <p:sp>
        <p:nvSpPr>
          <p:cNvPr id="26627" name="Rectangle 4"/>
          <p:cNvSpPr>
            <a:spLocks noChangeArrowheads="1"/>
          </p:cNvSpPr>
          <p:nvPr/>
        </p:nvSpPr>
        <p:spPr bwMode="auto">
          <a:xfrm>
            <a:off x="3241675" y="3414713"/>
            <a:ext cx="4067175" cy="147161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628" name="Rectangle 5"/>
          <p:cNvSpPr>
            <a:spLocks noChangeArrowheads="1"/>
          </p:cNvSpPr>
          <p:nvPr/>
        </p:nvSpPr>
        <p:spPr bwMode="auto">
          <a:xfrm>
            <a:off x="3241675" y="2020888"/>
            <a:ext cx="4067175" cy="340836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a:solidFill>
                <a:schemeClr val="folHlink"/>
              </a:solidFill>
              <a:latin typeface="Arial" pitchFamily="34" charset="0"/>
            </a:endParaRPr>
          </a:p>
        </p:txBody>
      </p:sp>
      <p:sp>
        <p:nvSpPr>
          <p:cNvPr id="26629" name="Line 6"/>
          <p:cNvSpPr>
            <a:spLocks noChangeShapeType="1"/>
          </p:cNvSpPr>
          <p:nvPr/>
        </p:nvSpPr>
        <p:spPr bwMode="auto">
          <a:xfrm>
            <a:off x="3241675" y="2873375"/>
            <a:ext cx="4067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630" name="Line 7"/>
          <p:cNvSpPr>
            <a:spLocks noChangeShapeType="1"/>
          </p:cNvSpPr>
          <p:nvPr/>
        </p:nvSpPr>
        <p:spPr bwMode="auto">
          <a:xfrm>
            <a:off x="3241675" y="3414713"/>
            <a:ext cx="4067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631" name="Text Box 8"/>
          <p:cNvSpPr txBox="1">
            <a:spLocks noChangeArrowheads="1"/>
          </p:cNvSpPr>
          <p:nvPr/>
        </p:nvSpPr>
        <p:spPr bwMode="auto">
          <a:xfrm>
            <a:off x="4216400" y="2035175"/>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各种应用层协议</a:t>
            </a:r>
          </a:p>
        </p:txBody>
      </p:sp>
      <p:sp>
        <p:nvSpPr>
          <p:cNvPr id="26632" name="Text Box 9"/>
          <p:cNvSpPr txBox="1">
            <a:spLocks noChangeArrowheads="1"/>
          </p:cNvSpPr>
          <p:nvPr/>
        </p:nvSpPr>
        <p:spPr bwMode="auto">
          <a:xfrm>
            <a:off x="1331913" y="5013325"/>
            <a:ext cx="1876425"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75000"/>
              </a:lnSpc>
            </a:pPr>
            <a:r>
              <a:rPr kumimoji="1" lang="en-US" altLang="zh-CN" sz="2400">
                <a:solidFill>
                  <a:schemeClr val="folHlink"/>
                </a:solidFill>
                <a:latin typeface="Arial" pitchFamily="34" charset="0"/>
              </a:rPr>
              <a:t>  </a:t>
            </a:r>
            <a:r>
              <a:rPr kumimoji="1" lang="zh-CN" altLang="en-US" sz="2400">
                <a:solidFill>
                  <a:schemeClr val="folHlink"/>
                </a:solidFill>
                <a:latin typeface="Arial" pitchFamily="34" charset="0"/>
              </a:rPr>
              <a:t>网络接口层</a:t>
            </a:r>
          </a:p>
        </p:txBody>
      </p:sp>
      <p:sp>
        <p:nvSpPr>
          <p:cNvPr id="26633" name="Text Box 10"/>
          <p:cNvSpPr txBox="1">
            <a:spLocks noChangeArrowheads="1"/>
          </p:cNvSpPr>
          <p:nvPr/>
        </p:nvSpPr>
        <p:spPr bwMode="auto">
          <a:xfrm>
            <a:off x="3698875" y="2420938"/>
            <a:ext cx="3328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(HTTP, FTP, SMTP </a:t>
            </a:r>
            <a:r>
              <a:rPr kumimoji="1" lang="zh-CN" altLang="zh-CN" sz="2400">
                <a:solidFill>
                  <a:schemeClr val="folHlink"/>
                </a:solidFill>
                <a:latin typeface="Arial" pitchFamily="34" charset="0"/>
              </a:rPr>
              <a:t>等</a:t>
            </a:r>
            <a:r>
              <a:rPr kumimoji="1" lang="en-US" altLang="zh-CN" sz="2400">
                <a:solidFill>
                  <a:schemeClr val="folHlink"/>
                </a:solidFill>
                <a:latin typeface="Arial" pitchFamily="34" charset="0"/>
              </a:rPr>
              <a:t>)</a:t>
            </a:r>
          </a:p>
        </p:txBody>
      </p:sp>
      <p:sp>
        <p:nvSpPr>
          <p:cNvPr id="26634" name="Rectangle 11"/>
          <p:cNvSpPr>
            <a:spLocks noChangeArrowheads="1"/>
          </p:cNvSpPr>
          <p:nvPr/>
        </p:nvSpPr>
        <p:spPr bwMode="auto">
          <a:xfrm>
            <a:off x="3236913" y="5507038"/>
            <a:ext cx="4071937" cy="730250"/>
          </a:xfrm>
          <a:prstGeom prst="rect">
            <a:avLst/>
          </a:prstGeom>
          <a:solidFill>
            <a:srgbClr val="FFFFFF">
              <a:alpha val="49019"/>
            </a:srgbClr>
          </a:solidFill>
          <a:ln w="9525">
            <a:solidFill>
              <a:schemeClr val="tx1"/>
            </a:solidFill>
            <a:prstDash val="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635" name="Text Box 12"/>
          <p:cNvSpPr txBox="1">
            <a:spLocks noChangeArrowheads="1"/>
          </p:cNvSpPr>
          <p:nvPr/>
        </p:nvSpPr>
        <p:spPr bwMode="auto">
          <a:xfrm>
            <a:off x="4572000" y="5635625"/>
            <a:ext cx="1404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物理硬件</a:t>
            </a:r>
          </a:p>
        </p:txBody>
      </p:sp>
      <p:sp>
        <p:nvSpPr>
          <p:cNvPr id="26636" name="Text Box 13"/>
          <p:cNvSpPr txBox="1">
            <a:spLocks noChangeArrowheads="1"/>
          </p:cNvSpPr>
          <p:nvPr/>
        </p:nvSpPr>
        <p:spPr bwMode="auto">
          <a:xfrm>
            <a:off x="1816100" y="2900363"/>
            <a:ext cx="1096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运输层</a:t>
            </a:r>
          </a:p>
        </p:txBody>
      </p:sp>
      <p:sp>
        <p:nvSpPr>
          <p:cNvPr id="26637" name="Text Box 14"/>
          <p:cNvSpPr txBox="1">
            <a:spLocks noChangeArrowheads="1"/>
          </p:cNvSpPr>
          <p:nvPr/>
        </p:nvSpPr>
        <p:spPr bwMode="auto">
          <a:xfrm>
            <a:off x="4681538" y="2924175"/>
            <a:ext cx="1606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TCP, UDP</a:t>
            </a:r>
          </a:p>
        </p:txBody>
      </p:sp>
      <p:sp>
        <p:nvSpPr>
          <p:cNvPr id="26638" name="Text Box 15"/>
          <p:cNvSpPr txBox="1">
            <a:spLocks noChangeArrowheads="1"/>
          </p:cNvSpPr>
          <p:nvPr/>
        </p:nvSpPr>
        <p:spPr bwMode="auto">
          <a:xfrm>
            <a:off x="1863725" y="2200275"/>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应用层</a:t>
            </a:r>
          </a:p>
        </p:txBody>
      </p:sp>
      <p:sp>
        <p:nvSpPr>
          <p:cNvPr id="26639" name="Rectangle 16"/>
          <p:cNvSpPr>
            <a:spLocks noChangeArrowheads="1"/>
          </p:cNvSpPr>
          <p:nvPr/>
        </p:nvSpPr>
        <p:spPr bwMode="auto">
          <a:xfrm>
            <a:off x="3325813" y="3460750"/>
            <a:ext cx="969962" cy="3730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a:solidFill>
                  <a:schemeClr val="folHlink"/>
                </a:solidFill>
                <a:latin typeface="Arial" pitchFamily="34" charset="0"/>
              </a:rPr>
              <a:t>ICMP</a:t>
            </a:r>
          </a:p>
        </p:txBody>
      </p:sp>
      <p:sp>
        <p:nvSpPr>
          <p:cNvPr id="26640" name="Text Box 17"/>
          <p:cNvSpPr txBox="1">
            <a:spLocks noChangeArrowheads="1"/>
          </p:cNvSpPr>
          <p:nvPr/>
        </p:nvSpPr>
        <p:spPr bwMode="auto">
          <a:xfrm>
            <a:off x="5154613" y="3821113"/>
            <a:ext cx="4714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b="1">
                <a:solidFill>
                  <a:schemeClr val="folHlink"/>
                </a:solidFill>
                <a:latin typeface="Arial" pitchFamily="34" charset="0"/>
              </a:rPr>
              <a:t>IP</a:t>
            </a:r>
          </a:p>
        </p:txBody>
      </p:sp>
      <p:sp>
        <p:nvSpPr>
          <p:cNvPr id="26641" name="Rectangle 18"/>
          <p:cNvSpPr>
            <a:spLocks noChangeArrowheads="1"/>
          </p:cNvSpPr>
          <p:nvPr/>
        </p:nvSpPr>
        <p:spPr bwMode="auto">
          <a:xfrm>
            <a:off x="5322888" y="4422775"/>
            <a:ext cx="931862" cy="3730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a:solidFill>
                  <a:schemeClr val="folHlink"/>
                </a:solidFill>
                <a:latin typeface="Arial" pitchFamily="34" charset="0"/>
              </a:rPr>
              <a:t>RARP</a:t>
            </a:r>
          </a:p>
        </p:txBody>
      </p:sp>
      <p:sp>
        <p:nvSpPr>
          <p:cNvPr id="26642" name="Rectangle 19"/>
          <p:cNvSpPr>
            <a:spLocks noChangeArrowheads="1"/>
          </p:cNvSpPr>
          <p:nvPr/>
        </p:nvSpPr>
        <p:spPr bwMode="auto">
          <a:xfrm>
            <a:off x="6338888" y="4422775"/>
            <a:ext cx="884237" cy="3730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a:solidFill>
                  <a:schemeClr val="folHlink"/>
                </a:solidFill>
                <a:latin typeface="Arial" pitchFamily="34" charset="0"/>
              </a:rPr>
              <a:t>ARP</a:t>
            </a:r>
          </a:p>
        </p:txBody>
      </p:sp>
      <p:sp>
        <p:nvSpPr>
          <p:cNvPr id="26643" name="Text Box 20"/>
          <p:cNvSpPr txBox="1">
            <a:spLocks noChangeArrowheads="1"/>
          </p:cNvSpPr>
          <p:nvPr/>
        </p:nvSpPr>
        <p:spPr bwMode="auto">
          <a:xfrm>
            <a:off x="4167188" y="4941888"/>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与各种网络接口</a:t>
            </a:r>
          </a:p>
        </p:txBody>
      </p:sp>
      <p:sp>
        <p:nvSpPr>
          <p:cNvPr id="26644" name="Line 21"/>
          <p:cNvSpPr>
            <a:spLocks noChangeShapeType="1"/>
          </p:cNvSpPr>
          <p:nvPr/>
        </p:nvSpPr>
        <p:spPr bwMode="auto">
          <a:xfrm>
            <a:off x="3241675" y="4886325"/>
            <a:ext cx="4067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645" name="Line 22"/>
          <p:cNvSpPr>
            <a:spLocks noChangeShapeType="1"/>
          </p:cNvSpPr>
          <p:nvPr/>
        </p:nvSpPr>
        <p:spPr bwMode="auto">
          <a:xfrm>
            <a:off x="1601788" y="2873375"/>
            <a:ext cx="15541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6646" name="Line 23"/>
          <p:cNvSpPr>
            <a:spLocks noChangeShapeType="1"/>
          </p:cNvSpPr>
          <p:nvPr/>
        </p:nvSpPr>
        <p:spPr bwMode="auto">
          <a:xfrm>
            <a:off x="1601788" y="3414713"/>
            <a:ext cx="15541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6647" name="Line 24"/>
          <p:cNvSpPr>
            <a:spLocks noChangeShapeType="1"/>
          </p:cNvSpPr>
          <p:nvPr/>
        </p:nvSpPr>
        <p:spPr bwMode="auto">
          <a:xfrm>
            <a:off x="1628775" y="4883150"/>
            <a:ext cx="1527175" cy="3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6648" name="Line 25"/>
          <p:cNvSpPr>
            <a:spLocks noChangeShapeType="1"/>
          </p:cNvSpPr>
          <p:nvPr/>
        </p:nvSpPr>
        <p:spPr bwMode="auto">
          <a:xfrm>
            <a:off x="2354263" y="3414713"/>
            <a:ext cx="0" cy="1471612"/>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6649" name="Text Box 26"/>
          <p:cNvSpPr txBox="1">
            <a:spLocks noChangeArrowheads="1"/>
          </p:cNvSpPr>
          <p:nvPr/>
        </p:nvSpPr>
        <p:spPr bwMode="auto">
          <a:xfrm>
            <a:off x="1516063" y="3697288"/>
            <a:ext cx="1706562" cy="822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400">
                <a:solidFill>
                  <a:schemeClr val="folHlink"/>
                </a:solidFill>
                <a:latin typeface="Arial" pitchFamily="34" charset="0"/>
              </a:rPr>
              <a:t>网络层</a:t>
            </a:r>
          </a:p>
          <a:p>
            <a:pPr algn="ctr" eaLnBrk="1" hangingPunct="1"/>
            <a:r>
              <a:rPr kumimoji="1" lang="zh-CN" altLang="en-US" sz="2400">
                <a:solidFill>
                  <a:schemeClr val="folHlink"/>
                </a:solidFill>
                <a:latin typeface="Arial" pitchFamily="34" charset="0"/>
              </a:rPr>
              <a:t>（网际层）</a:t>
            </a:r>
          </a:p>
        </p:txBody>
      </p:sp>
      <p:sp>
        <p:nvSpPr>
          <p:cNvPr id="26650" name="Rectangle 27"/>
          <p:cNvSpPr>
            <a:spLocks noChangeArrowheads="1"/>
          </p:cNvSpPr>
          <p:nvPr/>
        </p:nvSpPr>
        <p:spPr bwMode="auto">
          <a:xfrm>
            <a:off x="4343400" y="3460750"/>
            <a:ext cx="968375" cy="3730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a:solidFill>
                  <a:schemeClr val="folHlink"/>
                </a:solidFill>
                <a:latin typeface="Arial" pitchFamily="34" charset="0"/>
              </a:rPr>
              <a:t>IGMP</a:t>
            </a:r>
          </a:p>
        </p:txBody>
      </p:sp>
      <p:sp>
        <p:nvSpPr>
          <p:cNvPr id="26651" name="Line 28"/>
          <p:cNvSpPr>
            <a:spLocks noChangeShapeType="1"/>
          </p:cNvSpPr>
          <p:nvPr/>
        </p:nvSpPr>
        <p:spPr bwMode="auto">
          <a:xfrm flipV="1">
            <a:off x="1614488" y="2020888"/>
            <a:ext cx="15414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6652" name="Line 29"/>
          <p:cNvSpPr>
            <a:spLocks noChangeShapeType="1"/>
          </p:cNvSpPr>
          <p:nvPr/>
        </p:nvSpPr>
        <p:spPr bwMode="auto">
          <a:xfrm>
            <a:off x="1587500" y="5429250"/>
            <a:ext cx="15684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p:cNvSpPr>
            <a:spLocks noGrp="1" noChangeArrowheads="1"/>
          </p:cNvSpPr>
          <p:nvPr>
            <p:ph type="body" idx="1"/>
          </p:nvPr>
        </p:nvSpPr>
        <p:spPr>
          <a:xfrm>
            <a:off x="468313" y="2132013"/>
            <a:ext cx="8675687" cy="4321175"/>
          </a:xfrm>
        </p:spPr>
        <p:txBody>
          <a:bodyPr/>
          <a:lstStyle/>
          <a:p>
            <a:pPr eaLnBrk="1" hangingPunct="1">
              <a:lnSpc>
                <a:spcPct val="120000"/>
              </a:lnSpc>
            </a:pPr>
            <a:r>
              <a:rPr lang="zh-CN" altLang="en-US" smtClean="0">
                <a:solidFill>
                  <a:schemeClr val="hlink"/>
                </a:solidFill>
              </a:rPr>
              <a:t>中间设备</a:t>
            </a:r>
            <a:r>
              <a:rPr lang="zh-CN" altLang="en-US" smtClean="0"/>
              <a:t>又称为</a:t>
            </a:r>
            <a:r>
              <a:rPr lang="zh-CN" altLang="en-US" smtClean="0">
                <a:solidFill>
                  <a:schemeClr val="hlink"/>
                </a:solidFill>
              </a:rPr>
              <a:t>中间系统</a:t>
            </a:r>
            <a:r>
              <a:rPr lang="zh-CN" altLang="en-US" smtClean="0"/>
              <a:t>或</a:t>
            </a:r>
            <a:r>
              <a:rPr lang="zh-CN" altLang="en-US" smtClean="0">
                <a:solidFill>
                  <a:schemeClr val="hlink"/>
                </a:solidFill>
              </a:rPr>
              <a:t>中继</a:t>
            </a:r>
            <a:r>
              <a:rPr lang="en-US" altLang="zh-CN" smtClean="0"/>
              <a:t>(relay)</a:t>
            </a:r>
            <a:r>
              <a:rPr lang="zh-CN" altLang="en-US" smtClean="0"/>
              <a:t>系统。</a:t>
            </a:r>
          </a:p>
          <a:p>
            <a:pPr lvl="1" eaLnBrk="1" hangingPunct="1">
              <a:lnSpc>
                <a:spcPct val="120000"/>
              </a:lnSpc>
            </a:pPr>
            <a:r>
              <a:rPr lang="zh-CN" altLang="en-US" smtClean="0">
                <a:solidFill>
                  <a:srgbClr val="333399"/>
                </a:solidFill>
                <a:latin typeface="Arial" pitchFamily="34" charset="0"/>
                <a:ea typeface="黑体" pitchFamily="49" charset="-122"/>
              </a:rPr>
              <a:t>物理层中继系统：</a:t>
            </a:r>
            <a:r>
              <a:rPr lang="zh-CN" altLang="en-US" smtClean="0">
                <a:solidFill>
                  <a:schemeClr val="hlink"/>
                </a:solidFill>
                <a:latin typeface="Arial" pitchFamily="34" charset="0"/>
                <a:ea typeface="黑体" pitchFamily="49" charset="-122"/>
              </a:rPr>
              <a:t>转发器</a:t>
            </a:r>
            <a:r>
              <a:rPr lang="en-US" altLang="zh-CN" smtClean="0">
                <a:solidFill>
                  <a:srgbClr val="333399"/>
                </a:solidFill>
                <a:latin typeface="Arial" pitchFamily="34" charset="0"/>
                <a:ea typeface="黑体" pitchFamily="49" charset="-122"/>
              </a:rPr>
              <a:t>(repeater)</a:t>
            </a:r>
            <a:r>
              <a:rPr lang="zh-CN" altLang="en-US" smtClean="0">
                <a:solidFill>
                  <a:srgbClr val="333399"/>
                </a:solidFill>
                <a:latin typeface="Arial" pitchFamily="34" charset="0"/>
                <a:ea typeface="黑体" pitchFamily="49" charset="-122"/>
              </a:rPr>
              <a:t>。</a:t>
            </a:r>
          </a:p>
          <a:p>
            <a:pPr lvl="1" eaLnBrk="1" hangingPunct="1">
              <a:lnSpc>
                <a:spcPct val="120000"/>
              </a:lnSpc>
            </a:pPr>
            <a:r>
              <a:rPr lang="zh-CN" altLang="en-US" smtClean="0">
                <a:solidFill>
                  <a:srgbClr val="333399"/>
                </a:solidFill>
                <a:latin typeface="Arial" pitchFamily="34" charset="0"/>
                <a:ea typeface="黑体" pitchFamily="49" charset="-122"/>
              </a:rPr>
              <a:t>数据链路层中继系统：</a:t>
            </a:r>
            <a:r>
              <a:rPr lang="zh-CN" altLang="en-US" smtClean="0">
                <a:solidFill>
                  <a:schemeClr val="hlink"/>
                </a:solidFill>
                <a:latin typeface="Arial" pitchFamily="34" charset="0"/>
                <a:ea typeface="黑体" pitchFamily="49" charset="-122"/>
              </a:rPr>
              <a:t>网桥</a:t>
            </a:r>
            <a:r>
              <a:rPr lang="zh-CN" altLang="en-US" smtClean="0">
                <a:solidFill>
                  <a:srgbClr val="333399"/>
                </a:solidFill>
                <a:latin typeface="Arial" pitchFamily="34" charset="0"/>
                <a:ea typeface="黑体" pitchFamily="49" charset="-122"/>
              </a:rPr>
              <a:t>或</a:t>
            </a:r>
            <a:r>
              <a:rPr lang="zh-CN" altLang="en-US" smtClean="0">
                <a:solidFill>
                  <a:schemeClr val="hlink"/>
                </a:solidFill>
                <a:latin typeface="Arial" pitchFamily="34" charset="0"/>
                <a:ea typeface="黑体" pitchFamily="49" charset="-122"/>
              </a:rPr>
              <a:t>桥接器</a:t>
            </a:r>
            <a:r>
              <a:rPr lang="en-US" altLang="zh-CN" smtClean="0">
                <a:solidFill>
                  <a:srgbClr val="333399"/>
                </a:solidFill>
                <a:latin typeface="Arial" pitchFamily="34" charset="0"/>
                <a:ea typeface="黑体" pitchFamily="49" charset="-122"/>
              </a:rPr>
              <a:t>(bridge)</a:t>
            </a:r>
            <a:r>
              <a:rPr lang="zh-CN" altLang="en-US" smtClean="0">
                <a:solidFill>
                  <a:srgbClr val="333399"/>
                </a:solidFill>
                <a:latin typeface="Arial" pitchFamily="34" charset="0"/>
                <a:ea typeface="黑体" pitchFamily="49" charset="-122"/>
              </a:rPr>
              <a:t>。</a:t>
            </a:r>
          </a:p>
          <a:p>
            <a:pPr lvl="1" eaLnBrk="1" hangingPunct="1">
              <a:lnSpc>
                <a:spcPct val="120000"/>
              </a:lnSpc>
            </a:pPr>
            <a:r>
              <a:rPr lang="zh-CN" altLang="en-US" smtClean="0">
                <a:solidFill>
                  <a:srgbClr val="333399"/>
                </a:solidFill>
                <a:latin typeface="Arial" pitchFamily="34" charset="0"/>
                <a:ea typeface="黑体" pitchFamily="49" charset="-122"/>
              </a:rPr>
              <a:t>网络层中继系统：</a:t>
            </a:r>
            <a:r>
              <a:rPr lang="zh-CN" altLang="en-US" smtClean="0">
                <a:solidFill>
                  <a:schemeClr val="hlink"/>
                </a:solidFill>
                <a:latin typeface="Arial" pitchFamily="34" charset="0"/>
                <a:ea typeface="黑体" pitchFamily="49" charset="-122"/>
              </a:rPr>
              <a:t>路由器</a:t>
            </a:r>
            <a:r>
              <a:rPr lang="en-US" altLang="zh-CN" smtClean="0">
                <a:solidFill>
                  <a:srgbClr val="333399"/>
                </a:solidFill>
                <a:latin typeface="Arial" pitchFamily="34" charset="0"/>
                <a:ea typeface="黑体" pitchFamily="49" charset="-122"/>
              </a:rPr>
              <a:t>(router)</a:t>
            </a:r>
            <a:r>
              <a:rPr lang="zh-CN" altLang="en-US" smtClean="0">
                <a:solidFill>
                  <a:srgbClr val="333399"/>
                </a:solidFill>
                <a:latin typeface="Arial" pitchFamily="34" charset="0"/>
                <a:ea typeface="黑体" pitchFamily="49" charset="-122"/>
              </a:rPr>
              <a:t>。</a:t>
            </a:r>
          </a:p>
          <a:p>
            <a:pPr lvl="1" eaLnBrk="1" hangingPunct="1">
              <a:lnSpc>
                <a:spcPct val="120000"/>
              </a:lnSpc>
            </a:pPr>
            <a:r>
              <a:rPr lang="zh-CN" altLang="en-US" smtClean="0">
                <a:solidFill>
                  <a:srgbClr val="333399"/>
                </a:solidFill>
                <a:latin typeface="Arial" pitchFamily="34" charset="0"/>
                <a:ea typeface="黑体" pitchFamily="49" charset="-122"/>
              </a:rPr>
              <a:t>网络层以上的中继系统：</a:t>
            </a:r>
            <a:r>
              <a:rPr lang="zh-CN" altLang="en-US" smtClean="0">
                <a:solidFill>
                  <a:schemeClr val="hlink"/>
                </a:solidFill>
                <a:latin typeface="Arial" pitchFamily="34" charset="0"/>
                <a:ea typeface="黑体" pitchFamily="49" charset="-122"/>
              </a:rPr>
              <a:t>网关</a:t>
            </a:r>
            <a:r>
              <a:rPr lang="en-US" altLang="zh-CN" smtClean="0">
                <a:solidFill>
                  <a:srgbClr val="333399"/>
                </a:solidFill>
                <a:latin typeface="Arial" pitchFamily="34" charset="0"/>
                <a:ea typeface="黑体" pitchFamily="49" charset="-122"/>
              </a:rPr>
              <a:t>(gateway)</a:t>
            </a:r>
            <a:r>
              <a:rPr lang="zh-CN" altLang="en-US" smtClean="0">
                <a:solidFill>
                  <a:srgbClr val="333399"/>
                </a:solidFill>
                <a:latin typeface="Arial" pitchFamily="34" charset="0"/>
                <a:ea typeface="黑体" pitchFamily="49" charset="-122"/>
              </a:rPr>
              <a:t>。</a:t>
            </a:r>
            <a:r>
              <a:rPr lang="zh-CN" altLang="en-US" smtClean="0"/>
              <a:t>  </a:t>
            </a:r>
          </a:p>
        </p:txBody>
      </p:sp>
      <p:sp>
        <p:nvSpPr>
          <p:cNvPr id="27651" name="Rectangle 3"/>
          <p:cNvSpPr>
            <a:spLocks noGrp="1" noChangeArrowheads="1"/>
          </p:cNvSpPr>
          <p:nvPr>
            <p:ph type="title"/>
          </p:nvPr>
        </p:nvSpPr>
        <p:spPr/>
        <p:txBody>
          <a:bodyPr/>
          <a:lstStyle/>
          <a:p>
            <a:pPr algn="ctr" eaLnBrk="1" hangingPunct="1"/>
            <a:r>
              <a:rPr lang="zh-CN" altLang="en-US" smtClean="0"/>
              <a:t>网络互相连接起来</a:t>
            </a:r>
            <a:br>
              <a:rPr lang="zh-CN" altLang="en-US" smtClean="0"/>
            </a:br>
            <a:r>
              <a:rPr lang="zh-CN" altLang="en-US" smtClean="0"/>
              <a:t>要使用一些中间设备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1234">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1234">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1234">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51234">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build="p"/>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body" idx="1"/>
          </p:nvPr>
        </p:nvSpPr>
        <p:spPr>
          <a:xfrm>
            <a:off x="755650" y="1916113"/>
            <a:ext cx="8101013" cy="4321175"/>
          </a:xfrm>
        </p:spPr>
        <p:txBody>
          <a:bodyPr/>
          <a:lstStyle/>
          <a:p>
            <a:pPr eaLnBrk="1" hangingPunct="1"/>
            <a:r>
              <a:rPr lang="zh-CN" altLang="en-US" smtClean="0"/>
              <a:t>当中继系统是转发器或网桥时，一般并不称之为网络互连，因为这仅仅是把一个网络扩大了，而这仍然是一个网络。 </a:t>
            </a:r>
          </a:p>
          <a:p>
            <a:pPr eaLnBrk="1" hangingPunct="1">
              <a:buFont typeface="Wingdings" pitchFamily="2" charset="2"/>
              <a:buNone/>
            </a:pPr>
            <a:endParaRPr lang="zh-CN" altLang="en-US" smtClean="0"/>
          </a:p>
          <a:p>
            <a:pPr eaLnBrk="1" hangingPunct="1"/>
            <a:endParaRPr lang="en-US" altLang="zh-CN" smtClean="0"/>
          </a:p>
        </p:txBody>
      </p:sp>
      <p:sp>
        <p:nvSpPr>
          <p:cNvPr id="28675" name="Rectangle 3"/>
          <p:cNvSpPr>
            <a:spLocks noGrp="1" noChangeArrowheads="1"/>
          </p:cNvSpPr>
          <p:nvPr>
            <p:ph type="title"/>
          </p:nvPr>
        </p:nvSpPr>
        <p:spPr/>
        <p:txBody>
          <a:bodyPr/>
          <a:lstStyle/>
          <a:p>
            <a:pPr algn="ctr" eaLnBrk="1" hangingPunct="1"/>
            <a:r>
              <a:rPr lang="zh-CN" altLang="en-US" smtClean="0"/>
              <a:t>网络互连使用路由器 </a:t>
            </a: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3"/>
          <p:cNvSpPr>
            <a:spLocks noGrp="1" noChangeArrowheads="1"/>
          </p:cNvSpPr>
          <p:nvPr>
            <p:ph type="title"/>
          </p:nvPr>
        </p:nvSpPr>
        <p:spPr/>
        <p:txBody>
          <a:bodyPr/>
          <a:lstStyle/>
          <a:p>
            <a:pPr algn="ctr" eaLnBrk="1" hangingPunct="1"/>
            <a:r>
              <a:rPr lang="zh-CN" altLang="en-US" smtClean="0"/>
              <a:t>互连网络与虚拟互连网络 </a:t>
            </a:r>
          </a:p>
        </p:txBody>
      </p:sp>
      <p:sp>
        <p:nvSpPr>
          <p:cNvPr id="29699" name="Line 5"/>
          <p:cNvSpPr>
            <a:spLocks noChangeShapeType="1"/>
          </p:cNvSpPr>
          <p:nvPr/>
        </p:nvSpPr>
        <p:spPr bwMode="auto">
          <a:xfrm>
            <a:off x="7267575" y="2352675"/>
            <a:ext cx="74613" cy="7381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0" name="Line 6"/>
          <p:cNvSpPr>
            <a:spLocks noChangeShapeType="1"/>
          </p:cNvSpPr>
          <p:nvPr/>
        </p:nvSpPr>
        <p:spPr bwMode="auto">
          <a:xfrm flipH="1" flipV="1">
            <a:off x="6257925" y="4783138"/>
            <a:ext cx="273050" cy="6746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1" name="Line 7"/>
          <p:cNvSpPr>
            <a:spLocks noChangeShapeType="1"/>
          </p:cNvSpPr>
          <p:nvPr/>
        </p:nvSpPr>
        <p:spPr bwMode="auto">
          <a:xfrm>
            <a:off x="5643563" y="2500313"/>
            <a:ext cx="442912" cy="6635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2" name="Line 8"/>
          <p:cNvSpPr>
            <a:spLocks noChangeShapeType="1"/>
          </p:cNvSpPr>
          <p:nvPr/>
        </p:nvSpPr>
        <p:spPr bwMode="auto">
          <a:xfrm flipH="1">
            <a:off x="7934325" y="2574925"/>
            <a:ext cx="588963" cy="661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3" name="Line 9"/>
          <p:cNvSpPr>
            <a:spLocks noChangeShapeType="1"/>
          </p:cNvSpPr>
          <p:nvPr/>
        </p:nvSpPr>
        <p:spPr bwMode="auto">
          <a:xfrm flipV="1">
            <a:off x="5495925" y="4708525"/>
            <a:ext cx="442913" cy="8112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4" name="Line 10"/>
          <p:cNvSpPr>
            <a:spLocks noChangeShapeType="1"/>
          </p:cNvSpPr>
          <p:nvPr/>
        </p:nvSpPr>
        <p:spPr bwMode="auto">
          <a:xfrm flipH="1" flipV="1">
            <a:off x="7416800" y="4783138"/>
            <a:ext cx="147638" cy="8096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5" name="Line 11"/>
          <p:cNvSpPr>
            <a:spLocks noChangeShapeType="1"/>
          </p:cNvSpPr>
          <p:nvPr/>
        </p:nvSpPr>
        <p:spPr bwMode="auto">
          <a:xfrm flipH="1" flipV="1">
            <a:off x="8154988" y="4708525"/>
            <a:ext cx="368300" cy="7366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6" name="Oval 12"/>
          <p:cNvSpPr>
            <a:spLocks noChangeArrowheads="1"/>
          </p:cNvSpPr>
          <p:nvPr/>
        </p:nvSpPr>
        <p:spPr bwMode="auto">
          <a:xfrm>
            <a:off x="2695575" y="3643313"/>
            <a:ext cx="1347788" cy="1270000"/>
          </a:xfrm>
          <a:prstGeom prst="ellipse">
            <a:avLst/>
          </a:prstGeom>
          <a:solidFill>
            <a:srgbClr val="FFFFFF"/>
          </a:solidFill>
          <a:ln w="9525">
            <a:solidFill>
              <a:srgbClr val="000000"/>
            </a:solidFill>
            <a:prstDash val="dash"/>
            <a:round/>
            <a:headEnd/>
            <a:tailEnd/>
          </a:ln>
        </p:spPr>
        <p:txBody>
          <a:bodyPr/>
          <a:lstStyle/>
          <a:p>
            <a:endParaRPr lang="zh-CN" altLang="en-US"/>
          </a:p>
        </p:txBody>
      </p:sp>
      <p:sp>
        <p:nvSpPr>
          <p:cNvPr id="29707" name="Oval 13"/>
          <p:cNvSpPr>
            <a:spLocks noChangeArrowheads="1"/>
          </p:cNvSpPr>
          <p:nvPr/>
        </p:nvSpPr>
        <p:spPr bwMode="auto">
          <a:xfrm>
            <a:off x="173038" y="3236913"/>
            <a:ext cx="1322387" cy="1276350"/>
          </a:xfrm>
          <a:prstGeom prst="ellipse">
            <a:avLst/>
          </a:prstGeom>
          <a:solidFill>
            <a:srgbClr val="FFFFFF"/>
          </a:solidFill>
          <a:ln w="9525">
            <a:solidFill>
              <a:srgbClr val="000000"/>
            </a:solidFill>
            <a:prstDash val="dash"/>
            <a:round/>
            <a:headEnd/>
            <a:tailEnd/>
          </a:ln>
        </p:spPr>
        <p:txBody>
          <a:bodyPr/>
          <a:lstStyle/>
          <a:p>
            <a:endParaRPr lang="zh-CN" altLang="en-US"/>
          </a:p>
        </p:txBody>
      </p:sp>
      <p:sp>
        <p:nvSpPr>
          <p:cNvPr id="29708" name="Oval 14"/>
          <p:cNvSpPr>
            <a:spLocks noChangeArrowheads="1"/>
          </p:cNvSpPr>
          <p:nvPr/>
        </p:nvSpPr>
        <p:spPr bwMode="auto">
          <a:xfrm>
            <a:off x="2484438" y="2790825"/>
            <a:ext cx="1346200" cy="1230313"/>
          </a:xfrm>
          <a:prstGeom prst="ellipse">
            <a:avLst/>
          </a:prstGeom>
          <a:solidFill>
            <a:srgbClr val="FFFFFF"/>
          </a:solidFill>
          <a:ln w="9525">
            <a:solidFill>
              <a:srgbClr val="000000"/>
            </a:solidFill>
            <a:prstDash val="dash"/>
            <a:round/>
            <a:headEnd/>
            <a:tailEnd/>
          </a:ln>
        </p:spPr>
        <p:txBody>
          <a:bodyPr/>
          <a:lstStyle/>
          <a:p>
            <a:endParaRPr lang="zh-CN" altLang="en-US"/>
          </a:p>
        </p:txBody>
      </p:sp>
      <p:sp>
        <p:nvSpPr>
          <p:cNvPr id="29709" name="Oval 15"/>
          <p:cNvSpPr>
            <a:spLocks noChangeArrowheads="1"/>
          </p:cNvSpPr>
          <p:nvPr/>
        </p:nvSpPr>
        <p:spPr bwMode="auto">
          <a:xfrm>
            <a:off x="1778000" y="3886200"/>
            <a:ext cx="1346200" cy="1296988"/>
          </a:xfrm>
          <a:prstGeom prst="ellipse">
            <a:avLst/>
          </a:prstGeom>
          <a:solidFill>
            <a:srgbClr val="FFFFFF"/>
          </a:solidFill>
          <a:ln w="9525">
            <a:solidFill>
              <a:srgbClr val="000000"/>
            </a:solidFill>
            <a:prstDash val="dash"/>
            <a:round/>
            <a:headEnd/>
            <a:tailEnd/>
          </a:ln>
        </p:spPr>
        <p:txBody>
          <a:bodyPr/>
          <a:lstStyle/>
          <a:p>
            <a:endParaRPr lang="zh-CN" altLang="en-US"/>
          </a:p>
        </p:txBody>
      </p:sp>
      <p:sp>
        <p:nvSpPr>
          <p:cNvPr id="29710" name="Oval 16"/>
          <p:cNvSpPr>
            <a:spLocks noChangeArrowheads="1"/>
          </p:cNvSpPr>
          <p:nvPr/>
        </p:nvSpPr>
        <p:spPr bwMode="auto">
          <a:xfrm>
            <a:off x="620713" y="3773488"/>
            <a:ext cx="1344612" cy="1230312"/>
          </a:xfrm>
          <a:prstGeom prst="ellipse">
            <a:avLst/>
          </a:prstGeom>
          <a:solidFill>
            <a:srgbClr val="FFFFFF"/>
          </a:solidFill>
          <a:ln w="9525">
            <a:solidFill>
              <a:srgbClr val="000000"/>
            </a:solidFill>
            <a:prstDash val="dash"/>
            <a:round/>
            <a:headEnd/>
            <a:tailEnd/>
          </a:ln>
        </p:spPr>
        <p:txBody>
          <a:bodyPr/>
          <a:lstStyle/>
          <a:p>
            <a:endParaRPr lang="zh-CN" altLang="en-US"/>
          </a:p>
        </p:txBody>
      </p:sp>
      <p:sp>
        <p:nvSpPr>
          <p:cNvPr id="29711" name="Oval 17"/>
          <p:cNvSpPr>
            <a:spLocks noChangeArrowheads="1"/>
          </p:cNvSpPr>
          <p:nvPr/>
        </p:nvSpPr>
        <p:spPr bwMode="auto">
          <a:xfrm>
            <a:off x="1658938" y="2613025"/>
            <a:ext cx="1322387" cy="1273175"/>
          </a:xfrm>
          <a:prstGeom prst="ellipse">
            <a:avLst/>
          </a:prstGeom>
          <a:solidFill>
            <a:srgbClr val="FFFFFF"/>
          </a:solidFill>
          <a:ln w="9525">
            <a:solidFill>
              <a:srgbClr val="000000"/>
            </a:solidFill>
            <a:prstDash val="dash"/>
            <a:round/>
            <a:headEnd/>
            <a:tailEnd/>
          </a:ln>
        </p:spPr>
        <p:txBody>
          <a:bodyPr/>
          <a:lstStyle/>
          <a:p>
            <a:endParaRPr lang="zh-CN" altLang="en-US"/>
          </a:p>
        </p:txBody>
      </p:sp>
      <p:sp>
        <p:nvSpPr>
          <p:cNvPr id="29712" name="Oval 18"/>
          <p:cNvSpPr>
            <a:spLocks noChangeArrowheads="1"/>
          </p:cNvSpPr>
          <p:nvPr/>
        </p:nvSpPr>
        <p:spPr bwMode="auto">
          <a:xfrm>
            <a:off x="809625" y="2613025"/>
            <a:ext cx="1322388" cy="1225550"/>
          </a:xfrm>
          <a:prstGeom prst="ellipse">
            <a:avLst/>
          </a:prstGeom>
          <a:solidFill>
            <a:srgbClr val="FFFFFF"/>
          </a:solidFill>
          <a:ln w="9525">
            <a:solidFill>
              <a:srgbClr val="000000"/>
            </a:solidFill>
            <a:prstDash val="dash"/>
            <a:round/>
            <a:headEnd/>
            <a:tailEnd/>
          </a:ln>
        </p:spPr>
        <p:txBody>
          <a:bodyPr/>
          <a:lstStyle/>
          <a:p>
            <a:endParaRPr lang="zh-CN" altLang="en-US"/>
          </a:p>
        </p:txBody>
      </p:sp>
      <p:sp>
        <p:nvSpPr>
          <p:cNvPr id="29713" name="Oval 19"/>
          <p:cNvSpPr>
            <a:spLocks noChangeArrowheads="1"/>
          </p:cNvSpPr>
          <p:nvPr/>
        </p:nvSpPr>
        <p:spPr bwMode="auto">
          <a:xfrm>
            <a:off x="527050" y="2901950"/>
            <a:ext cx="3208338" cy="1768475"/>
          </a:xfrm>
          <a:prstGeom prst="ellipse">
            <a:avLst/>
          </a:prstGeom>
          <a:solidFill>
            <a:srgbClr val="FFFFFF"/>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p>
            <a:endParaRPr lang="zh-CN" altLang="en-US"/>
          </a:p>
        </p:txBody>
      </p:sp>
      <p:sp>
        <p:nvSpPr>
          <p:cNvPr id="29714" name="Line 20"/>
          <p:cNvSpPr>
            <a:spLocks noChangeShapeType="1"/>
          </p:cNvSpPr>
          <p:nvPr/>
        </p:nvSpPr>
        <p:spPr bwMode="auto">
          <a:xfrm>
            <a:off x="2455863" y="2279650"/>
            <a:ext cx="204787" cy="7127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5" name="Line 21"/>
          <p:cNvSpPr>
            <a:spLocks noChangeShapeType="1"/>
          </p:cNvSpPr>
          <p:nvPr/>
        </p:nvSpPr>
        <p:spPr bwMode="auto">
          <a:xfrm>
            <a:off x="2441575" y="3975100"/>
            <a:ext cx="344488"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6" name="Line 22"/>
          <p:cNvSpPr>
            <a:spLocks noChangeShapeType="1"/>
          </p:cNvSpPr>
          <p:nvPr/>
        </p:nvSpPr>
        <p:spPr bwMode="auto">
          <a:xfrm flipH="1" flipV="1">
            <a:off x="3403600" y="4856163"/>
            <a:ext cx="293688" cy="5889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7" name="Line 23"/>
          <p:cNvSpPr>
            <a:spLocks noChangeShapeType="1"/>
          </p:cNvSpPr>
          <p:nvPr/>
        </p:nvSpPr>
        <p:spPr bwMode="auto">
          <a:xfrm flipH="1">
            <a:off x="3092450" y="2574925"/>
            <a:ext cx="604838" cy="515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8" name="Line 24"/>
          <p:cNvSpPr>
            <a:spLocks noChangeShapeType="1"/>
          </p:cNvSpPr>
          <p:nvPr/>
        </p:nvSpPr>
        <p:spPr bwMode="auto">
          <a:xfrm flipH="1" flipV="1">
            <a:off x="2227263" y="4170363"/>
            <a:ext cx="511175" cy="14224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19" name="Line 25"/>
          <p:cNvSpPr>
            <a:spLocks noChangeShapeType="1"/>
          </p:cNvSpPr>
          <p:nvPr/>
        </p:nvSpPr>
        <p:spPr bwMode="auto">
          <a:xfrm flipH="1" flipV="1">
            <a:off x="1433513" y="4770438"/>
            <a:ext cx="271462" cy="6746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0" name="Line 26"/>
          <p:cNvSpPr>
            <a:spLocks noChangeShapeType="1"/>
          </p:cNvSpPr>
          <p:nvPr/>
        </p:nvSpPr>
        <p:spPr bwMode="auto">
          <a:xfrm flipV="1">
            <a:off x="671513" y="4819650"/>
            <a:ext cx="379412" cy="700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1" name="Line 27"/>
          <p:cNvSpPr>
            <a:spLocks noChangeShapeType="1"/>
          </p:cNvSpPr>
          <p:nvPr/>
        </p:nvSpPr>
        <p:spPr bwMode="auto">
          <a:xfrm>
            <a:off x="817563" y="2500313"/>
            <a:ext cx="246062" cy="3571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2" name="Freeform 28"/>
          <p:cNvSpPr>
            <a:spLocks/>
          </p:cNvSpPr>
          <p:nvPr/>
        </p:nvSpPr>
        <p:spPr bwMode="auto">
          <a:xfrm>
            <a:off x="1874838" y="2773363"/>
            <a:ext cx="174625" cy="173037"/>
          </a:xfrm>
          <a:custGeom>
            <a:avLst/>
            <a:gdLst>
              <a:gd name="T0" fmla="*/ 0 w 112"/>
              <a:gd name="T1" fmla="*/ 2147483647 h 113"/>
              <a:gd name="T2" fmla="*/ 2147483647 w 112"/>
              <a:gd name="T3" fmla="*/ 2147483647 h 113"/>
              <a:gd name="T4" fmla="*/ 2147483647 w 112"/>
              <a:gd name="T5" fmla="*/ 2147483647 h 113"/>
              <a:gd name="T6" fmla="*/ 2147483647 w 112"/>
              <a:gd name="T7" fmla="*/ 2147483647 h 113"/>
              <a:gd name="T8" fmla="*/ 2147483647 w 112"/>
              <a:gd name="T9" fmla="*/ 2147483647 h 113"/>
              <a:gd name="T10" fmla="*/ 2147483647 w 112"/>
              <a:gd name="T11" fmla="*/ 2147483647 h 113"/>
              <a:gd name="T12" fmla="*/ 2147483647 w 112"/>
              <a:gd name="T13" fmla="*/ 2147483647 h 113"/>
              <a:gd name="T14" fmla="*/ 2147483647 w 112"/>
              <a:gd name="T15" fmla="*/ 2147483647 h 113"/>
              <a:gd name="T16" fmla="*/ 0 w 112"/>
              <a:gd name="T17" fmla="*/ 2147483647 h 1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3" name="Freeform 29"/>
          <p:cNvSpPr>
            <a:spLocks/>
          </p:cNvSpPr>
          <p:nvPr/>
        </p:nvSpPr>
        <p:spPr bwMode="auto">
          <a:xfrm>
            <a:off x="541338" y="4097338"/>
            <a:ext cx="192087" cy="341312"/>
          </a:xfrm>
          <a:custGeom>
            <a:avLst/>
            <a:gdLst>
              <a:gd name="T0" fmla="*/ 2147483647 w 126"/>
              <a:gd name="T1" fmla="*/ 0 h 224"/>
              <a:gd name="T2" fmla="*/ 2147483647 w 126"/>
              <a:gd name="T3" fmla="*/ 2147483647 h 224"/>
              <a:gd name="T4" fmla="*/ 2147483647 w 126"/>
              <a:gd name="T5" fmla="*/ 2147483647 h 224"/>
              <a:gd name="T6" fmla="*/ 2147483647 w 126"/>
              <a:gd name="T7" fmla="*/ 2147483647 h 224"/>
              <a:gd name="T8" fmla="*/ 2147483647 w 126"/>
              <a:gd name="T9" fmla="*/ 2147483647 h 224"/>
              <a:gd name="T10" fmla="*/ 2147483647 w 126"/>
              <a:gd name="T11" fmla="*/ 2147483647 h 224"/>
              <a:gd name="T12" fmla="*/ 2147483647 w 126"/>
              <a:gd name="T13" fmla="*/ 0 h 2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4" name="Line 30"/>
          <p:cNvSpPr>
            <a:spLocks noChangeShapeType="1"/>
          </p:cNvSpPr>
          <p:nvPr/>
        </p:nvSpPr>
        <p:spPr bwMode="auto">
          <a:xfrm>
            <a:off x="658813" y="3752850"/>
            <a:ext cx="295275" cy="515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5" name="Line 31"/>
          <p:cNvSpPr>
            <a:spLocks noChangeShapeType="1"/>
          </p:cNvSpPr>
          <p:nvPr/>
        </p:nvSpPr>
        <p:spPr bwMode="auto">
          <a:xfrm flipV="1">
            <a:off x="731838" y="3236913"/>
            <a:ext cx="293687" cy="3683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6" name="Line 32"/>
          <p:cNvSpPr>
            <a:spLocks noChangeShapeType="1"/>
          </p:cNvSpPr>
          <p:nvPr/>
        </p:nvSpPr>
        <p:spPr bwMode="auto">
          <a:xfrm>
            <a:off x="1692275" y="3236913"/>
            <a:ext cx="269875" cy="492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7" name="Line 33"/>
          <p:cNvSpPr>
            <a:spLocks noChangeShapeType="1"/>
          </p:cNvSpPr>
          <p:nvPr/>
        </p:nvSpPr>
        <p:spPr bwMode="auto">
          <a:xfrm flipV="1">
            <a:off x="2171700" y="3213100"/>
            <a:ext cx="357188" cy="61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8" name="Line 34"/>
          <p:cNvSpPr>
            <a:spLocks noChangeShapeType="1"/>
          </p:cNvSpPr>
          <p:nvPr/>
        </p:nvSpPr>
        <p:spPr bwMode="auto">
          <a:xfrm>
            <a:off x="3205163" y="3371850"/>
            <a:ext cx="222250" cy="2460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29" name="Line 35"/>
          <p:cNvSpPr>
            <a:spLocks noChangeShapeType="1"/>
          </p:cNvSpPr>
          <p:nvPr/>
        </p:nvSpPr>
        <p:spPr bwMode="auto">
          <a:xfrm flipH="1">
            <a:off x="3341688" y="3814763"/>
            <a:ext cx="146050" cy="490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30" name="Line 36"/>
          <p:cNvSpPr>
            <a:spLocks noChangeShapeType="1"/>
          </p:cNvSpPr>
          <p:nvPr/>
        </p:nvSpPr>
        <p:spPr bwMode="auto">
          <a:xfrm>
            <a:off x="2933700" y="4097338"/>
            <a:ext cx="209550" cy="1968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31" name="Line 37"/>
          <p:cNvSpPr>
            <a:spLocks noChangeShapeType="1"/>
          </p:cNvSpPr>
          <p:nvPr/>
        </p:nvSpPr>
        <p:spPr bwMode="auto">
          <a:xfrm>
            <a:off x="1470025" y="4487863"/>
            <a:ext cx="369888" cy="1476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32" name="Line 38"/>
          <p:cNvSpPr>
            <a:spLocks noChangeShapeType="1"/>
          </p:cNvSpPr>
          <p:nvPr/>
        </p:nvSpPr>
        <p:spPr bwMode="auto">
          <a:xfrm flipV="1">
            <a:off x="1987550" y="4305300"/>
            <a:ext cx="184150" cy="2571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33" name="Line 39"/>
          <p:cNvSpPr>
            <a:spLocks noChangeShapeType="1"/>
          </p:cNvSpPr>
          <p:nvPr/>
        </p:nvSpPr>
        <p:spPr bwMode="auto">
          <a:xfrm>
            <a:off x="2873375" y="3459163"/>
            <a:ext cx="25400" cy="4540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34" name="Line 40"/>
          <p:cNvSpPr>
            <a:spLocks noChangeShapeType="1"/>
          </p:cNvSpPr>
          <p:nvPr/>
        </p:nvSpPr>
        <p:spPr bwMode="auto">
          <a:xfrm flipH="1">
            <a:off x="1285875" y="3311525"/>
            <a:ext cx="774700" cy="993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29735" name="Group 41"/>
          <p:cNvGrpSpPr>
            <a:grpSpLocks/>
          </p:cNvGrpSpPr>
          <p:nvPr/>
        </p:nvGrpSpPr>
        <p:grpSpPr bwMode="auto">
          <a:xfrm>
            <a:off x="2441575" y="2868613"/>
            <a:ext cx="887413" cy="663575"/>
            <a:chOff x="2949" y="196"/>
            <a:chExt cx="941" cy="598"/>
          </a:xfrm>
        </p:grpSpPr>
        <p:sp>
          <p:nvSpPr>
            <p:cNvPr id="29832" name="Oval 4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33" name="Oval 4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34" name="Oval 4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35" name="Oval 45"/>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36" name="Oval 4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37" name="Oval 4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38" name="Oval 4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39" name="Oval 49"/>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40" name="Freeform 5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41" name="Freeform 5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42" name="Freeform 5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9736" name="Group 53"/>
          <p:cNvGrpSpPr>
            <a:grpSpLocks/>
          </p:cNvGrpSpPr>
          <p:nvPr/>
        </p:nvGrpSpPr>
        <p:grpSpPr bwMode="auto">
          <a:xfrm>
            <a:off x="2886075" y="4195763"/>
            <a:ext cx="885825" cy="660400"/>
            <a:chOff x="2949" y="196"/>
            <a:chExt cx="941" cy="598"/>
          </a:xfrm>
        </p:grpSpPr>
        <p:sp>
          <p:nvSpPr>
            <p:cNvPr id="29821" name="Oval 5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2" name="Oval 5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3" name="Oval 5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4" name="Oval 57"/>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5" name="Oval 5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6" name="Oval 5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7" name="Oval 6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8" name="Oval 61"/>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29" name="Freeform 6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30" name="Freeform 6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31" name="Freeform 6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9737" name="Group 65"/>
          <p:cNvGrpSpPr>
            <a:grpSpLocks/>
          </p:cNvGrpSpPr>
          <p:nvPr/>
        </p:nvGrpSpPr>
        <p:grpSpPr bwMode="auto">
          <a:xfrm>
            <a:off x="1630363" y="3679825"/>
            <a:ext cx="885825" cy="663575"/>
            <a:chOff x="2949" y="196"/>
            <a:chExt cx="941" cy="598"/>
          </a:xfrm>
        </p:grpSpPr>
        <p:sp>
          <p:nvSpPr>
            <p:cNvPr id="29810" name="Oval 6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1" name="Oval 6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2" name="Oval 6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3" name="Oval 6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4" name="Oval 7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5" name="Oval 7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6" name="Oval 7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7" name="Oval 7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18" name="Freeform 7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19" name="Freeform 7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20" name="Freeform 7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9738" name="Group 77"/>
          <p:cNvGrpSpPr>
            <a:grpSpLocks/>
          </p:cNvGrpSpPr>
          <p:nvPr/>
        </p:nvGrpSpPr>
        <p:grpSpPr bwMode="auto">
          <a:xfrm>
            <a:off x="671513" y="4195763"/>
            <a:ext cx="884237" cy="660400"/>
            <a:chOff x="2949" y="196"/>
            <a:chExt cx="941" cy="598"/>
          </a:xfrm>
        </p:grpSpPr>
        <p:sp>
          <p:nvSpPr>
            <p:cNvPr id="29799" name="Oval 7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0" name="Oval 7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1" name="Oval 8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2" name="Oval 81"/>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3" name="Oval 8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4" name="Oval 8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5" name="Oval 8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6" name="Oval 85"/>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807" name="Freeform 8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08" name="Freeform 8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809" name="Freeform 8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9739" name="Group 89"/>
          <p:cNvGrpSpPr>
            <a:grpSpLocks/>
          </p:cNvGrpSpPr>
          <p:nvPr/>
        </p:nvGrpSpPr>
        <p:grpSpPr bwMode="auto">
          <a:xfrm>
            <a:off x="890588" y="2722563"/>
            <a:ext cx="887412" cy="661987"/>
            <a:chOff x="2949" y="196"/>
            <a:chExt cx="941" cy="598"/>
          </a:xfrm>
        </p:grpSpPr>
        <p:sp>
          <p:nvSpPr>
            <p:cNvPr id="29788" name="Oval 9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89" name="Oval 9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90" name="Oval 9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91" name="Oval 9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92" name="Oval 9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93" name="Oval 9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94" name="Oval 9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95" name="Oval 9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96" name="Freeform 9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797" name="Freeform 9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798" name="Freeform 10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9740" name="Text Box 101"/>
          <p:cNvSpPr txBox="1">
            <a:spLocks noChangeArrowheads="1"/>
          </p:cNvSpPr>
          <p:nvPr/>
        </p:nvSpPr>
        <p:spPr bwMode="auto">
          <a:xfrm>
            <a:off x="2971800" y="4311650"/>
            <a:ext cx="692150"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a:t>
            </a:r>
          </a:p>
        </p:txBody>
      </p:sp>
      <p:sp>
        <p:nvSpPr>
          <p:cNvPr id="29741" name="Text Box 102"/>
          <p:cNvSpPr txBox="1">
            <a:spLocks noChangeArrowheads="1"/>
          </p:cNvSpPr>
          <p:nvPr/>
        </p:nvSpPr>
        <p:spPr bwMode="auto">
          <a:xfrm>
            <a:off x="1687513" y="382270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a:t>
            </a:r>
          </a:p>
        </p:txBody>
      </p:sp>
      <p:sp>
        <p:nvSpPr>
          <p:cNvPr id="29742" name="Text Box 103"/>
          <p:cNvSpPr txBox="1">
            <a:spLocks noChangeArrowheads="1"/>
          </p:cNvSpPr>
          <p:nvPr/>
        </p:nvSpPr>
        <p:spPr bwMode="auto">
          <a:xfrm>
            <a:off x="755650" y="4325938"/>
            <a:ext cx="692150"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a:t>
            </a:r>
          </a:p>
        </p:txBody>
      </p:sp>
      <p:sp>
        <p:nvSpPr>
          <p:cNvPr id="29743" name="Text Box 104"/>
          <p:cNvSpPr txBox="1">
            <a:spLocks noChangeArrowheads="1"/>
          </p:cNvSpPr>
          <p:nvPr/>
        </p:nvSpPr>
        <p:spPr bwMode="auto">
          <a:xfrm>
            <a:off x="2513013" y="3001963"/>
            <a:ext cx="693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a:t>
            </a:r>
          </a:p>
        </p:txBody>
      </p:sp>
      <p:sp>
        <p:nvSpPr>
          <p:cNvPr id="29744" name="Text Box 105"/>
          <p:cNvSpPr txBox="1">
            <a:spLocks noChangeArrowheads="1"/>
          </p:cNvSpPr>
          <p:nvPr/>
        </p:nvSpPr>
        <p:spPr bwMode="auto">
          <a:xfrm>
            <a:off x="955675" y="2822575"/>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a:t>
            </a:r>
          </a:p>
        </p:txBody>
      </p:sp>
      <p:sp>
        <p:nvSpPr>
          <p:cNvPr id="29745" name="Text Box 106"/>
          <p:cNvSpPr txBox="1">
            <a:spLocks noChangeArrowheads="1"/>
          </p:cNvSpPr>
          <p:nvPr/>
        </p:nvSpPr>
        <p:spPr bwMode="auto">
          <a:xfrm>
            <a:off x="1403350" y="6092825"/>
            <a:ext cx="15795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互连网络</a:t>
            </a:r>
          </a:p>
        </p:txBody>
      </p:sp>
      <p:sp>
        <p:nvSpPr>
          <p:cNvPr id="29746" name="Text Box 107"/>
          <p:cNvSpPr txBox="1">
            <a:spLocks noChangeArrowheads="1"/>
          </p:cNvSpPr>
          <p:nvPr/>
        </p:nvSpPr>
        <p:spPr bwMode="auto">
          <a:xfrm>
            <a:off x="6084888" y="6092825"/>
            <a:ext cx="20875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虚拟互连网络</a:t>
            </a:r>
          </a:p>
        </p:txBody>
      </p:sp>
      <p:pic>
        <p:nvPicPr>
          <p:cNvPr id="29747" name="Picture 10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9263" y="2132013"/>
            <a:ext cx="50958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48" name="Picture 10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52613" y="3090863"/>
            <a:ext cx="5048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9749" name="Picture 1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42188" y="5519738"/>
            <a:ext cx="509587" cy="512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0" name="Picture 1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01038" y="2206625"/>
            <a:ext cx="512762"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1" name="Picture 1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34113" y="5372100"/>
            <a:ext cx="511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2" name="Picture 1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00650" y="5372100"/>
            <a:ext cx="511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3" name="Picture 1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46700" y="2132013"/>
            <a:ext cx="51276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4" name="Picture 1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16188" y="5445125"/>
            <a:ext cx="511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5" name="Picture 1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2725" y="5372100"/>
            <a:ext cx="50958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6" name="Picture 1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9263" y="5372100"/>
            <a:ext cx="50958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7" name="Picture 1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19325" y="1911350"/>
            <a:ext cx="51276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8" name="Picture 1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01038" y="5299075"/>
            <a:ext cx="512762"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59" name="Picture 1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76625" y="5299075"/>
            <a:ext cx="511175"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60" name="Picture 1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03600" y="2206625"/>
            <a:ext cx="509588"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61" name="Picture 1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76525" y="3827463"/>
            <a:ext cx="5048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9762" name="Picture 1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28988" y="3532188"/>
            <a:ext cx="50482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9763" name="Picture 12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04975" y="4416425"/>
            <a:ext cx="504825" cy="334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9764" name="Picture 1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4650" y="3532188"/>
            <a:ext cx="50482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9765" name="Text Box 126"/>
          <p:cNvSpPr txBox="1">
            <a:spLocks noChangeArrowheads="1"/>
          </p:cNvSpPr>
          <p:nvPr/>
        </p:nvSpPr>
        <p:spPr bwMode="auto">
          <a:xfrm>
            <a:off x="1203325" y="1974850"/>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路由器</a:t>
            </a:r>
          </a:p>
        </p:txBody>
      </p:sp>
      <p:sp>
        <p:nvSpPr>
          <p:cNvPr id="29766" name="Line 127"/>
          <p:cNvSpPr>
            <a:spLocks noChangeShapeType="1"/>
          </p:cNvSpPr>
          <p:nvPr/>
        </p:nvSpPr>
        <p:spPr bwMode="auto">
          <a:xfrm>
            <a:off x="1704975" y="2427288"/>
            <a:ext cx="368300" cy="663575"/>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29767" name="Picture 1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46913" y="1911350"/>
            <a:ext cx="511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9768" name="Group 129"/>
          <p:cNvGrpSpPr>
            <a:grpSpLocks/>
          </p:cNvGrpSpPr>
          <p:nvPr/>
        </p:nvGrpSpPr>
        <p:grpSpPr bwMode="auto">
          <a:xfrm>
            <a:off x="5221288" y="2843213"/>
            <a:ext cx="3671887" cy="2381250"/>
            <a:chOff x="3134" y="1375"/>
            <a:chExt cx="2386" cy="1553"/>
          </a:xfrm>
        </p:grpSpPr>
        <p:sp>
          <p:nvSpPr>
            <p:cNvPr id="29779" name="Oval 130"/>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0" name="Oval 131"/>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1" name="Oval 132"/>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2" name="Oval 133"/>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3" name="Oval 134"/>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4" name="Oval 135"/>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5" name="Oval 136"/>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6" name="Oval 137"/>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87" name="Oval 138"/>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9769" name="Oval 139"/>
          <p:cNvSpPr>
            <a:spLocks noChangeArrowheads="1"/>
          </p:cNvSpPr>
          <p:nvPr/>
        </p:nvSpPr>
        <p:spPr bwMode="auto">
          <a:xfrm>
            <a:off x="6469063" y="2795588"/>
            <a:ext cx="1579562" cy="96202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0" name="Oval 140"/>
          <p:cNvSpPr>
            <a:spLocks noChangeArrowheads="1"/>
          </p:cNvSpPr>
          <p:nvPr/>
        </p:nvSpPr>
        <p:spPr bwMode="auto">
          <a:xfrm>
            <a:off x="5578475" y="3062288"/>
            <a:ext cx="1203325" cy="9604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1" name="Oval 141"/>
          <p:cNvSpPr>
            <a:spLocks noChangeArrowheads="1"/>
          </p:cNvSpPr>
          <p:nvPr/>
        </p:nvSpPr>
        <p:spPr bwMode="auto">
          <a:xfrm>
            <a:off x="5200650" y="3660775"/>
            <a:ext cx="800100" cy="76993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2" name="Oval 142"/>
          <p:cNvSpPr>
            <a:spLocks noChangeArrowheads="1"/>
          </p:cNvSpPr>
          <p:nvPr/>
        </p:nvSpPr>
        <p:spPr bwMode="auto">
          <a:xfrm>
            <a:off x="5445125" y="4022725"/>
            <a:ext cx="1222375" cy="84137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3" name="Oval 143"/>
          <p:cNvSpPr>
            <a:spLocks noChangeArrowheads="1"/>
          </p:cNvSpPr>
          <p:nvPr/>
        </p:nvSpPr>
        <p:spPr bwMode="auto">
          <a:xfrm>
            <a:off x="6334125" y="4167188"/>
            <a:ext cx="1846263" cy="10112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4" name="Oval 144"/>
          <p:cNvSpPr>
            <a:spLocks noChangeArrowheads="1"/>
          </p:cNvSpPr>
          <p:nvPr/>
        </p:nvSpPr>
        <p:spPr bwMode="auto">
          <a:xfrm>
            <a:off x="7537450" y="3084513"/>
            <a:ext cx="1155700" cy="7445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5" name="Oval 145"/>
          <p:cNvSpPr>
            <a:spLocks noChangeArrowheads="1"/>
          </p:cNvSpPr>
          <p:nvPr/>
        </p:nvSpPr>
        <p:spPr bwMode="auto">
          <a:xfrm>
            <a:off x="7715250" y="3589338"/>
            <a:ext cx="1155700" cy="74771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6" name="Oval 146"/>
          <p:cNvSpPr>
            <a:spLocks noChangeArrowheads="1"/>
          </p:cNvSpPr>
          <p:nvPr/>
        </p:nvSpPr>
        <p:spPr bwMode="auto">
          <a:xfrm>
            <a:off x="7602538" y="3757613"/>
            <a:ext cx="1157287" cy="12525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7" name="Oval 147"/>
          <p:cNvSpPr>
            <a:spLocks noChangeArrowheads="1"/>
          </p:cNvSpPr>
          <p:nvPr/>
        </p:nvSpPr>
        <p:spPr bwMode="auto">
          <a:xfrm>
            <a:off x="5868988" y="3371850"/>
            <a:ext cx="2379662" cy="1250950"/>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778" name="Text Box 148"/>
          <p:cNvSpPr txBox="1">
            <a:spLocks noChangeArrowheads="1"/>
          </p:cNvSpPr>
          <p:nvPr/>
        </p:nvSpPr>
        <p:spPr bwMode="auto">
          <a:xfrm>
            <a:off x="6091238" y="3600450"/>
            <a:ext cx="184626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虚拟互连网络</a:t>
            </a:r>
          </a:p>
          <a:p>
            <a:pPr algn="ctr" eaLnBrk="1" hangingPunct="1"/>
            <a:r>
              <a:rPr kumimoji="1" lang="zh-CN" altLang="en-US" sz="2000">
                <a:solidFill>
                  <a:srgbClr val="333399"/>
                </a:solidFill>
                <a:latin typeface="Arial" pitchFamily="34" charset="0"/>
              </a:rPr>
              <a:t>（互联网）</a:t>
            </a: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3"/>
          <p:cNvSpPr>
            <a:spLocks noGrp="1" noChangeArrowheads="1"/>
          </p:cNvSpPr>
          <p:nvPr>
            <p:ph type="title"/>
          </p:nvPr>
        </p:nvSpPr>
        <p:spPr/>
        <p:txBody>
          <a:bodyPr/>
          <a:lstStyle/>
          <a:p>
            <a:pPr algn="ctr" eaLnBrk="1" hangingPunct="1"/>
            <a:r>
              <a:rPr lang="zh-CN" altLang="en-US" smtClean="0"/>
              <a:t>虚拟互连网络的意义 </a:t>
            </a:r>
          </a:p>
        </p:txBody>
      </p:sp>
      <p:sp>
        <p:nvSpPr>
          <p:cNvPr id="353295" name="Rectangle 15"/>
          <p:cNvSpPr>
            <a:spLocks noGrp="1" noChangeArrowheads="1"/>
          </p:cNvSpPr>
          <p:nvPr>
            <p:ph type="body" idx="1"/>
          </p:nvPr>
        </p:nvSpPr>
        <p:spPr/>
        <p:txBody>
          <a:bodyPr/>
          <a:lstStyle/>
          <a:p>
            <a:pPr algn="just" eaLnBrk="1" hangingPunct="1"/>
            <a:r>
              <a:rPr lang="zh-CN" altLang="en-US" sz="2800" smtClean="0"/>
              <a:t>所谓虚拟互连网络也就是逻辑互连网络，它的意思就是互连起来的各种物理网络的异构性本来是客观存在的，但是我们利用 </a:t>
            </a:r>
            <a:r>
              <a:rPr lang="en-US" altLang="zh-CN" sz="2800" smtClean="0"/>
              <a:t>IP </a:t>
            </a:r>
            <a:r>
              <a:rPr lang="zh-CN" altLang="en-US" sz="2800" smtClean="0"/>
              <a:t>协议就可以使这些性能各异的网络从用户看起来好像是一个统一的网络。</a:t>
            </a:r>
          </a:p>
          <a:p>
            <a:pPr algn="just" eaLnBrk="1" hangingPunct="1"/>
            <a:r>
              <a:rPr lang="zh-CN" altLang="en-US" sz="2800" smtClean="0"/>
              <a:t>使用 </a:t>
            </a:r>
            <a:r>
              <a:rPr lang="en-US" altLang="zh-CN" sz="2800" smtClean="0"/>
              <a:t>IP </a:t>
            </a:r>
            <a:r>
              <a:rPr lang="zh-CN" altLang="en-US" sz="2800" smtClean="0"/>
              <a:t>协议的虚拟互连网络可简称为 </a:t>
            </a:r>
            <a:r>
              <a:rPr lang="en-US" altLang="zh-CN" sz="2800" smtClean="0"/>
              <a:t>IP </a:t>
            </a:r>
            <a:r>
              <a:rPr lang="zh-CN" altLang="en-US" sz="2800" smtClean="0"/>
              <a:t>网。</a:t>
            </a:r>
          </a:p>
          <a:p>
            <a:pPr algn="just" eaLnBrk="1" hangingPunct="1"/>
            <a:r>
              <a:rPr lang="zh-CN" altLang="en-US" sz="2800" smtClean="0"/>
              <a:t>使用虚拟互连网络的好处是：当互联网上的主机进行通信时，就好像在一个网络上通信一样，而看不见互连的各具体的网络异构细节。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532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5329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1746" name="Rectangle 221"/>
          <p:cNvSpPr>
            <a:spLocks noChangeArrowheads="1"/>
          </p:cNvSpPr>
          <p:nvPr/>
        </p:nvSpPr>
        <p:spPr bwMode="auto">
          <a:xfrm>
            <a:off x="611188" y="458788"/>
            <a:ext cx="639762" cy="121443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47" name="Rectangle 219"/>
          <p:cNvSpPr>
            <a:spLocks noChangeArrowheads="1"/>
          </p:cNvSpPr>
          <p:nvPr/>
        </p:nvSpPr>
        <p:spPr bwMode="auto">
          <a:xfrm>
            <a:off x="620713" y="949325"/>
            <a:ext cx="623887" cy="257175"/>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48" name="Text Box 220"/>
          <p:cNvSpPr txBox="1">
            <a:spLocks noChangeArrowheads="1"/>
          </p:cNvSpPr>
          <p:nvPr/>
        </p:nvSpPr>
        <p:spPr bwMode="auto">
          <a:xfrm>
            <a:off x="790575" y="415925"/>
            <a:ext cx="29686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en-US" altLang="zh-CN" sz="1600">
                <a:solidFill>
                  <a:schemeClr val="folHlink"/>
                </a:solidFill>
                <a:latin typeface="Arial" pitchFamily="34" charset="0"/>
              </a:rPr>
              <a:t>5</a:t>
            </a:r>
          </a:p>
          <a:p>
            <a:pPr algn="ctr" eaLnBrk="1" hangingPunct="1"/>
            <a:r>
              <a:rPr lang="en-US" altLang="zh-CN" sz="1600">
                <a:solidFill>
                  <a:schemeClr val="folHlink"/>
                </a:solidFill>
                <a:latin typeface="Arial" pitchFamily="34" charset="0"/>
              </a:rPr>
              <a:t>4</a:t>
            </a:r>
          </a:p>
          <a:p>
            <a:pPr algn="ctr" eaLnBrk="1" hangingPunct="1"/>
            <a:r>
              <a:rPr lang="en-US" altLang="zh-CN" sz="1600">
                <a:solidFill>
                  <a:schemeClr val="folHlink"/>
                </a:solidFill>
                <a:latin typeface="Arial" pitchFamily="34" charset="0"/>
              </a:rPr>
              <a:t>3</a:t>
            </a:r>
          </a:p>
          <a:p>
            <a:pPr algn="ctr" eaLnBrk="1" hangingPunct="1"/>
            <a:r>
              <a:rPr lang="en-US" altLang="zh-CN" sz="1600">
                <a:solidFill>
                  <a:schemeClr val="folHlink"/>
                </a:solidFill>
                <a:latin typeface="Arial" pitchFamily="34" charset="0"/>
              </a:rPr>
              <a:t>2</a:t>
            </a:r>
          </a:p>
          <a:p>
            <a:pPr algn="ctr" eaLnBrk="1" hangingPunct="1"/>
            <a:r>
              <a:rPr lang="en-US" altLang="zh-CN" sz="1600">
                <a:solidFill>
                  <a:schemeClr val="folHlink"/>
                </a:solidFill>
                <a:latin typeface="Arial" pitchFamily="34" charset="0"/>
              </a:rPr>
              <a:t>1</a:t>
            </a:r>
          </a:p>
        </p:txBody>
      </p:sp>
      <p:sp>
        <p:nvSpPr>
          <p:cNvPr id="31749" name="Line 222"/>
          <p:cNvSpPr>
            <a:spLocks noChangeShapeType="1"/>
          </p:cNvSpPr>
          <p:nvPr/>
        </p:nvSpPr>
        <p:spPr bwMode="auto">
          <a:xfrm>
            <a:off x="611188" y="717550"/>
            <a:ext cx="639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0" name="Line 223"/>
          <p:cNvSpPr>
            <a:spLocks noChangeShapeType="1"/>
          </p:cNvSpPr>
          <p:nvPr/>
        </p:nvSpPr>
        <p:spPr bwMode="auto">
          <a:xfrm>
            <a:off x="611188" y="957263"/>
            <a:ext cx="639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1" name="Line 224"/>
          <p:cNvSpPr>
            <a:spLocks noChangeShapeType="1"/>
          </p:cNvSpPr>
          <p:nvPr/>
        </p:nvSpPr>
        <p:spPr bwMode="auto">
          <a:xfrm>
            <a:off x="611188" y="1196975"/>
            <a:ext cx="639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2" name="Line 225"/>
          <p:cNvSpPr>
            <a:spLocks noChangeShapeType="1"/>
          </p:cNvSpPr>
          <p:nvPr/>
        </p:nvSpPr>
        <p:spPr bwMode="auto">
          <a:xfrm>
            <a:off x="611188" y="1438275"/>
            <a:ext cx="6397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3" name="Freeform 4"/>
          <p:cNvSpPr>
            <a:spLocks/>
          </p:cNvSpPr>
          <p:nvPr/>
        </p:nvSpPr>
        <p:spPr bwMode="auto">
          <a:xfrm>
            <a:off x="7861300" y="2205038"/>
            <a:ext cx="312738" cy="1800225"/>
          </a:xfrm>
          <a:custGeom>
            <a:avLst/>
            <a:gdLst>
              <a:gd name="T0" fmla="*/ 2147483647 w 197"/>
              <a:gd name="T1" fmla="*/ 0 h 1134"/>
              <a:gd name="T2" fmla="*/ 0 w 197"/>
              <a:gd name="T3" fmla="*/ 2147483647 h 1134"/>
              <a:gd name="T4" fmla="*/ 2147483647 w 197"/>
              <a:gd name="T5" fmla="*/ 2147483647 h 1134"/>
              <a:gd name="T6" fmla="*/ 0 60000 65536"/>
              <a:gd name="T7" fmla="*/ 0 60000 65536"/>
              <a:gd name="T8" fmla="*/ 0 60000 65536"/>
            </a:gdLst>
            <a:ahLst/>
            <a:cxnLst>
              <a:cxn ang="T6">
                <a:pos x="T0" y="T1"/>
              </a:cxn>
              <a:cxn ang="T7">
                <a:pos x="T2" y="T3"/>
              </a:cxn>
              <a:cxn ang="T8">
                <a:pos x="T4" y="T5"/>
              </a:cxn>
            </a:cxnLst>
            <a:rect l="0" t="0" r="r" b="b"/>
            <a:pathLst>
              <a:path w="197" h="1134">
                <a:moveTo>
                  <a:pt x="197" y="0"/>
                </a:moveTo>
                <a:lnTo>
                  <a:pt x="0" y="507"/>
                </a:lnTo>
                <a:lnTo>
                  <a:pt x="16" y="1134"/>
                </a:lnTo>
              </a:path>
            </a:pathLst>
          </a:cu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31754" name="Group 5"/>
          <p:cNvGrpSpPr>
            <a:grpSpLocks/>
          </p:cNvGrpSpPr>
          <p:nvPr/>
        </p:nvGrpSpPr>
        <p:grpSpPr bwMode="auto">
          <a:xfrm>
            <a:off x="2555875" y="4921250"/>
            <a:ext cx="639763" cy="1314450"/>
            <a:chOff x="617" y="262"/>
            <a:chExt cx="403" cy="828"/>
          </a:xfrm>
        </p:grpSpPr>
        <p:sp>
          <p:nvSpPr>
            <p:cNvPr id="32025" name="Rectangle 6"/>
            <p:cNvSpPr>
              <a:spLocks noChangeArrowheads="1"/>
            </p:cNvSpPr>
            <p:nvPr/>
          </p:nvSpPr>
          <p:spPr bwMode="auto">
            <a:xfrm>
              <a:off x="623" y="598"/>
              <a:ext cx="393" cy="162"/>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026" name="Text Box 7"/>
            <p:cNvSpPr txBox="1">
              <a:spLocks noChangeArrowheads="1"/>
            </p:cNvSpPr>
            <p:nvPr/>
          </p:nvSpPr>
          <p:spPr bwMode="auto">
            <a:xfrm>
              <a:off x="730" y="262"/>
              <a:ext cx="187" cy="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en-US" altLang="zh-CN" sz="1600">
                  <a:solidFill>
                    <a:schemeClr val="folHlink"/>
                  </a:solidFill>
                  <a:latin typeface="Arial" pitchFamily="34" charset="0"/>
                </a:rPr>
                <a:t>5</a:t>
              </a:r>
            </a:p>
            <a:p>
              <a:pPr algn="ctr" eaLnBrk="1" hangingPunct="1"/>
              <a:r>
                <a:rPr lang="en-US" altLang="zh-CN" sz="1600">
                  <a:solidFill>
                    <a:schemeClr val="folHlink"/>
                  </a:solidFill>
                  <a:latin typeface="Arial" pitchFamily="34" charset="0"/>
                </a:rPr>
                <a:t>4</a:t>
              </a:r>
            </a:p>
            <a:p>
              <a:pPr algn="ctr" eaLnBrk="1" hangingPunct="1"/>
              <a:r>
                <a:rPr lang="en-US" altLang="zh-CN" sz="1600">
                  <a:solidFill>
                    <a:schemeClr val="folHlink"/>
                  </a:solidFill>
                  <a:latin typeface="Arial" pitchFamily="34" charset="0"/>
                </a:rPr>
                <a:t>3</a:t>
              </a:r>
            </a:p>
            <a:p>
              <a:pPr algn="ctr" eaLnBrk="1" hangingPunct="1"/>
              <a:r>
                <a:rPr lang="en-US" altLang="zh-CN" sz="1600">
                  <a:solidFill>
                    <a:schemeClr val="folHlink"/>
                  </a:solidFill>
                  <a:latin typeface="Arial" pitchFamily="34" charset="0"/>
                </a:rPr>
                <a:t>2</a:t>
              </a:r>
            </a:p>
            <a:p>
              <a:pPr algn="ctr" eaLnBrk="1" hangingPunct="1"/>
              <a:r>
                <a:rPr lang="en-US" altLang="zh-CN" sz="1600">
                  <a:solidFill>
                    <a:schemeClr val="folHlink"/>
                  </a:solidFill>
                  <a:latin typeface="Arial" pitchFamily="34" charset="0"/>
                </a:rPr>
                <a:t>1</a:t>
              </a:r>
            </a:p>
          </p:txBody>
        </p:sp>
        <p:sp>
          <p:nvSpPr>
            <p:cNvPr id="32027" name="Rectangle 8"/>
            <p:cNvSpPr>
              <a:spLocks noChangeArrowheads="1"/>
            </p:cNvSpPr>
            <p:nvPr/>
          </p:nvSpPr>
          <p:spPr bwMode="auto">
            <a:xfrm>
              <a:off x="617" y="289"/>
              <a:ext cx="403" cy="76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028" name="Line 9"/>
            <p:cNvSpPr>
              <a:spLocks noChangeShapeType="1"/>
            </p:cNvSpPr>
            <p:nvPr/>
          </p:nvSpPr>
          <p:spPr bwMode="auto">
            <a:xfrm>
              <a:off x="617" y="452"/>
              <a:ext cx="40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029" name="Line 10"/>
            <p:cNvSpPr>
              <a:spLocks noChangeShapeType="1"/>
            </p:cNvSpPr>
            <p:nvPr/>
          </p:nvSpPr>
          <p:spPr bwMode="auto">
            <a:xfrm>
              <a:off x="617" y="603"/>
              <a:ext cx="40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030" name="Line 11"/>
            <p:cNvSpPr>
              <a:spLocks noChangeShapeType="1"/>
            </p:cNvSpPr>
            <p:nvPr/>
          </p:nvSpPr>
          <p:spPr bwMode="auto">
            <a:xfrm>
              <a:off x="617" y="754"/>
              <a:ext cx="40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031" name="Line 12"/>
            <p:cNvSpPr>
              <a:spLocks noChangeShapeType="1"/>
            </p:cNvSpPr>
            <p:nvPr/>
          </p:nvSpPr>
          <p:spPr bwMode="auto">
            <a:xfrm>
              <a:off x="617" y="906"/>
              <a:ext cx="40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31755" name="Line 13"/>
          <p:cNvSpPr>
            <a:spLocks noChangeShapeType="1"/>
          </p:cNvSpPr>
          <p:nvPr/>
        </p:nvSpPr>
        <p:spPr bwMode="auto">
          <a:xfrm flipV="1">
            <a:off x="2987675" y="2133600"/>
            <a:ext cx="50403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6" name="Line 14"/>
          <p:cNvSpPr>
            <a:spLocks noChangeShapeType="1"/>
          </p:cNvSpPr>
          <p:nvPr/>
        </p:nvSpPr>
        <p:spPr bwMode="auto">
          <a:xfrm flipV="1">
            <a:off x="3635375" y="4005263"/>
            <a:ext cx="865188" cy="15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7" name="Line 15"/>
          <p:cNvSpPr>
            <a:spLocks noChangeShapeType="1"/>
          </p:cNvSpPr>
          <p:nvPr/>
        </p:nvSpPr>
        <p:spPr bwMode="auto">
          <a:xfrm>
            <a:off x="755650" y="2133600"/>
            <a:ext cx="0" cy="3603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758"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6100" y="3862388"/>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1759" name="Group 17"/>
          <p:cNvGrpSpPr>
            <a:grpSpLocks/>
          </p:cNvGrpSpPr>
          <p:nvPr/>
        </p:nvGrpSpPr>
        <p:grpSpPr bwMode="auto">
          <a:xfrm>
            <a:off x="3492500" y="1773238"/>
            <a:ext cx="1439863" cy="863600"/>
            <a:chOff x="385" y="2795"/>
            <a:chExt cx="1769" cy="816"/>
          </a:xfrm>
        </p:grpSpPr>
        <p:sp>
          <p:nvSpPr>
            <p:cNvPr id="32008" name="Oval 18"/>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9" name="Oval 19"/>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0" name="Oval 20"/>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1" name="Oval 21"/>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2" name="Oval 22"/>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3" name="Oval 23"/>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4" name="Oval 24"/>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5" name="Oval 25"/>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6" name="Oval 26"/>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7" name="Oval 27"/>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8" name="Oval 28"/>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19" name="Oval 29"/>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20" name="Oval 30"/>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21" name="Oval 31"/>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22" name="Oval 32"/>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23" name="Oval 33"/>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24" name="Freeform 34"/>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sp>
        <p:nvSpPr>
          <p:cNvPr id="31760" name="Text Box 35"/>
          <p:cNvSpPr txBox="1">
            <a:spLocks noChangeArrowheads="1"/>
          </p:cNvSpPr>
          <p:nvPr/>
        </p:nvSpPr>
        <p:spPr bwMode="auto">
          <a:xfrm>
            <a:off x="34925" y="1768475"/>
            <a:ext cx="59055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1600">
                <a:solidFill>
                  <a:schemeClr val="folHlink"/>
                </a:solidFill>
                <a:latin typeface="Arial" pitchFamily="34" charset="0"/>
              </a:rPr>
              <a:t>主机</a:t>
            </a:r>
          </a:p>
          <a:p>
            <a:pPr algn="ctr" eaLnBrk="1" hangingPunct="1"/>
            <a:r>
              <a:rPr lang="en-US" altLang="zh-CN" sz="1600">
                <a:solidFill>
                  <a:schemeClr val="folHlink"/>
                </a:solidFill>
                <a:latin typeface="Arial" pitchFamily="34" charset="0"/>
              </a:rPr>
              <a:t>H</a:t>
            </a:r>
            <a:r>
              <a:rPr lang="en-US" altLang="zh-CN" sz="1600" baseline="-25000">
                <a:solidFill>
                  <a:schemeClr val="folHlink"/>
                </a:solidFill>
                <a:latin typeface="Arial" pitchFamily="34" charset="0"/>
              </a:rPr>
              <a:t>1</a:t>
            </a:r>
          </a:p>
        </p:txBody>
      </p:sp>
      <p:pic>
        <p:nvPicPr>
          <p:cNvPr id="31761" name="Picture 3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39088" y="1989138"/>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1762" name="Group 37"/>
          <p:cNvGrpSpPr>
            <a:grpSpLocks/>
          </p:cNvGrpSpPr>
          <p:nvPr/>
        </p:nvGrpSpPr>
        <p:grpSpPr bwMode="auto">
          <a:xfrm>
            <a:off x="6011863" y="1773238"/>
            <a:ext cx="1439862" cy="863600"/>
            <a:chOff x="385" y="2795"/>
            <a:chExt cx="1769" cy="816"/>
          </a:xfrm>
        </p:grpSpPr>
        <p:sp>
          <p:nvSpPr>
            <p:cNvPr id="31991" name="Oval 38"/>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2" name="Oval 39"/>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3" name="Oval 40"/>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4" name="Oval 41"/>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5" name="Oval 42"/>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6" name="Oval 43"/>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7" name="Oval 44"/>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8" name="Oval 45"/>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999" name="Oval 46"/>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0" name="Oval 47"/>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1" name="Oval 48"/>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2" name="Oval 49"/>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3" name="Oval 50"/>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4" name="Oval 51"/>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5" name="Oval 52"/>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6" name="Oval 53"/>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2007" name="Freeform 54"/>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grpSp>
        <p:nvGrpSpPr>
          <p:cNvPr id="31763" name="Group 55"/>
          <p:cNvGrpSpPr>
            <a:grpSpLocks/>
          </p:cNvGrpSpPr>
          <p:nvPr/>
        </p:nvGrpSpPr>
        <p:grpSpPr bwMode="auto">
          <a:xfrm>
            <a:off x="4427538" y="3429000"/>
            <a:ext cx="415925" cy="504825"/>
            <a:chOff x="4416" y="2717"/>
            <a:chExt cx="404" cy="577"/>
          </a:xfrm>
        </p:grpSpPr>
        <p:sp>
          <p:nvSpPr>
            <p:cNvPr id="31943" name="AutoShape 56"/>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31944" name="Group 57"/>
            <p:cNvGrpSpPr>
              <a:grpSpLocks/>
            </p:cNvGrpSpPr>
            <p:nvPr/>
          </p:nvGrpSpPr>
          <p:grpSpPr bwMode="auto">
            <a:xfrm>
              <a:off x="4562" y="3066"/>
              <a:ext cx="13" cy="70"/>
              <a:chOff x="4562" y="3066"/>
              <a:chExt cx="13" cy="70"/>
            </a:xfrm>
          </p:grpSpPr>
          <p:sp>
            <p:nvSpPr>
              <p:cNvPr id="31989" name="Rectangle 58"/>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990" name="Line 59"/>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1945" name="Rectangle 60"/>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946" name="Freeform 61"/>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47" name="Freeform 62"/>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48" name="Freeform 63"/>
            <p:cNvSpPr>
              <a:spLocks/>
            </p:cNvSpPr>
            <p:nvPr/>
          </p:nvSpPr>
          <p:spPr bwMode="auto">
            <a:xfrm>
              <a:off x="4570" y="3144"/>
              <a:ext cx="90" cy="7"/>
            </a:xfrm>
            <a:custGeom>
              <a:avLst/>
              <a:gdLst>
                <a:gd name="T0" fmla="*/ 0 w 360"/>
                <a:gd name="T1" fmla="*/ 0 h 30"/>
                <a:gd name="T2" fmla="*/ 1 w 360"/>
                <a:gd name="T3" fmla="*/ 0 h 30"/>
                <a:gd name="T4" fmla="*/ 1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31949" name="Freeform 64"/>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50" name="Freeform 65"/>
            <p:cNvSpPr>
              <a:spLocks/>
            </p:cNvSpPr>
            <p:nvPr/>
          </p:nvSpPr>
          <p:spPr bwMode="auto">
            <a:xfrm>
              <a:off x="4492" y="2741"/>
              <a:ext cx="57" cy="394"/>
            </a:xfrm>
            <a:custGeom>
              <a:avLst/>
              <a:gdLst>
                <a:gd name="T0" fmla="*/ 0 w 228"/>
                <a:gd name="T1" fmla="*/ 0 h 1575"/>
                <a:gd name="T2" fmla="*/ 0 w 228"/>
                <a:gd name="T3" fmla="*/ 0 h 1575"/>
                <a:gd name="T4" fmla="*/ 0 w 228"/>
                <a:gd name="T5" fmla="*/ 2 h 1575"/>
                <a:gd name="T6" fmla="*/ 0 w 228"/>
                <a:gd name="T7" fmla="*/ 2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31951" name="Freeform 66"/>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1 w 1306"/>
                <a:gd name="T9" fmla="*/ 0 h 344"/>
                <a:gd name="T10" fmla="*/ 1 w 1306"/>
                <a:gd name="T11" fmla="*/ 0 h 344"/>
                <a:gd name="T12" fmla="*/ 1 w 1306"/>
                <a:gd name="T13" fmla="*/ 0 h 344"/>
                <a:gd name="T14" fmla="*/ 1 w 1306"/>
                <a:gd name="T15" fmla="*/ 0 h 344"/>
                <a:gd name="T16" fmla="*/ 1 w 1306"/>
                <a:gd name="T17" fmla="*/ 0 h 344"/>
                <a:gd name="T18" fmla="*/ 1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52" name="Rectangle 67"/>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953" name="Line 68"/>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54" name="Freeform 69"/>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55" name="Freeform 70"/>
            <p:cNvSpPr>
              <a:spLocks/>
            </p:cNvSpPr>
            <p:nvPr/>
          </p:nvSpPr>
          <p:spPr bwMode="auto">
            <a:xfrm>
              <a:off x="4590" y="3047"/>
              <a:ext cx="72" cy="104"/>
            </a:xfrm>
            <a:custGeom>
              <a:avLst/>
              <a:gdLst>
                <a:gd name="T0" fmla="*/ 0 w 290"/>
                <a:gd name="T1" fmla="*/ 0 h 415"/>
                <a:gd name="T2" fmla="*/ 0 w 290"/>
                <a:gd name="T3" fmla="*/ 1 h 415"/>
                <a:gd name="T4" fmla="*/ 0 w 290"/>
                <a:gd name="T5" fmla="*/ 1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31956" name="Freeform 71"/>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57" name="Rectangle 72"/>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58" name="Rectangle 73"/>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59" name="Rectangle 74"/>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60" name="Rectangle 75"/>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61" name="Oval 76"/>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p>
              <a:endParaRPr lang="zh-CN" altLang="en-US"/>
            </a:p>
          </p:txBody>
        </p:sp>
        <p:sp>
          <p:nvSpPr>
            <p:cNvPr id="31962" name="Rectangle 77"/>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p>
              <a:endParaRPr lang="zh-CN" altLang="en-US"/>
            </a:p>
          </p:txBody>
        </p:sp>
        <p:sp>
          <p:nvSpPr>
            <p:cNvPr id="31963" name="Freeform 78"/>
            <p:cNvSpPr>
              <a:spLocks/>
            </p:cNvSpPr>
            <p:nvPr/>
          </p:nvSpPr>
          <p:spPr bwMode="auto">
            <a:xfrm>
              <a:off x="4547" y="3021"/>
              <a:ext cx="114" cy="114"/>
            </a:xfrm>
            <a:custGeom>
              <a:avLst/>
              <a:gdLst>
                <a:gd name="T0" fmla="*/ 0 w 454"/>
                <a:gd name="T1" fmla="*/ 1 h 455"/>
                <a:gd name="T2" fmla="*/ 0 w 454"/>
                <a:gd name="T3" fmla="*/ 0 h 455"/>
                <a:gd name="T4" fmla="*/ 1 w 454"/>
                <a:gd name="T5" fmla="*/ 0 h 455"/>
                <a:gd name="T6" fmla="*/ 1 w 454"/>
                <a:gd name="T7" fmla="*/ 0 h 455"/>
                <a:gd name="T8" fmla="*/ 0 w 454"/>
                <a:gd name="T9" fmla="*/ 0 h 455"/>
                <a:gd name="T10" fmla="*/ 0 w 454"/>
                <a:gd name="T11" fmla="*/ 1 h 455"/>
                <a:gd name="T12" fmla="*/ 0 w 454"/>
                <a:gd name="T13" fmla="*/ 1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31964" name="Group 79"/>
            <p:cNvGrpSpPr>
              <a:grpSpLocks/>
            </p:cNvGrpSpPr>
            <p:nvPr/>
          </p:nvGrpSpPr>
          <p:grpSpPr bwMode="auto">
            <a:xfrm>
              <a:off x="4455" y="2913"/>
              <a:ext cx="126" cy="116"/>
              <a:chOff x="4455" y="2913"/>
              <a:chExt cx="126" cy="116"/>
            </a:xfrm>
          </p:grpSpPr>
          <p:sp>
            <p:nvSpPr>
              <p:cNvPr id="31987" name="Oval 80"/>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p>
                <a:endParaRPr lang="zh-CN" altLang="en-US"/>
              </a:p>
            </p:txBody>
          </p:sp>
          <p:sp>
            <p:nvSpPr>
              <p:cNvPr id="31988" name="Oval 81"/>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p>
                <a:endParaRPr lang="zh-CN" altLang="en-US"/>
              </a:p>
            </p:txBody>
          </p:sp>
        </p:grpSp>
        <p:grpSp>
          <p:nvGrpSpPr>
            <p:cNvPr id="31965" name="Group 82"/>
            <p:cNvGrpSpPr>
              <a:grpSpLocks/>
            </p:cNvGrpSpPr>
            <p:nvPr/>
          </p:nvGrpSpPr>
          <p:grpSpPr bwMode="auto">
            <a:xfrm>
              <a:off x="4504" y="3136"/>
              <a:ext cx="43" cy="112"/>
              <a:chOff x="4504" y="3136"/>
              <a:chExt cx="43" cy="112"/>
            </a:xfrm>
          </p:grpSpPr>
          <p:sp>
            <p:nvSpPr>
              <p:cNvPr id="31978" name="Rectangle 83"/>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p>
                <a:endParaRPr lang="zh-CN" altLang="en-US"/>
              </a:p>
            </p:txBody>
          </p:sp>
          <p:grpSp>
            <p:nvGrpSpPr>
              <p:cNvPr id="31979" name="Group 84"/>
              <p:cNvGrpSpPr>
                <a:grpSpLocks/>
              </p:cNvGrpSpPr>
              <p:nvPr/>
            </p:nvGrpSpPr>
            <p:grpSpPr bwMode="auto">
              <a:xfrm>
                <a:off x="4504" y="3149"/>
                <a:ext cx="43" cy="87"/>
                <a:chOff x="4504" y="3149"/>
                <a:chExt cx="43" cy="87"/>
              </a:xfrm>
            </p:grpSpPr>
            <p:sp>
              <p:nvSpPr>
                <p:cNvPr id="31980" name="Line 85"/>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81" name="Line 86"/>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82" name="Line 87"/>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83" name="Line 88"/>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84" name="Line 89"/>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85" name="Line 90"/>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86" name="Line 91"/>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1966" name="Rectangle 92"/>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967" name="Freeform 93"/>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31968" name="Freeform 94"/>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31969" name="Freeform 95"/>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1 h 1469"/>
                <a:gd name="T20" fmla="*/ 0 w 931"/>
                <a:gd name="T21" fmla="*/ 1 h 1469"/>
                <a:gd name="T22" fmla="*/ 0 w 931"/>
                <a:gd name="T23" fmla="*/ 1 h 1469"/>
                <a:gd name="T24" fmla="*/ 1 w 931"/>
                <a:gd name="T25" fmla="*/ 1 h 1469"/>
                <a:gd name="T26" fmla="*/ 1 w 931"/>
                <a:gd name="T27" fmla="*/ 1 h 1469"/>
                <a:gd name="T28" fmla="*/ 1 w 931"/>
                <a:gd name="T29" fmla="*/ 1 h 1469"/>
                <a:gd name="T30" fmla="*/ 1 w 931"/>
                <a:gd name="T31" fmla="*/ 1 h 1469"/>
                <a:gd name="T32" fmla="*/ 1 w 931"/>
                <a:gd name="T33" fmla="*/ 1 h 1469"/>
                <a:gd name="T34" fmla="*/ 1 w 931"/>
                <a:gd name="T35" fmla="*/ 1 h 1469"/>
                <a:gd name="T36" fmla="*/ 1 w 931"/>
                <a:gd name="T37" fmla="*/ 1 h 1469"/>
                <a:gd name="T38" fmla="*/ 1 w 931"/>
                <a:gd name="T39" fmla="*/ 1 h 1469"/>
                <a:gd name="T40" fmla="*/ 1 w 931"/>
                <a:gd name="T41" fmla="*/ 1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31970" name="Freeform 96"/>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1 h 1455"/>
                <a:gd name="T14" fmla="*/ 0 w 876"/>
                <a:gd name="T15" fmla="*/ 1 h 1455"/>
                <a:gd name="T16" fmla="*/ 0 w 876"/>
                <a:gd name="T17" fmla="*/ 1 h 1455"/>
                <a:gd name="T18" fmla="*/ 0 w 876"/>
                <a:gd name="T19" fmla="*/ 1 h 1455"/>
                <a:gd name="T20" fmla="*/ 0 w 876"/>
                <a:gd name="T21" fmla="*/ 1 h 1455"/>
                <a:gd name="T22" fmla="*/ 0 w 876"/>
                <a:gd name="T23" fmla="*/ 1 h 1455"/>
                <a:gd name="T24" fmla="*/ 1 w 876"/>
                <a:gd name="T25" fmla="*/ 1 h 1455"/>
                <a:gd name="T26" fmla="*/ 1 w 876"/>
                <a:gd name="T27" fmla="*/ 1 h 1455"/>
                <a:gd name="T28" fmla="*/ 1 w 876"/>
                <a:gd name="T29" fmla="*/ 1 h 1455"/>
                <a:gd name="T30" fmla="*/ 1 w 876"/>
                <a:gd name="T31" fmla="*/ 1 h 1455"/>
                <a:gd name="T32" fmla="*/ 1 w 876"/>
                <a:gd name="T33" fmla="*/ 1 h 1455"/>
                <a:gd name="T34" fmla="*/ 1 w 876"/>
                <a:gd name="T35" fmla="*/ 1 h 1455"/>
                <a:gd name="T36" fmla="*/ 1 w 876"/>
                <a:gd name="T37" fmla="*/ 2 h 1455"/>
                <a:gd name="T38" fmla="*/ 1 w 876"/>
                <a:gd name="T39" fmla="*/ 2 h 1455"/>
                <a:gd name="T40" fmla="*/ 1 w 876"/>
                <a:gd name="T41" fmla="*/ 2 h 1455"/>
                <a:gd name="T42" fmla="*/ 1 w 876"/>
                <a:gd name="T43" fmla="*/ 2 h 1455"/>
                <a:gd name="T44" fmla="*/ 1 w 876"/>
                <a:gd name="T45" fmla="*/ 2 h 1455"/>
                <a:gd name="T46" fmla="*/ 1 w 876"/>
                <a:gd name="T47" fmla="*/ 2 h 1455"/>
                <a:gd name="T48" fmla="*/ 1 w 876"/>
                <a:gd name="T49" fmla="*/ 2 h 1455"/>
                <a:gd name="T50" fmla="*/ 1 w 876"/>
                <a:gd name="T51" fmla="*/ 1 h 1455"/>
                <a:gd name="T52" fmla="*/ 1 w 876"/>
                <a:gd name="T53" fmla="*/ 1 h 1455"/>
                <a:gd name="T54" fmla="*/ 1 w 876"/>
                <a:gd name="T55" fmla="*/ 1 h 1455"/>
                <a:gd name="T56" fmla="*/ 1 w 876"/>
                <a:gd name="T57" fmla="*/ 1 h 1455"/>
                <a:gd name="T58" fmla="*/ 1 w 876"/>
                <a:gd name="T59" fmla="*/ 1 h 1455"/>
                <a:gd name="T60" fmla="*/ 1 w 876"/>
                <a:gd name="T61" fmla="*/ 1 h 1455"/>
                <a:gd name="T62" fmla="*/ 1 w 876"/>
                <a:gd name="T63" fmla="*/ 1 h 1455"/>
                <a:gd name="T64" fmla="*/ 1 w 876"/>
                <a:gd name="T65" fmla="*/ 1 h 1455"/>
                <a:gd name="T66" fmla="*/ 1 w 876"/>
                <a:gd name="T67" fmla="*/ 1 h 1455"/>
                <a:gd name="T68" fmla="*/ 1 w 876"/>
                <a:gd name="T69" fmla="*/ 1 h 1455"/>
                <a:gd name="T70" fmla="*/ 1 w 876"/>
                <a:gd name="T71" fmla="*/ 1 h 1455"/>
                <a:gd name="T72" fmla="*/ 1 w 876"/>
                <a:gd name="T73" fmla="*/ 1 h 1455"/>
                <a:gd name="T74" fmla="*/ 1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71" name="Freeform 97"/>
            <p:cNvSpPr>
              <a:spLocks/>
            </p:cNvSpPr>
            <p:nvPr/>
          </p:nvSpPr>
          <p:spPr bwMode="auto">
            <a:xfrm>
              <a:off x="4537" y="2812"/>
              <a:ext cx="216" cy="16"/>
            </a:xfrm>
            <a:custGeom>
              <a:avLst/>
              <a:gdLst>
                <a:gd name="T0" fmla="*/ 0 w 862"/>
                <a:gd name="T1" fmla="*/ 0 h 64"/>
                <a:gd name="T2" fmla="*/ 1 w 862"/>
                <a:gd name="T3" fmla="*/ 0 h 64"/>
                <a:gd name="T4" fmla="*/ 1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31972" name="Freeform 98"/>
            <p:cNvSpPr>
              <a:spLocks/>
            </p:cNvSpPr>
            <p:nvPr/>
          </p:nvSpPr>
          <p:spPr bwMode="auto">
            <a:xfrm>
              <a:off x="4685" y="2860"/>
              <a:ext cx="77" cy="190"/>
            </a:xfrm>
            <a:custGeom>
              <a:avLst/>
              <a:gdLst>
                <a:gd name="T0" fmla="*/ 0 w 306"/>
                <a:gd name="T1" fmla="*/ 0 h 760"/>
                <a:gd name="T2" fmla="*/ 0 w 306"/>
                <a:gd name="T3" fmla="*/ 1 h 760"/>
                <a:gd name="T4" fmla="*/ 0 w 306"/>
                <a:gd name="T5" fmla="*/ 1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31973" name="Freeform 99"/>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31974" name="Freeform 100"/>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75" name="Freeform 101"/>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31976" name="Freeform 102"/>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77" name="Freeform 103"/>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31764" name="Picture 10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80063" y="2852738"/>
            <a:ext cx="989012"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1765" name="Picture 10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85088" y="3860800"/>
            <a:ext cx="520700"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1766" name="Picture 10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46700" y="1989138"/>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1767" name="Group 107"/>
          <p:cNvGrpSpPr>
            <a:grpSpLocks/>
          </p:cNvGrpSpPr>
          <p:nvPr/>
        </p:nvGrpSpPr>
        <p:grpSpPr bwMode="auto">
          <a:xfrm flipH="1">
            <a:off x="7972425" y="3502025"/>
            <a:ext cx="415925" cy="504825"/>
            <a:chOff x="4416" y="2717"/>
            <a:chExt cx="404" cy="577"/>
          </a:xfrm>
        </p:grpSpPr>
        <p:sp>
          <p:nvSpPr>
            <p:cNvPr id="31895" name="AutoShape 108"/>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31896" name="Group 109"/>
            <p:cNvGrpSpPr>
              <a:grpSpLocks/>
            </p:cNvGrpSpPr>
            <p:nvPr/>
          </p:nvGrpSpPr>
          <p:grpSpPr bwMode="auto">
            <a:xfrm>
              <a:off x="4562" y="3066"/>
              <a:ext cx="13" cy="70"/>
              <a:chOff x="4562" y="3066"/>
              <a:chExt cx="13" cy="70"/>
            </a:xfrm>
          </p:grpSpPr>
          <p:sp>
            <p:nvSpPr>
              <p:cNvPr id="31941" name="Rectangle 110"/>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942" name="Line 111"/>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1897" name="Rectangle 112"/>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898" name="Freeform 113"/>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99" name="Freeform 114"/>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00" name="Freeform 115"/>
            <p:cNvSpPr>
              <a:spLocks/>
            </p:cNvSpPr>
            <p:nvPr/>
          </p:nvSpPr>
          <p:spPr bwMode="auto">
            <a:xfrm>
              <a:off x="4570" y="3144"/>
              <a:ext cx="90" cy="7"/>
            </a:xfrm>
            <a:custGeom>
              <a:avLst/>
              <a:gdLst>
                <a:gd name="T0" fmla="*/ 0 w 360"/>
                <a:gd name="T1" fmla="*/ 0 h 30"/>
                <a:gd name="T2" fmla="*/ 1 w 360"/>
                <a:gd name="T3" fmla="*/ 0 h 30"/>
                <a:gd name="T4" fmla="*/ 1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31901" name="Freeform 116"/>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02" name="Freeform 117"/>
            <p:cNvSpPr>
              <a:spLocks/>
            </p:cNvSpPr>
            <p:nvPr/>
          </p:nvSpPr>
          <p:spPr bwMode="auto">
            <a:xfrm>
              <a:off x="4492" y="2741"/>
              <a:ext cx="57" cy="394"/>
            </a:xfrm>
            <a:custGeom>
              <a:avLst/>
              <a:gdLst>
                <a:gd name="T0" fmla="*/ 0 w 228"/>
                <a:gd name="T1" fmla="*/ 0 h 1575"/>
                <a:gd name="T2" fmla="*/ 0 w 228"/>
                <a:gd name="T3" fmla="*/ 0 h 1575"/>
                <a:gd name="T4" fmla="*/ 0 w 228"/>
                <a:gd name="T5" fmla="*/ 2 h 1575"/>
                <a:gd name="T6" fmla="*/ 0 w 228"/>
                <a:gd name="T7" fmla="*/ 2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31903" name="Freeform 118"/>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1 w 1306"/>
                <a:gd name="T9" fmla="*/ 0 h 344"/>
                <a:gd name="T10" fmla="*/ 1 w 1306"/>
                <a:gd name="T11" fmla="*/ 0 h 344"/>
                <a:gd name="T12" fmla="*/ 1 w 1306"/>
                <a:gd name="T13" fmla="*/ 0 h 344"/>
                <a:gd name="T14" fmla="*/ 1 w 1306"/>
                <a:gd name="T15" fmla="*/ 0 h 344"/>
                <a:gd name="T16" fmla="*/ 1 w 1306"/>
                <a:gd name="T17" fmla="*/ 0 h 344"/>
                <a:gd name="T18" fmla="*/ 1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04" name="Rectangle 119"/>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905" name="Line 120"/>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6" name="Freeform 121"/>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07" name="Freeform 122"/>
            <p:cNvSpPr>
              <a:spLocks/>
            </p:cNvSpPr>
            <p:nvPr/>
          </p:nvSpPr>
          <p:spPr bwMode="auto">
            <a:xfrm>
              <a:off x="4590" y="3047"/>
              <a:ext cx="72" cy="104"/>
            </a:xfrm>
            <a:custGeom>
              <a:avLst/>
              <a:gdLst>
                <a:gd name="T0" fmla="*/ 0 w 290"/>
                <a:gd name="T1" fmla="*/ 0 h 415"/>
                <a:gd name="T2" fmla="*/ 0 w 290"/>
                <a:gd name="T3" fmla="*/ 1 h 415"/>
                <a:gd name="T4" fmla="*/ 0 w 290"/>
                <a:gd name="T5" fmla="*/ 1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31908" name="Freeform 123"/>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09" name="Rectangle 124"/>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10" name="Rectangle 125"/>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11" name="Rectangle 126"/>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12" name="Rectangle 127"/>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p>
              <a:endParaRPr lang="zh-CN" altLang="en-US"/>
            </a:p>
          </p:txBody>
        </p:sp>
        <p:sp>
          <p:nvSpPr>
            <p:cNvPr id="31913" name="Oval 128"/>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p>
              <a:endParaRPr lang="zh-CN" altLang="en-US"/>
            </a:p>
          </p:txBody>
        </p:sp>
        <p:sp>
          <p:nvSpPr>
            <p:cNvPr id="31914" name="Rectangle 129"/>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p>
              <a:endParaRPr lang="zh-CN" altLang="en-US"/>
            </a:p>
          </p:txBody>
        </p:sp>
        <p:sp>
          <p:nvSpPr>
            <p:cNvPr id="31915" name="Freeform 130"/>
            <p:cNvSpPr>
              <a:spLocks/>
            </p:cNvSpPr>
            <p:nvPr/>
          </p:nvSpPr>
          <p:spPr bwMode="auto">
            <a:xfrm>
              <a:off x="4547" y="3021"/>
              <a:ext cx="114" cy="114"/>
            </a:xfrm>
            <a:custGeom>
              <a:avLst/>
              <a:gdLst>
                <a:gd name="T0" fmla="*/ 0 w 454"/>
                <a:gd name="T1" fmla="*/ 1 h 455"/>
                <a:gd name="T2" fmla="*/ 0 w 454"/>
                <a:gd name="T3" fmla="*/ 0 h 455"/>
                <a:gd name="T4" fmla="*/ 1 w 454"/>
                <a:gd name="T5" fmla="*/ 0 h 455"/>
                <a:gd name="T6" fmla="*/ 1 w 454"/>
                <a:gd name="T7" fmla="*/ 0 h 455"/>
                <a:gd name="T8" fmla="*/ 0 w 454"/>
                <a:gd name="T9" fmla="*/ 0 h 455"/>
                <a:gd name="T10" fmla="*/ 0 w 454"/>
                <a:gd name="T11" fmla="*/ 1 h 455"/>
                <a:gd name="T12" fmla="*/ 0 w 454"/>
                <a:gd name="T13" fmla="*/ 1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31916" name="Group 131"/>
            <p:cNvGrpSpPr>
              <a:grpSpLocks/>
            </p:cNvGrpSpPr>
            <p:nvPr/>
          </p:nvGrpSpPr>
          <p:grpSpPr bwMode="auto">
            <a:xfrm>
              <a:off x="4455" y="2913"/>
              <a:ext cx="126" cy="116"/>
              <a:chOff x="4455" y="2913"/>
              <a:chExt cx="126" cy="116"/>
            </a:xfrm>
          </p:grpSpPr>
          <p:sp>
            <p:nvSpPr>
              <p:cNvPr id="31939" name="Oval 132"/>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p>
                <a:endParaRPr lang="zh-CN" altLang="en-US"/>
              </a:p>
            </p:txBody>
          </p:sp>
          <p:sp>
            <p:nvSpPr>
              <p:cNvPr id="31940" name="Oval 133"/>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p>
                <a:endParaRPr lang="zh-CN" altLang="en-US"/>
              </a:p>
            </p:txBody>
          </p:sp>
        </p:grpSp>
        <p:grpSp>
          <p:nvGrpSpPr>
            <p:cNvPr id="31917" name="Group 134"/>
            <p:cNvGrpSpPr>
              <a:grpSpLocks/>
            </p:cNvGrpSpPr>
            <p:nvPr/>
          </p:nvGrpSpPr>
          <p:grpSpPr bwMode="auto">
            <a:xfrm>
              <a:off x="4504" y="3136"/>
              <a:ext cx="43" cy="112"/>
              <a:chOff x="4504" y="3136"/>
              <a:chExt cx="43" cy="112"/>
            </a:xfrm>
          </p:grpSpPr>
          <p:sp>
            <p:nvSpPr>
              <p:cNvPr id="31930" name="Rectangle 135"/>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p>
                <a:endParaRPr lang="zh-CN" altLang="en-US"/>
              </a:p>
            </p:txBody>
          </p:sp>
          <p:grpSp>
            <p:nvGrpSpPr>
              <p:cNvPr id="31931" name="Group 136"/>
              <p:cNvGrpSpPr>
                <a:grpSpLocks/>
              </p:cNvGrpSpPr>
              <p:nvPr/>
            </p:nvGrpSpPr>
            <p:grpSpPr bwMode="auto">
              <a:xfrm>
                <a:off x="4504" y="3149"/>
                <a:ext cx="43" cy="87"/>
                <a:chOff x="4504" y="3149"/>
                <a:chExt cx="43" cy="87"/>
              </a:xfrm>
            </p:grpSpPr>
            <p:sp>
              <p:nvSpPr>
                <p:cNvPr id="31932" name="Line 137"/>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3" name="Line 138"/>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4" name="Line 139"/>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5" name="Line 140"/>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6" name="Line 141"/>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7" name="Line 142"/>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8" name="Line 143"/>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1918" name="Rectangle 144"/>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p>
              <a:endParaRPr lang="zh-CN" altLang="en-US"/>
            </a:p>
          </p:txBody>
        </p:sp>
        <p:sp>
          <p:nvSpPr>
            <p:cNvPr id="31919" name="Freeform 145"/>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31920" name="Freeform 146"/>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31921" name="Freeform 147"/>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1 h 1469"/>
                <a:gd name="T20" fmla="*/ 0 w 931"/>
                <a:gd name="T21" fmla="*/ 1 h 1469"/>
                <a:gd name="T22" fmla="*/ 0 w 931"/>
                <a:gd name="T23" fmla="*/ 1 h 1469"/>
                <a:gd name="T24" fmla="*/ 1 w 931"/>
                <a:gd name="T25" fmla="*/ 1 h 1469"/>
                <a:gd name="T26" fmla="*/ 1 w 931"/>
                <a:gd name="T27" fmla="*/ 1 h 1469"/>
                <a:gd name="T28" fmla="*/ 1 w 931"/>
                <a:gd name="T29" fmla="*/ 1 h 1469"/>
                <a:gd name="T30" fmla="*/ 1 w 931"/>
                <a:gd name="T31" fmla="*/ 1 h 1469"/>
                <a:gd name="T32" fmla="*/ 1 w 931"/>
                <a:gd name="T33" fmla="*/ 1 h 1469"/>
                <a:gd name="T34" fmla="*/ 1 w 931"/>
                <a:gd name="T35" fmla="*/ 1 h 1469"/>
                <a:gd name="T36" fmla="*/ 1 w 931"/>
                <a:gd name="T37" fmla="*/ 1 h 1469"/>
                <a:gd name="T38" fmla="*/ 1 w 931"/>
                <a:gd name="T39" fmla="*/ 1 h 1469"/>
                <a:gd name="T40" fmla="*/ 1 w 931"/>
                <a:gd name="T41" fmla="*/ 1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31922" name="Freeform 148"/>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1 h 1455"/>
                <a:gd name="T14" fmla="*/ 0 w 876"/>
                <a:gd name="T15" fmla="*/ 1 h 1455"/>
                <a:gd name="T16" fmla="*/ 0 w 876"/>
                <a:gd name="T17" fmla="*/ 1 h 1455"/>
                <a:gd name="T18" fmla="*/ 0 w 876"/>
                <a:gd name="T19" fmla="*/ 1 h 1455"/>
                <a:gd name="T20" fmla="*/ 0 w 876"/>
                <a:gd name="T21" fmla="*/ 1 h 1455"/>
                <a:gd name="T22" fmla="*/ 0 w 876"/>
                <a:gd name="T23" fmla="*/ 1 h 1455"/>
                <a:gd name="T24" fmla="*/ 1 w 876"/>
                <a:gd name="T25" fmla="*/ 1 h 1455"/>
                <a:gd name="T26" fmla="*/ 1 w 876"/>
                <a:gd name="T27" fmla="*/ 1 h 1455"/>
                <a:gd name="T28" fmla="*/ 1 w 876"/>
                <a:gd name="T29" fmla="*/ 1 h 1455"/>
                <a:gd name="T30" fmla="*/ 1 w 876"/>
                <a:gd name="T31" fmla="*/ 1 h 1455"/>
                <a:gd name="T32" fmla="*/ 1 w 876"/>
                <a:gd name="T33" fmla="*/ 1 h 1455"/>
                <a:gd name="T34" fmla="*/ 1 w 876"/>
                <a:gd name="T35" fmla="*/ 1 h 1455"/>
                <a:gd name="T36" fmla="*/ 1 w 876"/>
                <a:gd name="T37" fmla="*/ 2 h 1455"/>
                <a:gd name="T38" fmla="*/ 1 w 876"/>
                <a:gd name="T39" fmla="*/ 2 h 1455"/>
                <a:gd name="T40" fmla="*/ 1 w 876"/>
                <a:gd name="T41" fmla="*/ 2 h 1455"/>
                <a:gd name="T42" fmla="*/ 1 w 876"/>
                <a:gd name="T43" fmla="*/ 2 h 1455"/>
                <a:gd name="T44" fmla="*/ 1 w 876"/>
                <a:gd name="T45" fmla="*/ 2 h 1455"/>
                <a:gd name="T46" fmla="*/ 1 w 876"/>
                <a:gd name="T47" fmla="*/ 2 h 1455"/>
                <a:gd name="T48" fmla="*/ 1 w 876"/>
                <a:gd name="T49" fmla="*/ 2 h 1455"/>
                <a:gd name="T50" fmla="*/ 1 w 876"/>
                <a:gd name="T51" fmla="*/ 1 h 1455"/>
                <a:gd name="T52" fmla="*/ 1 w 876"/>
                <a:gd name="T53" fmla="*/ 1 h 1455"/>
                <a:gd name="T54" fmla="*/ 1 w 876"/>
                <a:gd name="T55" fmla="*/ 1 h 1455"/>
                <a:gd name="T56" fmla="*/ 1 w 876"/>
                <a:gd name="T57" fmla="*/ 1 h 1455"/>
                <a:gd name="T58" fmla="*/ 1 w 876"/>
                <a:gd name="T59" fmla="*/ 1 h 1455"/>
                <a:gd name="T60" fmla="*/ 1 w 876"/>
                <a:gd name="T61" fmla="*/ 1 h 1455"/>
                <a:gd name="T62" fmla="*/ 1 w 876"/>
                <a:gd name="T63" fmla="*/ 1 h 1455"/>
                <a:gd name="T64" fmla="*/ 1 w 876"/>
                <a:gd name="T65" fmla="*/ 1 h 1455"/>
                <a:gd name="T66" fmla="*/ 1 w 876"/>
                <a:gd name="T67" fmla="*/ 1 h 1455"/>
                <a:gd name="T68" fmla="*/ 1 w 876"/>
                <a:gd name="T69" fmla="*/ 1 h 1455"/>
                <a:gd name="T70" fmla="*/ 1 w 876"/>
                <a:gd name="T71" fmla="*/ 1 h 1455"/>
                <a:gd name="T72" fmla="*/ 1 w 876"/>
                <a:gd name="T73" fmla="*/ 1 h 1455"/>
                <a:gd name="T74" fmla="*/ 1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23" name="Freeform 149"/>
            <p:cNvSpPr>
              <a:spLocks/>
            </p:cNvSpPr>
            <p:nvPr/>
          </p:nvSpPr>
          <p:spPr bwMode="auto">
            <a:xfrm>
              <a:off x="4537" y="2812"/>
              <a:ext cx="216" cy="16"/>
            </a:xfrm>
            <a:custGeom>
              <a:avLst/>
              <a:gdLst>
                <a:gd name="T0" fmla="*/ 0 w 862"/>
                <a:gd name="T1" fmla="*/ 0 h 64"/>
                <a:gd name="T2" fmla="*/ 1 w 862"/>
                <a:gd name="T3" fmla="*/ 0 h 64"/>
                <a:gd name="T4" fmla="*/ 1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31924" name="Freeform 150"/>
            <p:cNvSpPr>
              <a:spLocks/>
            </p:cNvSpPr>
            <p:nvPr/>
          </p:nvSpPr>
          <p:spPr bwMode="auto">
            <a:xfrm>
              <a:off x="4685" y="2860"/>
              <a:ext cx="77" cy="190"/>
            </a:xfrm>
            <a:custGeom>
              <a:avLst/>
              <a:gdLst>
                <a:gd name="T0" fmla="*/ 0 w 306"/>
                <a:gd name="T1" fmla="*/ 0 h 760"/>
                <a:gd name="T2" fmla="*/ 0 w 306"/>
                <a:gd name="T3" fmla="*/ 1 h 760"/>
                <a:gd name="T4" fmla="*/ 0 w 306"/>
                <a:gd name="T5" fmla="*/ 1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31925" name="Freeform 151"/>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31926" name="Freeform 152"/>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31927" name="Freeform 153"/>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31928" name="Freeform 154"/>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29" name="Freeform 155"/>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31768" name="Picture 156" descr="D-Link%20DI-713P%20Wireless%20Broadband%20route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79738" y="3630613"/>
            <a:ext cx="749300" cy="62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769" name="Group 157"/>
          <p:cNvGrpSpPr>
            <a:grpSpLocks/>
          </p:cNvGrpSpPr>
          <p:nvPr/>
        </p:nvGrpSpPr>
        <p:grpSpPr bwMode="auto">
          <a:xfrm>
            <a:off x="1979613" y="3789363"/>
            <a:ext cx="671512" cy="495300"/>
            <a:chOff x="762" y="2391"/>
            <a:chExt cx="423" cy="312"/>
          </a:xfrm>
        </p:grpSpPr>
        <p:grpSp>
          <p:nvGrpSpPr>
            <p:cNvPr id="31885" name="Group 158"/>
            <p:cNvGrpSpPr>
              <a:grpSpLocks/>
            </p:cNvGrpSpPr>
            <p:nvPr/>
          </p:nvGrpSpPr>
          <p:grpSpPr bwMode="auto">
            <a:xfrm>
              <a:off x="867" y="2432"/>
              <a:ext cx="318" cy="271"/>
              <a:chOff x="657" y="1570"/>
              <a:chExt cx="318" cy="311"/>
            </a:xfrm>
          </p:grpSpPr>
          <p:sp>
            <p:nvSpPr>
              <p:cNvPr id="31893" name="Line 159"/>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894" name="Picture 160" descr="laptop copy"/>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886" name="Group 161"/>
            <p:cNvGrpSpPr>
              <a:grpSpLocks/>
            </p:cNvGrpSpPr>
            <p:nvPr/>
          </p:nvGrpSpPr>
          <p:grpSpPr bwMode="auto">
            <a:xfrm>
              <a:off x="762" y="2391"/>
              <a:ext cx="306" cy="90"/>
              <a:chOff x="748" y="2251"/>
              <a:chExt cx="306" cy="90"/>
            </a:xfrm>
          </p:grpSpPr>
          <p:sp>
            <p:nvSpPr>
              <p:cNvPr id="31887" name="AutoShape 162"/>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88" name="AutoShape 163"/>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89" name="AutoShape 164"/>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90" name="AutoShape 165"/>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91" name="AutoShape 166"/>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92" name="AutoShape 167"/>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sp>
        <p:nvSpPr>
          <p:cNvPr id="31770" name="Freeform 168"/>
          <p:cNvSpPr>
            <a:spLocks/>
          </p:cNvSpPr>
          <p:nvPr/>
        </p:nvSpPr>
        <p:spPr bwMode="auto">
          <a:xfrm rot="1390605">
            <a:off x="3468688" y="3357563"/>
            <a:ext cx="203200" cy="300037"/>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grpSp>
        <p:nvGrpSpPr>
          <p:cNvPr id="31771" name="Group 169"/>
          <p:cNvGrpSpPr>
            <a:grpSpLocks/>
          </p:cNvGrpSpPr>
          <p:nvPr/>
        </p:nvGrpSpPr>
        <p:grpSpPr bwMode="auto">
          <a:xfrm>
            <a:off x="684213" y="2492375"/>
            <a:ext cx="503237" cy="684213"/>
            <a:chOff x="431" y="1479"/>
            <a:chExt cx="317" cy="431"/>
          </a:xfrm>
        </p:grpSpPr>
        <p:sp>
          <p:nvSpPr>
            <p:cNvPr id="31883" name="Line 170"/>
            <p:cNvSpPr>
              <a:spLocks noChangeShapeType="1"/>
            </p:cNvSpPr>
            <p:nvPr/>
          </p:nvSpPr>
          <p:spPr bwMode="auto">
            <a:xfrm>
              <a:off x="612" y="1479"/>
              <a:ext cx="0" cy="2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884" name="Picture 171"/>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31772" name="Picture 17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39750" y="1809750"/>
            <a:ext cx="503238"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773" name="Line 173"/>
          <p:cNvSpPr>
            <a:spLocks noChangeShapeType="1"/>
          </p:cNvSpPr>
          <p:nvPr/>
        </p:nvSpPr>
        <p:spPr bwMode="auto">
          <a:xfrm flipV="1">
            <a:off x="250825" y="2492375"/>
            <a:ext cx="30257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74" name="Line 174"/>
          <p:cNvSpPr>
            <a:spLocks noChangeShapeType="1"/>
          </p:cNvSpPr>
          <p:nvPr/>
        </p:nvSpPr>
        <p:spPr bwMode="auto">
          <a:xfrm>
            <a:off x="3059113" y="2133600"/>
            <a:ext cx="0" cy="3603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775" name="Picture 17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27338" y="1989138"/>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31776" name="Group 176"/>
          <p:cNvGrpSpPr>
            <a:grpSpLocks/>
          </p:cNvGrpSpPr>
          <p:nvPr/>
        </p:nvGrpSpPr>
        <p:grpSpPr bwMode="auto">
          <a:xfrm>
            <a:off x="1187450" y="4365625"/>
            <a:ext cx="671513" cy="495300"/>
            <a:chOff x="762" y="2391"/>
            <a:chExt cx="423" cy="312"/>
          </a:xfrm>
        </p:grpSpPr>
        <p:grpSp>
          <p:nvGrpSpPr>
            <p:cNvPr id="31873" name="Group 177"/>
            <p:cNvGrpSpPr>
              <a:grpSpLocks/>
            </p:cNvGrpSpPr>
            <p:nvPr/>
          </p:nvGrpSpPr>
          <p:grpSpPr bwMode="auto">
            <a:xfrm>
              <a:off x="867" y="2432"/>
              <a:ext cx="318" cy="271"/>
              <a:chOff x="657" y="1570"/>
              <a:chExt cx="318" cy="311"/>
            </a:xfrm>
          </p:grpSpPr>
          <p:sp>
            <p:nvSpPr>
              <p:cNvPr id="31881" name="Line 178"/>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882" name="Picture 179" descr="laptop copy"/>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874" name="Group 180"/>
            <p:cNvGrpSpPr>
              <a:grpSpLocks/>
            </p:cNvGrpSpPr>
            <p:nvPr/>
          </p:nvGrpSpPr>
          <p:grpSpPr bwMode="auto">
            <a:xfrm>
              <a:off x="762" y="2391"/>
              <a:ext cx="306" cy="90"/>
              <a:chOff x="748" y="2251"/>
              <a:chExt cx="306" cy="90"/>
            </a:xfrm>
          </p:grpSpPr>
          <p:sp>
            <p:nvSpPr>
              <p:cNvPr id="31875" name="AutoShape 181"/>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76" name="AutoShape 182"/>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77" name="AutoShape 183"/>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78" name="AutoShape 184"/>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79" name="AutoShape 185"/>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80" name="AutoShape 186"/>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31777" name="Group 187"/>
          <p:cNvGrpSpPr>
            <a:grpSpLocks/>
          </p:cNvGrpSpPr>
          <p:nvPr/>
        </p:nvGrpSpPr>
        <p:grpSpPr bwMode="auto">
          <a:xfrm>
            <a:off x="2051050" y="4797425"/>
            <a:ext cx="671513" cy="495300"/>
            <a:chOff x="762" y="2391"/>
            <a:chExt cx="423" cy="312"/>
          </a:xfrm>
        </p:grpSpPr>
        <p:grpSp>
          <p:nvGrpSpPr>
            <p:cNvPr id="31863" name="Group 188"/>
            <p:cNvGrpSpPr>
              <a:grpSpLocks/>
            </p:cNvGrpSpPr>
            <p:nvPr/>
          </p:nvGrpSpPr>
          <p:grpSpPr bwMode="auto">
            <a:xfrm>
              <a:off x="867" y="2432"/>
              <a:ext cx="318" cy="271"/>
              <a:chOff x="657" y="1570"/>
              <a:chExt cx="318" cy="311"/>
            </a:xfrm>
          </p:grpSpPr>
          <p:sp>
            <p:nvSpPr>
              <p:cNvPr id="31871" name="Line 189"/>
              <p:cNvSpPr>
                <a:spLocks noChangeShapeType="1"/>
              </p:cNvSpPr>
              <p:nvPr/>
            </p:nvSpPr>
            <p:spPr bwMode="auto">
              <a:xfrm flipH="1">
                <a:off x="703" y="1570"/>
                <a:ext cx="0" cy="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872" name="Picture 190" descr="laptop copy"/>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864" name="Group 191"/>
            <p:cNvGrpSpPr>
              <a:grpSpLocks/>
            </p:cNvGrpSpPr>
            <p:nvPr/>
          </p:nvGrpSpPr>
          <p:grpSpPr bwMode="auto">
            <a:xfrm>
              <a:off x="762" y="2391"/>
              <a:ext cx="306" cy="90"/>
              <a:chOff x="748" y="2251"/>
              <a:chExt cx="306" cy="90"/>
            </a:xfrm>
          </p:grpSpPr>
          <p:sp>
            <p:nvSpPr>
              <p:cNvPr id="31865" name="AutoShape 192"/>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66" name="AutoShape 193"/>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67" name="AutoShape 194"/>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68" name="AutoShape 195"/>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69" name="AutoShape 196"/>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70" name="AutoShape 197"/>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sp>
        <p:nvSpPr>
          <p:cNvPr id="31778" name="Line 198"/>
          <p:cNvSpPr>
            <a:spLocks noChangeShapeType="1"/>
          </p:cNvSpPr>
          <p:nvPr/>
        </p:nvSpPr>
        <p:spPr bwMode="auto">
          <a:xfrm>
            <a:off x="6516688" y="3068638"/>
            <a:ext cx="1511300" cy="649287"/>
          </a:xfrm>
          <a:prstGeom prst="line">
            <a:avLst/>
          </a:prstGeom>
          <a:noFill/>
          <a:ln w="38100">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79" name="Line 199"/>
          <p:cNvSpPr>
            <a:spLocks noChangeShapeType="1"/>
          </p:cNvSpPr>
          <p:nvPr/>
        </p:nvSpPr>
        <p:spPr bwMode="auto">
          <a:xfrm flipH="1">
            <a:off x="4859338" y="3141663"/>
            <a:ext cx="719137" cy="431800"/>
          </a:xfrm>
          <a:prstGeom prst="line">
            <a:avLst/>
          </a:prstGeom>
          <a:noFill/>
          <a:ln w="38100">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80" name="Freeform 200"/>
          <p:cNvSpPr>
            <a:spLocks/>
          </p:cNvSpPr>
          <p:nvPr/>
        </p:nvSpPr>
        <p:spPr bwMode="auto">
          <a:xfrm rot="1901313">
            <a:off x="2676525" y="3717925"/>
            <a:ext cx="203200" cy="30003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31781" name="Freeform 201"/>
          <p:cNvSpPr>
            <a:spLocks/>
          </p:cNvSpPr>
          <p:nvPr/>
        </p:nvSpPr>
        <p:spPr bwMode="auto">
          <a:xfrm rot="18818791" flipH="1">
            <a:off x="2675732" y="3479006"/>
            <a:ext cx="203200" cy="300037"/>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31782" name="Freeform 202"/>
          <p:cNvSpPr>
            <a:spLocks/>
          </p:cNvSpPr>
          <p:nvPr/>
        </p:nvSpPr>
        <p:spPr bwMode="auto">
          <a:xfrm rot="3575381">
            <a:off x="3517107" y="3537744"/>
            <a:ext cx="203200" cy="300037"/>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31783" name="Text Box 203"/>
          <p:cNvSpPr txBox="1">
            <a:spLocks noChangeArrowheads="1"/>
          </p:cNvSpPr>
          <p:nvPr/>
        </p:nvSpPr>
        <p:spPr bwMode="auto">
          <a:xfrm>
            <a:off x="1331913" y="4940300"/>
            <a:ext cx="9286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a:t>
            </a:r>
            <a:r>
              <a:rPr lang="zh-CN" altLang="en-US" sz="1600">
                <a:solidFill>
                  <a:schemeClr val="folHlink"/>
                </a:solidFill>
                <a:latin typeface="Arial" pitchFamily="34" charset="0"/>
              </a:rPr>
              <a:t>主机 </a:t>
            </a:r>
            <a:r>
              <a:rPr lang="en-US" altLang="zh-CN" sz="1600">
                <a:solidFill>
                  <a:schemeClr val="folHlink"/>
                </a:solidFill>
                <a:latin typeface="Arial" pitchFamily="34" charset="0"/>
              </a:rPr>
              <a:t>H</a:t>
            </a:r>
            <a:r>
              <a:rPr lang="en-US" altLang="zh-CN" sz="1600" baseline="-25000">
                <a:solidFill>
                  <a:schemeClr val="folHlink"/>
                </a:solidFill>
                <a:latin typeface="Arial" pitchFamily="34" charset="0"/>
              </a:rPr>
              <a:t>2</a:t>
            </a:r>
          </a:p>
        </p:txBody>
      </p:sp>
      <p:grpSp>
        <p:nvGrpSpPr>
          <p:cNvPr id="31784" name="Group 204"/>
          <p:cNvGrpSpPr>
            <a:grpSpLocks/>
          </p:cNvGrpSpPr>
          <p:nvPr/>
        </p:nvGrpSpPr>
        <p:grpSpPr bwMode="auto">
          <a:xfrm>
            <a:off x="1476375" y="2493963"/>
            <a:ext cx="503238" cy="684212"/>
            <a:chOff x="431" y="1479"/>
            <a:chExt cx="317" cy="431"/>
          </a:xfrm>
        </p:grpSpPr>
        <p:sp>
          <p:nvSpPr>
            <p:cNvPr id="31861" name="Line 205"/>
            <p:cNvSpPr>
              <a:spLocks noChangeShapeType="1"/>
            </p:cNvSpPr>
            <p:nvPr/>
          </p:nvSpPr>
          <p:spPr bwMode="auto">
            <a:xfrm>
              <a:off x="612" y="1479"/>
              <a:ext cx="0" cy="2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862" name="Picture 206"/>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1785" name="Group 207"/>
          <p:cNvGrpSpPr>
            <a:grpSpLocks/>
          </p:cNvGrpSpPr>
          <p:nvPr/>
        </p:nvGrpSpPr>
        <p:grpSpPr bwMode="auto">
          <a:xfrm>
            <a:off x="2484438" y="2495550"/>
            <a:ext cx="503237" cy="684213"/>
            <a:chOff x="431" y="1479"/>
            <a:chExt cx="317" cy="431"/>
          </a:xfrm>
        </p:grpSpPr>
        <p:sp>
          <p:nvSpPr>
            <p:cNvPr id="31859" name="Line 208"/>
            <p:cNvSpPr>
              <a:spLocks noChangeShapeType="1"/>
            </p:cNvSpPr>
            <p:nvPr/>
          </p:nvSpPr>
          <p:spPr bwMode="auto">
            <a:xfrm>
              <a:off x="612" y="1479"/>
              <a:ext cx="0" cy="2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31860" name="Picture 20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1786" name="Text Box 210"/>
          <p:cNvSpPr txBox="1">
            <a:spLocks noChangeArrowheads="1"/>
          </p:cNvSpPr>
          <p:nvPr/>
        </p:nvSpPr>
        <p:spPr bwMode="auto">
          <a:xfrm>
            <a:off x="2541588" y="1771650"/>
            <a:ext cx="465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1</a:t>
            </a:r>
          </a:p>
        </p:txBody>
      </p:sp>
      <p:sp>
        <p:nvSpPr>
          <p:cNvPr id="31787" name="Text Box 211"/>
          <p:cNvSpPr txBox="1">
            <a:spLocks noChangeArrowheads="1"/>
          </p:cNvSpPr>
          <p:nvPr/>
        </p:nvSpPr>
        <p:spPr bwMode="auto">
          <a:xfrm>
            <a:off x="7797800" y="4098925"/>
            <a:ext cx="465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4</a:t>
            </a:r>
          </a:p>
        </p:txBody>
      </p:sp>
      <p:sp>
        <p:nvSpPr>
          <p:cNvPr id="31788" name="Text Box 212"/>
          <p:cNvSpPr txBox="1">
            <a:spLocks noChangeArrowheads="1"/>
          </p:cNvSpPr>
          <p:nvPr/>
        </p:nvSpPr>
        <p:spPr bwMode="auto">
          <a:xfrm>
            <a:off x="4067175" y="3595688"/>
            <a:ext cx="465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5</a:t>
            </a:r>
          </a:p>
        </p:txBody>
      </p:sp>
      <p:sp>
        <p:nvSpPr>
          <p:cNvPr id="31789" name="Text Box 213"/>
          <p:cNvSpPr txBox="1">
            <a:spLocks noChangeArrowheads="1"/>
          </p:cNvSpPr>
          <p:nvPr/>
        </p:nvSpPr>
        <p:spPr bwMode="auto">
          <a:xfrm>
            <a:off x="4989513" y="1771650"/>
            <a:ext cx="465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2</a:t>
            </a:r>
          </a:p>
        </p:txBody>
      </p:sp>
      <p:sp>
        <p:nvSpPr>
          <p:cNvPr id="31790" name="Text Box 214"/>
          <p:cNvSpPr txBox="1">
            <a:spLocks noChangeArrowheads="1"/>
          </p:cNvSpPr>
          <p:nvPr/>
        </p:nvSpPr>
        <p:spPr bwMode="auto">
          <a:xfrm>
            <a:off x="7581900" y="1795463"/>
            <a:ext cx="465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3</a:t>
            </a:r>
          </a:p>
        </p:txBody>
      </p:sp>
      <p:sp>
        <p:nvSpPr>
          <p:cNvPr id="31791" name="Text Box 215"/>
          <p:cNvSpPr txBox="1">
            <a:spLocks noChangeArrowheads="1"/>
          </p:cNvSpPr>
          <p:nvPr/>
        </p:nvSpPr>
        <p:spPr bwMode="auto">
          <a:xfrm>
            <a:off x="2916238" y="547688"/>
            <a:ext cx="465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1</a:t>
            </a:r>
          </a:p>
        </p:txBody>
      </p:sp>
      <p:sp>
        <p:nvSpPr>
          <p:cNvPr id="31792" name="Text Box 216"/>
          <p:cNvSpPr txBox="1">
            <a:spLocks noChangeArrowheads="1"/>
          </p:cNvSpPr>
          <p:nvPr/>
        </p:nvSpPr>
        <p:spPr bwMode="auto">
          <a:xfrm>
            <a:off x="5421313" y="571500"/>
            <a:ext cx="465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2</a:t>
            </a:r>
          </a:p>
        </p:txBody>
      </p:sp>
      <p:sp>
        <p:nvSpPr>
          <p:cNvPr id="31793" name="Text Box 217"/>
          <p:cNvSpPr txBox="1">
            <a:spLocks noChangeArrowheads="1"/>
          </p:cNvSpPr>
          <p:nvPr/>
        </p:nvSpPr>
        <p:spPr bwMode="auto">
          <a:xfrm>
            <a:off x="7870825" y="571500"/>
            <a:ext cx="465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3</a:t>
            </a:r>
          </a:p>
        </p:txBody>
      </p:sp>
      <p:sp>
        <p:nvSpPr>
          <p:cNvPr id="31794" name="Text Box 226"/>
          <p:cNvSpPr txBox="1">
            <a:spLocks noChangeArrowheads="1"/>
          </p:cNvSpPr>
          <p:nvPr/>
        </p:nvSpPr>
        <p:spPr bwMode="auto">
          <a:xfrm>
            <a:off x="747713" y="114300"/>
            <a:ext cx="4079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H</a:t>
            </a:r>
            <a:r>
              <a:rPr lang="en-US" altLang="zh-CN" sz="1600" baseline="-25000">
                <a:solidFill>
                  <a:schemeClr val="folHlink"/>
                </a:solidFill>
                <a:latin typeface="Arial" pitchFamily="34" charset="0"/>
              </a:rPr>
              <a:t>1</a:t>
            </a:r>
          </a:p>
        </p:txBody>
      </p:sp>
      <p:sp>
        <p:nvSpPr>
          <p:cNvPr id="31795" name="Text Box 227"/>
          <p:cNvSpPr txBox="1">
            <a:spLocks noChangeArrowheads="1"/>
          </p:cNvSpPr>
          <p:nvPr/>
        </p:nvSpPr>
        <p:spPr bwMode="auto">
          <a:xfrm>
            <a:off x="4427538" y="4098925"/>
            <a:ext cx="465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5</a:t>
            </a:r>
          </a:p>
        </p:txBody>
      </p:sp>
      <p:sp>
        <p:nvSpPr>
          <p:cNvPr id="31796" name="Text Box 228"/>
          <p:cNvSpPr txBox="1">
            <a:spLocks noChangeArrowheads="1"/>
          </p:cNvSpPr>
          <p:nvPr/>
        </p:nvSpPr>
        <p:spPr bwMode="auto">
          <a:xfrm>
            <a:off x="3132138" y="4795838"/>
            <a:ext cx="4651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H</a:t>
            </a:r>
            <a:r>
              <a:rPr lang="en-US" altLang="zh-CN" sz="1600" baseline="-25000">
                <a:solidFill>
                  <a:schemeClr val="folHlink"/>
                </a:solidFill>
                <a:latin typeface="Arial" pitchFamily="34" charset="0"/>
              </a:rPr>
              <a:t>2</a:t>
            </a:r>
          </a:p>
        </p:txBody>
      </p:sp>
      <p:grpSp>
        <p:nvGrpSpPr>
          <p:cNvPr id="31797" name="Group 229"/>
          <p:cNvGrpSpPr>
            <a:grpSpLocks/>
          </p:cNvGrpSpPr>
          <p:nvPr/>
        </p:nvGrpSpPr>
        <p:grpSpPr bwMode="auto">
          <a:xfrm>
            <a:off x="7019925" y="2565400"/>
            <a:ext cx="1439863" cy="863600"/>
            <a:chOff x="385" y="2795"/>
            <a:chExt cx="1769" cy="816"/>
          </a:xfrm>
        </p:grpSpPr>
        <p:sp>
          <p:nvSpPr>
            <p:cNvPr id="31842" name="Oval 230"/>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43" name="Oval 231"/>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44" name="Oval 232"/>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45" name="Oval 233"/>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46" name="Oval 234"/>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47" name="Oval 235"/>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48" name="Oval 236"/>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49" name="Oval 237"/>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0" name="Oval 238"/>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1" name="Oval 239"/>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2" name="Oval 240"/>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3" name="Oval 241"/>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4" name="Oval 242"/>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5" name="Oval 243"/>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6" name="Oval 244"/>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7" name="Oval 245"/>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31858" name="Freeform 246"/>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sp>
        <p:nvSpPr>
          <p:cNvPr id="31798" name="Text Box 247"/>
          <p:cNvSpPr txBox="1">
            <a:spLocks noChangeArrowheads="1"/>
          </p:cNvSpPr>
          <p:nvPr/>
        </p:nvSpPr>
        <p:spPr bwMode="auto">
          <a:xfrm>
            <a:off x="7451725" y="3571875"/>
            <a:ext cx="4651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600">
                <a:solidFill>
                  <a:schemeClr val="folHlink"/>
                </a:solidFill>
                <a:latin typeface="Arial" pitchFamily="34" charset="0"/>
              </a:rPr>
              <a:t> R</a:t>
            </a:r>
            <a:r>
              <a:rPr lang="en-US" altLang="zh-CN" sz="1600" baseline="-25000">
                <a:solidFill>
                  <a:schemeClr val="folHlink"/>
                </a:solidFill>
                <a:latin typeface="Arial" pitchFamily="34" charset="0"/>
              </a:rPr>
              <a:t>4</a:t>
            </a:r>
          </a:p>
        </p:txBody>
      </p:sp>
      <p:sp>
        <p:nvSpPr>
          <p:cNvPr id="31799" name="AutoShape 248"/>
          <p:cNvSpPr>
            <a:spLocks noChangeArrowheads="1"/>
          </p:cNvSpPr>
          <p:nvPr/>
        </p:nvSpPr>
        <p:spPr bwMode="auto">
          <a:xfrm>
            <a:off x="3709988" y="2174875"/>
            <a:ext cx="1366837" cy="317500"/>
          </a:xfrm>
          <a:prstGeom prst="rightArrow">
            <a:avLst>
              <a:gd name="adj1" fmla="val 59778"/>
              <a:gd name="adj2" fmla="val 11637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600">
                <a:solidFill>
                  <a:schemeClr val="folHlink"/>
                </a:solidFill>
                <a:latin typeface="Arial" pitchFamily="34" charset="0"/>
              </a:rPr>
              <a:t>间接交付</a:t>
            </a:r>
          </a:p>
        </p:txBody>
      </p:sp>
      <p:sp>
        <p:nvSpPr>
          <p:cNvPr id="31800" name="AutoShape 249"/>
          <p:cNvSpPr>
            <a:spLocks noChangeArrowheads="1"/>
          </p:cNvSpPr>
          <p:nvPr/>
        </p:nvSpPr>
        <p:spPr bwMode="auto">
          <a:xfrm>
            <a:off x="6011863" y="2178050"/>
            <a:ext cx="1584325" cy="387350"/>
          </a:xfrm>
          <a:prstGeom prst="rightArrow">
            <a:avLst>
              <a:gd name="adj1" fmla="val 59778"/>
              <a:gd name="adj2" fmla="val 1105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600">
                <a:solidFill>
                  <a:schemeClr val="folHlink"/>
                </a:solidFill>
                <a:latin typeface="Arial" pitchFamily="34" charset="0"/>
              </a:rPr>
              <a:t>间接交付</a:t>
            </a:r>
          </a:p>
        </p:txBody>
      </p:sp>
      <p:sp>
        <p:nvSpPr>
          <p:cNvPr id="31801" name="AutoShape 250"/>
          <p:cNvSpPr>
            <a:spLocks noChangeArrowheads="1"/>
          </p:cNvSpPr>
          <p:nvPr/>
        </p:nvSpPr>
        <p:spPr bwMode="auto">
          <a:xfrm>
            <a:off x="1258888" y="1916113"/>
            <a:ext cx="1227137" cy="360362"/>
          </a:xfrm>
          <a:prstGeom prst="rightArrow">
            <a:avLst>
              <a:gd name="adj1" fmla="val 59778"/>
              <a:gd name="adj2" fmla="val 92053"/>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600">
                <a:solidFill>
                  <a:schemeClr val="folHlink"/>
                </a:solidFill>
                <a:latin typeface="Arial" pitchFamily="34" charset="0"/>
              </a:rPr>
              <a:t>间接交付</a:t>
            </a:r>
          </a:p>
        </p:txBody>
      </p:sp>
      <p:sp>
        <p:nvSpPr>
          <p:cNvPr id="31802" name="AutoShape 251"/>
          <p:cNvSpPr>
            <a:spLocks noChangeArrowheads="1"/>
          </p:cNvSpPr>
          <p:nvPr/>
        </p:nvSpPr>
        <p:spPr bwMode="auto">
          <a:xfrm rot="6744589" flipV="1">
            <a:off x="7595394" y="2709069"/>
            <a:ext cx="1368425" cy="360363"/>
          </a:xfrm>
          <a:prstGeom prst="rightArrow">
            <a:avLst>
              <a:gd name="adj1" fmla="val 59778"/>
              <a:gd name="adj2" fmla="val 102652"/>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600">
                <a:solidFill>
                  <a:schemeClr val="folHlink"/>
                </a:solidFill>
                <a:latin typeface="Arial" pitchFamily="34" charset="0"/>
              </a:rPr>
              <a:t>间接交付</a:t>
            </a:r>
          </a:p>
        </p:txBody>
      </p:sp>
      <p:sp>
        <p:nvSpPr>
          <p:cNvPr id="31803" name="AutoShape 252"/>
          <p:cNvSpPr>
            <a:spLocks noChangeArrowheads="1"/>
          </p:cNvSpPr>
          <p:nvPr/>
        </p:nvSpPr>
        <p:spPr bwMode="auto">
          <a:xfrm flipH="1">
            <a:off x="5292725" y="3789363"/>
            <a:ext cx="2016125" cy="358775"/>
          </a:xfrm>
          <a:prstGeom prst="rightArrow">
            <a:avLst>
              <a:gd name="adj1" fmla="val 59778"/>
              <a:gd name="adj2" fmla="val 151908"/>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600">
                <a:solidFill>
                  <a:schemeClr val="folHlink"/>
                </a:solidFill>
                <a:latin typeface="Arial" pitchFamily="34" charset="0"/>
              </a:rPr>
              <a:t>间接交付</a:t>
            </a:r>
          </a:p>
        </p:txBody>
      </p:sp>
      <p:sp>
        <p:nvSpPr>
          <p:cNvPr id="31804" name="AutoShape 253"/>
          <p:cNvSpPr>
            <a:spLocks noChangeArrowheads="1"/>
          </p:cNvSpPr>
          <p:nvPr/>
        </p:nvSpPr>
        <p:spPr bwMode="auto">
          <a:xfrm rot="20314671" flipH="1">
            <a:off x="2700338" y="4292600"/>
            <a:ext cx="1511300" cy="358775"/>
          </a:xfrm>
          <a:prstGeom prst="rightArrow">
            <a:avLst>
              <a:gd name="adj1" fmla="val 59778"/>
              <a:gd name="adj2" fmla="val 113871"/>
            </a:avLst>
          </a:prstGeom>
          <a:solidFill>
            <a:srgbClr val="FFCCCC"/>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600">
                <a:solidFill>
                  <a:schemeClr val="folHlink"/>
                </a:solidFill>
                <a:latin typeface="Arial" pitchFamily="34" charset="0"/>
              </a:rPr>
              <a:t>直接交付</a:t>
            </a:r>
          </a:p>
        </p:txBody>
      </p:sp>
      <p:grpSp>
        <p:nvGrpSpPr>
          <p:cNvPr id="31805" name="Group 254"/>
          <p:cNvGrpSpPr>
            <a:grpSpLocks/>
          </p:cNvGrpSpPr>
          <p:nvPr/>
        </p:nvGrpSpPr>
        <p:grpSpPr bwMode="auto">
          <a:xfrm>
            <a:off x="2732088" y="890588"/>
            <a:ext cx="760412" cy="825500"/>
            <a:chOff x="1721" y="561"/>
            <a:chExt cx="479" cy="520"/>
          </a:xfrm>
        </p:grpSpPr>
        <p:sp>
          <p:nvSpPr>
            <p:cNvPr id="31836" name="Rectangle 255"/>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37" name="Rectangle 256"/>
            <p:cNvSpPr>
              <a:spLocks noChangeArrowheads="1"/>
            </p:cNvSpPr>
            <p:nvPr/>
          </p:nvSpPr>
          <p:spPr bwMode="auto">
            <a:xfrm>
              <a:off x="1721" y="585"/>
              <a:ext cx="479" cy="46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38" name="Line 257"/>
            <p:cNvSpPr>
              <a:spLocks noChangeShapeType="1"/>
            </p:cNvSpPr>
            <p:nvPr/>
          </p:nvSpPr>
          <p:spPr bwMode="auto">
            <a:xfrm>
              <a:off x="1721" y="754"/>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39" name="Line 258"/>
            <p:cNvSpPr>
              <a:spLocks noChangeShapeType="1"/>
            </p:cNvSpPr>
            <p:nvPr/>
          </p:nvSpPr>
          <p:spPr bwMode="auto">
            <a:xfrm>
              <a:off x="1721" y="906"/>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40" name="Line 259"/>
            <p:cNvSpPr>
              <a:spLocks noChangeShapeType="1"/>
            </p:cNvSpPr>
            <p:nvPr/>
          </p:nvSpPr>
          <p:spPr bwMode="auto">
            <a:xfrm>
              <a:off x="1961" y="748"/>
              <a:ext cx="1" cy="30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41" name="Text Box 260"/>
            <p:cNvSpPr txBox="1">
              <a:spLocks noChangeArrowheads="1"/>
            </p:cNvSpPr>
            <p:nvPr/>
          </p:nvSpPr>
          <p:spPr bwMode="auto">
            <a:xfrm>
              <a:off x="1737" y="561"/>
              <a:ext cx="438" cy="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en-US" altLang="zh-CN" sz="1600">
                  <a:solidFill>
                    <a:schemeClr val="folHlink"/>
                  </a:solidFill>
                  <a:latin typeface="Arial" pitchFamily="34" charset="0"/>
                </a:rPr>
                <a:t>3</a:t>
              </a:r>
            </a:p>
            <a:p>
              <a:pPr algn="ctr" eaLnBrk="1" hangingPunct="1"/>
              <a:r>
                <a:rPr lang="en-US" altLang="zh-CN" sz="1600">
                  <a:solidFill>
                    <a:schemeClr val="folHlink"/>
                  </a:solidFill>
                  <a:latin typeface="Arial" pitchFamily="34" charset="0"/>
                </a:rPr>
                <a:t>2     2</a:t>
              </a:r>
            </a:p>
            <a:p>
              <a:pPr algn="ctr" eaLnBrk="1" hangingPunct="1"/>
              <a:r>
                <a:rPr lang="en-US" altLang="zh-CN" sz="1600">
                  <a:solidFill>
                    <a:schemeClr val="folHlink"/>
                  </a:solidFill>
                  <a:latin typeface="Arial" pitchFamily="34" charset="0"/>
                </a:rPr>
                <a:t>1     1</a:t>
              </a:r>
            </a:p>
          </p:txBody>
        </p:sp>
      </p:grpSp>
      <p:grpSp>
        <p:nvGrpSpPr>
          <p:cNvPr id="31806" name="Group 261"/>
          <p:cNvGrpSpPr>
            <a:grpSpLocks/>
          </p:cNvGrpSpPr>
          <p:nvPr/>
        </p:nvGrpSpPr>
        <p:grpSpPr bwMode="auto">
          <a:xfrm>
            <a:off x="5251450" y="890588"/>
            <a:ext cx="760413" cy="825500"/>
            <a:chOff x="1721" y="561"/>
            <a:chExt cx="479" cy="520"/>
          </a:xfrm>
        </p:grpSpPr>
        <p:sp>
          <p:nvSpPr>
            <p:cNvPr id="31830" name="Rectangle 262"/>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31" name="Rectangle 263"/>
            <p:cNvSpPr>
              <a:spLocks noChangeArrowheads="1"/>
            </p:cNvSpPr>
            <p:nvPr/>
          </p:nvSpPr>
          <p:spPr bwMode="auto">
            <a:xfrm>
              <a:off x="1721" y="585"/>
              <a:ext cx="479" cy="46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32" name="Line 264"/>
            <p:cNvSpPr>
              <a:spLocks noChangeShapeType="1"/>
            </p:cNvSpPr>
            <p:nvPr/>
          </p:nvSpPr>
          <p:spPr bwMode="auto">
            <a:xfrm>
              <a:off x="1721" y="754"/>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33" name="Line 265"/>
            <p:cNvSpPr>
              <a:spLocks noChangeShapeType="1"/>
            </p:cNvSpPr>
            <p:nvPr/>
          </p:nvSpPr>
          <p:spPr bwMode="auto">
            <a:xfrm>
              <a:off x="1721" y="906"/>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34" name="Line 266"/>
            <p:cNvSpPr>
              <a:spLocks noChangeShapeType="1"/>
            </p:cNvSpPr>
            <p:nvPr/>
          </p:nvSpPr>
          <p:spPr bwMode="auto">
            <a:xfrm>
              <a:off x="1961" y="748"/>
              <a:ext cx="1" cy="30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35" name="Text Box 267"/>
            <p:cNvSpPr txBox="1">
              <a:spLocks noChangeArrowheads="1"/>
            </p:cNvSpPr>
            <p:nvPr/>
          </p:nvSpPr>
          <p:spPr bwMode="auto">
            <a:xfrm>
              <a:off x="1737" y="561"/>
              <a:ext cx="438" cy="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en-US" altLang="zh-CN" sz="1600">
                  <a:solidFill>
                    <a:schemeClr val="folHlink"/>
                  </a:solidFill>
                  <a:latin typeface="Arial" pitchFamily="34" charset="0"/>
                </a:rPr>
                <a:t>3</a:t>
              </a:r>
            </a:p>
            <a:p>
              <a:pPr algn="ctr" eaLnBrk="1" hangingPunct="1"/>
              <a:r>
                <a:rPr lang="en-US" altLang="zh-CN" sz="1600">
                  <a:solidFill>
                    <a:schemeClr val="folHlink"/>
                  </a:solidFill>
                  <a:latin typeface="Arial" pitchFamily="34" charset="0"/>
                </a:rPr>
                <a:t>2     2</a:t>
              </a:r>
            </a:p>
            <a:p>
              <a:pPr algn="ctr" eaLnBrk="1" hangingPunct="1"/>
              <a:r>
                <a:rPr lang="en-US" altLang="zh-CN" sz="1600">
                  <a:solidFill>
                    <a:schemeClr val="folHlink"/>
                  </a:solidFill>
                  <a:latin typeface="Arial" pitchFamily="34" charset="0"/>
                </a:rPr>
                <a:t>1     1</a:t>
              </a:r>
            </a:p>
          </p:txBody>
        </p:sp>
      </p:grpSp>
      <p:grpSp>
        <p:nvGrpSpPr>
          <p:cNvPr id="31807" name="Group 268"/>
          <p:cNvGrpSpPr>
            <a:grpSpLocks/>
          </p:cNvGrpSpPr>
          <p:nvPr/>
        </p:nvGrpSpPr>
        <p:grpSpPr bwMode="auto">
          <a:xfrm>
            <a:off x="7812088" y="890588"/>
            <a:ext cx="760412" cy="825500"/>
            <a:chOff x="1721" y="561"/>
            <a:chExt cx="479" cy="520"/>
          </a:xfrm>
        </p:grpSpPr>
        <p:sp>
          <p:nvSpPr>
            <p:cNvPr id="31824" name="Rectangle 269"/>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25" name="Rectangle 270"/>
            <p:cNvSpPr>
              <a:spLocks noChangeArrowheads="1"/>
            </p:cNvSpPr>
            <p:nvPr/>
          </p:nvSpPr>
          <p:spPr bwMode="auto">
            <a:xfrm>
              <a:off x="1721" y="585"/>
              <a:ext cx="479" cy="46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26" name="Line 271"/>
            <p:cNvSpPr>
              <a:spLocks noChangeShapeType="1"/>
            </p:cNvSpPr>
            <p:nvPr/>
          </p:nvSpPr>
          <p:spPr bwMode="auto">
            <a:xfrm>
              <a:off x="1721" y="754"/>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27" name="Line 272"/>
            <p:cNvSpPr>
              <a:spLocks noChangeShapeType="1"/>
            </p:cNvSpPr>
            <p:nvPr/>
          </p:nvSpPr>
          <p:spPr bwMode="auto">
            <a:xfrm>
              <a:off x="1721" y="906"/>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28" name="Line 273"/>
            <p:cNvSpPr>
              <a:spLocks noChangeShapeType="1"/>
            </p:cNvSpPr>
            <p:nvPr/>
          </p:nvSpPr>
          <p:spPr bwMode="auto">
            <a:xfrm>
              <a:off x="1961" y="748"/>
              <a:ext cx="1" cy="30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29" name="Text Box 274"/>
            <p:cNvSpPr txBox="1">
              <a:spLocks noChangeArrowheads="1"/>
            </p:cNvSpPr>
            <p:nvPr/>
          </p:nvSpPr>
          <p:spPr bwMode="auto">
            <a:xfrm>
              <a:off x="1737" y="561"/>
              <a:ext cx="438" cy="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en-US" altLang="zh-CN" sz="1600">
                  <a:solidFill>
                    <a:schemeClr val="folHlink"/>
                  </a:solidFill>
                  <a:latin typeface="Arial" pitchFamily="34" charset="0"/>
                </a:rPr>
                <a:t>3</a:t>
              </a:r>
            </a:p>
            <a:p>
              <a:pPr algn="ctr" eaLnBrk="1" hangingPunct="1"/>
              <a:r>
                <a:rPr lang="en-US" altLang="zh-CN" sz="1600">
                  <a:solidFill>
                    <a:schemeClr val="folHlink"/>
                  </a:solidFill>
                  <a:latin typeface="Arial" pitchFamily="34" charset="0"/>
                </a:rPr>
                <a:t>2     2</a:t>
              </a:r>
            </a:p>
            <a:p>
              <a:pPr algn="ctr" eaLnBrk="1" hangingPunct="1"/>
              <a:r>
                <a:rPr lang="en-US" altLang="zh-CN" sz="1600">
                  <a:solidFill>
                    <a:schemeClr val="folHlink"/>
                  </a:solidFill>
                  <a:latin typeface="Arial" pitchFamily="34" charset="0"/>
                </a:rPr>
                <a:t>1     1</a:t>
              </a:r>
            </a:p>
          </p:txBody>
        </p:sp>
      </p:grpSp>
      <p:grpSp>
        <p:nvGrpSpPr>
          <p:cNvPr id="31808" name="Group 275"/>
          <p:cNvGrpSpPr>
            <a:grpSpLocks/>
          </p:cNvGrpSpPr>
          <p:nvPr/>
        </p:nvGrpSpPr>
        <p:grpSpPr bwMode="auto">
          <a:xfrm>
            <a:off x="4243388" y="4402138"/>
            <a:ext cx="760412" cy="825500"/>
            <a:chOff x="1721" y="561"/>
            <a:chExt cx="479" cy="520"/>
          </a:xfrm>
        </p:grpSpPr>
        <p:sp>
          <p:nvSpPr>
            <p:cNvPr id="31818" name="Rectangle 276"/>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19" name="Rectangle 277"/>
            <p:cNvSpPr>
              <a:spLocks noChangeArrowheads="1"/>
            </p:cNvSpPr>
            <p:nvPr/>
          </p:nvSpPr>
          <p:spPr bwMode="auto">
            <a:xfrm>
              <a:off x="1721" y="585"/>
              <a:ext cx="479" cy="46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20" name="Line 278"/>
            <p:cNvSpPr>
              <a:spLocks noChangeShapeType="1"/>
            </p:cNvSpPr>
            <p:nvPr/>
          </p:nvSpPr>
          <p:spPr bwMode="auto">
            <a:xfrm>
              <a:off x="1721" y="754"/>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21" name="Line 279"/>
            <p:cNvSpPr>
              <a:spLocks noChangeShapeType="1"/>
            </p:cNvSpPr>
            <p:nvPr/>
          </p:nvSpPr>
          <p:spPr bwMode="auto">
            <a:xfrm>
              <a:off x="1721" y="906"/>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22" name="Line 280"/>
            <p:cNvSpPr>
              <a:spLocks noChangeShapeType="1"/>
            </p:cNvSpPr>
            <p:nvPr/>
          </p:nvSpPr>
          <p:spPr bwMode="auto">
            <a:xfrm>
              <a:off x="1961" y="748"/>
              <a:ext cx="1" cy="30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23" name="Text Box 281"/>
            <p:cNvSpPr txBox="1">
              <a:spLocks noChangeArrowheads="1"/>
            </p:cNvSpPr>
            <p:nvPr/>
          </p:nvSpPr>
          <p:spPr bwMode="auto">
            <a:xfrm>
              <a:off x="1737" y="561"/>
              <a:ext cx="438" cy="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en-US" altLang="zh-CN" sz="1600">
                  <a:solidFill>
                    <a:schemeClr val="folHlink"/>
                  </a:solidFill>
                  <a:latin typeface="Arial" pitchFamily="34" charset="0"/>
                </a:rPr>
                <a:t>3</a:t>
              </a:r>
            </a:p>
            <a:p>
              <a:pPr algn="ctr" eaLnBrk="1" hangingPunct="1"/>
              <a:r>
                <a:rPr lang="en-US" altLang="zh-CN" sz="1600">
                  <a:solidFill>
                    <a:schemeClr val="folHlink"/>
                  </a:solidFill>
                  <a:latin typeface="Arial" pitchFamily="34" charset="0"/>
                </a:rPr>
                <a:t>2     2</a:t>
              </a:r>
            </a:p>
            <a:p>
              <a:pPr algn="ctr" eaLnBrk="1" hangingPunct="1"/>
              <a:r>
                <a:rPr lang="en-US" altLang="zh-CN" sz="1600">
                  <a:solidFill>
                    <a:schemeClr val="folHlink"/>
                  </a:solidFill>
                  <a:latin typeface="Arial" pitchFamily="34" charset="0"/>
                </a:rPr>
                <a:t>1     1</a:t>
              </a:r>
            </a:p>
          </p:txBody>
        </p:sp>
      </p:grpSp>
      <p:grpSp>
        <p:nvGrpSpPr>
          <p:cNvPr id="31809" name="Group 282"/>
          <p:cNvGrpSpPr>
            <a:grpSpLocks/>
          </p:cNvGrpSpPr>
          <p:nvPr/>
        </p:nvGrpSpPr>
        <p:grpSpPr bwMode="auto">
          <a:xfrm>
            <a:off x="7627938" y="4402138"/>
            <a:ext cx="760412" cy="825500"/>
            <a:chOff x="1721" y="561"/>
            <a:chExt cx="479" cy="520"/>
          </a:xfrm>
        </p:grpSpPr>
        <p:sp>
          <p:nvSpPr>
            <p:cNvPr id="31812" name="Rectangle 283"/>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13" name="Rectangle 284"/>
            <p:cNvSpPr>
              <a:spLocks noChangeArrowheads="1"/>
            </p:cNvSpPr>
            <p:nvPr/>
          </p:nvSpPr>
          <p:spPr bwMode="auto">
            <a:xfrm>
              <a:off x="1721" y="585"/>
              <a:ext cx="479" cy="46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814" name="Line 285"/>
            <p:cNvSpPr>
              <a:spLocks noChangeShapeType="1"/>
            </p:cNvSpPr>
            <p:nvPr/>
          </p:nvSpPr>
          <p:spPr bwMode="auto">
            <a:xfrm>
              <a:off x="1721" y="754"/>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15" name="Line 286"/>
            <p:cNvSpPr>
              <a:spLocks noChangeShapeType="1"/>
            </p:cNvSpPr>
            <p:nvPr/>
          </p:nvSpPr>
          <p:spPr bwMode="auto">
            <a:xfrm>
              <a:off x="1721" y="906"/>
              <a:ext cx="47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16" name="Line 287"/>
            <p:cNvSpPr>
              <a:spLocks noChangeShapeType="1"/>
            </p:cNvSpPr>
            <p:nvPr/>
          </p:nvSpPr>
          <p:spPr bwMode="auto">
            <a:xfrm>
              <a:off x="1961" y="748"/>
              <a:ext cx="1" cy="30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17" name="Text Box 288"/>
            <p:cNvSpPr txBox="1">
              <a:spLocks noChangeArrowheads="1"/>
            </p:cNvSpPr>
            <p:nvPr/>
          </p:nvSpPr>
          <p:spPr bwMode="auto">
            <a:xfrm>
              <a:off x="1737" y="561"/>
              <a:ext cx="438" cy="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en-US" altLang="zh-CN" sz="1600">
                  <a:solidFill>
                    <a:schemeClr val="folHlink"/>
                  </a:solidFill>
                  <a:latin typeface="Arial" pitchFamily="34" charset="0"/>
                </a:rPr>
                <a:t>3</a:t>
              </a:r>
            </a:p>
            <a:p>
              <a:pPr algn="ctr" eaLnBrk="1" hangingPunct="1"/>
              <a:r>
                <a:rPr lang="en-US" altLang="zh-CN" sz="1600">
                  <a:solidFill>
                    <a:schemeClr val="folHlink"/>
                  </a:solidFill>
                  <a:latin typeface="Arial" pitchFamily="34" charset="0"/>
                </a:rPr>
                <a:t>2     2</a:t>
              </a:r>
            </a:p>
            <a:p>
              <a:pPr algn="ctr" eaLnBrk="1" hangingPunct="1"/>
              <a:r>
                <a:rPr lang="en-US" altLang="zh-CN" sz="1600">
                  <a:solidFill>
                    <a:schemeClr val="folHlink"/>
                  </a:solidFill>
                  <a:latin typeface="Arial" pitchFamily="34" charset="0"/>
                </a:rPr>
                <a:t>1     1</a:t>
              </a:r>
            </a:p>
          </p:txBody>
        </p:sp>
      </p:grpSp>
      <p:sp>
        <p:nvSpPr>
          <p:cNvPr id="31810" name="Freeform 289"/>
          <p:cNvSpPr>
            <a:spLocks/>
          </p:cNvSpPr>
          <p:nvPr/>
        </p:nvSpPr>
        <p:spPr bwMode="auto">
          <a:xfrm>
            <a:off x="1116013" y="549275"/>
            <a:ext cx="7791450" cy="5788025"/>
          </a:xfrm>
          <a:custGeom>
            <a:avLst/>
            <a:gdLst>
              <a:gd name="T0" fmla="*/ 2147483647 w 4908"/>
              <a:gd name="T1" fmla="*/ 0 h 3646"/>
              <a:gd name="T2" fmla="*/ 2147483647 w 4908"/>
              <a:gd name="T3" fmla="*/ 2147483647 h 3646"/>
              <a:gd name="T4" fmla="*/ 2147483647 w 4908"/>
              <a:gd name="T5" fmla="*/ 2147483647 h 3646"/>
              <a:gd name="T6" fmla="*/ 2147483647 w 4908"/>
              <a:gd name="T7" fmla="*/ 2147483647 h 3646"/>
              <a:gd name="T8" fmla="*/ 2147483647 w 4908"/>
              <a:gd name="T9" fmla="*/ 2147483647 h 3646"/>
              <a:gd name="T10" fmla="*/ 2147483647 w 4908"/>
              <a:gd name="T11" fmla="*/ 2147483647 h 3646"/>
              <a:gd name="T12" fmla="*/ 2147483647 w 4908"/>
              <a:gd name="T13" fmla="*/ 2147483647 h 3646"/>
              <a:gd name="T14" fmla="*/ 2147483647 w 4908"/>
              <a:gd name="T15" fmla="*/ 2147483647 h 3646"/>
              <a:gd name="T16" fmla="*/ 2147483647 w 4908"/>
              <a:gd name="T17" fmla="*/ 2147483647 h 3646"/>
              <a:gd name="T18" fmla="*/ 2147483647 w 4908"/>
              <a:gd name="T19" fmla="*/ 2147483647 h 3646"/>
              <a:gd name="T20" fmla="*/ 2147483647 w 4908"/>
              <a:gd name="T21" fmla="*/ 2147483647 h 3646"/>
              <a:gd name="T22" fmla="*/ 2147483647 w 4908"/>
              <a:gd name="T23" fmla="*/ 2147483647 h 3646"/>
              <a:gd name="T24" fmla="*/ 2147483647 w 4908"/>
              <a:gd name="T25" fmla="*/ 2147483647 h 3646"/>
              <a:gd name="T26" fmla="*/ 2147483647 w 4908"/>
              <a:gd name="T27" fmla="*/ 2147483647 h 3646"/>
              <a:gd name="T28" fmla="*/ 2147483647 w 4908"/>
              <a:gd name="T29" fmla="*/ 2147483647 h 3646"/>
              <a:gd name="T30" fmla="*/ 2147483647 w 4908"/>
              <a:gd name="T31" fmla="*/ 2147483647 h 3646"/>
              <a:gd name="T32" fmla="*/ 2147483647 w 4908"/>
              <a:gd name="T33" fmla="*/ 2147483647 h 3646"/>
              <a:gd name="T34" fmla="*/ 2147483647 w 4908"/>
              <a:gd name="T35" fmla="*/ 2147483647 h 3646"/>
              <a:gd name="T36" fmla="*/ 2147483647 w 4908"/>
              <a:gd name="T37" fmla="*/ 2147483647 h 3646"/>
              <a:gd name="T38" fmla="*/ 2147483647 w 4908"/>
              <a:gd name="T39" fmla="*/ 2147483647 h 3646"/>
              <a:gd name="T40" fmla="*/ 2147483647 w 4908"/>
              <a:gd name="T41" fmla="*/ 2147483647 h 3646"/>
              <a:gd name="T42" fmla="*/ 2147483647 w 4908"/>
              <a:gd name="T43" fmla="*/ 2147483647 h 3646"/>
              <a:gd name="T44" fmla="*/ 2147483647 w 4908"/>
              <a:gd name="T45" fmla="*/ 2147483647 h 3646"/>
              <a:gd name="T46" fmla="*/ 2147483647 w 4908"/>
              <a:gd name="T47" fmla="*/ 2147483647 h 3646"/>
              <a:gd name="T48" fmla="*/ 2147483647 w 4908"/>
              <a:gd name="T49" fmla="*/ 2147483647 h 3646"/>
              <a:gd name="T50" fmla="*/ 2147483647 w 4908"/>
              <a:gd name="T51" fmla="*/ 2147483647 h 3646"/>
              <a:gd name="T52" fmla="*/ 2147483647 w 4908"/>
              <a:gd name="T53" fmla="*/ 2147483647 h 3646"/>
              <a:gd name="T54" fmla="*/ 2147483647 w 4908"/>
              <a:gd name="T55" fmla="*/ 2147483647 h 3646"/>
              <a:gd name="T56" fmla="*/ 2147483647 w 4908"/>
              <a:gd name="T57" fmla="*/ 2147483647 h 3646"/>
              <a:gd name="T58" fmla="*/ 2147483647 w 4908"/>
              <a:gd name="T59" fmla="*/ 2147483647 h 3646"/>
              <a:gd name="T60" fmla="*/ 2147483647 w 4908"/>
              <a:gd name="T61" fmla="*/ 2147483647 h 3646"/>
              <a:gd name="T62" fmla="*/ 2147483647 w 4908"/>
              <a:gd name="T63" fmla="*/ 2147483647 h 3646"/>
              <a:gd name="T64" fmla="*/ 2147483647 w 4908"/>
              <a:gd name="T65" fmla="*/ 2147483647 h 3646"/>
              <a:gd name="T66" fmla="*/ 2147483647 w 4908"/>
              <a:gd name="T67" fmla="*/ 2147483647 h 3646"/>
              <a:gd name="T68" fmla="*/ 2147483647 w 4908"/>
              <a:gd name="T69" fmla="*/ 2147483647 h 3646"/>
              <a:gd name="T70" fmla="*/ 2147483647 w 4908"/>
              <a:gd name="T71" fmla="*/ 2147483647 h 3646"/>
              <a:gd name="T72" fmla="*/ 2147483647 w 4908"/>
              <a:gd name="T73" fmla="*/ 2147483647 h 3646"/>
              <a:gd name="T74" fmla="*/ 2147483647 w 4908"/>
              <a:gd name="T75" fmla="*/ 2147483647 h 3646"/>
              <a:gd name="T76" fmla="*/ 2147483647 w 4908"/>
              <a:gd name="T77" fmla="*/ 2147483647 h 3646"/>
              <a:gd name="T78" fmla="*/ 2147483647 w 4908"/>
              <a:gd name="T79" fmla="*/ 2147483647 h 3646"/>
              <a:gd name="T80" fmla="*/ 2147483647 w 4908"/>
              <a:gd name="T81" fmla="*/ 2147483647 h 3646"/>
              <a:gd name="T82" fmla="*/ 2147483647 w 4908"/>
              <a:gd name="T83" fmla="*/ 2147483647 h 3646"/>
              <a:gd name="T84" fmla="*/ 2147483647 w 4908"/>
              <a:gd name="T85" fmla="*/ 2147483647 h 3646"/>
              <a:gd name="T86" fmla="*/ 2147483647 w 4908"/>
              <a:gd name="T87" fmla="*/ 2147483647 h 3646"/>
              <a:gd name="T88" fmla="*/ 2147483647 w 4908"/>
              <a:gd name="T89" fmla="*/ 2147483647 h 3646"/>
              <a:gd name="T90" fmla="*/ 2147483647 w 4908"/>
              <a:gd name="T91" fmla="*/ 2147483647 h 3646"/>
              <a:gd name="T92" fmla="*/ 2147483647 w 4908"/>
              <a:gd name="T93" fmla="*/ 2147483647 h 3646"/>
              <a:gd name="T94" fmla="*/ 2147483647 w 4908"/>
              <a:gd name="T95" fmla="*/ 2147483647 h 3646"/>
              <a:gd name="T96" fmla="*/ 2147483647 w 4908"/>
              <a:gd name="T97" fmla="*/ 2147483647 h 3646"/>
              <a:gd name="T98" fmla="*/ 2147483647 w 4908"/>
              <a:gd name="T99" fmla="*/ 2147483647 h 3646"/>
              <a:gd name="T100" fmla="*/ 2147483647 w 4908"/>
              <a:gd name="T101" fmla="*/ 2147483647 h 3646"/>
              <a:gd name="T102" fmla="*/ 2147483647 w 4908"/>
              <a:gd name="T103" fmla="*/ 2147483647 h 3646"/>
              <a:gd name="T104" fmla="*/ 2147483647 w 4908"/>
              <a:gd name="T105" fmla="*/ 2147483647 h 3646"/>
              <a:gd name="T106" fmla="*/ 2147483647 w 4908"/>
              <a:gd name="T107" fmla="*/ 2147483647 h 3646"/>
              <a:gd name="T108" fmla="*/ 2147483647 w 4908"/>
              <a:gd name="T109" fmla="*/ 2147483647 h 3646"/>
              <a:gd name="T110" fmla="*/ 2147483647 w 4908"/>
              <a:gd name="T111" fmla="*/ 2147483647 h 3646"/>
              <a:gd name="T112" fmla="*/ 2147483647 w 4908"/>
              <a:gd name="T113" fmla="*/ 2147483647 h 3646"/>
              <a:gd name="T114" fmla="*/ 2147483647 w 4908"/>
              <a:gd name="T115" fmla="*/ 2147483647 h 3646"/>
              <a:gd name="T116" fmla="*/ 2147483647 w 4908"/>
              <a:gd name="T117" fmla="*/ 2147483647 h 3646"/>
              <a:gd name="T118" fmla="*/ 2147483647 w 4908"/>
              <a:gd name="T119" fmla="*/ 2147483647 h 3646"/>
              <a:gd name="T120" fmla="*/ 2147483647 w 4908"/>
              <a:gd name="T121" fmla="*/ 2147483647 h 3646"/>
              <a:gd name="T122" fmla="*/ 2147483647 w 4908"/>
              <a:gd name="T123" fmla="*/ 2147483647 h 36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57150" cmpd="sng">
            <a:solidFill>
              <a:schemeClr val="hlink"/>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811" name="Text Box 290"/>
          <p:cNvSpPr txBox="1">
            <a:spLocks noChangeArrowheads="1"/>
          </p:cNvSpPr>
          <p:nvPr/>
        </p:nvSpPr>
        <p:spPr bwMode="auto">
          <a:xfrm>
            <a:off x="2665413" y="44450"/>
            <a:ext cx="3860800" cy="528638"/>
          </a:xfrm>
          <a:prstGeom prst="rect">
            <a:avLst/>
          </a:prstGeom>
          <a:solidFill>
            <a:srgbClr val="CCECFF"/>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chemeClr val="folHlink"/>
                </a:solidFill>
              </a:rPr>
              <a:t>分组在互联网中的传送 </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Grp="1" noChangeArrowheads="1"/>
          </p:cNvSpPr>
          <p:nvPr>
            <p:ph type="title"/>
          </p:nvPr>
        </p:nvSpPr>
        <p:spPr/>
        <p:txBody>
          <a:bodyPr/>
          <a:lstStyle/>
          <a:p>
            <a:pPr algn="ctr" eaLnBrk="1" hangingPunct="1"/>
            <a:r>
              <a:rPr lang="zh-CN" altLang="en-US" sz="4000" smtClean="0"/>
              <a:t>从网络层看 </a:t>
            </a:r>
            <a:r>
              <a:rPr lang="en-US" altLang="zh-CN" sz="4000" smtClean="0"/>
              <a:t>IP </a:t>
            </a:r>
            <a:r>
              <a:rPr lang="zh-CN" altLang="en-US" sz="4000" smtClean="0"/>
              <a:t>数据报的传送 </a:t>
            </a:r>
          </a:p>
        </p:txBody>
      </p:sp>
      <p:sp>
        <p:nvSpPr>
          <p:cNvPr id="32771" name="Rectangle 3"/>
          <p:cNvSpPr>
            <a:spLocks noGrp="1" noChangeArrowheads="1"/>
          </p:cNvSpPr>
          <p:nvPr>
            <p:ph type="body" idx="1"/>
          </p:nvPr>
        </p:nvSpPr>
        <p:spPr>
          <a:xfrm>
            <a:off x="1042988" y="1773238"/>
            <a:ext cx="7772400" cy="1295400"/>
          </a:xfrm>
        </p:spPr>
        <p:txBody>
          <a:bodyPr/>
          <a:lstStyle/>
          <a:p>
            <a:pPr eaLnBrk="1" hangingPunct="1"/>
            <a:r>
              <a:rPr lang="zh-CN" altLang="en-US" smtClean="0"/>
              <a:t>如果我们只从网络层考虑问题，那么 </a:t>
            </a:r>
            <a:r>
              <a:rPr lang="en-US" altLang="zh-CN" smtClean="0"/>
              <a:t>IP </a:t>
            </a:r>
            <a:r>
              <a:rPr lang="zh-CN" altLang="en-US" smtClean="0"/>
              <a:t>数据报就可以想象是在网络层中传送。</a:t>
            </a:r>
          </a:p>
        </p:txBody>
      </p:sp>
      <p:sp>
        <p:nvSpPr>
          <p:cNvPr id="32772" name="Line 4"/>
          <p:cNvSpPr>
            <a:spLocks noChangeShapeType="1"/>
          </p:cNvSpPr>
          <p:nvPr/>
        </p:nvSpPr>
        <p:spPr bwMode="auto">
          <a:xfrm>
            <a:off x="755650" y="3811588"/>
            <a:ext cx="7704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773" name="Rectangle 5"/>
          <p:cNvSpPr>
            <a:spLocks noChangeArrowheads="1"/>
          </p:cNvSpPr>
          <p:nvPr/>
        </p:nvSpPr>
        <p:spPr bwMode="auto">
          <a:xfrm>
            <a:off x="179388" y="3595688"/>
            <a:ext cx="792162" cy="360362"/>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800">
                <a:solidFill>
                  <a:schemeClr val="folHlink"/>
                </a:solidFill>
                <a:latin typeface="Arial" pitchFamily="34" charset="0"/>
              </a:rPr>
              <a:t>网络层</a:t>
            </a:r>
          </a:p>
        </p:txBody>
      </p:sp>
      <p:sp>
        <p:nvSpPr>
          <p:cNvPr id="32774" name="Rectangle 6"/>
          <p:cNvSpPr>
            <a:spLocks noChangeArrowheads="1"/>
          </p:cNvSpPr>
          <p:nvPr/>
        </p:nvSpPr>
        <p:spPr bwMode="auto">
          <a:xfrm>
            <a:off x="1511300" y="3595688"/>
            <a:ext cx="792163" cy="360362"/>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800">
                <a:solidFill>
                  <a:schemeClr val="folHlink"/>
                </a:solidFill>
                <a:latin typeface="Arial" pitchFamily="34" charset="0"/>
              </a:rPr>
              <a:t>网络层</a:t>
            </a:r>
          </a:p>
        </p:txBody>
      </p:sp>
      <p:sp>
        <p:nvSpPr>
          <p:cNvPr id="32775" name="Rectangle 7"/>
          <p:cNvSpPr>
            <a:spLocks noChangeArrowheads="1"/>
          </p:cNvSpPr>
          <p:nvPr/>
        </p:nvSpPr>
        <p:spPr bwMode="auto">
          <a:xfrm>
            <a:off x="4176713" y="3595688"/>
            <a:ext cx="792162" cy="360362"/>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800">
                <a:solidFill>
                  <a:schemeClr val="folHlink"/>
                </a:solidFill>
                <a:latin typeface="Arial" pitchFamily="34" charset="0"/>
              </a:rPr>
              <a:t>网络层</a:t>
            </a:r>
          </a:p>
        </p:txBody>
      </p:sp>
      <p:sp>
        <p:nvSpPr>
          <p:cNvPr id="32776" name="Rectangle 8"/>
          <p:cNvSpPr>
            <a:spLocks noChangeArrowheads="1"/>
          </p:cNvSpPr>
          <p:nvPr/>
        </p:nvSpPr>
        <p:spPr bwMode="auto">
          <a:xfrm>
            <a:off x="5510213" y="3595688"/>
            <a:ext cx="792162" cy="360362"/>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800">
                <a:solidFill>
                  <a:schemeClr val="folHlink"/>
                </a:solidFill>
                <a:latin typeface="Arial" pitchFamily="34" charset="0"/>
              </a:rPr>
              <a:t>网络层</a:t>
            </a:r>
          </a:p>
        </p:txBody>
      </p:sp>
      <p:sp>
        <p:nvSpPr>
          <p:cNvPr id="32777" name="Rectangle 9"/>
          <p:cNvSpPr>
            <a:spLocks noChangeArrowheads="1"/>
          </p:cNvSpPr>
          <p:nvPr/>
        </p:nvSpPr>
        <p:spPr bwMode="auto">
          <a:xfrm>
            <a:off x="6842125" y="3595688"/>
            <a:ext cx="792163" cy="360362"/>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800">
                <a:solidFill>
                  <a:schemeClr val="folHlink"/>
                </a:solidFill>
                <a:latin typeface="Arial" pitchFamily="34" charset="0"/>
              </a:rPr>
              <a:t>网络层</a:t>
            </a:r>
          </a:p>
        </p:txBody>
      </p:sp>
      <p:sp>
        <p:nvSpPr>
          <p:cNvPr id="32778" name="Rectangle 10"/>
          <p:cNvSpPr>
            <a:spLocks noChangeArrowheads="1"/>
          </p:cNvSpPr>
          <p:nvPr/>
        </p:nvSpPr>
        <p:spPr bwMode="auto">
          <a:xfrm>
            <a:off x="8175625" y="3595688"/>
            <a:ext cx="792163" cy="360362"/>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800">
                <a:solidFill>
                  <a:schemeClr val="folHlink"/>
                </a:solidFill>
                <a:latin typeface="Arial" pitchFamily="34" charset="0"/>
              </a:rPr>
              <a:t>网络层</a:t>
            </a:r>
          </a:p>
        </p:txBody>
      </p:sp>
      <p:sp>
        <p:nvSpPr>
          <p:cNvPr id="32779" name="Rectangle 11"/>
          <p:cNvSpPr>
            <a:spLocks noChangeArrowheads="1"/>
          </p:cNvSpPr>
          <p:nvPr/>
        </p:nvSpPr>
        <p:spPr bwMode="auto">
          <a:xfrm>
            <a:off x="2844800" y="3595688"/>
            <a:ext cx="792163" cy="360362"/>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1800">
                <a:solidFill>
                  <a:schemeClr val="folHlink"/>
                </a:solidFill>
                <a:latin typeface="Arial" pitchFamily="34" charset="0"/>
              </a:rPr>
              <a:t>网络层</a:t>
            </a:r>
          </a:p>
        </p:txBody>
      </p:sp>
      <p:sp>
        <p:nvSpPr>
          <p:cNvPr id="32780" name="Text Box 12"/>
          <p:cNvSpPr txBox="1">
            <a:spLocks noChangeArrowheads="1"/>
          </p:cNvSpPr>
          <p:nvPr/>
        </p:nvSpPr>
        <p:spPr bwMode="auto">
          <a:xfrm>
            <a:off x="755650" y="2946400"/>
            <a:ext cx="11493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IP </a:t>
            </a:r>
            <a:r>
              <a:rPr lang="zh-CN" altLang="en-US" sz="1800">
                <a:solidFill>
                  <a:schemeClr val="folHlink"/>
                </a:solidFill>
                <a:latin typeface="Arial" pitchFamily="34" charset="0"/>
              </a:rPr>
              <a:t>数据报</a:t>
            </a:r>
          </a:p>
        </p:txBody>
      </p:sp>
      <p:sp>
        <p:nvSpPr>
          <p:cNvPr id="32781" name="Text Box 13"/>
          <p:cNvSpPr txBox="1">
            <a:spLocks noChangeArrowheads="1"/>
          </p:cNvSpPr>
          <p:nvPr/>
        </p:nvSpPr>
        <p:spPr bwMode="auto">
          <a:xfrm>
            <a:off x="355600" y="393065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H</a:t>
            </a:r>
            <a:r>
              <a:rPr lang="en-US" altLang="zh-CN" sz="1800" baseline="-25000">
                <a:solidFill>
                  <a:schemeClr val="folHlink"/>
                </a:solidFill>
                <a:latin typeface="Arial" pitchFamily="34" charset="0"/>
              </a:rPr>
              <a:t>1</a:t>
            </a:r>
          </a:p>
        </p:txBody>
      </p:sp>
      <p:sp>
        <p:nvSpPr>
          <p:cNvPr id="32782" name="Text Box 14"/>
          <p:cNvSpPr txBox="1">
            <a:spLocks noChangeArrowheads="1"/>
          </p:cNvSpPr>
          <p:nvPr/>
        </p:nvSpPr>
        <p:spPr bwMode="auto">
          <a:xfrm>
            <a:off x="1703388" y="3930650"/>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R</a:t>
            </a:r>
            <a:r>
              <a:rPr lang="en-US" altLang="zh-CN" sz="1800" baseline="-25000">
                <a:solidFill>
                  <a:schemeClr val="folHlink"/>
                </a:solidFill>
                <a:latin typeface="Arial" pitchFamily="34" charset="0"/>
              </a:rPr>
              <a:t>1</a:t>
            </a:r>
          </a:p>
        </p:txBody>
      </p:sp>
      <p:sp>
        <p:nvSpPr>
          <p:cNvPr id="32783" name="Text Box 15"/>
          <p:cNvSpPr txBox="1">
            <a:spLocks noChangeArrowheads="1"/>
          </p:cNvSpPr>
          <p:nvPr/>
        </p:nvSpPr>
        <p:spPr bwMode="auto">
          <a:xfrm>
            <a:off x="3040063" y="3930650"/>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R</a:t>
            </a:r>
            <a:r>
              <a:rPr lang="en-US" altLang="zh-CN" sz="1800" baseline="-25000">
                <a:solidFill>
                  <a:schemeClr val="folHlink"/>
                </a:solidFill>
                <a:latin typeface="Arial" pitchFamily="34" charset="0"/>
              </a:rPr>
              <a:t>2</a:t>
            </a:r>
          </a:p>
        </p:txBody>
      </p:sp>
      <p:sp>
        <p:nvSpPr>
          <p:cNvPr id="32784" name="Text Box 16"/>
          <p:cNvSpPr txBox="1">
            <a:spLocks noChangeArrowheads="1"/>
          </p:cNvSpPr>
          <p:nvPr/>
        </p:nvSpPr>
        <p:spPr bwMode="auto">
          <a:xfrm>
            <a:off x="4376738" y="3930650"/>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R</a:t>
            </a:r>
            <a:r>
              <a:rPr lang="en-US" altLang="zh-CN" sz="1800" baseline="-25000">
                <a:solidFill>
                  <a:schemeClr val="folHlink"/>
                </a:solidFill>
                <a:latin typeface="Arial" pitchFamily="34" charset="0"/>
              </a:rPr>
              <a:t>3</a:t>
            </a:r>
          </a:p>
        </p:txBody>
      </p:sp>
      <p:sp>
        <p:nvSpPr>
          <p:cNvPr id="32785" name="Text Box 17"/>
          <p:cNvSpPr txBox="1">
            <a:spLocks noChangeArrowheads="1"/>
          </p:cNvSpPr>
          <p:nvPr/>
        </p:nvSpPr>
        <p:spPr bwMode="auto">
          <a:xfrm>
            <a:off x="5713413" y="3930650"/>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R</a:t>
            </a:r>
            <a:r>
              <a:rPr lang="en-US" altLang="zh-CN" sz="1800" baseline="-25000">
                <a:solidFill>
                  <a:schemeClr val="folHlink"/>
                </a:solidFill>
                <a:latin typeface="Arial" pitchFamily="34" charset="0"/>
              </a:rPr>
              <a:t>4</a:t>
            </a:r>
          </a:p>
        </p:txBody>
      </p:sp>
      <p:sp>
        <p:nvSpPr>
          <p:cNvPr id="32786" name="Text Box 18"/>
          <p:cNvSpPr txBox="1">
            <a:spLocks noChangeArrowheads="1"/>
          </p:cNvSpPr>
          <p:nvPr/>
        </p:nvSpPr>
        <p:spPr bwMode="auto">
          <a:xfrm>
            <a:off x="7050088" y="3930650"/>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R</a:t>
            </a:r>
            <a:r>
              <a:rPr lang="en-US" altLang="zh-CN" sz="1800" baseline="-25000">
                <a:solidFill>
                  <a:schemeClr val="folHlink"/>
                </a:solidFill>
                <a:latin typeface="Arial" pitchFamily="34" charset="0"/>
              </a:rPr>
              <a:t>5</a:t>
            </a:r>
          </a:p>
        </p:txBody>
      </p:sp>
      <p:sp>
        <p:nvSpPr>
          <p:cNvPr id="32787" name="Text Box 19"/>
          <p:cNvSpPr txBox="1">
            <a:spLocks noChangeArrowheads="1"/>
          </p:cNvSpPr>
          <p:nvPr/>
        </p:nvSpPr>
        <p:spPr bwMode="auto">
          <a:xfrm>
            <a:off x="8388350" y="393065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1800">
                <a:solidFill>
                  <a:schemeClr val="folHlink"/>
                </a:solidFill>
                <a:latin typeface="Arial" pitchFamily="34" charset="0"/>
              </a:rPr>
              <a:t>H</a:t>
            </a:r>
            <a:r>
              <a:rPr lang="en-US" altLang="zh-CN" sz="1800" baseline="-25000">
                <a:solidFill>
                  <a:schemeClr val="folHlink"/>
                </a:solidFill>
                <a:latin typeface="Arial" pitchFamily="34" charset="0"/>
              </a:rPr>
              <a:t>2</a:t>
            </a:r>
          </a:p>
        </p:txBody>
      </p:sp>
      <p:grpSp>
        <p:nvGrpSpPr>
          <p:cNvPr id="32788" name="Group 20"/>
          <p:cNvGrpSpPr>
            <a:grpSpLocks/>
          </p:cNvGrpSpPr>
          <p:nvPr/>
        </p:nvGrpSpPr>
        <p:grpSpPr bwMode="auto">
          <a:xfrm>
            <a:off x="971550" y="3308350"/>
            <a:ext cx="720725" cy="215900"/>
            <a:chOff x="1156" y="2432"/>
            <a:chExt cx="454" cy="136"/>
          </a:xfrm>
        </p:grpSpPr>
        <p:sp>
          <p:nvSpPr>
            <p:cNvPr id="32804" name="Rectangle 21"/>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805" name="Line 22"/>
            <p:cNvSpPr>
              <a:spLocks noChangeShapeType="1"/>
            </p:cNvSpPr>
            <p:nvPr/>
          </p:nvSpPr>
          <p:spPr bwMode="auto">
            <a:xfrm>
              <a:off x="1429" y="2500"/>
              <a:ext cx="181" cy="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32789" name="Group 23"/>
          <p:cNvGrpSpPr>
            <a:grpSpLocks/>
          </p:cNvGrpSpPr>
          <p:nvPr/>
        </p:nvGrpSpPr>
        <p:grpSpPr bwMode="auto">
          <a:xfrm>
            <a:off x="2309813" y="3308350"/>
            <a:ext cx="720725" cy="215900"/>
            <a:chOff x="1156" y="2432"/>
            <a:chExt cx="454" cy="136"/>
          </a:xfrm>
        </p:grpSpPr>
        <p:sp>
          <p:nvSpPr>
            <p:cNvPr id="32802" name="Rectangle 24"/>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803" name="Line 25"/>
            <p:cNvSpPr>
              <a:spLocks noChangeShapeType="1"/>
            </p:cNvSpPr>
            <p:nvPr/>
          </p:nvSpPr>
          <p:spPr bwMode="auto">
            <a:xfrm>
              <a:off x="1429" y="2500"/>
              <a:ext cx="181" cy="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32790" name="Group 26"/>
          <p:cNvGrpSpPr>
            <a:grpSpLocks/>
          </p:cNvGrpSpPr>
          <p:nvPr/>
        </p:nvGrpSpPr>
        <p:grpSpPr bwMode="auto">
          <a:xfrm>
            <a:off x="3649663" y="3308350"/>
            <a:ext cx="720725" cy="215900"/>
            <a:chOff x="1156" y="2432"/>
            <a:chExt cx="454" cy="136"/>
          </a:xfrm>
        </p:grpSpPr>
        <p:sp>
          <p:nvSpPr>
            <p:cNvPr id="32800" name="Rectangle 27"/>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801" name="Line 28"/>
            <p:cNvSpPr>
              <a:spLocks noChangeShapeType="1"/>
            </p:cNvSpPr>
            <p:nvPr/>
          </p:nvSpPr>
          <p:spPr bwMode="auto">
            <a:xfrm>
              <a:off x="1429" y="2500"/>
              <a:ext cx="181" cy="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32791" name="Group 29"/>
          <p:cNvGrpSpPr>
            <a:grpSpLocks/>
          </p:cNvGrpSpPr>
          <p:nvPr/>
        </p:nvGrpSpPr>
        <p:grpSpPr bwMode="auto">
          <a:xfrm>
            <a:off x="4987925" y="3308350"/>
            <a:ext cx="720725" cy="215900"/>
            <a:chOff x="1156" y="2432"/>
            <a:chExt cx="454" cy="136"/>
          </a:xfrm>
        </p:grpSpPr>
        <p:sp>
          <p:nvSpPr>
            <p:cNvPr id="32798" name="Rectangle 30"/>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99" name="Line 31"/>
            <p:cNvSpPr>
              <a:spLocks noChangeShapeType="1"/>
            </p:cNvSpPr>
            <p:nvPr/>
          </p:nvSpPr>
          <p:spPr bwMode="auto">
            <a:xfrm>
              <a:off x="1429" y="2500"/>
              <a:ext cx="181" cy="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32792" name="Group 32"/>
          <p:cNvGrpSpPr>
            <a:grpSpLocks/>
          </p:cNvGrpSpPr>
          <p:nvPr/>
        </p:nvGrpSpPr>
        <p:grpSpPr bwMode="auto">
          <a:xfrm>
            <a:off x="6327775" y="3308350"/>
            <a:ext cx="720725" cy="215900"/>
            <a:chOff x="1156" y="2432"/>
            <a:chExt cx="454" cy="136"/>
          </a:xfrm>
        </p:grpSpPr>
        <p:sp>
          <p:nvSpPr>
            <p:cNvPr id="32796" name="Rectangle 33"/>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97" name="Line 34"/>
            <p:cNvSpPr>
              <a:spLocks noChangeShapeType="1"/>
            </p:cNvSpPr>
            <p:nvPr/>
          </p:nvSpPr>
          <p:spPr bwMode="auto">
            <a:xfrm>
              <a:off x="1429" y="2500"/>
              <a:ext cx="181" cy="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32793" name="Group 35"/>
          <p:cNvGrpSpPr>
            <a:grpSpLocks/>
          </p:cNvGrpSpPr>
          <p:nvPr/>
        </p:nvGrpSpPr>
        <p:grpSpPr bwMode="auto">
          <a:xfrm>
            <a:off x="7667625" y="3308350"/>
            <a:ext cx="720725" cy="215900"/>
            <a:chOff x="1156" y="2432"/>
            <a:chExt cx="454" cy="136"/>
          </a:xfrm>
        </p:grpSpPr>
        <p:sp>
          <p:nvSpPr>
            <p:cNvPr id="32794" name="Rectangle 36"/>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95" name="Line 37"/>
            <p:cNvSpPr>
              <a:spLocks noChangeShapeType="1"/>
            </p:cNvSpPr>
            <p:nvPr/>
          </p:nvSpPr>
          <p:spPr bwMode="auto">
            <a:xfrm>
              <a:off x="1429" y="2500"/>
              <a:ext cx="181" cy="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a:xfrm>
            <a:off x="250825" y="214313"/>
            <a:ext cx="8642350" cy="1462087"/>
          </a:xfrm>
        </p:spPr>
        <p:txBody>
          <a:bodyPr/>
          <a:lstStyle/>
          <a:p>
            <a:pPr algn="ctr" eaLnBrk="1" hangingPunct="1"/>
            <a:r>
              <a:rPr lang="en-US" altLang="zh-CN" smtClean="0"/>
              <a:t>4.2.2  </a:t>
            </a:r>
            <a:r>
              <a:rPr lang="zh-CN" altLang="en-US" smtClean="0"/>
              <a:t>分类的 </a:t>
            </a:r>
            <a:r>
              <a:rPr lang="en-US" altLang="zh-CN" smtClean="0"/>
              <a:t>IP </a:t>
            </a:r>
            <a:r>
              <a:rPr lang="zh-CN" altLang="en-US" smtClean="0"/>
              <a:t>地址</a:t>
            </a:r>
            <a:br>
              <a:rPr lang="zh-CN" altLang="en-US" smtClean="0"/>
            </a:br>
            <a:r>
              <a:rPr lang="en-US" altLang="zh-CN" sz="3600" smtClean="0"/>
              <a:t>1.   IP </a:t>
            </a:r>
            <a:r>
              <a:rPr lang="zh-CN" altLang="en-US" sz="3600" smtClean="0"/>
              <a:t>地址及其表示方法</a:t>
            </a:r>
            <a:r>
              <a:rPr lang="zh-CN" altLang="en-US" smtClean="0"/>
              <a:t> </a:t>
            </a:r>
          </a:p>
        </p:txBody>
      </p:sp>
      <p:sp>
        <p:nvSpPr>
          <p:cNvPr id="141315" name="Rectangle 3"/>
          <p:cNvSpPr>
            <a:spLocks noGrp="1" noChangeArrowheads="1"/>
          </p:cNvSpPr>
          <p:nvPr>
            <p:ph type="body" idx="1"/>
          </p:nvPr>
        </p:nvSpPr>
        <p:spPr>
          <a:xfrm>
            <a:off x="755650" y="1906588"/>
            <a:ext cx="8064500" cy="4114800"/>
          </a:xfrm>
        </p:spPr>
        <p:txBody>
          <a:bodyPr/>
          <a:lstStyle/>
          <a:p>
            <a:pPr algn="just" eaLnBrk="1" hangingPunct="1"/>
            <a:r>
              <a:rPr lang="zh-CN" altLang="en-US" smtClean="0"/>
              <a:t>我们把整个因特网看成为一个单一的、抽象的网络。</a:t>
            </a:r>
            <a:r>
              <a:rPr lang="en-US" altLang="zh-CN" smtClean="0"/>
              <a:t>IP </a:t>
            </a:r>
            <a:r>
              <a:rPr lang="zh-CN" altLang="en-US" smtClean="0"/>
              <a:t>地址就是给每个连接在因特网上的主机（或路由器）分配一个在全世界范围是唯一的 </a:t>
            </a:r>
            <a:r>
              <a:rPr lang="en-US" altLang="zh-CN" smtClean="0"/>
              <a:t>32 </a:t>
            </a:r>
            <a:r>
              <a:rPr lang="zh-CN" altLang="en-US" smtClean="0"/>
              <a:t>位的标识符。</a:t>
            </a:r>
          </a:p>
          <a:p>
            <a:pPr algn="just" eaLnBrk="1" hangingPunct="1"/>
            <a:r>
              <a:rPr lang="en-US" altLang="zh-CN" smtClean="0"/>
              <a:t>IP </a:t>
            </a:r>
            <a:r>
              <a:rPr lang="zh-CN" altLang="en-US" smtClean="0"/>
              <a:t>地址现在由</a:t>
            </a:r>
            <a:r>
              <a:rPr lang="zh-CN" altLang="en-US" smtClean="0">
                <a:solidFill>
                  <a:schemeClr val="hlink"/>
                </a:solidFill>
              </a:rPr>
              <a:t>因特网名字与号码指派公司</a:t>
            </a:r>
            <a:r>
              <a:rPr lang="en-US" altLang="zh-CN" smtClean="0"/>
              <a:t>ICANN (Internet Corporation for Assigned Names and Numbers)</a:t>
            </a:r>
            <a:r>
              <a:rPr lang="zh-CN" altLang="en-US" smtClean="0"/>
              <a:t>进行分配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13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pPr algn="ctr" eaLnBrk="1" hangingPunct="1"/>
            <a:r>
              <a:rPr lang="en-US" altLang="zh-CN" smtClean="0"/>
              <a:t>IP </a:t>
            </a:r>
            <a:r>
              <a:rPr lang="zh-CN" altLang="en-US" smtClean="0"/>
              <a:t>地址的编址方法 </a:t>
            </a:r>
          </a:p>
        </p:txBody>
      </p:sp>
      <p:sp>
        <p:nvSpPr>
          <p:cNvPr id="143363" name="Rectangle 3"/>
          <p:cNvSpPr>
            <a:spLocks noGrp="1" noChangeArrowheads="1"/>
          </p:cNvSpPr>
          <p:nvPr>
            <p:ph type="body" idx="1"/>
          </p:nvPr>
        </p:nvSpPr>
        <p:spPr>
          <a:xfrm>
            <a:off x="755650" y="1773238"/>
            <a:ext cx="8059738" cy="4248150"/>
          </a:xfrm>
        </p:spPr>
        <p:txBody>
          <a:bodyPr/>
          <a:lstStyle/>
          <a:p>
            <a:pPr algn="just" eaLnBrk="1" hangingPunct="1"/>
            <a:r>
              <a:rPr lang="zh-CN" altLang="en-US" smtClean="0">
                <a:solidFill>
                  <a:schemeClr val="hlink"/>
                </a:solidFill>
              </a:rPr>
              <a:t>分类的 </a:t>
            </a:r>
            <a:r>
              <a:rPr lang="en-US" altLang="zh-CN" smtClean="0">
                <a:solidFill>
                  <a:schemeClr val="hlink"/>
                </a:solidFill>
              </a:rPr>
              <a:t>IP </a:t>
            </a:r>
            <a:r>
              <a:rPr lang="zh-CN" altLang="en-US" smtClean="0">
                <a:solidFill>
                  <a:schemeClr val="hlink"/>
                </a:solidFill>
              </a:rPr>
              <a:t>地址</a:t>
            </a:r>
            <a:r>
              <a:rPr lang="zh-CN" altLang="en-US" smtClean="0"/>
              <a:t>。这是最基本的编址方法，在 </a:t>
            </a:r>
            <a:r>
              <a:rPr lang="en-US" altLang="zh-CN" smtClean="0"/>
              <a:t>1981 </a:t>
            </a:r>
            <a:r>
              <a:rPr lang="zh-CN" altLang="en-US" smtClean="0"/>
              <a:t>年就通过了相应的标准协议。</a:t>
            </a:r>
          </a:p>
          <a:p>
            <a:pPr algn="just" eaLnBrk="1" hangingPunct="1"/>
            <a:r>
              <a:rPr lang="zh-CN" altLang="en-US" smtClean="0">
                <a:solidFill>
                  <a:schemeClr val="hlink"/>
                </a:solidFill>
              </a:rPr>
              <a:t>子网的划分</a:t>
            </a:r>
            <a:r>
              <a:rPr lang="zh-CN" altLang="en-US" smtClean="0"/>
              <a:t>。这是对最基本的编址方法的改进，其标准</a:t>
            </a:r>
            <a:r>
              <a:rPr lang="en-US" altLang="zh-CN" smtClean="0"/>
              <a:t>[RFC 950]</a:t>
            </a:r>
            <a:r>
              <a:rPr lang="zh-CN" altLang="en-US" smtClean="0"/>
              <a:t>在 </a:t>
            </a:r>
            <a:r>
              <a:rPr lang="en-US" altLang="zh-CN" smtClean="0"/>
              <a:t>1985 </a:t>
            </a:r>
            <a:r>
              <a:rPr lang="zh-CN" altLang="en-US" smtClean="0"/>
              <a:t>年通过。</a:t>
            </a:r>
          </a:p>
          <a:p>
            <a:pPr algn="just" eaLnBrk="1" hangingPunct="1"/>
            <a:r>
              <a:rPr lang="zh-CN" altLang="en-US" smtClean="0">
                <a:solidFill>
                  <a:schemeClr val="hlink"/>
                </a:solidFill>
              </a:rPr>
              <a:t>构成超网</a:t>
            </a:r>
            <a:r>
              <a:rPr lang="zh-CN" altLang="en-US" smtClean="0"/>
              <a:t>。这是比较新的无分类编址方法。</a:t>
            </a:r>
            <a:r>
              <a:rPr lang="en-US" altLang="zh-CN" smtClean="0"/>
              <a:t>1993 </a:t>
            </a:r>
            <a:r>
              <a:rPr lang="zh-CN" altLang="en-US" smtClean="0"/>
              <a:t>年提出后很快就得到推广应用。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33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3" grpId="0" build="p"/>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4"/>
          <p:cNvSpPr>
            <a:spLocks noChangeArrowheads="1"/>
          </p:cNvSpPr>
          <p:nvPr/>
        </p:nvSpPr>
        <p:spPr bwMode="auto">
          <a:xfrm>
            <a:off x="611188" y="5084763"/>
            <a:ext cx="8208962" cy="792162"/>
          </a:xfrm>
          <a:prstGeom prst="rect">
            <a:avLst/>
          </a:prstGeom>
          <a:solidFill>
            <a:srgbClr val="FFFF99"/>
          </a:solidFill>
          <a:ln w="38100">
            <a:solidFill>
              <a:srgbClr val="333399"/>
            </a:solidFill>
            <a:miter lim="800000"/>
            <a:headEnd/>
            <a:tailEnd/>
          </a:ln>
          <a:effectLst>
            <a:outerShdw dist="35921" dir="2700000" algn="ctr" rotWithShape="0">
              <a:schemeClr val="bg2"/>
            </a:outerShdw>
          </a:effectLst>
        </p:spPr>
        <p:txBody>
          <a:bodyPr wrap="none" anchor="ctr"/>
          <a:lstStyle/>
          <a:p>
            <a:endParaRPr lang="zh-CN" altLang="en-US"/>
          </a:p>
        </p:txBody>
      </p:sp>
      <p:sp>
        <p:nvSpPr>
          <p:cNvPr id="35843" name="Rectangle 2"/>
          <p:cNvSpPr>
            <a:spLocks noGrp="1" noChangeArrowheads="1"/>
          </p:cNvSpPr>
          <p:nvPr>
            <p:ph type="title"/>
          </p:nvPr>
        </p:nvSpPr>
        <p:spPr/>
        <p:txBody>
          <a:bodyPr/>
          <a:lstStyle/>
          <a:p>
            <a:pPr marL="838200" indent="-838200" algn="ctr" eaLnBrk="1" hangingPunct="1"/>
            <a:r>
              <a:rPr lang="zh-CN" altLang="en-US" smtClean="0"/>
              <a:t>分类 </a:t>
            </a:r>
            <a:r>
              <a:rPr lang="en-US" altLang="zh-CN" smtClean="0"/>
              <a:t>IP </a:t>
            </a:r>
            <a:r>
              <a:rPr lang="zh-CN" altLang="en-US" smtClean="0"/>
              <a:t>地址 </a:t>
            </a:r>
          </a:p>
        </p:txBody>
      </p:sp>
      <p:sp>
        <p:nvSpPr>
          <p:cNvPr id="35844" name="Rectangle 3"/>
          <p:cNvSpPr>
            <a:spLocks noGrp="1" noChangeArrowheads="1"/>
          </p:cNvSpPr>
          <p:nvPr>
            <p:ph type="body" idx="1"/>
          </p:nvPr>
        </p:nvSpPr>
        <p:spPr>
          <a:xfrm>
            <a:off x="755650" y="1917700"/>
            <a:ext cx="8059738" cy="4751388"/>
          </a:xfrm>
        </p:spPr>
        <p:txBody>
          <a:bodyPr/>
          <a:lstStyle/>
          <a:p>
            <a:pPr algn="just" eaLnBrk="1" hangingPunct="1"/>
            <a:r>
              <a:rPr lang="zh-CN" altLang="en-US" smtClean="0"/>
              <a:t>每一类地址都由两个固定长度的字段组成，其中一个字段是</a:t>
            </a:r>
            <a:r>
              <a:rPr lang="zh-CN" altLang="en-US" smtClean="0">
                <a:solidFill>
                  <a:schemeClr val="hlink"/>
                </a:solidFill>
              </a:rPr>
              <a:t>网络号 </a:t>
            </a:r>
            <a:r>
              <a:rPr lang="en-US" altLang="zh-CN" smtClean="0">
                <a:solidFill>
                  <a:schemeClr val="hlink"/>
                </a:solidFill>
              </a:rPr>
              <a:t>net-id</a:t>
            </a:r>
            <a:r>
              <a:rPr lang="zh-CN" altLang="en-US" smtClean="0"/>
              <a:t>，它标志主机（或路由器）所连接到的网络，而另一个字段则是</a:t>
            </a:r>
            <a:r>
              <a:rPr lang="zh-CN" altLang="en-US" smtClean="0">
                <a:solidFill>
                  <a:schemeClr val="hlink"/>
                </a:solidFill>
              </a:rPr>
              <a:t>主机号 </a:t>
            </a:r>
            <a:r>
              <a:rPr lang="en-US" altLang="zh-CN" smtClean="0">
                <a:solidFill>
                  <a:schemeClr val="hlink"/>
                </a:solidFill>
              </a:rPr>
              <a:t>host-id</a:t>
            </a:r>
            <a:r>
              <a:rPr lang="zh-CN" altLang="en-US" smtClean="0"/>
              <a:t>，它标志该主机（或路由器）。</a:t>
            </a:r>
          </a:p>
          <a:p>
            <a:pPr algn="just" eaLnBrk="1" hangingPunct="1"/>
            <a:r>
              <a:rPr lang="zh-CN" altLang="en-US" smtClean="0"/>
              <a:t>两级的 </a:t>
            </a:r>
            <a:r>
              <a:rPr lang="en-US" altLang="zh-CN" smtClean="0"/>
              <a:t>IP </a:t>
            </a:r>
            <a:r>
              <a:rPr lang="zh-CN" altLang="en-US" smtClean="0"/>
              <a:t>地址可以记为：</a:t>
            </a:r>
          </a:p>
          <a:p>
            <a:pPr algn="just" eaLnBrk="1" hangingPunct="1">
              <a:spcBef>
                <a:spcPct val="50000"/>
              </a:spcBef>
              <a:buFont typeface="Wingdings" pitchFamily="2" charset="2"/>
              <a:buNone/>
            </a:pPr>
            <a:r>
              <a:rPr lang="en-US" altLang="zh-CN" smtClean="0"/>
              <a:t>IP </a:t>
            </a:r>
            <a:r>
              <a:rPr lang="zh-CN" altLang="en-US" smtClean="0"/>
              <a:t>地址 </a:t>
            </a:r>
            <a:r>
              <a:rPr lang="en-US" altLang="zh-CN" smtClean="0"/>
              <a:t>::= { &lt;</a:t>
            </a:r>
            <a:r>
              <a:rPr lang="zh-CN" altLang="en-US" smtClean="0"/>
              <a:t>网络号</a:t>
            </a:r>
            <a:r>
              <a:rPr lang="en-US" altLang="zh-CN" smtClean="0"/>
              <a:t>&gt;, &lt;</a:t>
            </a:r>
            <a:r>
              <a:rPr lang="zh-CN" altLang="en-US" smtClean="0"/>
              <a:t>主机号</a:t>
            </a:r>
            <a:r>
              <a:rPr lang="en-US" altLang="zh-CN" smtClean="0"/>
              <a:t>&gt;}       (4-1)</a:t>
            </a:r>
          </a:p>
        </p:txBody>
      </p:sp>
      <p:sp>
        <p:nvSpPr>
          <p:cNvPr id="35845" name="Text Box 5"/>
          <p:cNvSpPr txBox="1">
            <a:spLocks noChangeArrowheads="1"/>
          </p:cNvSpPr>
          <p:nvPr/>
        </p:nvSpPr>
        <p:spPr bwMode="auto">
          <a:xfrm>
            <a:off x="2157413" y="6018213"/>
            <a:ext cx="3062287"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3200">
                <a:solidFill>
                  <a:srgbClr val="333399"/>
                </a:solidFill>
                <a:latin typeface="Arial" pitchFamily="34" charset="0"/>
              </a:rPr>
              <a:t>::= </a:t>
            </a:r>
            <a:r>
              <a:rPr lang="zh-CN" altLang="en-US" sz="3200">
                <a:solidFill>
                  <a:srgbClr val="333399"/>
                </a:solidFill>
                <a:latin typeface="Arial" pitchFamily="34" charset="0"/>
              </a:rPr>
              <a:t>代表“</a:t>
            </a:r>
            <a:r>
              <a:rPr lang="zh-CN" altLang="en-US" sz="3200">
                <a:solidFill>
                  <a:schemeClr val="hlink"/>
                </a:solidFill>
                <a:latin typeface="Arial" pitchFamily="34" charset="0"/>
              </a:rPr>
              <a:t>定义为</a:t>
            </a:r>
            <a:r>
              <a:rPr lang="zh-CN" altLang="en-US" sz="3200">
                <a:solidFill>
                  <a:srgbClr val="333399"/>
                </a:solidFill>
                <a:latin typeface="Arial" pitchFamily="34" charset="0"/>
              </a:rPr>
              <a:t>”</a:t>
            </a: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6866"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67"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6868"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69"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70"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6871"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72"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6873"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74"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36875"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6"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7"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36878"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9"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0"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1"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6882"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36883"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4"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5"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86"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87"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88"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89"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6890"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91"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92"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893"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36894"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95"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36896"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6897"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6898"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6899"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900"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901"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36902" name="Group 38"/>
          <p:cNvGrpSpPr>
            <a:grpSpLocks/>
          </p:cNvGrpSpPr>
          <p:nvPr/>
        </p:nvGrpSpPr>
        <p:grpSpPr bwMode="auto">
          <a:xfrm>
            <a:off x="7418388" y="4037013"/>
            <a:ext cx="984250" cy="638175"/>
            <a:chOff x="2832" y="3024"/>
            <a:chExt cx="427" cy="378"/>
          </a:xfrm>
        </p:grpSpPr>
        <p:sp>
          <p:nvSpPr>
            <p:cNvPr id="36919"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920"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36903"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904"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905"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906"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907"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36908"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909"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36910"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36911"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912"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36913"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36914" name="Line 52"/>
          <p:cNvSpPr>
            <a:spLocks noChangeShapeType="1"/>
          </p:cNvSpPr>
          <p:nvPr/>
        </p:nvSpPr>
        <p:spPr bwMode="auto">
          <a:xfrm>
            <a:off x="2484438"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915" name="Rectangle 53"/>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36916"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6917"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6918"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7890" name="Line 36"/>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891" name="Rectangle 38"/>
          <p:cNvSpPr>
            <a:spLocks noChangeArrowheads="1"/>
          </p:cNvSpPr>
          <p:nvPr/>
        </p:nvSpPr>
        <p:spPr bwMode="auto">
          <a:xfrm>
            <a:off x="3779838" y="400526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7892" name="Rectangle 55"/>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3" name="Line 9"/>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894" name="Rectangle 11"/>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7895" name="Line 20"/>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896" name="Rectangle 22"/>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7897" name="Line 8"/>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898"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37899" name="Rectangle 12"/>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0" name="Rectangle 27"/>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1" name="Rectangle 2"/>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37902" name="Rectangle 5"/>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3" name="Rectangle 6"/>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4" name="Rectangle 7"/>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5" name="Rectangle 13"/>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7906" name="Rectangle 14"/>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37907" name="Line 15"/>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8" name="Line 16"/>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9" name="Line 17"/>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10" name="Line 18"/>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11" name="Line 19"/>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12" name="Line 21"/>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13" name="Rectangle 23"/>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7914" name="Line 24"/>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15" name="Line 25"/>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16" name="Line 26"/>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17" name="Rectangle 28"/>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37918" name="Line 29"/>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9" name="Rectangle 30"/>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37920" name="Rectangle 31"/>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7921" name="Rectangle 32"/>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7922" name="Rectangle 33"/>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7923" name="Line 34"/>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4" name="Line 35"/>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25"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37926" name="Group 39"/>
          <p:cNvGrpSpPr>
            <a:grpSpLocks/>
          </p:cNvGrpSpPr>
          <p:nvPr/>
        </p:nvGrpSpPr>
        <p:grpSpPr bwMode="auto">
          <a:xfrm>
            <a:off x="7418388" y="4037013"/>
            <a:ext cx="984250" cy="638175"/>
            <a:chOff x="2832" y="3024"/>
            <a:chExt cx="427" cy="378"/>
          </a:xfrm>
        </p:grpSpPr>
        <p:sp>
          <p:nvSpPr>
            <p:cNvPr id="37944" name="Rectangle 40"/>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45" name="Rectangle 41"/>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37927" name="Line 42"/>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28" name="Line 43"/>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29" name="Line 44"/>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930" name="Rectangle 45"/>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31" name="Rectangle 46"/>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37932" name="Line 47"/>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33" name="Rectangle 48"/>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37934" name="Rectangle 49"/>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37935" name="Rectangle 50"/>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36" name="Rectangle 51"/>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37937" name="Rectangle 52"/>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37938" name="Line 53"/>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39" name="Rectangle 54"/>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37940" name="Rectangle 56"/>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7941" name="Rectangle 57"/>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7942" name="Line 58"/>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43" name="AutoShape 61"/>
          <p:cNvSpPr>
            <a:spLocks noChangeArrowheads="1"/>
          </p:cNvSpPr>
          <p:nvPr/>
        </p:nvSpPr>
        <p:spPr bwMode="auto">
          <a:xfrm>
            <a:off x="1547813" y="4724400"/>
            <a:ext cx="6840537" cy="647700"/>
          </a:xfrm>
          <a:prstGeom prst="wedgeRoundRectCallout">
            <a:avLst>
              <a:gd name="adj1" fmla="val -30759"/>
              <a:gd name="adj2" fmla="val -608333"/>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zh-CN">
                <a:solidFill>
                  <a:srgbClr val="333399"/>
                </a:solidFill>
                <a:latin typeface="Arial" pitchFamily="34" charset="0"/>
              </a:rPr>
              <a:t>A </a:t>
            </a:r>
            <a:r>
              <a:rPr lang="zh-CN" altLang="en-US">
                <a:solidFill>
                  <a:srgbClr val="333399"/>
                </a:solidFill>
                <a:latin typeface="Arial" pitchFamily="34" charset="0"/>
              </a:rPr>
              <a:t>类地址的网络号字段 </a:t>
            </a:r>
            <a:r>
              <a:rPr lang="en-US" altLang="zh-CN">
                <a:solidFill>
                  <a:srgbClr val="333399"/>
                </a:solidFill>
                <a:latin typeface="Arial" pitchFamily="34" charset="0"/>
              </a:rPr>
              <a:t>net-id </a:t>
            </a:r>
            <a:r>
              <a:rPr lang="zh-CN" altLang="en-US">
                <a:solidFill>
                  <a:srgbClr val="333399"/>
                </a:solidFill>
                <a:latin typeface="Arial" pitchFamily="34" charset="0"/>
              </a:rPr>
              <a:t>为 </a:t>
            </a:r>
            <a:r>
              <a:rPr lang="en-US" altLang="zh-CN">
                <a:solidFill>
                  <a:srgbClr val="333399"/>
                </a:solidFill>
                <a:latin typeface="Arial" pitchFamily="34" charset="0"/>
              </a:rPr>
              <a:t>1 </a:t>
            </a:r>
            <a:r>
              <a:rPr lang="zh-CN" altLang="en-US">
                <a:solidFill>
                  <a:srgbClr val="333399"/>
                </a:solidFill>
                <a:latin typeface="Arial" pitchFamily="34" charset="0"/>
              </a:rPr>
              <a:t>字节</a:t>
            </a: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8914"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15"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8916"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17"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18"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8919"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20"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8921"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22"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38923"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4"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5"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38926"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7"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8"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29"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8930"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38931"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2"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33"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34"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35"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36"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37"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8938"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39"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40"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41"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38942"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43"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38944"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8945"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8946"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8947"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48"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49"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38950" name="Group 38"/>
          <p:cNvGrpSpPr>
            <a:grpSpLocks/>
          </p:cNvGrpSpPr>
          <p:nvPr/>
        </p:nvGrpSpPr>
        <p:grpSpPr bwMode="auto">
          <a:xfrm>
            <a:off x="7418388" y="4037013"/>
            <a:ext cx="984250" cy="638175"/>
            <a:chOff x="2832" y="3024"/>
            <a:chExt cx="427" cy="378"/>
          </a:xfrm>
        </p:grpSpPr>
        <p:sp>
          <p:nvSpPr>
            <p:cNvPr id="38968"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9"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38951"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52"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53"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954"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5"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38956"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57"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38958"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38959"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0"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38961"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38962" name="Line 52"/>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3" name="Rectangle 53"/>
          <p:cNvSpPr>
            <a:spLocks noChangeArrowheads="1"/>
          </p:cNvSpPr>
          <p:nvPr/>
        </p:nvSpPr>
        <p:spPr bwMode="auto">
          <a:xfrm>
            <a:off x="1617663" y="5921375"/>
            <a:ext cx="885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endParaRPr kumimoji="1" lang="en-US" altLang="zh-CN" sz="2000">
              <a:solidFill>
                <a:srgbClr val="333399"/>
              </a:solidFill>
              <a:latin typeface="Arial" pitchFamily="34" charset="0"/>
            </a:endParaRPr>
          </a:p>
        </p:txBody>
      </p:sp>
      <p:sp>
        <p:nvSpPr>
          <p:cNvPr id="38964"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8965"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8966"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967" name="AutoShape 57"/>
          <p:cNvSpPr>
            <a:spLocks noChangeArrowheads="1"/>
          </p:cNvSpPr>
          <p:nvPr/>
        </p:nvSpPr>
        <p:spPr bwMode="auto">
          <a:xfrm>
            <a:off x="1403350" y="4725988"/>
            <a:ext cx="6985000" cy="647700"/>
          </a:xfrm>
          <a:prstGeom prst="wedgeRoundRectCallout">
            <a:avLst>
              <a:gd name="adj1" fmla="val -11907"/>
              <a:gd name="adj2" fmla="val -411273"/>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zh-CN">
                <a:solidFill>
                  <a:srgbClr val="333399"/>
                </a:solidFill>
                <a:latin typeface="Arial" pitchFamily="34" charset="0"/>
              </a:rPr>
              <a:t>B </a:t>
            </a:r>
            <a:r>
              <a:rPr lang="zh-CN" altLang="en-US">
                <a:solidFill>
                  <a:srgbClr val="333399"/>
                </a:solidFill>
                <a:latin typeface="Arial" pitchFamily="34" charset="0"/>
              </a:rPr>
              <a:t>类地址的网络号字段 </a:t>
            </a:r>
            <a:r>
              <a:rPr lang="en-US" altLang="zh-CN">
                <a:solidFill>
                  <a:srgbClr val="333399"/>
                </a:solidFill>
                <a:latin typeface="Arial" pitchFamily="34" charset="0"/>
              </a:rPr>
              <a:t>net-id </a:t>
            </a:r>
            <a:r>
              <a:rPr lang="zh-CN" altLang="en-US">
                <a:solidFill>
                  <a:srgbClr val="333399"/>
                </a:solidFill>
                <a:latin typeface="Arial" pitchFamily="34" charset="0"/>
              </a:rPr>
              <a:t>为 </a:t>
            </a:r>
            <a:r>
              <a:rPr lang="en-US" altLang="zh-CN">
                <a:solidFill>
                  <a:srgbClr val="333399"/>
                </a:solidFill>
                <a:latin typeface="Arial" pitchFamily="34" charset="0"/>
              </a:rPr>
              <a:t>2 </a:t>
            </a:r>
            <a:r>
              <a:rPr lang="zh-CN" altLang="en-US">
                <a:solidFill>
                  <a:srgbClr val="333399"/>
                </a:solidFill>
                <a:latin typeface="Arial" pitchFamily="34" charset="0"/>
              </a:rPr>
              <a:t>字节</a:t>
            </a: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938"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39"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9940"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41"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42"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39943"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44"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9945"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46"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39947"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48"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49"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39950"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51"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52"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53"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9954"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39955"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56"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57"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58"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59"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60"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61"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39962"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63"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64"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65"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39966"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67"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39968"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9969"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9970"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9971"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72"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73"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39974" name="Group 38"/>
          <p:cNvGrpSpPr>
            <a:grpSpLocks/>
          </p:cNvGrpSpPr>
          <p:nvPr/>
        </p:nvGrpSpPr>
        <p:grpSpPr bwMode="auto">
          <a:xfrm>
            <a:off x="7418388" y="4037013"/>
            <a:ext cx="984250" cy="638175"/>
            <a:chOff x="2832" y="3024"/>
            <a:chExt cx="427" cy="378"/>
          </a:xfrm>
        </p:grpSpPr>
        <p:sp>
          <p:nvSpPr>
            <p:cNvPr id="39992"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3"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39975"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76"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77"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978"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79"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39980"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81"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39982"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39983"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84"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39985"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39986" name="Line 52"/>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87" name="Rectangle 53"/>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39988"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39989"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39990"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991" name="AutoShape 57"/>
          <p:cNvSpPr>
            <a:spLocks noChangeArrowheads="1"/>
          </p:cNvSpPr>
          <p:nvPr/>
        </p:nvSpPr>
        <p:spPr bwMode="auto">
          <a:xfrm>
            <a:off x="1476375" y="4725988"/>
            <a:ext cx="6911975" cy="647700"/>
          </a:xfrm>
          <a:prstGeom prst="wedgeRoundRectCallout">
            <a:avLst>
              <a:gd name="adj1" fmla="val 667"/>
              <a:gd name="adj2" fmla="val -202449"/>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zh-CN">
                <a:solidFill>
                  <a:srgbClr val="333399"/>
                </a:solidFill>
                <a:latin typeface="Arial" pitchFamily="34" charset="0"/>
              </a:rPr>
              <a:t>C </a:t>
            </a:r>
            <a:r>
              <a:rPr lang="zh-CN" altLang="en-US">
                <a:solidFill>
                  <a:srgbClr val="333399"/>
                </a:solidFill>
                <a:latin typeface="Arial" pitchFamily="34" charset="0"/>
              </a:rPr>
              <a:t>类地址的网络号字段 </a:t>
            </a:r>
            <a:r>
              <a:rPr lang="en-US" altLang="zh-CN">
                <a:solidFill>
                  <a:srgbClr val="333399"/>
                </a:solidFill>
                <a:latin typeface="Arial" pitchFamily="34" charset="0"/>
              </a:rPr>
              <a:t>net-id </a:t>
            </a:r>
            <a:r>
              <a:rPr lang="zh-CN" altLang="en-US">
                <a:solidFill>
                  <a:srgbClr val="333399"/>
                </a:solidFill>
                <a:latin typeface="Arial" pitchFamily="34" charset="0"/>
              </a:rPr>
              <a:t>为 </a:t>
            </a:r>
            <a:r>
              <a:rPr lang="en-US" altLang="zh-CN">
                <a:solidFill>
                  <a:srgbClr val="333399"/>
                </a:solidFill>
                <a:latin typeface="Arial" pitchFamily="34" charset="0"/>
              </a:rPr>
              <a:t>3 </a:t>
            </a:r>
            <a:r>
              <a:rPr lang="zh-CN" altLang="en-US">
                <a:solidFill>
                  <a:srgbClr val="333399"/>
                </a:solidFill>
                <a:latin typeface="Arial" pitchFamily="34" charset="0"/>
              </a:rPr>
              <a:t>字节</a:t>
            </a: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0962"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63"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bit</a:t>
            </a:r>
          </a:p>
        </p:txBody>
      </p:sp>
      <p:sp>
        <p:nvSpPr>
          <p:cNvPr id="40964"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65"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66"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0967"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68"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0969"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70"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40971"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72"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73"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40974"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75"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76"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77"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0978"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40979"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80"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81"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82"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83"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84"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85"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0986"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87"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88"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89"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40990"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91"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40992"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0993"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0994"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0995"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96"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997"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0998" name="Group 38"/>
          <p:cNvGrpSpPr>
            <a:grpSpLocks/>
          </p:cNvGrpSpPr>
          <p:nvPr/>
        </p:nvGrpSpPr>
        <p:grpSpPr bwMode="auto">
          <a:xfrm>
            <a:off x="7418388" y="4037013"/>
            <a:ext cx="984250" cy="638175"/>
            <a:chOff x="2832" y="3024"/>
            <a:chExt cx="427" cy="378"/>
          </a:xfrm>
        </p:grpSpPr>
        <p:sp>
          <p:nvSpPr>
            <p:cNvPr id="41016"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017"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40999"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000"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001"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002"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003"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41004"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005"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41006"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41007"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008"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41009"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41010" name="Line 52"/>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011" name="Rectangle 53"/>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41012"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1013"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1014"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015" name="AutoShape 57"/>
          <p:cNvSpPr>
            <a:spLocks noChangeArrowheads="1"/>
          </p:cNvSpPr>
          <p:nvPr/>
        </p:nvSpPr>
        <p:spPr bwMode="auto">
          <a:xfrm>
            <a:off x="1547813" y="4725988"/>
            <a:ext cx="7127875" cy="647700"/>
          </a:xfrm>
          <a:prstGeom prst="wedgeRoundRectCallout">
            <a:avLst>
              <a:gd name="adj1" fmla="val -1069"/>
              <a:gd name="adj2" fmla="val -620097"/>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zh-CN">
                <a:solidFill>
                  <a:srgbClr val="333399"/>
                </a:solidFill>
                <a:latin typeface="Arial" pitchFamily="34" charset="0"/>
              </a:rPr>
              <a:t>A </a:t>
            </a:r>
            <a:r>
              <a:rPr lang="zh-CN" altLang="en-US">
                <a:solidFill>
                  <a:srgbClr val="333399"/>
                </a:solidFill>
                <a:latin typeface="Arial" pitchFamily="34" charset="0"/>
              </a:rPr>
              <a:t>类地址的主机号字段 </a:t>
            </a:r>
            <a:r>
              <a:rPr lang="en-US" altLang="zh-CN">
                <a:solidFill>
                  <a:srgbClr val="333399"/>
                </a:solidFill>
                <a:latin typeface="Arial" pitchFamily="34" charset="0"/>
              </a:rPr>
              <a:t>host-id </a:t>
            </a:r>
            <a:r>
              <a:rPr lang="zh-CN" altLang="en-US">
                <a:solidFill>
                  <a:srgbClr val="333399"/>
                </a:solidFill>
                <a:latin typeface="Arial" pitchFamily="34" charset="0"/>
              </a:rPr>
              <a:t>为 </a:t>
            </a:r>
            <a:r>
              <a:rPr lang="en-US" altLang="zh-CN">
                <a:solidFill>
                  <a:srgbClr val="333399"/>
                </a:solidFill>
                <a:latin typeface="Arial" pitchFamily="34" charset="0"/>
              </a:rPr>
              <a:t>3 </a:t>
            </a:r>
            <a:r>
              <a:rPr lang="zh-CN" altLang="en-US">
                <a:solidFill>
                  <a:srgbClr val="333399"/>
                </a:solidFill>
                <a:latin typeface="Arial" pitchFamily="34" charset="0"/>
              </a:rPr>
              <a:t>字节</a:t>
            </a: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1986"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987"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1988"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989"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990"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1991"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992"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1993"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1994"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41995"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996"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997"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41998"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999"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00"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01"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2002"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42003"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04"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05"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06"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07"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08"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09"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2010"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11"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12"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13"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42014"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15"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42016"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2017"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2018"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2019"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20"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21"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2022" name="Group 38"/>
          <p:cNvGrpSpPr>
            <a:grpSpLocks/>
          </p:cNvGrpSpPr>
          <p:nvPr/>
        </p:nvGrpSpPr>
        <p:grpSpPr bwMode="auto">
          <a:xfrm>
            <a:off x="7418388" y="4037013"/>
            <a:ext cx="984250" cy="638175"/>
            <a:chOff x="2832" y="3024"/>
            <a:chExt cx="427" cy="378"/>
          </a:xfrm>
        </p:grpSpPr>
        <p:sp>
          <p:nvSpPr>
            <p:cNvPr id="42040"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41"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42023"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24"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25"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026"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27"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42028"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29"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42030"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42031"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32"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42033"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42034" name="Line 52"/>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35" name="Rectangle 53"/>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42036"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2037"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2038"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039" name="AutoShape 57"/>
          <p:cNvSpPr>
            <a:spLocks noChangeArrowheads="1"/>
          </p:cNvSpPr>
          <p:nvPr/>
        </p:nvSpPr>
        <p:spPr bwMode="auto">
          <a:xfrm>
            <a:off x="1403350" y="4725988"/>
            <a:ext cx="6985000" cy="647700"/>
          </a:xfrm>
          <a:prstGeom prst="wedgeRoundRectCallout">
            <a:avLst>
              <a:gd name="adj1" fmla="val 13181"/>
              <a:gd name="adj2" fmla="val -425981"/>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zh-CN">
                <a:solidFill>
                  <a:srgbClr val="333399"/>
                </a:solidFill>
                <a:latin typeface="Arial" pitchFamily="34" charset="0"/>
              </a:rPr>
              <a:t>B </a:t>
            </a:r>
            <a:r>
              <a:rPr lang="zh-CN" altLang="en-US">
                <a:solidFill>
                  <a:srgbClr val="333399"/>
                </a:solidFill>
                <a:latin typeface="Arial" pitchFamily="34" charset="0"/>
              </a:rPr>
              <a:t>类地址的主机号字段 </a:t>
            </a:r>
            <a:r>
              <a:rPr lang="en-US" altLang="zh-CN">
                <a:solidFill>
                  <a:srgbClr val="333399"/>
                </a:solidFill>
                <a:latin typeface="Arial" pitchFamily="34" charset="0"/>
              </a:rPr>
              <a:t>host-id </a:t>
            </a:r>
            <a:r>
              <a:rPr lang="zh-CN" altLang="en-US">
                <a:solidFill>
                  <a:srgbClr val="333399"/>
                </a:solidFill>
                <a:latin typeface="Arial" pitchFamily="34" charset="0"/>
              </a:rPr>
              <a:t>为 </a:t>
            </a:r>
            <a:r>
              <a:rPr lang="en-US" altLang="zh-CN">
                <a:solidFill>
                  <a:srgbClr val="333399"/>
                </a:solidFill>
                <a:latin typeface="Arial" pitchFamily="34" charset="0"/>
              </a:rPr>
              <a:t>2 </a:t>
            </a:r>
            <a:r>
              <a:rPr lang="zh-CN" altLang="en-US">
                <a:solidFill>
                  <a:srgbClr val="333399"/>
                </a:solidFill>
                <a:latin typeface="Arial" pitchFamily="34" charset="0"/>
              </a:rPr>
              <a:t>字节</a:t>
            </a:r>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3010"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11"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3012"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13"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14"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3015"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16"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3017"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18"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43019"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20"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21"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43022"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23"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24"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25"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3026"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43027"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28"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29"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30"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31"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32"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33"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3034"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35"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36"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37"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43038"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39"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43040"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3041"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3042"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3043"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44"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45"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3046" name="Group 38"/>
          <p:cNvGrpSpPr>
            <a:grpSpLocks/>
          </p:cNvGrpSpPr>
          <p:nvPr/>
        </p:nvGrpSpPr>
        <p:grpSpPr bwMode="auto">
          <a:xfrm>
            <a:off x="7418388" y="4037013"/>
            <a:ext cx="984250" cy="638175"/>
            <a:chOff x="2832" y="3024"/>
            <a:chExt cx="427" cy="378"/>
          </a:xfrm>
        </p:grpSpPr>
        <p:sp>
          <p:nvSpPr>
            <p:cNvPr id="43064"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65"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43047"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48"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49"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050"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51"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43052"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53"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43054"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43055"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56"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43057"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43058" name="Line 52"/>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59" name="Rectangle 53"/>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43060"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3061"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3062"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3063" name="AutoShape 57"/>
          <p:cNvSpPr>
            <a:spLocks noChangeArrowheads="1"/>
          </p:cNvSpPr>
          <p:nvPr/>
        </p:nvSpPr>
        <p:spPr bwMode="auto">
          <a:xfrm>
            <a:off x="1619250" y="4725988"/>
            <a:ext cx="7127875" cy="647700"/>
          </a:xfrm>
          <a:prstGeom prst="wedgeRoundRectCallout">
            <a:avLst>
              <a:gd name="adj1" fmla="val 32273"/>
              <a:gd name="adj2" fmla="val -202449"/>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en-US" altLang="zh-CN">
                <a:solidFill>
                  <a:srgbClr val="333399"/>
                </a:solidFill>
                <a:latin typeface="Arial" pitchFamily="34" charset="0"/>
              </a:rPr>
              <a:t>C </a:t>
            </a:r>
            <a:r>
              <a:rPr lang="zh-CN" altLang="en-US">
                <a:solidFill>
                  <a:srgbClr val="333399"/>
                </a:solidFill>
                <a:latin typeface="Arial" pitchFamily="34" charset="0"/>
              </a:rPr>
              <a:t>类地址的主机号字段 </a:t>
            </a:r>
            <a:r>
              <a:rPr lang="en-US" altLang="zh-CN">
                <a:solidFill>
                  <a:srgbClr val="333399"/>
                </a:solidFill>
                <a:latin typeface="Arial" pitchFamily="34" charset="0"/>
              </a:rPr>
              <a:t>host-id </a:t>
            </a:r>
            <a:r>
              <a:rPr lang="zh-CN" altLang="en-US">
                <a:solidFill>
                  <a:srgbClr val="333399"/>
                </a:solidFill>
                <a:latin typeface="Arial" pitchFamily="34" charset="0"/>
              </a:rPr>
              <a:t>为 </a:t>
            </a:r>
            <a:r>
              <a:rPr lang="en-US" altLang="zh-CN">
                <a:solidFill>
                  <a:srgbClr val="333399"/>
                </a:solidFill>
                <a:latin typeface="Arial" pitchFamily="34" charset="0"/>
              </a:rPr>
              <a:t>1 </a:t>
            </a:r>
            <a:r>
              <a:rPr lang="zh-CN" altLang="en-US">
                <a:solidFill>
                  <a:srgbClr val="333399"/>
                </a:solidFill>
                <a:latin typeface="Arial" pitchFamily="34" charset="0"/>
              </a:rPr>
              <a:t>字节</a:t>
            </a:r>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034"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35"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4036"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37"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38"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4039"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40"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bit</a:t>
            </a:r>
          </a:p>
        </p:txBody>
      </p:sp>
      <p:sp>
        <p:nvSpPr>
          <p:cNvPr id="44041"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42"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44043"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4"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5"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44046"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7"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8"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49"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4050"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44051"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52"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53"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54"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55"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56"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57"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4058"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59"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60"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61"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44062"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63"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44064"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4065"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4066"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4067"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68"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69"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4070" name="Group 38"/>
          <p:cNvGrpSpPr>
            <a:grpSpLocks/>
          </p:cNvGrpSpPr>
          <p:nvPr/>
        </p:nvGrpSpPr>
        <p:grpSpPr bwMode="auto">
          <a:xfrm>
            <a:off x="7418388" y="4037013"/>
            <a:ext cx="984250" cy="638175"/>
            <a:chOff x="2832" y="3024"/>
            <a:chExt cx="427" cy="378"/>
          </a:xfrm>
        </p:grpSpPr>
        <p:sp>
          <p:nvSpPr>
            <p:cNvPr id="44088"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89"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44071"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72"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73"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074"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75"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44076"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77"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44078"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44079"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80"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44081"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44082" name="Line 52"/>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83" name="Rectangle 53"/>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44084"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4085"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4086"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087" name="AutoShape 57"/>
          <p:cNvSpPr>
            <a:spLocks noChangeArrowheads="1"/>
          </p:cNvSpPr>
          <p:nvPr/>
        </p:nvSpPr>
        <p:spPr bwMode="auto">
          <a:xfrm>
            <a:off x="1619250" y="2781300"/>
            <a:ext cx="5400675" cy="647700"/>
          </a:xfrm>
          <a:prstGeom prst="wedgeRoundRectCallout">
            <a:avLst>
              <a:gd name="adj1" fmla="val 33185"/>
              <a:gd name="adj2" fmla="val 324019"/>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D </a:t>
            </a:r>
            <a:r>
              <a:rPr lang="zh-CN" altLang="en-US">
                <a:solidFill>
                  <a:srgbClr val="333399"/>
                </a:solidFill>
                <a:latin typeface="Arial" pitchFamily="34" charset="0"/>
              </a:rPr>
              <a:t>类地址是多播地址</a:t>
            </a:r>
            <a:r>
              <a:rPr lang="zh-CN" altLang="en-US">
                <a:ea typeface="宋体" pitchFamily="2" charset="-122"/>
              </a:rPr>
              <a:t> </a:t>
            </a: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5058" name="Line 2"/>
          <p:cNvSpPr>
            <a:spLocks noChangeShapeType="1"/>
          </p:cNvSpPr>
          <p:nvPr/>
        </p:nvSpPr>
        <p:spPr bwMode="auto">
          <a:xfrm flipV="1">
            <a:off x="1687513" y="4225925"/>
            <a:ext cx="53054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59" name="Rectangle 3"/>
          <p:cNvSpPr>
            <a:spLocks noChangeArrowheads="1"/>
          </p:cNvSpPr>
          <p:nvPr/>
        </p:nvSpPr>
        <p:spPr bwMode="auto">
          <a:xfrm>
            <a:off x="3751263" y="4008438"/>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5060" name="Rectangle 4"/>
          <p:cNvSpPr>
            <a:spLocks noChangeArrowheads="1"/>
          </p:cNvSpPr>
          <p:nvPr/>
        </p:nvSpPr>
        <p:spPr bwMode="auto">
          <a:xfrm>
            <a:off x="1687513" y="3571875"/>
            <a:ext cx="7046912" cy="444500"/>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61" name="Line 5"/>
          <p:cNvSpPr>
            <a:spLocks noChangeShapeType="1"/>
          </p:cNvSpPr>
          <p:nvPr/>
        </p:nvSpPr>
        <p:spPr bwMode="auto">
          <a:xfrm>
            <a:off x="3413125" y="1577975"/>
            <a:ext cx="53101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62" name="Rectangle 6"/>
          <p:cNvSpPr>
            <a:spLocks noChangeArrowheads="1"/>
          </p:cNvSpPr>
          <p:nvPr/>
        </p:nvSpPr>
        <p:spPr bwMode="auto">
          <a:xfrm>
            <a:off x="5305425" y="1370013"/>
            <a:ext cx="941388"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位</a:t>
            </a:r>
          </a:p>
        </p:txBody>
      </p:sp>
      <p:sp>
        <p:nvSpPr>
          <p:cNvPr id="45063" name="Line 7"/>
          <p:cNvSpPr>
            <a:spLocks noChangeShapeType="1"/>
          </p:cNvSpPr>
          <p:nvPr/>
        </p:nvSpPr>
        <p:spPr bwMode="auto">
          <a:xfrm flipV="1">
            <a:off x="1727200" y="2913063"/>
            <a:ext cx="347503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64" name="Rectangle 8"/>
          <p:cNvSpPr>
            <a:spLocks noChangeArrowheads="1"/>
          </p:cNvSpPr>
          <p:nvPr/>
        </p:nvSpPr>
        <p:spPr bwMode="auto">
          <a:xfrm>
            <a:off x="2851150" y="2708275"/>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a:solidFill>
                  <a:srgbClr val="333399"/>
                </a:solidFill>
                <a:latin typeface="Arial" pitchFamily="34" charset="0"/>
              </a:rPr>
              <a:t>net-id</a:t>
            </a:r>
          </a:p>
          <a:p>
            <a:pPr defTabSz="762000" eaLnBrk="0" hangingPunct="0">
              <a:lnSpc>
                <a:spcPct val="90000"/>
              </a:lnSpc>
            </a:pPr>
            <a:r>
              <a:rPr kumimoji="1" lang="en-US" altLang="zh-CN" sz="2000">
                <a:solidFill>
                  <a:srgbClr val="333399"/>
                </a:solidFill>
                <a:latin typeface="Arial" pitchFamily="34" charset="0"/>
              </a:rPr>
              <a:t>16 bit</a:t>
            </a:r>
          </a:p>
        </p:txBody>
      </p:sp>
      <p:sp>
        <p:nvSpPr>
          <p:cNvPr id="45065" name="Line 9"/>
          <p:cNvSpPr>
            <a:spLocks noChangeShapeType="1"/>
          </p:cNvSpPr>
          <p:nvPr/>
        </p:nvSpPr>
        <p:spPr bwMode="auto">
          <a:xfrm>
            <a:off x="1649413" y="1577975"/>
            <a:ext cx="176371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66" name="Rectangle 10"/>
          <p:cNvSpPr>
            <a:spLocks noChangeArrowheads="1"/>
          </p:cNvSpPr>
          <p:nvPr/>
        </p:nvSpPr>
        <p:spPr bwMode="auto">
          <a:xfrm>
            <a:off x="2057400" y="1370013"/>
            <a:ext cx="815975" cy="63817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net-id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sp>
        <p:nvSpPr>
          <p:cNvPr id="45067" name="Rectangle 11"/>
          <p:cNvSpPr>
            <a:spLocks noChangeArrowheads="1"/>
          </p:cNvSpPr>
          <p:nvPr/>
        </p:nvSpPr>
        <p:spPr bwMode="auto">
          <a:xfrm>
            <a:off x="1652588" y="933450"/>
            <a:ext cx="7085012" cy="442913"/>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68" name="Rectangle 12"/>
          <p:cNvSpPr>
            <a:spLocks noChangeArrowheads="1"/>
          </p:cNvSpPr>
          <p:nvPr/>
        </p:nvSpPr>
        <p:spPr bwMode="auto">
          <a:xfrm>
            <a:off x="1673225" y="2274888"/>
            <a:ext cx="7070725" cy="446087"/>
          </a:xfrm>
          <a:prstGeom prst="rect">
            <a:avLst/>
          </a:prstGeom>
          <a:solidFill>
            <a:srgbClr val="FFFF99"/>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69" name="Rectangle 13"/>
          <p:cNvSpPr>
            <a:spLocks noGrp="1" noChangeArrowheads="1"/>
          </p:cNvSpPr>
          <p:nvPr>
            <p:ph type="title"/>
          </p:nvPr>
        </p:nvSpPr>
        <p:spPr>
          <a:xfrm>
            <a:off x="395288" y="44450"/>
            <a:ext cx="8548687" cy="768350"/>
          </a:xfrm>
        </p:spPr>
        <p:txBody>
          <a:bodyPr/>
          <a:lstStyle/>
          <a:p>
            <a:pPr algn="ctr" eaLnBrk="1" hangingPunct="1"/>
            <a:r>
              <a:rPr lang="en-US" altLang="zh-CN" sz="4000" smtClean="0"/>
              <a:t>IP </a:t>
            </a:r>
            <a:r>
              <a:rPr lang="zh-CN" altLang="en-US" sz="4000" smtClean="0"/>
              <a:t>地址中的网络号字段和主机号字段 </a:t>
            </a:r>
          </a:p>
        </p:txBody>
      </p:sp>
      <p:sp>
        <p:nvSpPr>
          <p:cNvPr id="45070" name="Rectangle 14"/>
          <p:cNvSpPr>
            <a:spLocks noChangeArrowheads="1"/>
          </p:cNvSpPr>
          <p:nvPr/>
        </p:nvSpPr>
        <p:spPr bwMode="auto">
          <a:xfrm>
            <a:off x="1697038" y="3586163"/>
            <a:ext cx="5300662" cy="42386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71" name="Rectangle 15"/>
          <p:cNvSpPr>
            <a:spLocks noChangeArrowheads="1"/>
          </p:cNvSpPr>
          <p:nvPr/>
        </p:nvSpPr>
        <p:spPr bwMode="auto">
          <a:xfrm>
            <a:off x="1695450" y="2300288"/>
            <a:ext cx="3511550" cy="409575"/>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72" name="Rectangle 16"/>
          <p:cNvSpPr>
            <a:spLocks noChangeArrowheads="1"/>
          </p:cNvSpPr>
          <p:nvPr/>
        </p:nvSpPr>
        <p:spPr bwMode="auto">
          <a:xfrm>
            <a:off x="1676400" y="957263"/>
            <a:ext cx="1730375" cy="406400"/>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73" name="Rectangle 17"/>
          <p:cNvSpPr>
            <a:spLocks noChangeArrowheads="1"/>
          </p:cNvSpPr>
          <p:nvPr/>
        </p:nvSpPr>
        <p:spPr bwMode="auto">
          <a:xfrm>
            <a:off x="1598613" y="927100"/>
            <a:ext cx="3222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5074" name="Rectangle 18"/>
          <p:cNvSpPr>
            <a:spLocks noChangeArrowheads="1"/>
          </p:cNvSpPr>
          <p:nvPr/>
        </p:nvSpPr>
        <p:spPr bwMode="auto">
          <a:xfrm>
            <a:off x="473075" y="955675"/>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类地址</a:t>
            </a:r>
          </a:p>
        </p:txBody>
      </p:sp>
      <p:sp>
        <p:nvSpPr>
          <p:cNvPr id="45075" name="Line 19"/>
          <p:cNvSpPr>
            <a:spLocks noChangeShapeType="1"/>
          </p:cNvSpPr>
          <p:nvPr/>
        </p:nvSpPr>
        <p:spPr bwMode="auto">
          <a:xfrm>
            <a:off x="1908175" y="933450"/>
            <a:ext cx="0" cy="4222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76" name="Line 20"/>
          <p:cNvSpPr>
            <a:spLocks noChangeShapeType="1"/>
          </p:cNvSpPr>
          <p:nvPr/>
        </p:nvSpPr>
        <p:spPr bwMode="auto">
          <a:xfrm>
            <a:off x="3413125"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77" name="Line 21"/>
          <p:cNvSpPr>
            <a:spLocks noChangeShapeType="1"/>
          </p:cNvSpPr>
          <p:nvPr/>
        </p:nvSpPr>
        <p:spPr bwMode="auto">
          <a:xfrm>
            <a:off x="16494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78" name="Line 22"/>
          <p:cNvSpPr>
            <a:spLocks noChangeShapeType="1"/>
          </p:cNvSpPr>
          <p:nvPr/>
        </p:nvSpPr>
        <p:spPr bwMode="auto">
          <a:xfrm>
            <a:off x="3413125"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79" name="Line 23"/>
          <p:cNvSpPr>
            <a:spLocks noChangeShapeType="1"/>
          </p:cNvSpPr>
          <p:nvPr/>
        </p:nvSpPr>
        <p:spPr bwMode="auto">
          <a:xfrm>
            <a:off x="8723313"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80" name="Line 24"/>
          <p:cNvSpPr>
            <a:spLocks noChangeShapeType="1"/>
          </p:cNvSpPr>
          <p:nvPr/>
        </p:nvSpPr>
        <p:spPr bwMode="auto">
          <a:xfrm flipV="1">
            <a:off x="5214938" y="2913063"/>
            <a:ext cx="3475037" cy="3175"/>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81" name="Rectangle 25"/>
          <p:cNvSpPr>
            <a:spLocks noChangeArrowheads="1"/>
          </p:cNvSpPr>
          <p:nvPr/>
        </p:nvSpPr>
        <p:spPr bwMode="auto">
          <a:xfrm>
            <a:off x="6437313" y="2735263"/>
            <a:ext cx="941387" cy="636587"/>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45082" name="Line 26"/>
          <p:cNvSpPr>
            <a:spLocks noChangeShapeType="1"/>
          </p:cNvSpPr>
          <p:nvPr/>
        </p:nvSpPr>
        <p:spPr bwMode="auto">
          <a:xfrm>
            <a:off x="16875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83" name="Line 27"/>
          <p:cNvSpPr>
            <a:spLocks noChangeShapeType="1"/>
          </p:cNvSpPr>
          <p:nvPr/>
        </p:nvSpPr>
        <p:spPr bwMode="auto">
          <a:xfrm>
            <a:off x="5214938"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84" name="Line 28"/>
          <p:cNvSpPr>
            <a:spLocks noChangeShapeType="1"/>
          </p:cNvSpPr>
          <p:nvPr/>
        </p:nvSpPr>
        <p:spPr bwMode="auto">
          <a:xfrm>
            <a:off x="8710613" y="276066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85" name="Rectangle 29"/>
          <p:cNvSpPr>
            <a:spLocks noChangeArrowheads="1"/>
          </p:cNvSpPr>
          <p:nvPr/>
        </p:nvSpPr>
        <p:spPr bwMode="auto">
          <a:xfrm>
            <a:off x="492125" y="2286000"/>
            <a:ext cx="11842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类地址</a:t>
            </a:r>
          </a:p>
        </p:txBody>
      </p:sp>
      <p:sp>
        <p:nvSpPr>
          <p:cNvPr id="45086" name="Line 30"/>
          <p:cNvSpPr>
            <a:spLocks noChangeShapeType="1"/>
          </p:cNvSpPr>
          <p:nvPr/>
        </p:nvSpPr>
        <p:spPr bwMode="auto">
          <a:xfrm>
            <a:off x="5214938" y="2284413"/>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87" name="Rectangle 31"/>
          <p:cNvSpPr>
            <a:spLocks noChangeArrowheads="1"/>
          </p:cNvSpPr>
          <p:nvPr/>
        </p:nvSpPr>
        <p:spPr bwMode="auto">
          <a:xfrm>
            <a:off x="492125" y="35814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类地址</a:t>
            </a:r>
          </a:p>
        </p:txBody>
      </p:sp>
      <p:sp>
        <p:nvSpPr>
          <p:cNvPr id="45088" name="Rectangle 32"/>
          <p:cNvSpPr>
            <a:spLocks noChangeArrowheads="1"/>
          </p:cNvSpPr>
          <p:nvPr/>
        </p:nvSpPr>
        <p:spPr bwMode="auto">
          <a:xfrm>
            <a:off x="2014538" y="3600450"/>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5089" name="Rectangle 33"/>
          <p:cNvSpPr>
            <a:spLocks noChangeArrowheads="1"/>
          </p:cNvSpPr>
          <p:nvPr/>
        </p:nvSpPr>
        <p:spPr bwMode="auto">
          <a:xfrm>
            <a:off x="1627188" y="3592513"/>
            <a:ext cx="4857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5090" name="Rectangle 34"/>
          <p:cNvSpPr>
            <a:spLocks noChangeArrowheads="1"/>
          </p:cNvSpPr>
          <p:nvPr/>
        </p:nvSpPr>
        <p:spPr bwMode="auto">
          <a:xfrm>
            <a:off x="1822450" y="3600450"/>
            <a:ext cx="4826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5091" name="Line 35"/>
          <p:cNvSpPr>
            <a:spLocks noChangeShapeType="1"/>
          </p:cNvSpPr>
          <p:nvPr/>
        </p:nvSpPr>
        <p:spPr bwMode="auto">
          <a:xfrm>
            <a:off x="2371725" y="3570288"/>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92" name="Line 36"/>
          <p:cNvSpPr>
            <a:spLocks noChangeShapeType="1"/>
          </p:cNvSpPr>
          <p:nvPr/>
        </p:nvSpPr>
        <p:spPr bwMode="auto">
          <a:xfrm>
            <a:off x="7016750" y="3565525"/>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93" name="Line 37"/>
          <p:cNvSpPr>
            <a:spLocks noChangeShapeType="1"/>
          </p:cNvSpPr>
          <p:nvPr/>
        </p:nvSpPr>
        <p:spPr bwMode="auto">
          <a:xfrm flipV="1">
            <a:off x="7021513" y="4210050"/>
            <a:ext cx="1701800" cy="17463"/>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5094" name="Group 38"/>
          <p:cNvGrpSpPr>
            <a:grpSpLocks/>
          </p:cNvGrpSpPr>
          <p:nvPr/>
        </p:nvGrpSpPr>
        <p:grpSpPr bwMode="auto">
          <a:xfrm>
            <a:off x="7418388" y="4037013"/>
            <a:ext cx="984250" cy="638175"/>
            <a:chOff x="2832" y="3024"/>
            <a:chExt cx="427" cy="378"/>
          </a:xfrm>
        </p:grpSpPr>
        <p:sp>
          <p:nvSpPr>
            <p:cNvPr id="45112"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113" name="Rectangle 40"/>
            <p:cNvSpPr>
              <a:spLocks noChangeArrowheads="1"/>
            </p:cNvSpPr>
            <p:nvPr/>
          </p:nvSpPr>
          <p:spPr bwMode="auto">
            <a:xfrm>
              <a:off x="2850" y="3024"/>
              <a:ext cx="409" cy="3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a:solidFill>
                    <a:srgbClr val="333399"/>
                  </a:solidFill>
                  <a:latin typeface="Arial" pitchFamily="34" charset="0"/>
                </a:rPr>
                <a:t>host-id</a:t>
              </a:r>
            </a:p>
            <a:p>
              <a:pPr algn="ctr" defTabSz="762000" eaLnBrk="0" hangingPunct="0">
                <a:lnSpc>
                  <a:spcPct val="90000"/>
                </a:lnSpc>
              </a:pP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a:t>
              </a:r>
            </a:p>
          </p:txBody>
        </p:sp>
      </p:grpSp>
      <p:sp>
        <p:nvSpPr>
          <p:cNvPr id="45095" name="Line 41"/>
          <p:cNvSpPr>
            <a:spLocks noChangeShapeType="1"/>
          </p:cNvSpPr>
          <p:nvPr/>
        </p:nvSpPr>
        <p:spPr bwMode="auto">
          <a:xfrm>
            <a:off x="1687513" y="4073525"/>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96" name="Line 42"/>
          <p:cNvSpPr>
            <a:spLocks noChangeShapeType="1"/>
          </p:cNvSpPr>
          <p:nvPr/>
        </p:nvSpPr>
        <p:spPr bwMode="auto">
          <a:xfrm>
            <a:off x="7021513" y="407670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97" name="Line 43"/>
          <p:cNvSpPr>
            <a:spLocks noChangeShapeType="1"/>
          </p:cNvSpPr>
          <p:nvPr/>
        </p:nvSpPr>
        <p:spPr bwMode="auto">
          <a:xfrm>
            <a:off x="8710613" y="40576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098" name="Rectangle 44"/>
          <p:cNvSpPr>
            <a:spLocks noChangeArrowheads="1"/>
          </p:cNvSpPr>
          <p:nvPr/>
        </p:nvSpPr>
        <p:spPr bwMode="auto">
          <a:xfrm>
            <a:off x="1681163" y="4948238"/>
            <a:ext cx="7067550"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099" name="Rectangle 45"/>
          <p:cNvSpPr>
            <a:spLocks noChangeArrowheads="1"/>
          </p:cNvSpPr>
          <p:nvPr/>
        </p:nvSpPr>
        <p:spPr bwMode="auto">
          <a:xfrm>
            <a:off x="473075" y="49593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D </a:t>
            </a:r>
            <a:r>
              <a:rPr kumimoji="1" lang="zh-CN" altLang="en-US" sz="2000">
                <a:solidFill>
                  <a:srgbClr val="333399"/>
                </a:solidFill>
                <a:latin typeface="Arial" pitchFamily="34" charset="0"/>
              </a:rPr>
              <a:t>类地址</a:t>
            </a:r>
          </a:p>
        </p:txBody>
      </p:sp>
      <p:sp>
        <p:nvSpPr>
          <p:cNvPr id="45100" name="Line 46"/>
          <p:cNvSpPr>
            <a:spLocks noChangeShapeType="1"/>
          </p:cNvSpPr>
          <p:nvPr/>
        </p:nvSpPr>
        <p:spPr bwMode="auto">
          <a:xfrm>
            <a:off x="2462213" y="495617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101" name="Rectangle 47"/>
          <p:cNvSpPr>
            <a:spLocks noChangeArrowheads="1"/>
          </p:cNvSpPr>
          <p:nvPr/>
        </p:nvSpPr>
        <p:spPr bwMode="auto">
          <a:xfrm>
            <a:off x="1617663" y="4946650"/>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0</a:t>
            </a:r>
          </a:p>
        </p:txBody>
      </p:sp>
      <p:sp>
        <p:nvSpPr>
          <p:cNvPr id="45102" name="Rectangle 48"/>
          <p:cNvSpPr>
            <a:spLocks noChangeArrowheads="1"/>
          </p:cNvSpPr>
          <p:nvPr/>
        </p:nvSpPr>
        <p:spPr bwMode="auto">
          <a:xfrm>
            <a:off x="4449763" y="4976813"/>
            <a:ext cx="14065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多 播 地 址</a:t>
            </a:r>
          </a:p>
        </p:txBody>
      </p:sp>
      <p:sp>
        <p:nvSpPr>
          <p:cNvPr id="45103" name="Rectangle 49"/>
          <p:cNvSpPr>
            <a:spLocks noChangeArrowheads="1"/>
          </p:cNvSpPr>
          <p:nvPr/>
        </p:nvSpPr>
        <p:spPr bwMode="auto">
          <a:xfrm>
            <a:off x="1689100" y="5915025"/>
            <a:ext cx="7053263" cy="444500"/>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104" name="Rectangle 50"/>
          <p:cNvSpPr>
            <a:spLocks noChangeArrowheads="1"/>
          </p:cNvSpPr>
          <p:nvPr/>
        </p:nvSpPr>
        <p:spPr bwMode="auto">
          <a:xfrm>
            <a:off x="509588" y="5924550"/>
            <a:ext cx="1182687"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E </a:t>
            </a:r>
            <a:r>
              <a:rPr kumimoji="1" lang="zh-CN" altLang="en-US" sz="2000">
                <a:solidFill>
                  <a:srgbClr val="333399"/>
                </a:solidFill>
                <a:latin typeface="Arial" pitchFamily="34" charset="0"/>
              </a:rPr>
              <a:t>类地址</a:t>
            </a:r>
          </a:p>
        </p:txBody>
      </p:sp>
      <p:sp>
        <p:nvSpPr>
          <p:cNvPr id="45105" name="Rectangle 51"/>
          <p:cNvSpPr>
            <a:spLocks noChangeArrowheads="1"/>
          </p:cNvSpPr>
          <p:nvPr/>
        </p:nvSpPr>
        <p:spPr bwMode="auto">
          <a:xfrm>
            <a:off x="3905250" y="5935663"/>
            <a:ext cx="2378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保 留 为 今 后 使 用</a:t>
            </a:r>
          </a:p>
        </p:txBody>
      </p:sp>
      <p:sp>
        <p:nvSpPr>
          <p:cNvPr id="45106" name="Line 52"/>
          <p:cNvSpPr>
            <a:spLocks noChangeShapeType="1"/>
          </p:cNvSpPr>
          <p:nvPr/>
        </p:nvSpPr>
        <p:spPr bwMode="auto">
          <a:xfrm>
            <a:off x="2411413" y="5940425"/>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107" name="Rectangle 53"/>
          <p:cNvSpPr>
            <a:spLocks noChangeArrowheads="1"/>
          </p:cNvSpPr>
          <p:nvPr/>
        </p:nvSpPr>
        <p:spPr bwMode="auto">
          <a:xfrm>
            <a:off x="1617663" y="5921375"/>
            <a:ext cx="85090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45108" name="Rectangle 54"/>
          <p:cNvSpPr>
            <a:spLocks noChangeArrowheads="1"/>
          </p:cNvSpPr>
          <p:nvPr/>
        </p:nvSpPr>
        <p:spPr bwMode="auto">
          <a:xfrm>
            <a:off x="1806575" y="2270125"/>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45109" name="Rectangle 55"/>
          <p:cNvSpPr>
            <a:spLocks noChangeArrowheads="1"/>
          </p:cNvSpPr>
          <p:nvPr/>
        </p:nvSpPr>
        <p:spPr bwMode="auto">
          <a:xfrm>
            <a:off x="1614488" y="2270125"/>
            <a:ext cx="4841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a:solidFill>
                  <a:srgbClr val="333399"/>
                </a:solidFill>
                <a:latin typeface="Arial" pitchFamily="34" charset="0"/>
              </a:rPr>
              <a:t>1</a:t>
            </a:r>
          </a:p>
        </p:txBody>
      </p:sp>
      <p:sp>
        <p:nvSpPr>
          <p:cNvPr id="45110" name="Line 56"/>
          <p:cNvSpPr>
            <a:spLocks noChangeShapeType="1"/>
          </p:cNvSpPr>
          <p:nvPr/>
        </p:nvSpPr>
        <p:spPr bwMode="auto">
          <a:xfrm>
            <a:off x="2165350" y="2266950"/>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111" name="AutoShape 57"/>
          <p:cNvSpPr>
            <a:spLocks noChangeArrowheads="1"/>
          </p:cNvSpPr>
          <p:nvPr/>
        </p:nvSpPr>
        <p:spPr bwMode="auto">
          <a:xfrm>
            <a:off x="1619250" y="2781300"/>
            <a:ext cx="5400675" cy="647700"/>
          </a:xfrm>
          <a:prstGeom prst="wedgeRoundRectCallout">
            <a:avLst>
              <a:gd name="adj1" fmla="val 43417"/>
              <a:gd name="adj2" fmla="val 476963"/>
              <a:gd name="adj3" fmla="val 16667"/>
            </a:avLst>
          </a:prstGeom>
          <a:solidFill>
            <a:srgbClr val="66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E </a:t>
            </a:r>
            <a:r>
              <a:rPr lang="zh-CN" altLang="en-US">
                <a:solidFill>
                  <a:srgbClr val="333399"/>
                </a:solidFill>
                <a:latin typeface="Arial" pitchFamily="34" charset="0"/>
              </a:rPr>
              <a:t>类地址保留为今后使用</a:t>
            </a:r>
            <a:r>
              <a:rPr lang="zh-CN" altLang="en-US">
                <a:ea typeface="宋体" pitchFamily="2" charset="-122"/>
              </a:rPr>
              <a:t> </a:t>
            </a: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p:cNvSpPr>
            <a:spLocks noGrp="1" noChangeArrowheads="1"/>
          </p:cNvSpPr>
          <p:nvPr>
            <p:ph type="title"/>
          </p:nvPr>
        </p:nvSpPr>
        <p:spPr/>
        <p:txBody>
          <a:bodyPr/>
          <a:lstStyle/>
          <a:p>
            <a:pPr algn="ctr" eaLnBrk="1" hangingPunct="1"/>
            <a:r>
              <a:rPr lang="zh-CN" altLang="en-US" smtClean="0"/>
              <a:t>点分十进制记法 </a:t>
            </a:r>
          </a:p>
        </p:txBody>
      </p:sp>
      <p:grpSp>
        <p:nvGrpSpPr>
          <p:cNvPr id="46083" name="Group 27"/>
          <p:cNvGrpSpPr>
            <a:grpSpLocks/>
          </p:cNvGrpSpPr>
          <p:nvPr/>
        </p:nvGrpSpPr>
        <p:grpSpPr bwMode="auto">
          <a:xfrm>
            <a:off x="752475" y="2060575"/>
            <a:ext cx="8072438" cy="735013"/>
            <a:chOff x="474" y="1298"/>
            <a:chExt cx="5085" cy="463"/>
          </a:xfrm>
        </p:grpSpPr>
        <p:sp>
          <p:nvSpPr>
            <p:cNvPr id="46103" name="Rectangle 6"/>
            <p:cNvSpPr>
              <a:spLocks noChangeArrowheads="1"/>
            </p:cNvSpPr>
            <p:nvPr/>
          </p:nvSpPr>
          <p:spPr bwMode="auto">
            <a:xfrm>
              <a:off x="2502" y="1351"/>
              <a:ext cx="3057" cy="41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kumimoji="1" lang="en-US" altLang="zh-CN" sz="2000">
                  <a:solidFill>
                    <a:srgbClr val="333399"/>
                  </a:solidFill>
                  <a:latin typeface="Arial" pitchFamily="34" charset="0"/>
                </a:rPr>
                <a:t>10000000000010110000001100011111 </a:t>
              </a:r>
            </a:p>
          </p:txBody>
        </p:sp>
        <p:sp>
          <p:nvSpPr>
            <p:cNvPr id="46104" name="Text Box 7"/>
            <p:cNvSpPr txBox="1">
              <a:spLocks noChangeArrowheads="1"/>
            </p:cNvSpPr>
            <p:nvPr/>
          </p:nvSpPr>
          <p:spPr bwMode="auto">
            <a:xfrm>
              <a:off x="474" y="1298"/>
              <a:ext cx="1635"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机器中存放的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地址</a:t>
              </a:r>
            </a:p>
            <a:p>
              <a:pPr algn="ctr" eaLnBrk="1" hangingPunct="1"/>
              <a:r>
                <a:rPr kumimoji="1" lang="zh-CN" altLang="en-US" sz="2000">
                  <a:solidFill>
                    <a:srgbClr val="333399"/>
                  </a:solidFill>
                  <a:latin typeface="Arial" pitchFamily="34" charset="0"/>
                </a:rPr>
                <a:t>是 </a:t>
              </a:r>
              <a:r>
                <a:rPr kumimoji="1" lang="en-US" altLang="zh-CN" sz="2000">
                  <a:solidFill>
                    <a:srgbClr val="333399"/>
                  </a:solidFill>
                  <a:latin typeface="Arial" pitchFamily="34" charset="0"/>
                </a:rPr>
                <a:t>32 </a:t>
              </a:r>
              <a:r>
                <a:rPr kumimoji="1" lang="zh-CN" altLang="en-US" sz="2000">
                  <a:solidFill>
                    <a:srgbClr val="333399"/>
                  </a:solidFill>
                  <a:latin typeface="Arial" pitchFamily="34" charset="0"/>
                </a:rPr>
                <a:t>位 二进制代码</a:t>
              </a:r>
            </a:p>
          </p:txBody>
        </p:sp>
        <p:sp>
          <p:nvSpPr>
            <p:cNvPr id="46105" name="Line 8"/>
            <p:cNvSpPr>
              <a:spLocks noChangeShapeType="1"/>
            </p:cNvSpPr>
            <p:nvPr/>
          </p:nvSpPr>
          <p:spPr bwMode="auto">
            <a:xfrm>
              <a:off x="2052" y="1557"/>
              <a:ext cx="368" cy="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06878" name="Group 30"/>
          <p:cNvGrpSpPr>
            <a:grpSpLocks/>
          </p:cNvGrpSpPr>
          <p:nvPr/>
        </p:nvGrpSpPr>
        <p:grpSpPr bwMode="auto">
          <a:xfrm>
            <a:off x="581025" y="2852738"/>
            <a:ext cx="8240713" cy="701675"/>
            <a:chOff x="366" y="1797"/>
            <a:chExt cx="5191" cy="442"/>
          </a:xfrm>
        </p:grpSpPr>
        <p:sp>
          <p:nvSpPr>
            <p:cNvPr id="46100" name="Text Box 5"/>
            <p:cNvSpPr txBox="1">
              <a:spLocks noChangeArrowheads="1"/>
            </p:cNvSpPr>
            <p:nvPr/>
          </p:nvSpPr>
          <p:spPr bwMode="auto">
            <a:xfrm>
              <a:off x="2417" y="1910"/>
              <a:ext cx="31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10000000 00001011 00000011 00011111 </a:t>
              </a:r>
            </a:p>
          </p:txBody>
        </p:sp>
        <p:sp>
          <p:nvSpPr>
            <p:cNvPr id="46101" name="Text Box 9"/>
            <p:cNvSpPr txBox="1">
              <a:spLocks noChangeArrowheads="1"/>
            </p:cNvSpPr>
            <p:nvPr/>
          </p:nvSpPr>
          <p:spPr bwMode="auto">
            <a:xfrm>
              <a:off x="366" y="1797"/>
              <a:ext cx="1733"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每隔 </a:t>
              </a: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位插入一个空格</a:t>
              </a:r>
            </a:p>
            <a:p>
              <a:pPr algn="ctr" eaLnBrk="1" hangingPunct="1"/>
              <a:r>
                <a:rPr kumimoji="1" lang="zh-CN" altLang="en-US" sz="2000">
                  <a:solidFill>
                    <a:srgbClr val="333399"/>
                  </a:solidFill>
                  <a:latin typeface="Arial" pitchFamily="34" charset="0"/>
                </a:rPr>
                <a:t>能够提高可读性</a:t>
              </a:r>
            </a:p>
          </p:txBody>
        </p:sp>
        <p:sp>
          <p:nvSpPr>
            <p:cNvPr id="46102" name="Line 10"/>
            <p:cNvSpPr>
              <a:spLocks noChangeShapeType="1"/>
            </p:cNvSpPr>
            <p:nvPr/>
          </p:nvSpPr>
          <p:spPr bwMode="auto">
            <a:xfrm>
              <a:off x="2052" y="2047"/>
              <a:ext cx="368" cy="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06859" name="Text Box 11"/>
          <p:cNvSpPr txBox="1">
            <a:spLocks noChangeArrowheads="1"/>
          </p:cNvSpPr>
          <p:nvPr/>
        </p:nvSpPr>
        <p:spPr bwMode="auto">
          <a:xfrm>
            <a:off x="879475" y="4797425"/>
            <a:ext cx="24685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采用点分十进制记法</a:t>
            </a:r>
          </a:p>
          <a:p>
            <a:pPr eaLnBrk="1" hangingPunct="1"/>
            <a:r>
              <a:rPr kumimoji="1" lang="zh-CN" altLang="en-US" sz="2000">
                <a:solidFill>
                  <a:srgbClr val="333399"/>
                </a:solidFill>
                <a:latin typeface="Arial" pitchFamily="34" charset="0"/>
              </a:rPr>
              <a:t>则进一步提高可读性</a:t>
            </a:r>
          </a:p>
        </p:txBody>
      </p:sp>
      <p:sp>
        <p:nvSpPr>
          <p:cNvPr id="206860" name="Text Box 12"/>
          <p:cNvSpPr txBox="1">
            <a:spLocks noChangeArrowheads="1"/>
          </p:cNvSpPr>
          <p:nvPr/>
        </p:nvSpPr>
        <p:spPr bwMode="auto">
          <a:xfrm>
            <a:off x="5522913" y="4967288"/>
            <a:ext cx="1603375" cy="406400"/>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128.11.3.31 </a:t>
            </a:r>
          </a:p>
        </p:txBody>
      </p:sp>
      <p:sp>
        <p:nvSpPr>
          <p:cNvPr id="206861" name="AutoShape 13"/>
          <p:cNvSpPr>
            <a:spLocks/>
          </p:cNvSpPr>
          <p:nvPr/>
        </p:nvSpPr>
        <p:spPr bwMode="auto">
          <a:xfrm rot="-5400000">
            <a:off x="4366419" y="3007519"/>
            <a:ext cx="258762" cy="1016000"/>
          </a:xfrm>
          <a:prstGeom prst="leftBrace">
            <a:avLst>
              <a:gd name="adj1" fmla="val 32720"/>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6862" name="AutoShape 14"/>
          <p:cNvSpPr>
            <a:spLocks/>
          </p:cNvSpPr>
          <p:nvPr/>
        </p:nvSpPr>
        <p:spPr bwMode="auto">
          <a:xfrm rot="-5400000">
            <a:off x="5514182" y="3020219"/>
            <a:ext cx="258762" cy="990600"/>
          </a:xfrm>
          <a:prstGeom prst="leftBrace">
            <a:avLst>
              <a:gd name="adj1" fmla="val 31902"/>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6863" name="AutoShape 15"/>
          <p:cNvSpPr>
            <a:spLocks/>
          </p:cNvSpPr>
          <p:nvPr/>
        </p:nvSpPr>
        <p:spPr bwMode="auto">
          <a:xfrm rot="-5400000">
            <a:off x="6788150" y="3024188"/>
            <a:ext cx="258763" cy="1068387"/>
          </a:xfrm>
          <a:prstGeom prst="leftBrace">
            <a:avLst>
              <a:gd name="adj1" fmla="val 34407"/>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6864" name="AutoShape 16"/>
          <p:cNvSpPr>
            <a:spLocks/>
          </p:cNvSpPr>
          <p:nvPr/>
        </p:nvSpPr>
        <p:spPr bwMode="auto">
          <a:xfrm rot="-5400000">
            <a:off x="7929563" y="2981325"/>
            <a:ext cx="258762" cy="1068388"/>
          </a:xfrm>
          <a:prstGeom prst="leftBrace">
            <a:avLst>
              <a:gd name="adj1" fmla="val 34407"/>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6865" name="Text Box 17"/>
          <p:cNvSpPr txBox="1">
            <a:spLocks noChangeArrowheads="1"/>
          </p:cNvSpPr>
          <p:nvPr/>
        </p:nvSpPr>
        <p:spPr bwMode="auto">
          <a:xfrm>
            <a:off x="4140200" y="3824288"/>
            <a:ext cx="424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128 </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        11                3             31 </a:t>
            </a:r>
          </a:p>
        </p:txBody>
      </p:sp>
      <p:grpSp>
        <p:nvGrpSpPr>
          <p:cNvPr id="206879" name="Group 31"/>
          <p:cNvGrpSpPr>
            <a:grpSpLocks/>
          </p:cNvGrpSpPr>
          <p:nvPr/>
        </p:nvGrpSpPr>
        <p:grpSpPr bwMode="auto">
          <a:xfrm>
            <a:off x="4500563" y="4143375"/>
            <a:ext cx="3522662" cy="828675"/>
            <a:chOff x="2835" y="2610"/>
            <a:chExt cx="2219" cy="522"/>
          </a:xfrm>
        </p:grpSpPr>
        <p:sp>
          <p:nvSpPr>
            <p:cNvPr id="46096" name="Line 18"/>
            <p:cNvSpPr>
              <a:spLocks noChangeShapeType="1"/>
            </p:cNvSpPr>
            <p:nvPr/>
          </p:nvSpPr>
          <p:spPr bwMode="auto">
            <a:xfrm>
              <a:off x="2835" y="2659"/>
              <a:ext cx="845" cy="473"/>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6097" name="Line 19"/>
            <p:cNvSpPr>
              <a:spLocks noChangeShapeType="1"/>
            </p:cNvSpPr>
            <p:nvPr/>
          </p:nvSpPr>
          <p:spPr bwMode="auto">
            <a:xfrm flipH="1">
              <a:off x="4316" y="2623"/>
              <a:ext cx="738" cy="49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6098" name="Line 20"/>
            <p:cNvSpPr>
              <a:spLocks noChangeShapeType="1"/>
            </p:cNvSpPr>
            <p:nvPr/>
          </p:nvSpPr>
          <p:spPr bwMode="auto">
            <a:xfrm>
              <a:off x="3560" y="2614"/>
              <a:ext cx="382" cy="50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6099" name="Line 21"/>
            <p:cNvSpPr>
              <a:spLocks noChangeShapeType="1"/>
            </p:cNvSpPr>
            <p:nvPr/>
          </p:nvSpPr>
          <p:spPr bwMode="auto">
            <a:xfrm flipH="1">
              <a:off x="4117" y="2610"/>
              <a:ext cx="257" cy="515"/>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06870" name="Text Box 22"/>
          <p:cNvSpPr txBox="1">
            <a:spLocks noChangeArrowheads="1"/>
          </p:cNvSpPr>
          <p:nvPr/>
        </p:nvSpPr>
        <p:spPr bwMode="auto">
          <a:xfrm>
            <a:off x="809625" y="3644900"/>
            <a:ext cx="24971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将每 </a:t>
            </a: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位的二进制数</a:t>
            </a:r>
          </a:p>
          <a:p>
            <a:pPr algn="ctr" eaLnBrk="1" hangingPunct="1"/>
            <a:r>
              <a:rPr kumimoji="1" lang="zh-CN" altLang="en-US" sz="2000">
                <a:solidFill>
                  <a:srgbClr val="333399"/>
                </a:solidFill>
                <a:latin typeface="Arial" pitchFamily="34" charset="0"/>
              </a:rPr>
              <a:t>转换为十进制数</a:t>
            </a:r>
          </a:p>
        </p:txBody>
      </p:sp>
      <p:sp>
        <p:nvSpPr>
          <p:cNvPr id="206871" name="Line 23"/>
          <p:cNvSpPr>
            <a:spLocks noChangeShapeType="1"/>
          </p:cNvSpPr>
          <p:nvPr/>
        </p:nvSpPr>
        <p:spPr bwMode="auto">
          <a:xfrm flipV="1">
            <a:off x="3257550" y="4019550"/>
            <a:ext cx="890588" cy="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6872" name="Line 24"/>
          <p:cNvSpPr>
            <a:spLocks noChangeShapeType="1"/>
          </p:cNvSpPr>
          <p:nvPr/>
        </p:nvSpPr>
        <p:spPr bwMode="auto">
          <a:xfrm>
            <a:off x="3292475" y="5186363"/>
            <a:ext cx="1973263" cy="0"/>
          </a:xfrm>
          <a:prstGeom prst="line">
            <a:avLst/>
          </a:prstGeom>
          <a:noFill/>
          <a:ln w="762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687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686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687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0687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0686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686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686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0686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6859"/>
                                        </p:tgtEl>
                                        <p:attrNameLst>
                                          <p:attrName>style.visibility</p:attrName>
                                        </p:attrNameLst>
                                      </p:cBhvr>
                                      <p:to>
                                        <p:strVal val="visible"/>
                                      </p:to>
                                    </p:set>
                                  </p:childTnLst>
                                </p:cTn>
                              </p:par>
                            </p:childTnLst>
                          </p:cTn>
                        </p:par>
                        <p:par>
                          <p:cTn id="27" fill="hold" nodeType="afterGroup">
                            <p:stCondLst>
                              <p:cond delay="0"/>
                            </p:stCondLst>
                            <p:childTnLst>
                              <p:par>
                                <p:cTn id="28" presetID="22" presetClass="entr" presetSubtype="1" fill="hold" nodeType="afterEffect">
                                  <p:stCondLst>
                                    <p:cond delay="0"/>
                                  </p:stCondLst>
                                  <p:childTnLst>
                                    <p:set>
                                      <p:cBhvr>
                                        <p:cTn id="29" dur="1" fill="hold">
                                          <p:stCondLst>
                                            <p:cond delay="0"/>
                                          </p:stCondLst>
                                        </p:cTn>
                                        <p:tgtEl>
                                          <p:spTgt spid="206879"/>
                                        </p:tgtEl>
                                        <p:attrNameLst>
                                          <p:attrName>style.visibility</p:attrName>
                                        </p:attrNameLst>
                                      </p:cBhvr>
                                      <p:to>
                                        <p:strVal val="visible"/>
                                      </p:to>
                                    </p:set>
                                    <p:animEffect transition="in" filter="wipe(up)">
                                      <p:cBhvr>
                                        <p:cTn id="30" dur="500"/>
                                        <p:tgtEl>
                                          <p:spTgt spid="206879"/>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206872"/>
                                        </p:tgtEl>
                                        <p:attrNameLst>
                                          <p:attrName>style.visibility</p:attrName>
                                        </p:attrNameLst>
                                      </p:cBhvr>
                                      <p:to>
                                        <p:strVal val="visible"/>
                                      </p:to>
                                    </p:set>
                                    <p:animEffect transition="in" filter="wipe(left)">
                                      <p:cBhvr>
                                        <p:cTn id="33" dur="500"/>
                                        <p:tgtEl>
                                          <p:spTgt spid="206872"/>
                                        </p:tgtEl>
                                      </p:cBhvr>
                                    </p:animEffect>
                                  </p:childTnLst>
                                </p:cTn>
                              </p:par>
                            </p:childTnLst>
                          </p:cTn>
                        </p:par>
                        <p:par>
                          <p:cTn id="34" fill="hold" nodeType="afterGroup">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068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859" grpId="0"/>
      <p:bldP spid="206860" grpId="0" animBg="1"/>
      <p:bldP spid="206861" grpId="0" animBg="1"/>
      <p:bldP spid="206862" grpId="0" animBg="1"/>
      <p:bldP spid="206863" grpId="0" animBg="1"/>
      <p:bldP spid="206864" grpId="0" animBg="1"/>
      <p:bldP spid="206865" grpId="0"/>
      <p:bldP spid="206870" grpId="0"/>
      <p:bldP spid="206871" grpId="0" animBg="1"/>
      <p:bldP spid="206872"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p:txBody>
          <a:bodyPr/>
          <a:lstStyle/>
          <a:p>
            <a:pPr algn="ctr" eaLnBrk="1" hangingPunct="1"/>
            <a:r>
              <a:rPr lang="en-US" altLang="zh-CN" smtClean="0"/>
              <a:t>2. </a:t>
            </a:r>
            <a:r>
              <a:rPr lang="zh-CN" altLang="en-US" smtClean="0"/>
              <a:t>常用的三种类别的 </a:t>
            </a:r>
            <a:r>
              <a:rPr lang="en-US" altLang="zh-CN" smtClean="0"/>
              <a:t>IP </a:t>
            </a:r>
            <a:r>
              <a:rPr lang="zh-CN" altLang="en-US" smtClean="0"/>
              <a:t>地址 </a:t>
            </a:r>
          </a:p>
        </p:txBody>
      </p:sp>
      <p:sp>
        <p:nvSpPr>
          <p:cNvPr id="47107" name="Text Box 4"/>
          <p:cNvSpPr txBox="1">
            <a:spLocks noChangeArrowheads="1"/>
          </p:cNvSpPr>
          <p:nvPr/>
        </p:nvSpPr>
        <p:spPr bwMode="auto">
          <a:xfrm>
            <a:off x="2506663" y="1806575"/>
            <a:ext cx="321786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rPr>
              <a:t>IP </a:t>
            </a:r>
            <a:r>
              <a:rPr lang="zh-CN" altLang="en-US">
                <a:solidFill>
                  <a:srgbClr val="333399"/>
                </a:solidFill>
                <a:latin typeface="Arial" pitchFamily="34" charset="0"/>
              </a:rPr>
              <a:t>地址的使用范围</a:t>
            </a:r>
            <a:r>
              <a:rPr lang="zh-CN" altLang="en-US">
                <a:solidFill>
                  <a:srgbClr val="333399"/>
                </a:solidFill>
                <a:ea typeface="宋体" pitchFamily="2" charset="-122"/>
              </a:rPr>
              <a:t> </a:t>
            </a:r>
          </a:p>
        </p:txBody>
      </p:sp>
      <p:sp>
        <p:nvSpPr>
          <p:cNvPr id="47108" name="Text Box 5"/>
          <p:cNvSpPr txBox="1">
            <a:spLocks noChangeArrowheads="1"/>
          </p:cNvSpPr>
          <p:nvPr/>
        </p:nvSpPr>
        <p:spPr bwMode="auto">
          <a:xfrm>
            <a:off x="179388" y="2420938"/>
            <a:ext cx="8569325" cy="2995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2400">
                <a:solidFill>
                  <a:srgbClr val="333399"/>
                </a:solidFill>
                <a:latin typeface="Arial" pitchFamily="34" charset="0"/>
              </a:rPr>
              <a:t>网络        最大                  第一个       最后一个         每个网络</a:t>
            </a:r>
          </a:p>
          <a:p>
            <a:pPr eaLnBrk="1" hangingPunct="1"/>
            <a:r>
              <a:rPr lang="zh-CN" altLang="en-US" sz="2400">
                <a:solidFill>
                  <a:srgbClr val="333399"/>
                </a:solidFill>
                <a:latin typeface="Arial" pitchFamily="34" charset="0"/>
              </a:rPr>
              <a:t>类别      网络数                可用的         可用的           中最大的  </a:t>
            </a:r>
          </a:p>
          <a:p>
            <a:pPr eaLnBrk="1" hangingPunct="1">
              <a:spcAft>
                <a:spcPct val="70000"/>
              </a:spcAft>
            </a:pPr>
            <a:r>
              <a:rPr lang="zh-CN" altLang="en-US" sz="2400">
                <a:solidFill>
                  <a:srgbClr val="333399"/>
                </a:solidFill>
                <a:latin typeface="Arial" pitchFamily="34" charset="0"/>
              </a:rPr>
              <a:t>                                        网络号         网络号             主机数</a:t>
            </a:r>
          </a:p>
          <a:p>
            <a:pPr eaLnBrk="1" hangingPunct="1">
              <a:spcBef>
                <a:spcPct val="25000"/>
              </a:spcBef>
            </a:pPr>
            <a:r>
              <a:rPr lang="zh-CN" altLang="en-US" sz="2400">
                <a:solidFill>
                  <a:srgbClr val="333399"/>
                </a:solidFill>
                <a:latin typeface="Arial" pitchFamily="34" charset="0"/>
              </a:rPr>
              <a:t> </a:t>
            </a:r>
            <a:r>
              <a:rPr lang="en-US" altLang="zh-CN" sz="2400">
                <a:solidFill>
                  <a:srgbClr val="333399"/>
                </a:solidFill>
                <a:latin typeface="Arial" pitchFamily="34" charset="0"/>
              </a:rPr>
              <a:t>A      126 (2</a:t>
            </a:r>
            <a:r>
              <a:rPr lang="en-US" altLang="zh-CN" sz="2400" baseline="30000">
                <a:solidFill>
                  <a:srgbClr val="333399"/>
                </a:solidFill>
                <a:latin typeface="Arial" pitchFamily="34" charset="0"/>
              </a:rPr>
              <a:t>7</a:t>
            </a:r>
            <a:r>
              <a:rPr lang="en-US" altLang="zh-CN" sz="2400">
                <a:solidFill>
                  <a:srgbClr val="333399"/>
                </a:solidFill>
                <a:latin typeface="Arial" pitchFamily="34" charset="0"/>
              </a:rPr>
              <a:t> – 2)            1              126                16,777,214</a:t>
            </a:r>
          </a:p>
          <a:p>
            <a:pPr eaLnBrk="1" hangingPunct="1">
              <a:spcBef>
                <a:spcPct val="50000"/>
              </a:spcBef>
            </a:pPr>
            <a:r>
              <a:rPr lang="en-US" altLang="zh-CN" sz="2400">
                <a:solidFill>
                  <a:srgbClr val="333399"/>
                </a:solidFill>
                <a:latin typeface="Arial" pitchFamily="34" charset="0"/>
              </a:rPr>
              <a:t> B      16,383(2</a:t>
            </a:r>
            <a:r>
              <a:rPr lang="en-US" altLang="zh-CN" sz="2400" baseline="30000">
                <a:solidFill>
                  <a:srgbClr val="333399"/>
                </a:solidFill>
                <a:latin typeface="Arial" pitchFamily="34" charset="0"/>
              </a:rPr>
              <a:t>14</a:t>
            </a:r>
            <a:r>
              <a:rPr lang="en-US" altLang="zh-CN" sz="2400">
                <a:solidFill>
                  <a:srgbClr val="333399"/>
                </a:solidFill>
                <a:latin typeface="Arial" pitchFamily="34" charset="0"/>
              </a:rPr>
              <a:t> </a:t>
            </a:r>
            <a:r>
              <a:rPr lang="en-US" altLang="zh-CN" sz="2400">
                <a:solidFill>
                  <a:srgbClr val="333399"/>
                </a:solidFill>
                <a:latin typeface="Arial" pitchFamily="34" charset="0"/>
                <a:sym typeface="Symbol" pitchFamily="18" charset="2"/>
              </a:rPr>
              <a:t> 1</a:t>
            </a:r>
            <a:r>
              <a:rPr lang="en-US" altLang="zh-CN" sz="2400">
                <a:solidFill>
                  <a:srgbClr val="333399"/>
                </a:solidFill>
                <a:latin typeface="Arial" pitchFamily="34" charset="0"/>
              </a:rPr>
              <a:t>)      128.1       191.255                 65,534</a:t>
            </a:r>
          </a:p>
          <a:p>
            <a:pPr eaLnBrk="1" hangingPunct="1">
              <a:spcBef>
                <a:spcPct val="50000"/>
              </a:spcBef>
            </a:pPr>
            <a:r>
              <a:rPr lang="en-US" altLang="zh-CN" sz="2400">
                <a:solidFill>
                  <a:srgbClr val="333399"/>
                </a:solidFill>
                <a:latin typeface="Arial" pitchFamily="34" charset="0"/>
              </a:rPr>
              <a:t> C     2,097,151 (2</a:t>
            </a:r>
            <a:r>
              <a:rPr lang="en-US" altLang="zh-CN" sz="2400" baseline="30000">
                <a:solidFill>
                  <a:srgbClr val="333399"/>
                </a:solidFill>
                <a:latin typeface="Arial" pitchFamily="34" charset="0"/>
              </a:rPr>
              <a:t>21 </a:t>
            </a:r>
            <a:r>
              <a:rPr lang="en-US" altLang="zh-CN" sz="2400">
                <a:solidFill>
                  <a:srgbClr val="333399"/>
                </a:solidFill>
                <a:sym typeface="Symbol" pitchFamily="18" charset="2"/>
              </a:rPr>
              <a:t> </a:t>
            </a:r>
            <a:r>
              <a:rPr lang="en-US" altLang="zh-CN" sz="2400">
                <a:solidFill>
                  <a:srgbClr val="333399"/>
                </a:solidFill>
                <a:latin typeface="Arial" pitchFamily="34" charset="0"/>
                <a:sym typeface="Symbol" pitchFamily="18" charset="2"/>
              </a:rPr>
              <a:t>1</a:t>
            </a:r>
            <a:r>
              <a:rPr lang="en-US" altLang="zh-CN" sz="2400">
                <a:solidFill>
                  <a:srgbClr val="333399"/>
                </a:solidFill>
                <a:latin typeface="Arial" pitchFamily="34" charset="0"/>
              </a:rPr>
              <a:t>) 192.0.1   223.255.255                254</a:t>
            </a:r>
          </a:p>
        </p:txBody>
      </p:sp>
      <p:sp>
        <p:nvSpPr>
          <p:cNvPr id="47109" name="Line 6"/>
          <p:cNvSpPr>
            <a:spLocks noChangeShapeType="1"/>
          </p:cNvSpPr>
          <p:nvPr/>
        </p:nvSpPr>
        <p:spPr bwMode="auto">
          <a:xfrm>
            <a:off x="179388" y="3716338"/>
            <a:ext cx="871378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110" name="Line 7"/>
          <p:cNvSpPr>
            <a:spLocks noChangeShapeType="1"/>
          </p:cNvSpPr>
          <p:nvPr/>
        </p:nvSpPr>
        <p:spPr bwMode="auto">
          <a:xfrm rot="-5400000">
            <a:off x="-684213" y="4005263"/>
            <a:ext cx="331152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111" name="Line 8"/>
          <p:cNvSpPr>
            <a:spLocks noChangeShapeType="1"/>
          </p:cNvSpPr>
          <p:nvPr/>
        </p:nvSpPr>
        <p:spPr bwMode="auto">
          <a:xfrm rot="-5400000">
            <a:off x="1908175" y="4005263"/>
            <a:ext cx="331152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112" name="Line 9"/>
          <p:cNvSpPr>
            <a:spLocks noChangeShapeType="1"/>
          </p:cNvSpPr>
          <p:nvPr/>
        </p:nvSpPr>
        <p:spPr bwMode="auto">
          <a:xfrm rot="-5400000">
            <a:off x="3060700" y="4005263"/>
            <a:ext cx="331152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113" name="Line 10"/>
          <p:cNvSpPr>
            <a:spLocks noChangeShapeType="1"/>
          </p:cNvSpPr>
          <p:nvPr/>
        </p:nvSpPr>
        <p:spPr bwMode="auto">
          <a:xfrm rot="-5400000">
            <a:off x="5003800" y="4005263"/>
            <a:ext cx="3311525" cy="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114" name="Line 11"/>
          <p:cNvSpPr>
            <a:spLocks noChangeShapeType="1"/>
          </p:cNvSpPr>
          <p:nvPr/>
        </p:nvSpPr>
        <p:spPr bwMode="auto">
          <a:xfrm>
            <a:off x="179388" y="2349500"/>
            <a:ext cx="871378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115" name="Line 12"/>
          <p:cNvSpPr>
            <a:spLocks noChangeShapeType="1"/>
          </p:cNvSpPr>
          <p:nvPr/>
        </p:nvSpPr>
        <p:spPr bwMode="auto">
          <a:xfrm>
            <a:off x="179388" y="5661025"/>
            <a:ext cx="8713787"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116" name="Text Box 13"/>
          <p:cNvSpPr txBox="1">
            <a:spLocks noChangeArrowheads="1"/>
          </p:cNvSpPr>
          <p:nvPr/>
        </p:nvSpPr>
        <p:spPr bwMode="auto">
          <a:xfrm>
            <a:off x="3327400" y="5837238"/>
            <a:ext cx="19431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t>P115 </a:t>
            </a:r>
            <a:r>
              <a:rPr lang="zh-CN" altLang="en-US"/>
              <a:t>表</a:t>
            </a:r>
            <a:r>
              <a:rPr lang="en-US" altLang="zh-CN"/>
              <a:t>4-3</a:t>
            </a: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ChangeArrowheads="1"/>
          </p:cNvSpPr>
          <p:nvPr>
            <p:ph type="title"/>
          </p:nvPr>
        </p:nvSpPr>
        <p:spPr/>
        <p:txBody>
          <a:bodyPr/>
          <a:lstStyle/>
          <a:p>
            <a:pPr algn="ctr" eaLnBrk="1" hangingPunct="1"/>
            <a:r>
              <a:rPr lang="en-US" altLang="zh-CN" smtClean="0"/>
              <a:t>IP </a:t>
            </a:r>
            <a:r>
              <a:rPr lang="zh-CN" altLang="en-US" smtClean="0"/>
              <a:t>地址的一些重要特点 </a:t>
            </a:r>
          </a:p>
        </p:txBody>
      </p:sp>
      <p:sp>
        <p:nvSpPr>
          <p:cNvPr id="444419" name="Rectangle 3"/>
          <p:cNvSpPr>
            <a:spLocks noGrp="1" noChangeArrowheads="1"/>
          </p:cNvSpPr>
          <p:nvPr>
            <p:ph type="body" idx="1"/>
          </p:nvPr>
        </p:nvSpPr>
        <p:spPr>
          <a:xfrm>
            <a:off x="827088" y="1989138"/>
            <a:ext cx="8137525" cy="4319587"/>
          </a:xfrm>
        </p:spPr>
        <p:txBody>
          <a:bodyPr/>
          <a:lstStyle/>
          <a:p>
            <a:pPr algn="just" eaLnBrk="1" hangingPunct="1">
              <a:buFont typeface="Wingdings" pitchFamily="2" charset="2"/>
              <a:buNone/>
            </a:pPr>
            <a:r>
              <a:rPr lang="en-US" altLang="zh-CN" sz="2800" smtClean="0"/>
              <a:t>(1)  IP </a:t>
            </a:r>
            <a:r>
              <a:rPr lang="zh-CN" altLang="en-US" sz="2800" smtClean="0"/>
              <a:t>地址是一种分等级的地址结构。分两个等级的好处是：</a:t>
            </a:r>
          </a:p>
          <a:p>
            <a:pPr algn="just" eaLnBrk="1" hangingPunct="1"/>
            <a:r>
              <a:rPr lang="zh-CN" altLang="en-US" sz="2800" smtClean="0"/>
              <a:t>第一，</a:t>
            </a:r>
            <a:r>
              <a:rPr lang="en-US" altLang="zh-CN" sz="2800" smtClean="0"/>
              <a:t>IP</a:t>
            </a:r>
            <a:r>
              <a:rPr lang="en-US" altLang="zh-CN" sz="600" smtClean="0"/>
              <a:t> </a:t>
            </a:r>
            <a:r>
              <a:rPr lang="zh-CN" altLang="en-US" sz="2800" smtClean="0"/>
              <a:t>地址管理机构在分配</a:t>
            </a:r>
            <a:r>
              <a:rPr lang="zh-CN" altLang="en-US" sz="900" smtClean="0"/>
              <a:t> </a:t>
            </a:r>
            <a:r>
              <a:rPr lang="en-US" altLang="zh-CN" sz="2800" smtClean="0"/>
              <a:t>IP</a:t>
            </a:r>
            <a:r>
              <a:rPr lang="en-US" altLang="zh-CN" sz="700" smtClean="0"/>
              <a:t> </a:t>
            </a:r>
            <a:r>
              <a:rPr lang="zh-CN" altLang="en-US" sz="2800" smtClean="0"/>
              <a:t>地址时只分配网络号，而剩下的主机号则由得到该网络号的单位自行分配。这样就方便了</a:t>
            </a:r>
            <a:r>
              <a:rPr lang="zh-CN" altLang="en-US" sz="1600" smtClean="0"/>
              <a:t> </a:t>
            </a:r>
            <a:r>
              <a:rPr lang="en-US" altLang="zh-CN" sz="2800" smtClean="0"/>
              <a:t>IP</a:t>
            </a:r>
            <a:r>
              <a:rPr lang="en-US" altLang="zh-CN" sz="1600" smtClean="0"/>
              <a:t> </a:t>
            </a:r>
            <a:r>
              <a:rPr lang="zh-CN" altLang="en-US" sz="2800" smtClean="0"/>
              <a:t>地址的管理。</a:t>
            </a:r>
          </a:p>
          <a:p>
            <a:pPr algn="just" eaLnBrk="1" hangingPunct="1"/>
            <a:r>
              <a:rPr lang="zh-CN" altLang="en-US" sz="2800" smtClean="0"/>
              <a:t>第二，路由器仅根据目的主机所连接的网络号来转发分组（而不考虑目的主机号），这样就可以使路由表中的项目数大幅度减少，从而减小了路由表所占的存储空间。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44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44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419"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Grp="1" noChangeArrowheads="1"/>
          </p:cNvSpPr>
          <p:nvPr>
            <p:ph type="title"/>
          </p:nvPr>
        </p:nvSpPr>
        <p:spPr/>
        <p:txBody>
          <a:bodyPr/>
          <a:lstStyle/>
          <a:p>
            <a:pPr algn="ctr" eaLnBrk="1" hangingPunct="1"/>
            <a:r>
              <a:rPr lang="en-US" altLang="zh-CN" smtClean="0"/>
              <a:t>IP </a:t>
            </a:r>
            <a:r>
              <a:rPr lang="zh-CN" altLang="en-US" smtClean="0"/>
              <a:t>地址的一些重要特点 </a:t>
            </a:r>
          </a:p>
        </p:txBody>
      </p:sp>
      <p:sp>
        <p:nvSpPr>
          <p:cNvPr id="209923" name="Rectangle 3"/>
          <p:cNvSpPr>
            <a:spLocks noGrp="1" noChangeArrowheads="1"/>
          </p:cNvSpPr>
          <p:nvPr>
            <p:ph type="body" idx="1"/>
          </p:nvPr>
        </p:nvSpPr>
        <p:spPr>
          <a:xfrm>
            <a:off x="827088" y="1989138"/>
            <a:ext cx="8137525" cy="4319587"/>
          </a:xfrm>
        </p:spPr>
        <p:txBody>
          <a:bodyPr/>
          <a:lstStyle/>
          <a:p>
            <a:pPr algn="just" eaLnBrk="1" hangingPunct="1">
              <a:lnSpc>
                <a:spcPct val="90000"/>
              </a:lnSpc>
              <a:buFont typeface="Wingdings" pitchFamily="2" charset="2"/>
              <a:buNone/>
            </a:pPr>
            <a:r>
              <a:rPr lang="en-US" altLang="zh-CN" sz="2800" smtClean="0"/>
              <a:t>(2)  </a:t>
            </a:r>
            <a:r>
              <a:rPr lang="zh-CN" altLang="en-US" sz="2800" smtClean="0"/>
              <a:t>实际上 </a:t>
            </a:r>
            <a:r>
              <a:rPr lang="en-US" altLang="zh-CN" sz="2800" smtClean="0"/>
              <a:t>IP </a:t>
            </a:r>
            <a:r>
              <a:rPr lang="zh-CN" altLang="en-US" sz="2800" smtClean="0"/>
              <a:t>地址是标志</a:t>
            </a:r>
            <a:r>
              <a:rPr lang="zh-CN" altLang="en-US" sz="2800" smtClean="0">
                <a:solidFill>
                  <a:schemeClr val="hlink"/>
                </a:solidFill>
              </a:rPr>
              <a:t>一个主机（或路由器）和一条链路的接口</a:t>
            </a:r>
            <a:r>
              <a:rPr lang="zh-CN" altLang="en-US" sz="2800" smtClean="0"/>
              <a:t>。 </a:t>
            </a:r>
          </a:p>
          <a:p>
            <a:pPr algn="just" eaLnBrk="1" hangingPunct="1">
              <a:lnSpc>
                <a:spcPct val="90000"/>
              </a:lnSpc>
            </a:pPr>
            <a:r>
              <a:rPr lang="zh-CN" altLang="en-US" sz="2800" smtClean="0"/>
              <a:t>当一个主机同时连接到两个网络上时，该主机就必须同时具有两个相应的 </a:t>
            </a:r>
            <a:r>
              <a:rPr lang="en-US" altLang="zh-CN" sz="2800" smtClean="0"/>
              <a:t>IP </a:t>
            </a:r>
            <a:r>
              <a:rPr lang="zh-CN" altLang="en-US" sz="2800" smtClean="0"/>
              <a:t>地址，其网络号 </a:t>
            </a:r>
            <a:r>
              <a:rPr lang="en-US" altLang="zh-CN" sz="2800" smtClean="0"/>
              <a:t>net-id </a:t>
            </a:r>
            <a:r>
              <a:rPr lang="zh-CN" altLang="en-US" sz="2800" smtClean="0"/>
              <a:t>必须是不同的。这种主机称为</a:t>
            </a:r>
            <a:r>
              <a:rPr lang="zh-CN" altLang="en-US" sz="2800" smtClean="0">
                <a:solidFill>
                  <a:schemeClr val="hlink"/>
                </a:solidFill>
              </a:rPr>
              <a:t>多归属主机</a:t>
            </a:r>
            <a:r>
              <a:rPr lang="en-US" altLang="zh-CN" sz="2800" smtClean="0"/>
              <a:t>(multihomed host)</a:t>
            </a:r>
            <a:r>
              <a:rPr lang="zh-CN" altLang="en-US" sz="2800" smtClean="0"/>
              <a:t>。</a:t>
            </a:r>
          </a:p>
          <a:p>
            <a:pPr algn="just" eaLnBrk="1" hangingPunct="1">
              <a:lnSpc>
                <a:spcPct val="90000"/>
              </a:lnSpc>
            </a:pPr>
            <a:r>
              <a:rPr lang="zh-CN" altLang="en-US" sz="2800" smtClean="0"/>
              <a:t>由于一个路由器至少应当连接到两个网络（这样它才能将 </a:t>
            </a:r>
            <a:r>
              <a:rPr lang="en-US" altLang="zh-CN" sz="2800" smtClean="0"/>
              <a:t>IP </a:t>
            </a:r>
            <a:r>
              <a:rPr lang="zh-CN" altLang="en-US" sz="2800" smtClean="0"/>
              <a:t>数据报从一个网络转发到另一个网络），因此一个路由器至少应当有两个不同的 </a:t>
            </a:r>
            <a:r>
              <a:rPr lang="en-US" altLang="zh-CN" sz="2800" smtClean="0"/>
              <a:t>IP </a:t>
            </a:r>
            <a:r>
              <a:rPr lang="zh-CN" altLang="en-US" sz="2800" smtClean="0"/>
              <a:t>地址。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99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9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3" grpId="0" build="p"/>
    </p:bldLst>
  </p:timing>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178" name="AutoShape 350"/>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179" name="Rectangle 2"/>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50180" name="Freeform 5"/>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81" name="Line 6"/>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182" name="Line 7"/>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183" name="Freeform 8"/>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184" name="Freeform 9"/>
          <p:cNvSpPr>
            <a:spLocks/>
          </p:cNvSpPr>
          <p:nvPr/>
        </p:nvSpPr>
        <p:spPr bwMode="auto">
          <a:xfrm>
            <a:off x="3213100" y="4514850"/>
            <a:ext cx="1679575" cy="255588"/>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85" name="Line 10"/>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186" name="Freeform 11"/>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87" name="Freeform 12"/>
          <p:cNvSpPr>
            <a:spLocks/>
          </p:cNvSpPr>
          <p:nvPr/>
        </p:nvSpPr>
        <p:spPr bwMode="auto">
          <a:xfrm>
            <a:off x="2754313" y="3086100"/>
            <a:ext cx="1092200" cy="1090613"/>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88" name="Freeform 13"/>
          <p:cNvSpPr>
            <a:spLocks/>
          </p:cNvSpPr>
          <p:nvPr/>
        </p:nvSpPr>
        <p:spPr bwMode="auto">
          <a:xfrm>
            <a:off x="4357688" y="3081338"/>
            <a:ext cx="971550" cy="12207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89" name="Rectangle 14"/>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190" name="Freeform 15"/>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91" name="Rectangle 16"/>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192" name="Freeform 17"/>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0193" name="Freeform 18"/>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94" name="Freeform 19"/>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195" name="Rectangle 20"/>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196" name="Rectangle 21"/>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197" name="Rectangle 22"/>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0198" name="Oval 23"/>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0199" name="Group 24"/>
          <p:cNvGrpSpPr>
            <a:grpSpLocks/>
          </p:cNvGrpSpPr>
          <p:nvPr/>
        </p:nvGrpSpPr>
        <p:grpSpPr bwMode="auto">
          <a:xfrm>
            <a:off x="579438" y="3616325"/>
            <a:ext cx="504825" cy="515938"/>
            <a:chOff x="101" y="2294"/>
            <a:chExt cx="343" cy="353"/>
          </a:xfrm>
        </p:grpSpPr>
        <p:grpSp>
          <p:nvGrpSpPr>
            <p:cNvPr id="50595" name="Group 25"/>
            <p:cNvGrpSpPr>
              <a:grpSpLocks/>
            </p:cNvGrpSpPr>
            <p:nvPr/>
          </p:nvGrpSpPr>
          <p:grpSpPr bwMode="auto">
            <a:xfrm>
              <a:off x="109" y="2301"/>
              <a:ext cx="335" cy="346"/>
              <a:chOff x="109" y="2301"/>
              <a:chExt cx="335" cy="346"/>
            </a:xfrm>
          </p:grpSpPr>
          <p:sp>
            <p:nvSpPr>
              <p:cNvPr id="50609"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10" name="Freeform 27"/>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11"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12" name="Freeform 29"/>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13" name="Rectangle 30"/>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614" name="Rectangle 31"/>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615" name="Rectangle 32"/>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616" name="Line 33"/>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617" name="Group 34"/>
              <p:cNvGrpSpPr>
                <a:grpSpLocks/>
              </p:cNvGrpSpPr>
              <p:nvPr/>
            </p:nvGrpSpPr>
            <p:grpSpPr bwMode="auto">
              <a:xfrm>
                <a:off x="109" y="2596"/>
                <a:ext cx="335" cy="51"/>
                <a:chOff x="109" y="2596"/>
                <a:chExt cx="335" cy="51"/>
              </a:xfrm>
            </p:grpSpPr>
            <p:sp>
              <p:nvSpPr>
                <p:cNvPr id="50618"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19" name="Freeform 36"/>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20" name="Rectangle 37"/>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596" name="Group 38"/>
            <p:cNvGrpSpPr>
              <a:grpSpLocks/>
            </p:cNvGrpSpPr>
            <p:nvPr/>
          </p:nvGrpSpPr>
          <p:grpSpPr bwMode="auto">
            <a:xfrm>
              <a:off x="101" y="2294"/>
              <a:ext cx="335" cy="347"/>
              <a:chOff x="101" y="2294"/>
              <a:chExt cx="335" cy="347"/>
            </a:xfrm>
          </p:grpSpPr>
          <p:sp>
            <p:nvSpPr>
              <p:cNvPr id="50597"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98" name="Freeform 40"/>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99"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00" name="Freeform 42"/>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01" name="Rectangle 43"/>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602" name="Rectangle 44"/>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603" name="Rectangle 45"/>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604" name="Line 46"/>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605" name="Group 47"/>
              <p:cNvGrpSpPr>
                <a:grpSpLocks/>
              </p:cNvGrpSpPr>
              <p:nvPr/>
            </p:nvGrpSpPr>
            <p:grpSpPr bwMode="auto">
              <a:xfrm>
                <a:off x="101" y="2590"/>
                <a:ext cx="335" cy="51"/>
                <a:chOff x="101" y="2590"/>
                <a:chExt cx="335" cy="51"/>
              </a:xfrm>
            </p:grpSpPr>
            <p:sp>
              <p:nvSpPr>
                <p:cNvPr id="50606"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07" name="Freeform 49"/>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608" name="Rectangle 50"/>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0200" name="Group 51"/>
          <p:cNvGrpSpPr>
            <a:grpSpLocks/>
          </p:cNvGrpSpPr>
          <p:nvPr/>
        </p:nvGrpSpPr>
        <p:grpSpPr bwMode="auto">
          <a:xfrm>
            <a:off x="3357563" y="6081713"/>
            <a:ext cx="503237" cy="515937"/>
            <a:chOff x="3891" y="3616"/>
            <a:chExt cx="342" cy="353"/>
          </a:xfrm>
        </p:grpSpPr>
        <p:grpSp>
          <p:nvGrpSpPr>
            <p:cNvPr id="50569" name="Group 52"/>
            <p:cNvGrpSpPr>
              <a:grpSpLocks/>
            </p:cNvGrpSpPr>
            <p:nvPr/>
          </p:nvGrpSpPr>
          <p:grpSpPr bwMode="auto">
            <a:xfrm>
              <a:off x="3899" y="3622"/>
              <a:ext cx="334" cy="347"/>
              <a:chOff x="3899" y="3622"/>
              <a:chExt cx="334" cy="347"/>
            </a:xfrm>
          </p:grpSpPr>
          <p:sp>
            <p:nvSpPr>
              <p:cNvPr id="50583"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84" name="Freeform 54"/>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85"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86" name="Freeform 56"/>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87" name="Rectangle 57"/>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88" name="Rectangle 58"/>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89" name="Rectangle 59"/>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90" name="Line 60"/>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91" name="Group 61"/>
              <p:cNvGrpSpPr>
                <a:grpSpLocks/>
              </p:cNvGrpSpPr>
              <p:nvPr/>
            </p:nvGrpSpPr>
            <p:grpSpPr bwMode="auto">
              <a:xfrm>
                <a:off x="3899" y="3918"/>
                <a:ext cx="334" cy="51"/>
                <a:chOff x="3899" y="3918"/>
                <a:chExt cx="334" cy="51"/>
              </a:xfrm>
            </p:grpSpPr>
            <p:sp>
              <p:nvSpPr>
                <p:cNvPr id="50592"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93" name="Freeform 63"/>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94" name="Rectangle 64"/>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570" name="Group 65"/>
            <p:cNvGrpSpPr>
              <a:grpSpLocks/>
            </p:cNvGrpSpPr>
            <p:nvPr/>
          </p:nvGrpSpPr>
          <p:grpSpPr bwMode="auto">
            <a:xfrm>
              <a:off x="3891" y="3616"/>
              <a:ext cx="334" cy="346"/>
              <a:chOff x="3891" y="3616"/>
              <a:chExt cx="334" cy="346"/>
            </a:xfrm>
          </p:grpSpPr>
          <p:sp>
            <p:nvSpPr>
              <p:cNvPr id="50571"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72" name="Freeform 67"/>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73"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74" name="Freeform 69"/>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75" name="Rectangle 70"/>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76" name="Rectangle 71"/>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77" name="Rectangle 72"/>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78" name="Line 73"/>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79" name="Group 74"/>
              <p:cNvGrpSpPr>
                <a:grpSpLocks/>
              </p:cNvGrpSpPr>
              <p:nvPr/>
            </p:nvGrpSpPr>
            <p:grpSpPr bwMode="auto">
              <a:xfrm>
                <a:off x="3891" y="3912"/>
                <a:ext cx="334" cy="50"/>
                <a:chOff x="3891" y="3912"/>
                <a:chExt cx="334" cy="50"/>
              </a:xfrm>
            </p:grpSpPr>
            <p:sp>
              <p:nvSpPr>
                <p:cNvPr id="50580"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81" name="Freeform 76"/>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82" name="Rectangle 77"/>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0201" name="Group 78"/>
          <p:cNvGrpSpPr>
            <a:grpSpLocks/>
          </p:cNvGrpSpPr>
          <p:nvPr/>
        </p:nvGrpSpPr>
        <p:grpSpPr bwMode="auto">
          <a:xfrm>
            <a:off x="4627563" y="6065838"/>
            <a:ext cx="504825" cy="515937"/>
            <a:chOff x="4752" y="3605"/>
            <a:chExt cx="343" cy="353"/>
          </a:xfrm>
        </p:grpSpPr>
        <p:grpSp>
          <p:nvGrpSpPr>
            <p:cNvPr id="50543" name="Group 79"/>
            <p:cNvGrpSpPr>
              <a:grpSpLocks/>
            </p:cNvGrpSpPr>
            <p:nvPr/>
          </p:nvGrpSpPr>
          <p:grpSpPr bwMode="auto">
            <a:xfrm>
              <a:off x="4760" y="3612"/>
              <a:ext cx="335" cy="346"/>
              <a:chOff x="4760" y="3612"/>
              <a:chExt cx="335" cy="346"/>
            </a:xfrm>
          </p:grpSpPr>
          <p:sp>
            <p:nvSpPr>
              <p:cNvPr id="50557"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58" name="Freeform 81"/>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59"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60" name="Freeform 83"/>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61" name="Rectangle 84"/>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62" name="Rectangle 85"/>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63" name="Rectangle 86"/>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64" name="Line 87"/>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65" name="Group 88"/>
              <p:cNvGrpSpPr>
                <a:grpSpLocks/>
              </p:cNvGrpSpPr>
              <p:nvPr/>
            </p:nvGrpSpPr>
            <p:grpSpPr bwMode="auto">
              <a:xfrm>
                <a:off x="4760" y="3907"/>
                <a:ext cx="335" cy="51"/>
                <a:chOff x="4760" y="3907"/>
                <a:chExt cx="335" cy="51"/>
              </a:xfrm>
            </p:grpSpPr>
            <p:sp>
              <p:nvSpPr>
                <p:cNvPr id="50566"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67" name="Freeform 90"/>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68" name="Rectangle 91"/>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544" name="Group 92"/>
            <p:cNvGrpSpPr>
              <a:grpSpLocks/>
            </p:cNvGrpSpPr>
            <p:nvPr/>
          </p:nvGrpSpPr>
          <p:grpSpPr bwMode="auto">
            <a:xfrm>
              <a:off x="4752" y="3605"/>
              <a:ext cx="334" cy="347"/>
              <a:chOff x="4752" y="3605"/>
              <a:chExt cx="334" cy="347"/>
            </a:xfrm>
          </p:grpSpPr>
          <p:sp>
            <p:nvSpPr>
              <p:cNvPr id="50545"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46" name="Freeform 94"/>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47"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48" name="Freeform 96"/>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49" name="Rectangle 97"/>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50" name="Rectangle 98"/>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51" name="Rectangle 99"/>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52" name="Line 100"/>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53" name="Group 101"/>
              <p:cNvGrpSpPr>
                <a:grpSpLocks/>
              </p:cNvGrpSpPr>
              <p:nvPr/>
            </p:nvGrpSpPr>
            <p:grpSpPr bwMode="auto">
              <a:xfrm>
                <a:off x="4752" y="3901"/>
                <a:ext cx="334" cy="51"/>
                <a:chOff x="4752" y="3901"/>
                <a:chExt cx="334" cy="51"/>
              </a:xfrm>
            </p:grpSpPr>
            <p:sp>
              <p:nvSpPr>
                <p:cNvPr id="50554"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55" name="Freeform 103"/>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56" name="Rectangle 104"/>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0202" name="Group 105"/>
          <p:cNvGrpSpPr>
            <a:grpSpLocks/>
          </p:cNvGrpSpPr>
          <p:nvPr/>
        </p:nvGrpSpPr>
        <p:grpSpPr bwMode="auto">
          <a:xfrm>
            <a:off x="579438" y="2509838"/>
            <a:ext cx="504825" cy="517525"/>
            <a:chOff x="101" y="1539"/>
            <a:chExt cx="343" cy="352"/>
          </a:xfrm>
        </p:grpSpPr>
        <p:grpSp>
          <p:nvGrpSpPr>
            <p:cNvPr id="50517" name="Group 106"/>
            <p:cNvGrpSpPr>
              <a:grpSpLocks/>
            </p:cNvGrpSpPr>
            <p:nvPr/>
          </p:nvGrpSpPr>
          <p:grpSpPr bwMode="auto">
            <a:xfrm>
              <a:off x="109" y="1545"/>
              <a:ext cx="335" cy="346"/>
              <a:chOff x="109" y="1545"/>
              <a:chExt cx="335" cy="346"/>
            </a:xfrm>
          </p:grpSpPr>
          <p:sp>
            <p:nvSpPr>
              <p:cNvPr id="50531"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32" name="Freeform 108"/>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33"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34" name="Freeform 110"/>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35" name="Rectangle 111"/>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36" name="Rectangle 112"/>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37" name="Rectangle 113"/>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38" name="Line 114"/>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39" name="Group 115"/>
              <p:cNvGrpSpPr>
                <a:grpSpLocks/>
              </p:cNvGrpSpPr>
              <p:nvPr/>
            </p:nvGrpSpPr>
            <p:grpSpPr bwMode="auto">
              <a:xfrm>
                <a:off x="109" y="1841"/>
                <a:ext cx="335" cy="50"/>
                <a:chOff x="109" y="1841"/>
                <a:chExt cx="335" cy="50"/>
              </a:xfrm>
            </p:grpSpPr>
            <p:sp>
              <p:nvSpPr>
                <p:cNvPr id="50540"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41" name="Freeform 117"/>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42" name="Rectangle 118"/>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518" name="Group 119"/>
            <p:cNvGrpSpPr>
              <a:grpSpLocks/>
            </p:cNvGrpSpPr>
            <p:nvPr/>
          </p:nvGrpSpPr>
          <p:grpSpPr bwMode="auto">
            <a:xfrm>
              <a:off x="101" y="1539"/>
              <a:ext cx="335" cy="346"/>
              <a:chOff x="101" y="1539"/>
              <a:chExt cx="335" cy="346"/>
            </a:xfrm>
          </p:grpSpPr>
          <p:sp>
            <p:nvSpPr>
              <p:cNvPr id="50519"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20" name="Freeform 121"/>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21"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22" name="Freeform 123"/>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23" name="Rectangle 124"/>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24" name="Rectangle 125"/>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25" name="Rectangle 126"/>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26" name="Line 127"/>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27" name="Group 128"/>
              <p:cNvGrpSpPr>
                <a:grpSpLocks/>
              </p:cNvGrpSpPr>
              <p:nvPr/>
            </p:nvGrpSpPr>
            <p:grpSpPr bwMode="auto">
              <a:xfrm>
                <a:off x="101" y="1834"/>
                <a:ext cx="335" cy="51"/>
                <a:chOff x="101" y="1834"/>
                <a:chExt cx="335" cy="51"/>
              </a:xfrm>
            </p:grpSpPr>
            <p:sp>
              <p:nvSpPr>
                <p:cNvPr id="50528"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29" name="Freeform 130"/>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30" name="Rectangle 131"/>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0203" name="Group 132"/>
          <p:cNvGrpSpPr>
            <a:grpSpLocks/>
          </p:cNvGrpSpPr>
          <p:nvPr/>
        </p:nvGrpSpPr>
        <p:grpSpPr bwMode="auto">
          <a:xfrm>
            <a:off x="8158163" y="3657600"/>
            <a:ext cx="506412" cy="514350"/>
            <a:chOff x="5237" y="2322"/>
            <a:chExt cx="343" cy="352"/>
          </a:xfrm>
        </p:grpSpPr>
        <p:grpSp>
          <p:nvGrpSpPr>
            <p:cNvPr id="50491" name="Group 133"/>
            <p:cNvGrpSpPr>
              <a:grpSpLocks/>
            </p:cNvGrpSpPr>
            <p:nvPr/>
          </p:nvGrpSpPr>
          <p:grpSpPr bwMode="auto">
            <a:xfrm>
              <a:off x="5245" y="2328"/>
              <a:ext cx="335" cy="346"/>
              <a:chOff x="5245" y="2328"/>
              <a:chExt cx="335" cy="346"/>
            </a:xfrm>
          </p:grpSpPr>
          <p:sp>
            <p:nvSpPr>
              <p:cNvPr id="50505"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06" name="Freeform 135"/>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07"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08" name="Freeform 137"/>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09" name="Rectangle 138"/>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10" name="Rectangle 139"/>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11" name="Rectangle 140"/>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12" name="Line 141"/>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13" name="Group 142"/>
              <p:cNvGrpSpPr>
                <a:grpSpLocks/>
              </p:cNvGrpSpPr>
              <p:nvPr/>
            </p:nvGrpSpPr>
            <p:grpSpPr bwMode="auto">
              <a:xfrm>
                <a:off x="5245" y="2624"/>
                <a:ext cx="335" cy="50"/>
                <a:chOff x="5245" y="2624"/>
                <a:chExt cx="335" cy="50"/>
              </a:xfrm>
            </p:grpSpPr>
            <p:sp>
              <p:nvSpPr>
                <p:cNvPr id="50514"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15" name="Freeform 144"/>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16" name="Rectangle 145"/>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492" name="Group 146"/>
            <p:cNvGrpSpPr>
              <a:grpSpLocks/>
            </p:cNvGrpSpPr>
            <p:nvPr/>
          </p:nvGrpSpPr>
          <p:grpSpPr bwMode="auto">
            <a:xfrm>
              <a:off x="5237" y="2322"/>
              <a:ext cx="335" cy="346"/>
              <a:chOff x="5237" y="2322"/>
              <a:chExt cx="335" cy="346"/>
            </a:xfrm>
          </p:grpSpPr>
          <p:sp>
            <p:nvSpPr>
              <p:cNvPr id="50493"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94" name="Freeform 148"/>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95"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96" name="Freeform 150"/>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97" name="Rectangle 151"/>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98" name="Rectangle 152"/>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99" name="Rectangle 153"/>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500" name="Line 154"/>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501" name="Group 155"/>
              <p:cNvGrpSpPr>
                <a:grpSpLocks/>
              </p:cNvGrpSpPr>
              <p:nvPr/>
            </p:nvGrpSpPr>
            <p:grpSpPr bwMode="auto">
              <a:xfrm>
                <a:off x="5237" y="2617"/>
                <a:ext cx="335" cy="51"/>
                <a:chOff x="5237" y="2617"/>
                <a:chExt cx="335" cy="51"/>
              </a:xfrm>
            </p:grpSpPr>
            <p:sp>
              <p:nvSpPr>
                <p:cNvPr id="50502"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03" name="Freeform 157"/>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504" name="Rectangle 158"/>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0204" name="Group 159"/>
          <p:cNvGrpSpPr>
            <a:grpSpLocks/>
          </p:cNvGrpSpPr>
          <p:nvPr/>
        </p:nvGrpSpPr>
        <p:grpSpPr bwMode="auto">
          <a:xfrm>
            <a:off x="8158163" y="2581275"/>
            <a:ext cx="506412" cy="515938"/>
            <a:chOff x="5237" y="1587"/>
            <a:chExt cx="343" cy="353"/>
          </a:xfrm>
        </p:grpSpPr>
        <p:grpSp>
          <p:nvGrpSpPr>
            <p:cNvPr id="50465" name="Group 160"/>
            <p:cNvGrpSpPr>
              <a:grpSpLocks/>
            </p:cNvGrpSpPr>
            <p:nvPr/>
          </p:nvGrpSpPr>
          <p:grpSpPr bwMode="auto">
            <a:xfrm>
              <a:off x="5245" y="1594"/>
              <a:ext cx="335" cy="346"/>
              <a:chOff x="5245" y="1594"/>
              <a:chExt cx="335" cy="346"/>
            </a:xfrm>
          </p:grpSpPr>
          <p:sp>
            <p:nvSpPr>
              <p:cNvPr id="50479"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80" name="Freeform 162"/>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81"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82" name="Freeform 164"/>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83" name="Rectangle 165"/>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84" name="Rectangle 166"/>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85" name="Rectangle 167"/>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86" name="Line 168"/>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487" name="Group 169"/>
              <p:cNvGrpSpPr>
                <a:grpSpLocks/>
              </p:cNvGrpSpPr>
              <p:nvPr/>
            </p:nvGrpSpPr>
            <p:grpSpPr bwMode="auto">
              <a:xfrm>
                <a:off x="5245" y="1889"/>
                <a:ext cx="335" cy="51"/>
                <a:chOff x="5245" y="1889"/>
                <a:chExt cx="335" cy="51"/>
              </a:xfrm>
            </p:grpSpPr>
            <p:sp>
              <p:nvSpPr>
                <p:cNvPr id="50488"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89" name="Freeform 171"/>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90" name="Rectangle 172"/>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466" name="Group 173"/>
            <p:cNvGrpSpPr>
              <a:grpSpLocks/>
            </p:cNvGrpSpPr>
            <p:nvPr/>
          </p:nvGrpSpPr>
          <p:grpSpPr bwMode="auto">
            <a:xfrm>
              <a:off x="5237" y="1587"/>
              <a:ext cx="335" cy="346"/>
              <a:chOff x="5237" y="1587"/>
              <a:chExt cx="335" cy="346"/>
            </a:xfrm>
          </p:grpSpPr>
          <p:sp>
            <p:nvSpPr>
              <p:cNvPr id="50467"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68" name="Freeform 175"/>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69"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70" name="Freeform 177"/>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71" name="Rectangle 178"/>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72" name="Rectangle 179"/>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73" name="Rectangle 180"/>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74" name="Line 181"/>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475" name="Group 182"/>
              <p:cNvGrpSpPr>
                <a:grpSpLocks/>
              </p:cNvGrpSpPr>
              <p:nvPr/>
            </p:nvGrpSpPr>
            <p:grpSpPr bwMode="auto">
              <a:xfrm>
                <a:off x="5237" y="1883"/>
                <a:ext cx="335" cy="50"/>
                <a:chOff x="5237" y="1883"/>
                <a:chExt cx="335" cy="50"/>
              </a:xfrm>
            </p:grpSpPr>
            <p:sp>
              <p:nvSpPr>
                <p:cNvPr id="50476"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77" name="Freeform 184"/>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78" name="Rectangle 185"/>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0205" name="Rectangle 186"/>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06" name="Rectangle 187"/>
          <p:cNvSpPr>
            <a:spLocks noChangeArrowheads="1"/>
          </p:cNvSpPr>
          <p:nvPr/>
        </p:nvSpPr>
        <p:spPr bwMode="auto">
          <a:xfrm>
            <a:off x="2343150" y="2324100"/>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222.1.1.0</a:t>
            </a:r>
            <a:endParaRPr kumimoji="1" lang="en-US" altLang="zh-CN" sz="2000">
              <a:solidFill>
                <a:srgbClr val="333399"/>
              </a:solidFill>
              <a:latin typeface="Arial" pitchFamily="34" charset="0"/>
            </a:endParaRPr>
          </a:p>
        </p:txBody>
      </p:sp>
      <p:sp>
        <p:nvSpPr>
          <p:cNvPr id="50207" name="Rectangle 188"/>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08" name="Rectangle 189"/>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0209" name="Rectangle 190"/>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10" name="Rectangle 191"/>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0211" name="Rectangle 192"/>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12" name="Rectangle 193"/>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0213" name="Rectangle 194"/>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0214" name="Group 195"/>
          <p:cNvGrpSpPr>
            <a:grpSpLocks/>
          </p:cNvGrpSpPr>
          <p:nvPr/>
        </p:nvGrpSpPr>
        <p:grpSpPr bwMode="auto">
          <a:xfrm>
            <a:off x="3822700" y="2630488"/>
            <a:ext cx="647700" cy="385762"/>
            <a:chOff x="2299" y="1622"/>
            <a:chExt cx="439" cy="262"/>
          </a:xfrm>
        </p:grpSpPr>
        <p:sp>
          <p:nvSpPr>
            <p:cNvPr id="50440" name="Oval 196"/>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0441"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42" name="Rectangle 198"/>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43" name="Oval 199"/>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0444" name="Group 200"/>
            <p:cNvGrpSpPr>
              <a:grpSpLocks/>
            </p:cNvGrpSpPr>
            <p:nvPr/>
          </p:nvGrpSpPr>
          <p:grpSpPr bwMode="auto">
            <a:xfrm>
              <a:off x="2365" y="1640"/>
              <a:ext cx="304" cy="117"/>
              <a:chOff x="2365" y="1640"/>
              <a:chExt cx="304" cy="117"/>
            </a:xfrm>
          </p:grpSpPr>
          <p:grpSp>
            <p:nvGrpSpPr>
              <p:cNvPr id="50447" name="Group 201"/>
              <p:cNvGrpSpPr>
                <a:grpSpLocks/>
              </p:cNvGrpSpPr>
              <p:nvPr/>
            </p:nvGrpSpPr>
            <p:grpSpPr bwMode="auto">
              <a:xfrm>
                <a:off x="2365" y="1640"/>
                <a:ext cx="302" cy="115"/>
                <a:chOff x="2365" y="1640"/>
                <a:chExt cx="302" cy="115"/>
              </a:xfrm>
            </p:grpSpPr>
            <p:sp>
              <p:nvSpPr>
                <p:cNvPr id="50457"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8" name="Freeform 203"/>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9"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60" name="Freeform 205"/>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61"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62" name="Freeform 207"/>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63"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64" name="Freeform 209"/>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0448" name="Group 210"/>
              <p:cNvGrpSpPr>
                <a:grpSpLocks/>
              </p:cNvGrpSpPr>
              <p:nvPr/>
            </p:nvGrpSpPr>
            <p:grpSpPr bwMode="auto">
              <a:xfrm>
                <a:off x="2368" y="1643"/>
                <a:ext cx="301" cy="114"/>
                <a:chOff x="2368" y="1643"/>
                <a:chExt cx="301" cy="114"/>
              </a:xfrm>
            </p:grpSpPr>
            <p:sp>
              <p:nvSpPr>
                <p:cNvPr id="50449"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0" name="Freeform 212"/>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1"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2" name="Freeform 214"/>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3"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4" name="Freeform 216"/>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5"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56" name="Freeform 218"/>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0445" name="Line 219"/>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446" name="Line 220"/>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0215" name="Rectangle 221"/>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16" name="Rectangle 222"/>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0217" name="Rectangle 223"/>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18" name="Rectangle 224"/>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0219" name="Oval 225"/>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20" name="Rectangle 226"/>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21" name="Oval 227"/>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22" name="Oval 228"/>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23" name="Rectangle 229"/>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24" name="Rectangle 230"/>
          <p:cNvSpPr>
            <a:spLocks noChangeArrowheads="1"/>
          </p:cNvSpPr>
          <p:nvPr/>
        </p:nvSpPr>
        <p:spPr bwMode="auto">
          <a:xfrm>
            <a:off x="5795963" y="4202113"/>
            <a:ext cx="1058862"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0225" name="Rectangle 231"/>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26" name="Rectangle 232"/>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0227" name="Rectangle 233"/>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28" name="Rectangle 234"/>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0229" name="Rectangle 235"/>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30" name="Rectangle 236"/>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0231" name="Rectangle 237"/>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32" name="Rectangle 238"/>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0233" name="Oval 239"/>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0234" name="Rectangle 240"/>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35" name="Rectangle 241"/>
          <p:cNvSpPr>
            <a:spLocks noChangeArrowheads="1"/>
          </p:cNvSpPr>
          <p:nvPr/>
        </p:nvSpPr>
        <p:spPr bwMode="auto">
          <a:xfrm>
            <a:off x="6827838" y="358933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222.1.2.0</a:t>
            </a:r>
            <a:endParaRPr kumimoji="1" lang="en-US" altLang="zh-CN" sz="2000">
              <a:solidFill>
                <a:srgbClr val="333399"/>
              </a:solidFill>
              <a:latin typeface="Arial" pitchFamily="34" charset="0"/>
            </a:endParaRPr>
          </a:p>
        </p:txBody>
      </p:sp>
      <p:sp>
        <p:nvSpPr>
          <p:cNvPr id="50236" name="Rectangle 242"/>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0237" name="Group 243"/>
          <p:cNvGrpSpPr>
            <a:grpSpLocks/>
          </p:cNvGrpSpPr>
          <p:nvPr/>
        </p:nvGrpSpPr>
        <p:grpSpPr bwMode="auto">
          <a:xfrm>
            <a:off x="2222500" y="4386263"/>
            <a:ext cx="649288" cy="384175"/>
            <a:chOff x="1304" y="2569"/>
            <a:chExt cx="439" cy="262"/>
          </a:xfrm>
        </p:grpSpPr>
        <p:sp>
          <p:nvSpPr>
            <p:cNvPr id="50415" name="Oval 244"/>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0416"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17" name="Rectangle 246"/>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418" name="Oval 247"/>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0419" name="Group 248"/>
            <p:cNvGrpSpPr>
              <a:grpSpLocks/>
            </p:cNvGrpSpPr>
            <p:nvPr/>
          </p:nvGrpSpPr>
          <p:grpSpPr bwMode="auto">
            <a:xfrm>
              <a:off x="1371" y="2587"/>
              <a:ext cx="304" cy="117"/>
              <a:chOff x="1371" y="2587"/>
              <a:chExt cx="304" cy="117"/>
            </a:xfrm>
          </p:grpSpPr>
          <p:grpSp>
            <p:nvGrpSpPr>
              <p:cNvPr id="50422" name="Group 249"/>
              <p:cNvGrpSpPr>
                <a:grpSpLocks/>
              </p:cNvGrpSpPr>
              <p:nvPr/>
            </p:nvGrpSpPr>
            <p:grpSpPr bwMode="auto">
              <a:xfrm>
                <a:off x="1371" y="2587"/>
                <a:ext cx="301" cy="115"/>
                <a:chOff x="1371" y="2587"/>
                <a:chExt cx="301" cy="115"/>
              </a:xfrm>
            </p:grpSpPr>
            <p:sp>
              <p:nvSpPr>
                <p:cNvPr id="50432"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3" name="Freeform 251"/>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4"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5" name="Freeform 253"/>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6"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7" name="Freeform 255"/>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8"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9" name="Freeform 257"/>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0423" name="Group 258"/>
              <p:cNvGrpSpPr>
                <a:grpSpLocks/>
              </p:cNvGrpSpPr>
              <p:nvPr/>
            </p:nvGrpSpPr>
            <p:grpSpPr bwMode="auto">
              <a:xfrm>
                <a:off x="1373" y="2590"/>
                <a:ext cx="302" cy="114"/>
                <a:chOff x="1373" y="2590"/>
                <a:chExt cx="302" cy="114"/>
              </a:xfrm>
            </p:grpSpPr>
            <p:sp>
              <p:nvSpPr>
                <p:cNvPr id="50424"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25" name="Freeform 260"/>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26"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27" name="Freeform 262"/>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28"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29" name="Freeform 264"/>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0"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31" name="Freeform 266"/>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0420" name="Line 267"/>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421" name="Line 268"/>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0238" name="Group 269"/>
          <p:cNvGrpSpPr>
            <a:grpSpLocks/>
          </p:cNvGrpSpPr>
          <p:nvPr/>
        </p:nvGrpSpPr>
        <p:grpSpPr bwMode="auto">
          <a:xfrm>
            <a:off x="5126038" y="4386263"/>
            <a:ext cx="649287" cy="384175"/>
            <a:chOff x="3488" y="2569"/>
            <a:chExt cx="439" cy="262"/>
          </a:xfrm>
        </p:grpSpPr>
        <p:sp>
          <p:nvSpPr>
            <p:cNvPr id="50390" name="Oval 270"/>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0391"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92" name="Rectangle 272"/>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93" name="Oval 273"/>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0394" name="Group 274"/>
            <p:cNvGrpSpPr>
              <a:grpSpLocks/>
            </p:cNvGrpSpPr>
            <p:nvPr/>
          </p:nvGrpSpPr>
          <p:grpSpPr bwMode="auto">
            <a:xfrm>
              <a:off x="3555" y="2587"/>
              <a:ext cx="304" cy="117"/>
              <a:chOff x="3555" y="2587"/>
              <a:chExt cx="304" cy="117"/>
            </a:xfrm>
          </p:grpSpPr>
          <p:grpSp>
            <p:nvGrpSpPr>
              <p:cNvPr id="50397" name="Group 275"/>
              <p:cNvGrpSpPr>
                <a:grpSpLocks/>
              </p:cNvGrpSpPr>
              <p:nvPr/>
            </p:nvGrpSpPr>
            <p:grpSpPr bwMode="auto">
              <a:xfrm>
                <a:off x="3555" y="2587"/>
                <a:ext cx="301" cy="115"/>
                <a:chOff x="3555" y="2587"/>
                <a:chExt cx="301" cy="115"/>
              </a:xfrm>
            </p:grpSpPr>
            <p:sp>
              <p:nvSpPr>
                <p:cNvPr id="50407"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8" name="Freeform 277"/>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9"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10" name="Freeform 279"/>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11"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12" name="Freeform 281"/>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13"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14" name="Freeform 283"/>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0398" name="Group 284"/>
              <p:cNvGrpSpPr>
                <a:grpSpLocks/>
              </p:cNvGrpSpPr>
              <p:nvPr/>
            </p:nvGrpSpPr>
            <p:grpSpPr bwMode="auto">
              <a:xfrm>
                <a:off x="3557" y="2590"/>
                <a:ext cx="302" cy="114"/>
                <a:chOff x="3557" y="2590"/>
                <a:chExt cx="302" cy="114"/>
              </a:xfrm>
            </p:grpSpPr>
            <p:sp>
              <p:nvSpPr>
                <p:cNvPr id="50399"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0" name="Freeform 286"/>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1"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2" name="Freeform 288"/>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3"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4" name="Freeform 290"/>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5"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406" name="Freeform 292"/>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0395" name="Line 293"/>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396" name="Line 294"/>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0239" name="Oval 295"/>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0240" name="Oval 296"/>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0241" name="Oval 297"/>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42" name="Oval 298"/>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43" name="Oval 299"/>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44" name="Oval 300"/>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0245" name="Rectangle 301"/>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46" name="Rectangle 302"/>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0247" name="Rectangle 303"/>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48" name="Rectangle 304"/>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0249" name="Rectangle 305"/>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50" name="Rectangle 306"/>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0251" name="Rectangle 307"/>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52" name="Rectangle 308"/>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0253" name="Rectangle 309"/>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54" name="Rectangle 310"/>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0255" name="Rectangle 311"/>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56" name="Rectangle 312"/>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0257" name="Rectangle 313"/>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58" name="Rectangle 314"/>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0259" name="Rectangle 315"/>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60" name="Rectangle 316"/>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0261" name="Rectangle 317"/>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62" name="Rectangle 318"/>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0263" name="Oval 319"/>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64" name="Oval 320"/>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65" name="Oval 321"/>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0266" name="Rectangle 322"/>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67" name="Rectangle 323"/>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0268" name="Rectangle 324"/>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69" name="Rectangle 325"/>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0270" name="Rectangle 326"/>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71" name="Rectangle 327"/>
          <p:cNvSpPr>
            <a:spLocks noChangeArrowheads="1"/>
          </p:cNvSpPr>
          <p:nvPr/>
        </p:nvSpPr>
        <p:spPr bwMode="auto">
          <a:xfrm>
            <a:off x="1592263" y="3079750"/>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222.1.3.0</a:t>
            </a:r>
            <a:endParaRPr kumimoji="1" lang="en-US" altLang="zh-CN" sz="2000">
              <a:solidFill>
                <a:srgbClr val="333399"/>
              </a:solidFill>
              <a:latin typeface="Arial" pitchFamily="34" charset="0"/>
            </a:endParaRPr>
          </a:p>
        </p:txBody>
      </p:sp>
      <p:sp>
        <p:nvSpPr>
          <p:cNvPr id="50272" name="Rectangle 328"/>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73" name="Rectangle 329"/>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0274" name="Rectangle 330"/>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75" name="Rectangle 331"/>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76" name="Rectangle 332"/>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0277" name="Rectangle 333"/>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78" name="Rectangle 334"/>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0279" name="Rectangle 335"/>
          <p:cNvSpPr>
            <a:spLocks noChangeArrowheads="1"/>
          </p:cNvSpPr>
          <p:nvPr/>
        </p:nvSpPr>
        <p:spPr bwMode="auto">
          <a:xfrm>
            <a:off x="3832225" y="4222750"/>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222.1.4.0</a:t>
            </a:r>
            <a:endParaRPr kumimoji="1" lang="en-US" altLang="zh-CN" sz="2000">
              <a:solidFill>
                <a:srgbClr val="333399"/>
              </a:solidFill>
              <a:latin typeface="Arial" pitchFamily="34" charset="0"/>
            </a:endParaRPr>
          </a:p>
        </p:txBody>
      </p:sp>
      <p:sp>
        <p:nvSpPr>
          <p:cNvPr id="50280" name="Rectangle 336"/>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81" name="Rectangle 337"/>
          <p:cNvSpPr>
            <a:spLocks noChangeArrowheads="1"/>
          </p:cNvSpPr>
          <p:nvPr/>
        </p:nvSpPr>
        <p:spPr bwMode="auto">
          <a:xfrm>
            <a:off x="3548063" y="3714750"/>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222.1.5.0</a:t>
            </a:r>
            <a:endParaRPr kumimoji="1" lang="en-US" altLang="zh-CN" sz="2000">
              <a:solidFill>
                <a:srgbClr val="333399"/>
              </a:solidFill>
              <a:latin typeface="Arial" pitchFamily="34" charset="0"/>
            </a:endParaRPr>
          </a:p>
        </p:txBody>
      </p:sp>
      <p:sp>
        <p:nvSpPr>
          <p:cNvPr id="50282" name="Rectangle 338"/>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283" name="Rectangle 339"/>
          <p:cNvSpPr>
            <a:spLocks noChangeArrowheads="1"/>
          </p:cNvSpPr>
          <p:nvPr/>
        </p:nvSpPr>
        <p:spPr bwMode="auto">
          <a:xfrm>
            <a:off x="5243513" y="3308350"/>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222.1.6.0</a:t>
            </a:r>
            <a:endParaRPr kumimoji="1" lang="en-US" altLang="zh-CN" sz="2000">
              <a:solidFill>
                <a:srgbClr val="333399"/>
              </a:solidFill>
              <a:latin typeface="Arial" pitchFamily="34" charset="0"/>
            </a:endParaRPr>
          </a:p>
        </p:txBody>
      </p:sp>
      <p:sp>
        <p:nvSpPr>
          <p:cNvPr id="50284" name="Line 340"/>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285" name="Rectangle 341"/>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0286" name="Picture 3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287" name="Line 343"/>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288" name="Line 344"/>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289" name="Line 345"/>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290" name="Oval 346"/>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0291" name="Rectangle 347"/>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0292" name="Rectangle 348"/>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0293" name="Line 349"/>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294" name="Rectangle 351"/>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0295" name="Line 352"/>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296" name="Line 353"/>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297" name="Oval 354"/>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0298" name="Group 355"/>
          <p:cNvGrpSpPr>
            <a:grpSpLocks/>
          </p:cNvGrpSpPr>
          <p:nvPr/>
        </p:nvGrpSpPr>
        <p:grpSpPr bwMode="auto">
          <a:xfrm>
            <a:off x="3105150" y="898525"/>
            <a:ext cx="506413" cy="514350"/>
            <a:chOff x="1813" y="593"/>
            <a:chExt cx="343" cy="352"/>
          </a:xfrm>
        </p:grpSpPr>
        <p:grpSp>
          <p:nvGrpSpPr>
            <p:cNvPr id="50364" name="Group 356"/>
            <p:cNvGrpSpPr>
              <a:grpSpLocks/>
            </p:cNvGrpSpPr>
            <p:nvPr/>
          </p:nvGrpSpPr>
          <p:grpSpPr bwMode="auto">
            <a:xfrm>
              <a:off x="1821" y="599"/>
              <a:ext cx="335" cy="346"/>
              <a:chOff x="1821" y="599"/>
              <a:chExt cx="335" cy="346"/>
            </a:xfrm>
          </p:grpSpPr>
          <p:sp>
            <p:nvSpPr>
              <p:cNvPr id="50378" name="Freeform 357"/>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79" name="Freeform 358"/>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80" name="Freeform 359"/>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81" name="Freeform 360"/>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82" name="Rectangle 361"/>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83" name="Rectangle 362"/>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84" name="Rectangle 363"/>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85" name="Line 364"/>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386" name="Group 365"/>
              <p:cNvGrpSpPr>
                <a:grpSpLocks/>
              </p:cNvGrpSpPr>
              <p:nvPr/>
            </p:nvGrpSpPr>
            <p:grpSpPr bwMode="auto">
              <a:xfrm>
                <a:off x="1821" y="895"/>
                <a:ext cx="335" cy="50"/>
                <a:chOff x="1821" y="895"/>
                <a:chExt cx="335" cy="50"/>
              </a:xfrm>
            </p:grpSpPr>
            <p:sp>
              <p:nvSpPr>
                <p:cNvPr id="50387" name="Freeform 366"/>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88" name="Freeform 367"/>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89" name="Rectangle 368"/>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365" name="Group 369"/>
            <p:cNvGrpSpPr>
              <a:grpSpLocks/>
            </p:cNvGrpSpPr>
            <p:nvPr/>
          </p:nvGrpSpPr>
          <p:grpSpPr bwMode="auto">
            <a:xfrm>
              <a:off x="1813" y="593"/>
              <a:ext cx="335" cy="346"/>
              <a:chOff x="1813" y="593"/>
              <a:chExt cx="335" cy="346"/>
            </a:xfrm>
          </p:grpSpPr>
          <p:sp>
            <p:nvSpPr>
              <p:cNvPr id="50366" name="Freeform 370"/>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67" name="Freeform 371"/>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68" name="Freeform 372"/>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69" name="Freeform 373"/>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70" name="Rectangle 374"/>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71" name="Rectangle 375"/>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72" name="Rectangle 376"/>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73" name="Line 377"/>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374" name="Group 378"/>
              <p:cNvGrpSpPr>
                <a:grpSpLocks/>
              </p:cNvGrpSpPr>
              <p:nvPr/>
            </p:nvGrpSpPr>
            <p:grpSpPr bwMode="auto">
              <a:xfrm>
                <a:off x="1813" y="888"/>
                <a:ext cx="335" cy="51"/>
                <a:chOff x="1813" y="888"/>
                <a:chExt cx="335" cy="51"/>
              </a:xfrm>
            </p:grpSpPr>
            <p:sp>
              <p:nvSpPr>
                <p:cNvPr id="50375" name="Freeform 379"/>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76" name="Freeform 380"/>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77" name="Rectangle 381"/>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0299" name="Line 382"/>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300" name="Line 383"/>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301" name="Oval 384"/>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0302" name="Group 385"/>
          <p:cNvGrpSpPr>
            <a:grpSpLocks/>
          </p:cNvGrpSpPr>
          <p:nvPr/>
        </p:nvGrpSpPr>
        <p:grpSpPr bwMode="auto">
          <a:xfrm>
            <a:off x="4662488" y="898525"/>
            <a:ext cx="506412" cy="514350"/>
            <a:chOff x="2868" y="593"/>
            <a:chExt cx="343" cy="352"/>
          </a:xfrm>
        </p:grpSpPr>
        <p:grpSp>
          <p:nvGrpSpPr>
            <p:cNvPr id="50338" name="Group 386"/>
            <p:cNvGrpSpPr>
              <a:grpSpLocks/>
            </p:cNvGrpSpPr>
            <p:nvPr/>
          </p:nvGrpSpPr>
          <p:grpSpPr bwMode="auto">
            <a:xfrm>
              <a:off x="2877" y="599"/>
              <a:ext cx="334" cy="346"/>
              <a:chOff x="2877" y="599"/>
              <a:chExt cx="334" cy="346"/>
            </a:xfrm>
          </p:grpSpPr>
          <p:sp>
            <p:nvSpPr>
              <p:cNvPr id="50352" name="Freeform 387"/>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53" name="Freeform 388"/>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54" name="Freeform 389"/>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55" name="Freeform 390"/>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56" name="Rectangle 391"/>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57" name="Rectangle 392"/>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58" name="Rectangle 393"/>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59" name="Line 394"/>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360" name="Group 395"/>
              <p:cNvGrpSpPr>
                <a:grpSpLocks/>
              </p:cNvGrpSpPr>
              <p:nvPr/>
            </p:nvGrpSpPr>
            <p:grpSpPr bwMode="auto">
              <a:xfrm>
                <a:off x="2877" y="895"/>
                <a:ext cx="334" cy="50"/>
                <a:chOff x="2877" y="895"/>
                <a:chExt cx="334" cy="50"/>
              </a:xfrm>
            </p:grpSpPr>
            <p:sp>
              <p:nvSpPr>
                <p:cNvPr id="50361" name="Freeform 396"/>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62" name="Freeform 397"/>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63" name="Rectangle 398"/>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339" name="Group 399"/>
            <p:cNvGrpSpPr>
              <a:grpSpLocks/>
            </p:cNvGrpSpPr>
            <p:nvPr/>
          </p:nvGrpSpPr>
          <p:grpSpPr bwMode="auto">
            <a:xfrm>
              <a:off x="2868" y="593"/>
              <a:ext cx="335" cy="346"/>
              <a:chOff x="2868" y="593"/>
              <a:chExt cx="335" cy="346"/>
            </a:xfrm>
          </p:grpSpPr>
          <p:sp>
            <p:nvSpPr>
              <p:cNvPr id="50340" name="Freeform 400"/>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41" name="Freeform 401"/>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42" name="Freeform 402"/>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43" name="Freeform 403"/>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44" name="Rectangle 404"/>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45" name="Rectangle 405"/>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46" name="Rectangle 406"/>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47" name="Line 407"/>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348" name="Group 408"/>
              <p:cNvGrpSpPr>
                <a:grpSpLocks/>
              </p:cNvGrpSpPr>
              <p:nvPr/>
            </p:nvGrpSpPr>
            <p:grpSpPr bwMode="auto">
              <a:xfrm>
                <a:off x="2868" y="888"/>
                <a:ext cx="335" cy="51"/>
                <a:chOff x="2868" y="888"/>
                <a:chExt cx="335" cy="51"/>
              </a:xfrm>
            </p:grpSpPr>
            <p:sp>
              <p:nvSpPr>
                <p:cNvPr id="50349" name="Freeform 409"/>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50" name="Freeform 410"/>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51" name="Rectangle 411"/>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0303" name="Oval 412"/>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0304" name="Group 413"/>
          <p:cNvGrpSpPr>
            <a:grpSpLocks/>
          </p:cNvGrpSpPr>
          <p:nvPr/>
        </p:nvGrpSpPr>
        <p:grpSpPr bwMode="auto">
          <a:xfrm>
            <a:off x="6207125" y="898525"/>
            <a:ext cx="506413" cy="514350"/>
            <a:chOff x="3915" y="593"/>
            <a:chExt cx="343" cy="352"/>
          </a:xfrm>
        </p:grpSpPr>
        <p:grpSp>
          <p:nvGrpSpPr>
            <p:cNvPr id="50312" name="Group 414"/>
            <p:cNvGrpSpPr>
              <a:grpSpLocks/>
            </p:cNvGrpSpPr>
            <p:nvPr/>
          </p:nvGrpSpPr>
          <p:grpSpPr bwMode="auto">
            <a:xfrm>
              <a:off x="3924" y="599"/>
              <a:ext cx="334" cy="346"/>
              <a:chOff x="3924" y="599"/>
              <a:chExt cx="334" cy="346"/>
            </a:xfrm>
          </p:grpSpPr>
          <p:sp>
            <p:nvSpPr>
              <p:cNvPr id="50326" name="Freeform 415"/>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27" name="Freeform 416"/>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28" name="Freeform 417"/>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29" name="Freeform 418"/>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30" name="Rectangle 419"/>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31" name="Rectangle 420"/>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32" name="Rectangle 421"/>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33" name="Line 422"/>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334" name="Group 423"/>
              <p:cNvGrpSpPr>
                <a:grpSpLocks/>
              </p:cNvGrpSpPr>
              <p:nvPr/>
            </p:nvGrpSpPr>
            <p:grpSpPr bwMode="auto">
              <a:xfrm>
                <a:off x="3924" y="895"/>
                <a:ext cx="334" cy="50"/>
                <a:chOff x="3924" y="895"/>
                <a:chExt cx="334" cy="50"/>
              </a:xfrm>
            </p:grpSpPr>
            <p:sp>
              <p:nvSpPr>
                <p:cNvPr id="50335" name="Freeform 424"/>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36" name="Freeform 425"/>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37" name="Rectangle 426"/>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0313" name="Group 427"/>
            <p:cNvGrpSpPr>
              <a:grpSpLocks/>
            </p:cNvGrpSpPr>
            <p:nvPr/>
          </p:nvGrpSpPr>
          <p:grpSpPr bwMode="auto">
            <a:xfrm>
              <a:off x="3915" y="593"/>
              <a:ext cx="335" cy="346"/>
              <a:chOff x="3915" y="593"/>
              <a:chExt cx="335" cy="346"/>
            </a:xfrm>
          </p:grpSpPr>
          <p:sp>
            <p:nvSpPr>
              <p:cNvPr id="50314" name="Freeform 428"/>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15" name="Freeform 429"/>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16" name="Freeform 430"/>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17" name="Freeform 431"/>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18" name="Rectangle 432"/>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19" name="Rectangle 433"/>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20" name="Rectangle 434"/>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321" name="Line 435"/>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322" name="Group 436"/>
              <p:cNvGrpSpPr>
                <a:grpSpLocks/>
              </p:cNvGrpSpPr>
              <p:nvPr/>
            </p:nvGrpSpPr>
            <p:grpSpPr bwMode="auto">
              <a:xfrm>
                <a:off x="3915" y="888"/>
                <a:ext cx="335" cy="51"/>
                <a:chOff x="3915" y="888"/>
                <a:chExt cx="335" cy="51"/>
              </a:xfrm>
            </p:grpSpPr>
            <p:sp>
              <p:nvSpPr>
                <p:cNvPr id="50323" name="Freeform 437"/>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24" name="Freeform 438"/>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325" name="Rectangle 439"/>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217529" name="Text Box 441"/>
          <p:cNvSpPr txBox="1">
            <a:spLocks noChangeArrowheads="1"/>
          </p:cNvSpPr>
          <p:nvPr/>
        </p:nvSpPr>
        <p:spPr bwMode="auto">
          <a:xfrm>
            <a:off x="900113" y="327025"/>
            <a:ext cx="6408737" cy="1382713"/>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rgbClr val="333399"/>
                </a:solidFill>
                <a:latin typeface="Arial" pitchFamily="34" charset="0"/>
              </a:rPr>
              <a:t>在同一个局域网上的主机或路由器的</a:t>
            </a:r>
          </a:p>
          <a:p>
            <a:pPr algn="ctr" eaLnBrk="1" hangingPunct="1"/>
            <a:r>
              <a:rPr lang="en-US" altLang="zh-CN">
                <a:solidFill>
                  <a:srgbClr val="333399"/>
                </a:solidFill>
                <a:latin typeface="Arial" pitchFamily="34" charset="0"/>
              </a:rPr>
              <a:t>IP </a:t>
            </a:r>
            <a:r>
              <a:rPr lang="zh-CN" altLang="en-US">
                <a:solidFill>
                  <a:srgbClr val="333399"/>
                </a:solidFill>
                <a:latin typeface="Arial" pitchFamily="34" charset="0"/>
              </a:rPr>
              <a:t>地址中的网络号必须是一样的。</a:t>
            </a:r>
          </a:p>
          <a:p>
            <a:pPr algn="ctr" eaLnBrk="1" hangingPunct="1"/>
            <a:r>
              <a:rPr lang="zh-CN" altLang="en-US">
                <a:solidFill>
                  <a:srgbClr val="333399"/>
                </a:solidFill>
                <a:latin typeface="Arial" pitchFamily="34" charset="0"/>
              </a:rPr>
              <a:t>图中的网络号就是 </a:t>
            </a:r>
            <a:r>
              <a:rPr lang="en-US" altLang="zh-CN">
                <a:solidFill>
                  <a:srgbClr val="333399"/>
                </a:solidFill>
                <a:latin typeface="Arial" pitchFamily="34" charset="0"/>
              </a:rPr>
              <a:t>IP </a:t>
            </a:r>
            <a:r>
              <a:rPr lang="zh-CN" altLang="en-US">
                <a:solidFill>
                  <a:srgbClr val="333399"/>
                </a:solidFill>
                <a:latin typeface="Arial" pitchFamily="34" charset="0"/>
              </a:rPr>
              <a:t>地址中的 </a:t>
            </a:r>
            <a:r>
              <a:rPr lang="en-US" altLang="zh-CN">
                <a:solidFill>
                  <a:srgbClr val="333399"/>
                </a:solidFill>
                <a:latin typeface="Arial" pitchFamily="34" charset="0"/>
              </a:rPr>
              <a:t>net-id</a:t>
            </a:r>
          </a:p>
        </p:txBody>
      </p:sp>
      <p:grpSp>
        <p:nvGrpSpPr>
          <p:cNvPr id="217536" name="Group 448"/>
          <p:cNvGrpSpPr>
            <a:grpSpLocks/>
          </p:cNvGrpSpPr>
          <p:nvPr/>
        </p:nvGrpSpPr>
        <p:grpSpPr bwMode="auto">
          <a:xfrm>
            <a:off x="3779838" y="3500438"/>
            <a:ext cx="5041900" cy="2546350"/>
            <a:chOff x="2381" y="2205"/>
            <a:chExt cx="3176" cy="1604"/>
          </a:xfrm>
        </p:grpSpPr>
        <p:sp>
          <p:nvSpPr>
            <p:cNvPr id="50307" name="Line 442"/>
            <p:cNvSpPr>
              <a:spLocks noChangeShapeType="1"/>
            </p:cNvSpPr>
            <p:nvPr/>
          </p:nvSpPr>
          <p:spPr bwMode="auto">
            <a:xfrm>
              <a:off x="5012" y="2205"/>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308" name="Line 443"/>
            <p:cNvSpPr>
              <a:spLocks noChangeShapeType="1"/>
            </p:cNvSpPr>
            <p:nvPr/>
          </p:nvSpPr>
          <p:spPr bwMode="auto">
            <a:xfrm>
              <a:off x="3160" y="3809"/>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309" name="Line 444"/>
            <p:cNvSpPr>
              <a:spLocks noChangeShapeType="1"/>
            </p:cNvSpPr>
            <p:nvPr/>
          </p:nvSpPr>
          <p:spPr bwMode="auto">
            <a:xfrm>
              <a:off x="2381" y="3793"/>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310" name="Line 445"/>
            <p:cNvSpPr>
              <a:spLocks noChangeShapeType="1"/>
            </p:cNvSpPr>
            <p:nvPr/>
          </p:nvSpPr>
          <p:spPr bwMode="auto">
            <a:xfrm>
              <a:off x="5012" y="2886"/>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311" name="Line 447"/>
            <p:cNvSpPr>
              <a:spLocks noChangeShapeType="1"/>
            </p:cNvSpPr>
            <p:nvPr/>
          </p:nvSpPr>
          <p:spPr bwMode="auto">
            <a:xfrm>
              <a:off x="3657" y="2831"/>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7529"/>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217536"/>
                                        </p:tgtEl>
                                        <p:attrNameLst>
                                          <p:attrName>style.visibility</p:attrName>
                                        </p:attrNameLst>
                                      </p:cBhvr>
                                      <p:to>
                                        <p:strVal val="visible"/>
                                      </p:to>
                                    </p:set>
                                  </p:childTnLst>
                                </p:cTn>
                              </p:par>
                            </p:childTnLst>
                          </p:cTn>
                        </p:par>
                        <p:par>
                          <p:cTn id="10" fill="hold" nodeType="afterGroup">
                            <p:stCondLst>
                              <p:cond delay="0"/>
                            </p:stCondLst>
                            <p:childTnLst>
                              <p:par>
                                <p:cTn id="11" presetID="35" presetClass="emph" presetSubtype="0" repeatCount="4000" fill="hold" nodeType="afterEffect">
                                  <p:stCondLst>
                                    <p:cond delay="500"/>
                                  </p:stCondLst>
                                  <p:childTnLst>
                                    <p:anim calcmode="discrete" valueType="str">
                                      <p:cBhvr>
                                        <p:cTn id="12" dur="1000" fill="hold"/>
                                        <p:tgtEl>
                                          <p:spTgt spid="21753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529" grpId="0" animBg="1"/>
    </p:bldLst>
  </p:timing>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1202" name="AutoShape 2"/>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203" name="Rectangle 3"/>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51204" name="Freeform 4"/>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05" name="Line 5"/>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206" name="Line 6"/>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207" name="Freeform 7"/>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208" name="Freeform 8"/>
          <p:cNvSpPr>
            <a:spLocks/>
          </p:cNvSpPr>
          <p:nvPr/>
        </p:nvSpPr>
        <p:spPr bwMode="auto">
          <a:xfrm>
            <a:off x="3213100" y="4514850"/>
            <a:ext cx="1679575" cy="255588"/>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09" name="Line 9"/>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210" name="Freeform 10"/>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11" name="Freeform 11"/>
          <p:cNvSpPr>
            <a:spLocks/>
          </p:cNvSpPr>
          <p:nvPr/>
        </p:nvSpPr>
        <p:spPr bwMode="auto">
          <a:xfrm>
            <a:off x="2754313" y="3086100"/>
            <a:ext cx="1092200" cy="1090613"/>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12" name="Freeform 12"/>
          <p:cNvSpPr>
            <a:spLocks/>
          </p:cNvSpPr>
          <p:nvPr/>
        </p:nvSpPr>
        <p:spPr bwMode="auto">
          <a:xfrm>
            <a:off x="4357688" y="3081338"/>
            <a:ext cx="971550" cy="12207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13"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14" name="Freeform 14"/>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15"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16" name="Freeform 16"/>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1217" name="Freeform 17"/>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18" name="Freeform 18"/>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219"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20"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21" name="Rectangle 21"/>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1222"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1223" name="Group 23"/>
          <p:cNvGrpSpPr>
            <a:grpSpLocks/>
          </p:cNvGrpSpPr>
          <p:nvPr/>
        </p:nvGrpSpPr>
        <p:grpSpPr bwMode="auto">
          <a:xfrm>
            <a:off x="579438" y="3616325"/>
            <a:ext cx="504825" cy="515938"/>
            <a:chOff x="101" y="2294"/>
            <a:chExt cx="343" cy="353"/>
          </a:xfrm>
        </p:grpSpPr>
        <p:grpSp>
          <p:nvGrpSpPr>
            <p:cNvPr id="51617" name="Group 24"/>
            <p:cNvGrpSpPr>
              <a:grpSpLocks/>
            </p:cNvGrpSpPr>
            <p:nvPr/>
          </p:nvGrpSpPr>
          <p:grpSpPr bwMode="auto">
            <a:xfrm>
              <a:off x="109" y="2301"/>
              <a:ext cx="335" cy="346"/>
              <a:chOff x="109" y="2301"/>
              <a:chExt cx="335" cy="346"/>
            </a:xfrm>
          </p:grpSpPr>
          <p:sp>
            <p:nvSpPr>
              <p:cNvPr id="5163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3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3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3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3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3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3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3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639" name="Group 33"/>
              <p:cNvGrpSpPr>
                <a:grpSpLocks/>
              </p:cNvGrpSpPr>
              <p:nvPr/>
            </p:nvGrpSpPr>
            <p:grpSpPr bwMode="auto">
              <a:xfrm>
                <a:off x="109" y="2596"/>
                <a:ext cx="335" cy="51"/>
                <a:chOff x="109" y="2596"/>
                <a:chExt cx="335" cy="51"/>
              </a:xfrm>
            </p:grpSpPr>
            <p:sp>
              <p:nvSpPr>
                <p:cNvPr id="5164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4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4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618" name="Group 37"/>
            <p:cNvGrpSpPr>
              <a:grpSpLocks/>
            </p:cNvGrpSpPr>
            <p:nvPr/>
          </p:nvGrpSpPr>
          <p:grpSpPr bwMode="auto">
            <a:xfrm>
              <a:off x="101" y="2294"/>
              <a:ext cx="335" cy="347"/>
              <a:chOff x="101" y="2294"/>
              <a:chExt cx="335" cy="347"/>
            </a:xfrm>
          </p:grpSpPr>
          <p:sp>
            <p:nvSpPr>
              <p:cNvPr id="5161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2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2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2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2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2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2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2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627" name="Group 46"/>
              <p:cNvGrpSpPr>
                <a:grpSpLocks/>
              </p:cNvGrpSpPr>
              <p:nvPr/>
            </p:nvGrpSpPr>
            <p:grpSpPr bwMode="auto">
              <a:xfrm>
                <a:off x="101" y="2590"/>
                <a:ext cx="335" cy="51"/>
                <a:chOff x="101" y="2590"/>
                <a:chExt cx="335" cy="51"/>
              </a:xfrm>
            </p:grpSpPr>
            <p:sp>
              <p:nvSpPr>
                <p:cNvPr id="5162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2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3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1224" name="Group 50"/>
          <p:cNvGrpSpPr>
            <a:grpSpLocks/>
          </p:cNvGrpSpPr>
          <p:nvPr/>
        </p:nvGrpSpPr>
        <p:grpSpPr bwMode="auto">
          <a:xfrm>
            <a:off x="3357563" y="6081713"/>
            <a:ext cx="503237" cy="515937"/>
            <a:chOff x="3891" y="3616"/>
            <a:chExt cx="342" cy="353"/>
          </a:xfrm>
        </p:grpSpPr>
        <p:grpSp>
          <p:nvGrpSpPr>
            <p:cNvPr id="51591" name="Group 51"/>
            <p:cNvGrpSpPr>
              <a:grpSpLocks/>
            </p:cNvGrpSpPr>
            <p:nvPr/>
          </p:nvGrpSpPr>
          <p:grpSpPr bwMode="auto">
            <a:xfrm>
              <a:off x="3899" y="3622"/>
              <a:ext cx="334" cy="347"/>
              <a:chOff x="3899" y="3622"/>
              <a:chExt cx="334" cy="347"/>
            </a:xfrm>
          </p:grpSpPr>
          <p:sp>
            <p:nvSpPr>
              <p:cNvPr id="5160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0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0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0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0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1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1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1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613" name="Group 60"/>
              <p:cNvGrpSpPr>
                <a:grpSpLocks/>
              </p:cNvGrpSpPr>
              <p:nvPr/>
            </p:nvGrpSpPr>
            <p:grpSpPr bwMode="auto">
              <a:xfrm>
                <a:off x="3899" y="3918"/>
                <a:ext cx="334" cy="51"/>
                <a:chOff x="3899" y="3918"/>
                <a:chExt cx="334" cy="51"/>
              </a:xfrm>
            </p:grpSpPr>
            <p:sp>
              <p:nvSpPr>
                <p:cNvPr id="5161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1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1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592" name="Group 64"/>
            <p:cNvGrpSpPr>
              <a:grpSpLocks/>
            </p:cNvGrpSpPr>
            <p:nvPr/>
          </p:nvGrpSpPr>
          <p:grpSpPr bwMode="auto">
            <a:xfrm>
              <a:off x="3891" y="3616"/>
              <a:ext cx="334" cy="346"/>
              <a:chOff x="3891" y="3616"/>
              <a:chExt cx="334" cy="346"/>
            </a:xfrm>
          </p:grpSpPr>
          <p:sp>
            <p:nvSpPr>
              <p:cNvPr id="5159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9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9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9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9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9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9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60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601" name="Group 73"/>
              <p:cNvGrpSpPr>
                <a:grpSpLocks/>
              </p:cNvGrpSpPr>
              <p:nvPr/>
            </p:nvGrpSpPr>
            <p:grpSpPr bwMode="auto">
              <a:xfrm>
                <a:off x="3891" y="3912"/>
                <a:ext cx="334" cy="50"/>
                <a:chOff x="3891" y="3912"/>
                <a:chExt cx="334" cy="50"/>
              </a:xfrm>
            </p:grpSpPr>
            <p:sp>
              <p:nvSpPr>
                <p:cNvPr id="5160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0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60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1225" name="Group 77"/>
          <p:cNvGrpSpPr>
            <a:grpSpLocks/>
          </p:cNvGrpSpPr>
          <p:nvPr/>
        </p:nvGrpSpPr>
        <p:grpSpPr bwMode="auto">
          <a:xfrm>
            <a:off x="4627563" y="6065838"/>
            <a:ext cx="504825" cy="515937"/>
            <a:chOff x="4752" y="3605"/>
            <a:chExt cx="343" cy="353"/>
          </a:xfrm>
        </p:grpSpPr>
        <p:grpSp>
          <p:nvGrpSpPr>
            <p:cNvPr id="51565" name="Group 78"/>
            <p:cNvGrpSpPr>
              <a:grpSpLocks/>
            </p:cNvGrpSpPr>
            <p:nvPr/>
          </p:nvGrpSpPr>
          <p:grpSpPr bwMode="auto">
            <a:xfrm>
              <a:off x="4760" y="3612"/>
              <a:ext cx="335" cy="346"/>
              <a:chOff x="4760" y="3612"/>
              <a:chExt cx="335" cy="346"/>
            </a:xfrm>
          </p:grpSpPr>
          <p:sp>
            <p:nvSpPr>
              <p:cNvPr id="5157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8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8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8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8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8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8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8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87" name="Group 87"/>
              <p:cNvGrpSpPr>
                <a:grpSpLocks/>
              </p:cNvGrpSpPr>
              <p:nvPr/>
            </p:nvGrpSpPr>
            <p:grpSpPr bwMode="auto">
              <a:xfrm>
                <a:off x="4760" y="3907"/>
                <a:ext cx="335" cy="51"/>
                <a:chOff x="4760" y="3907"/>
                <a:chExt cx="335" cy="51"/>
              </a:xfrm>
            </p:grpSpPr>
            <p:sp>
              <p:nvSpPr>
                <p:cNvPr id="5158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8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9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566" name="Group 91"/>
            <p:cNvGrpSpPr>
              <a:grpSpLocks/>
            </p:cNvGrpSpPr>
            <p:nvPr/>
          </p:nvGrpSpPr>
          <p:grpSpPr bwMode="auto">
            <a:xfrm>
              <a:off x="4752" y="3605"/>
              <a:ext cx="334" cy="347"/>
              <a:chOff x="4752" y="3605"/>
              <a:chExt cx="334" cy="347"/>
            </a:xfrm>
          </p:grpSpPr>
          <p:sp>
            <p:nvSpPr>
              <p:cNvPr id="5156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6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6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7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7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7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7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7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75" name="Group 100"/>
              <p:cNvGrpSpPr>
                <a:grpSpLocks/>
              </p:cNvGrpSpPr>
              <p:nvPr/>
            </p:nvGrpSpPr>
            <p:grpSpPr bwMode="auto">
              <a:xfrm>
                <a:off x="4752" y="3901"/>
                <a:ext cx="334" cy="51"/>
                <a:chOff x="4752" y="3901"/>
                <a:chExt cx="334" cy="51"/>
              </a:xfrm>
            </p:grpSpPr>
            <p:sp>
              <p:nvSpPr>
                <p:cNvPr id="5157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7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7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1226" name="Group 104"/>
          <p:cNvGrpSpPr>
            <a:grpSpLocks/>
          </p:cNvGrpSpPr>
          <p:nvPr/>
        </p:nvGrpSpPr>
        <p:grpSpPr bwMode="auto">
          <a:xfrm>
            <a:off x="579438" y="2509838"/>
            <a:ext cx="504825" cy="517525"/>
            <a:chOff x="101" y="1539"/>
            <a:chExt cx="343" cy="352"/>
          </a:xfrm>
        </p:grpSpPr>
        <p:grpSp>
          <p:nvGrpSpPr>
            <p:cNvPr id="51539" name="Group 105"/>
            <p:cNvGrpSpPr>
              <a:grpSpLocks/>
            </p:cNvGrpSpPr>
            <p:nvPr/>
          </p:nvGrpSpPr>
          <p:grpSpPr bwMode="auto">
            <a:xfrm>
              <a:off x="109" y="1545"/>
              <a:ext cx="335" cy="346"/>
              <a:chOff x="109" y="1545"/>
              <a:chExt cx="335" cy="346"/>
            </a:xfrm>
          </p:grpSpPr>
          <p:sp>
            <p:nvSpPr>
              <p:cNvPr id="5155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5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5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5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5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5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5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6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61" name="Group 114"/>
              <p:cNvGrpSpPr>
                <a:grpSpLocks/>
              </p:cNvGrpSpPr>
              <p:nvPr/>
            </p:nvGrpSpPr>
            <p:grpSpPr bwMode="auto">
              <a:xfrm>
                <a:off x="109" y="1841"/>
                <a:ext cx="335" cy="50"/>
                <a:chOff x="109" y="1841"/>
                <a:chExt cx="335" cy="50"/>
              </a:xfrm>
            </p:grpSpPr>
            <p:sp>
              <p:nvSpPr>
                <p:cNvPr id="5156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6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6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540" name="Group 118"/>
            <p:cNvGrpSpPr>
              <a:grpSpLocks/>
            </p:cNvGrpSpPr>
            <p:nvPr/>
          </p:nvGrpSpPr>
          <p:grpSpPr bwMode="auto">
            <a:xfrm>
              <a:off x="101" y="1539"/>
              <a:ext cx="335" cy="346"/>
              <a:chOff x="101" y="1539"/>
              <a:chExt cx="335" cy="346"/>
            </a:xfrm>
          </p:grpSpPr>
          <p:sp>
            <p:nvSpPr>
              <p:cNvPr id="5154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4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4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4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4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4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4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4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49" name="Group 127"/>
              <p:cNvGrpSpPr>
                <a:grpSpLocks/>
              </p:cNvGrpSpPr>
              <p:nvPr/>
            </p:nvGrpSpPr>
            <p:grpSpPr bwMode="auto">
              <a:xfrm>
                <a:off x="101" y="1834"/>
                <a:ext cx="335" cy="51"/>
                <a:chOff x="101" y="1834"/>
                <a:chExt cx="335" cy="51"/>
              </a:xfrm>
            </p:grpSpPr>
            <p:sp>
              <p:nvSpPr>
                <p:cNvPr id="5155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5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5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1227" name="Group 131"/>
          <p:cNvGrpSpPr>
            <a:grpSpLocks/>
          </p:cNvGrpSpPr>
          <p:nvPr/>
        </p:nvGrpSpPr>
        <p:grpSpPr bwMode="auto">
          <a:xfrm>
            <a:off x="8158163" y="3657600"/>
            <a:ext cx="506412" cy="514350"/>
            <a:chOff x="5237" y="2322"/>
            <a:chExt cx="343" cy="352"/>
          </a:xfrm>
        </p:grpSpPr>
        <p:grpSp>
          <p:nvGrpSpPr>
            <p:cNvPr id="51513" name="Group 132"/>
            <p:cNvGrpSpPr>
              <a:grpSpLocks/>
            </p:cNvGrpSpPr>
            <p:nvPr/>
          </p:nvGrpSpPr>
          <p:grpSpPr bwMode="auto">
            <a:xfrm>
              <a:off x="5245" y="2328"/>
              <a:ext cx="335" cy="346"/>
              <a:chOff x="5245" y="2328"/>
              <a:chExt cx="335" cy="346"/>
            </a:xfrm>
          </p:grpSpPr>
          <p:sp>
            <p:nvSpPr>
              <p:cNvPr id="5152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2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2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3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3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3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3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3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35" name="Group 141"/>
              <p:cNvGrpSpPr>
                <a:grpSpLocks/>
              </p:cNvGrpSpPr>
              <p:nvPr/>
            </p:nvGrpSpPr>
            <p:grpSpPr bwMode="auto">
              <a:xfrm>
                <a:off x="5245" y="2624"/>
                <a:ext cx="335" cy="50"/>
                <a:chOff x="5245" y="2624"/>
                <a:chExt cx="335" cy="50"/>
              </a:xfrm>
            </p:grpSpPr>
            <p:sp>
              <p:nvSpPr>
                <p:cNvPr id="5153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3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3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514" name="Group 145"/>
            <p:cNvGrpSpPr>
              <a:grpSpLocks/>
            </p:cNvGrpSpPr>
            <p:nvPr/>
          </p:nvGrpSpPr>
          <p:grpSpPr bwMode="auto">
            <a:xfrm>
              <a:off x="5237" y="2322"/>
              <a:ext cx="335" cy="346"/>
              <a:chOff x="5237" y="2322"/>
              <a:chExt cx="335" cy="346"/>
            </a:xfrm>
          </p:grpSpPr>
          <p:sp>
            <p:nvSpPr>
              <p:cNvPr id="5151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1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1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1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1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2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2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2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23" name="Group 154"/>
              <p:cNvGrpSpPr>
                <a:grpSpLocks/>
              </p:cNvGrpSpPr>
              <p:nvPr/>
            </p:nvGrpSpPr>
            <p:grpSpPr bwMode="auto">
              <a:xfrm>
                <a:off x="5237" y="2617"/>
                <a:ext cx="335" cy="51"/>
                <a:chOff x="5237" y="2617"/>
                <a:chExt cx="335" cy="51"/>
              </a:xfrm>
            </p:grpSpPr>
            <p:sp>
              <p:nvSpPr>
                <p:cNvPr id="5152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2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2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1228" name="Group 158"/>
          <p:cNvGrpSpPr>
            <a:grpSpLocks/>
          </p:cNvGrpSpPr>
          <p:nvPr/>
        </p:nvGrpSpPr>
        <p:grpSpPr bwMode="auto">
          <a:xfrm>
            <a:off x="8158163" y="2581275"/>
            <a:ext cx="506412" cy="515938"/>
            <a:chOff x="5237" y="1587"/>
            <a:chExt cx="343" cy="353"/>
          </a:xfrm>
        </p:grpSpPr>
        <p:grpSp>
          <p:nvGrpSpPr>
            <p:cNvPr id="51487" name="Group 159"/>
            <p:cNvGrpSpPr>
              <a:grpSpLocks/>
            </p:cNvGrpSpPr>
            <p:nvPr/>
          </p:nvGrpSpPr>
          <p:grpSpPr bwMode="auto">
            <a:xfrm>
              <a:off x="5245" y="1594"/>
              <a:ext cx="335" cy="346"/>
              <a:chOff x="5245" y="1594"/>
              <a:chExt cx="335" cy="346"/>
            </a:xfrm>
          </p:grpSpPr>
          <p:sp>
            <p:nvSpPr>
              <p:cNvPr id="5150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0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0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0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0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0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0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50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09" name="Group 168"/>
              <p:cNvGrpSpPr>
                <a:grpSpLocks/>
              </p:cNvGrpSpPr>
              <p:nvPr/>
            </p:nvGrpSpPr>
            <p:grpSpPr bwMode="auto">
              <a:xfrm>
                <a:off x="5245" y="1889"/>
                <a:ext cx="335" cy="51"/>
                <a:chOff x="5245" y="1889"/>
                <a:chExt cx="335" cy="51"/>
              </a:xfrm>
            </p:grpSpPr>
            <p:sp>
              <p:nvSpPr>
                <p:cNvPr id="5151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1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1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488" name="Group 172"/>
            <p:cNvGrpSpPr>
              <a:grpSpLocks/>
            </p:cNvGrpSpPr>
            <p:nvPr/>
          </p:nvGrpSpPr>
          <p:grpSpPr bwMode="auto">
            <a:xfrm>
              <a:off x="5237" y="1587"/>
              <a:ext cx="335" cy="346"/>
              <a:chOff x="5237" y="1587"/>
              <a:chExt cx="335" cy="346"/>
            </a:xfrm>
          </p:grpSpPr>
          <p:sp>
            <p:nvSpPr>
              <p:cNvPr id="5148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9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9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9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9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9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9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9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497" name="Group 181"/>
              <p:cNvGrpSpPr>
                <a:grpSpLocks/>
              </p:cNvGrpSpPr>
              <p:nvPr/>
            </p:nvGrpSpPr>
            <p:grpSpPr bwMode="auto">
              <a:xfrm>
                <a:off x="5237" y="1883"/>
                <a:ext cx="335" cy="50"/>
                <a:chOff x="5237" y="1883"/>
                <a:chExt cx="335" cy="50"/>
              </a:xfrm>
            </p:grpSpPr>
            <p:sp>
              <p:nvSpPr>
                <p:cNvPr id="5149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9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50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1229"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30" name="Rectangle 186"/>
          <p:cNvSpPr>
            <a:spLocks noChangeArrowheads="1"/>
          </p:cNvSpPr>
          <p:nvPr/>
        </p:nvSpPr>
        <p:spPr bwMode="auto">
          <a:xfrm>
            <a:off x="2343150" y="2324100"/>
            <a:ext cx="917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a:t>
            </a:r>
            <a:endParaRPr kumimoji="1" lang="en-US" altLang="zh-CN" sz="2000">
              <a:solidFill>
                <a:srgbClr val="333399"/>
              </a:solidFill>
              <a:latin typeface="Arial" pitchFamily="34" charset="0"/>
            </a:endParaRPr>
          </a:p>
        </p:txBody>
      </p:sp>
      <p:sp>
        <p:nvSpPr>
          <p:cNvPr id="51231"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32" name="Rectangle 188"/>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1233"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34" name="Rectangle 190"/>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1235"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36" name="Rectangle 192"/>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1237"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1238" name="Group 194"/>
          <p:cNvGrpSpPr>
            <a:grpSpLocks/>
          </p:cNvGrpSpPr>
          <p:nvPr/>
        </p:nvGrpSpPr>
        <p:grpSpPr bwMode="auto">
          <a:xfrm>
            <a:off x="3822700" y="2630488"/>
            <a:ext cx="647700" cy="385762"/>
            <a:chOff x="2299" y="1622"/>
            <a:chExt cx="439" cy="262"/>
          </a:xfrm>
        </p:grpSpPr>
        <p:sp>
          <p:nvSpPr>
            <p:cNvPr id="5146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146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6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6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1466" name="Group 199"/>
            <p:cNvGrpSpPr>
              <a:grpSpLocks/>
            </p:cNvGrpSpPr>
            <p:nvPr/>
          </p:nvGrpSpPr>
          <p:grpSpPr bwMode="auto">
            <a:xfrm>
              <a:off x="2365" y="1640"/>
              <a:ext cx="304" cy="117"/>
              <a:chOff x="2365" y="1640"/>
              <a:chExt cx="304" cy="117"/>
            </a:xfrm>
          </p:grpSpPr>
          <p:grpSp>
            <p:nvGrpSpPr>
              <p:cNvPr id="51469" name="Group 200"/>
              <p:cNvGrpSpPr>
                <a:grpSpLocks/>
              </p:cNvGrpSpPr>
              <p:nvPr/>
            </p:nvGrpSpPr>
            <p:grpSpPr bwMode="auto">
              <a:xfrm>
                <a:off x="2365" y="1640"/>
                <a:ext cx="302" cy="115"/>
                <a:chOff x="2365" y="1640"/>
                <a:chExt cx="302" cy="115"/>
              </a:xfrm>
            </p:grpSpPr>
            <p:sp>
              <p:nvSpPr>
                <p:cNvPr id="5147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8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8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8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8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8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8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8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1470" name="Group 209"/>
              <p:cNvGrpSpPr>
                <a:grpSpLocks/>
              </p:cNvGrpSpPr>
              <p:nvPr/>
            </p:nvGrpSpPr>
            <p:grpSpPr bwMode="auto">
              <a:xfrm>
                <a:off x="2368" y="1643"/>
                <a:ext cx="301" cy="114"/>
                <a:chOff x="2368" y="1643"/>
                <a:chExt cx="301" cy="114"/>
              </a:xfrm>
            </p:grpSpPr>
            <p:sp>
              <p:nvSpPr>
                <p:cNvPr id="5147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7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7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7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7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7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7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7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146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6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239"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40" name="Rectangle 221"/>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1241"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42" name="Rectangle 223"/>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1243"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44"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45"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46"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47"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48" name="Rectangle 229"/>
          <p:cNvSpPr>
            <a:spLocks noChangeArrowheads="1"/>
          </p:cNvSpPr>
          <p:nvPr/>
        </p:nvSpPr>
        <p:spPr bwMode="auto">
          <a:xfrm>
            <a:off x="5976938" y="4222750"/>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1249"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50" name="Rectangle 231"/>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1251"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52" name="Rectangle 233"/>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1253"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54" name="Rectangle 235"/>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1255"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56" name="Rectangle 237"/>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1257"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1258"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59" name="Rectangle 240"/>
          <p:cNvSpPr>
            <a:spLocks noChangeArrowheads="1"/>
          </p:cNvSpPr>
          <p:nvPr/>
        </p:nvSpPr>
        <p:spPr bwMode="auto">
          <a:xfrm>
            <a:off x="6827838" y="3589338"/>
            <a:ext cx="91598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a:t>
            </a:r>
            <a:endParaRPr kumimoji="1" lang="en-US" altLang="zh-CN" sz="2000">
              <a:solidFill>
                <a:srgbClr val="333399"/>
              </a:solidFill>
              <a:latin typeface="Arial" pitchFamily="34" charset="0"/>
            </a:endParaRPr>
          </a:p>
        </p:txBody>
      </p:sp>
      <p:sp>
        <p:nvSpPr>
          <p:cNvPr id="51260"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1261" name="Group 242"/>
          <p:cNvGrpSpPr>
            <a:grpSpLocks/>
          </p:cNvGrpSpPr>
          <p:nvPr/>
        </p:nvGrpSpPr>
        <p:grpSpPr bwMode="auto">
          <a:xfrm>
            <a:off x="2222500" y="4386263"/>
            <a:ext cx="649288" cy="384175"/>
            <a:chOff x="1304" y="2569"/>
            <a:chExt cx="439" cy="262"/>
          </a:xfrm>
        </p:grpSpPr>
        <p:sp>
          <p:nvSpPr>
            <p:cNvPr id="5143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143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3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4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1441" name="Group 247"/>
            <p:cNvGrpSpPr>
              <a:grpSpLocks/>
            </p:cNvGrpSpPr>
            <p:nvPr/>
          </p:nvGrpSpPr>
          <p:grpSpPr bwMode="auto">
            <a:xfrm>
              <a:off x="1371" y="2587"/>
              <a:ext cx="304" cy="117"/>
              <a:chOff x="1371" y="2587"/>
              <a:chExt cx="304" cy="117"/>
            </a:xfrm>
          </p:grpSpPr>
          <p:grpSp>
            <p:nvGrpSpPr>
              <p:cNvPr id="51444" name="Group 248"/>
              <p:cNvGrpSpPr>
                <a:grpSpLocks/>
              </p:cNvGrpSpPr>
              <p:nvPr/>
            </p:nvGrpSpPr>
            <p:grpSpPr bwMode="auto">
              <a:xfrm>
                <a:off x="1371" y="2587"/>
                <a:ext cx="301" cy="115"/>
                <a:chOff x="1371" y="2587"/>
                <a:chExt cx="301" cy="115"/>
              </a:xfrm>
            </p:grpSpPr>
            <p:sp>
              <p:nvSpPr>
                <p:cNvPr id="5145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6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6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1445" name="Group 257"/>
              <p:cNvGrpSpPr>
                <a:grpSpLocks/>
              </p:cNvGrpSpPr>
              <p:nvPr/>
            </p:nvGrpSpPr>
            <p:grpSpPr bwMode="auto">
              <a:xfrm>
                <a:off x="1373" y="2590"/>
                <a:ext cx="302" cy="114"/>
                <a:chOff x="1373" y="2590"/>
                <a:chExt cx="302" cy="114"/>
              </a:xfrm>
            </p:grpSpPr>
            <p:sp>
              <p:nvSpPr>
                <p:cNvPr id="5144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4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4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4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5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144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4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262" name="Group 268"/>
          <p:cNvGrpSpPr>
            <a:grpSpLocks/>
          </p:cNvGrpSpPr>
          <p:nvPr/>
        </p:nvGrpSpPr>
        <p:grpSpPr bwMode="auto">
          <a:xfrm>
            <a:off x="5126038" y="4386263"/>
            <a:ext cx="649287" cy="384175"/>
            <a:chOff x="3488" y="2569"/>
            <a:chExt cx="439" cy="262"/>
          </a:xfrm>
        </p:grpSpPr>
        <p:sp>
          <p:nvSpPr>
            <p:cNvPr id="5141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141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1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1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1416" name="Group 273"/>
            <p:cNvGrpSpPr>
              <a:grpSpLocks/>
            </p:cNvGrpSpPr>
            <p:nvPr/>
          </p:nvGrpSpPr>
          <p:grpSpPr bwMode="auto">
            <a:xfrm>
              <a:off x="3555" y="2587"/>
              <a:ext cx="304" cy="117"/>
              <a:chOff x="3555" y="2587"/>
              <a:chExt cx="304" cy="117"/>
            </a:xfrm>
          </p:grpSpPr>
          <p:grpSp>
            <p:nvGrpSpPr>
              <p:cNvPr id="51419" name="Group 274"/>
              <p:cNvGrpSpPr>
                <a:grpSpLocks/>
              </p:cNvGrpSpPr>
              <p:nvPr/>
            </p:nvGrpSpPr>
            <p:grpSpPr bwMode="auto">
              <a:xfrm>
                <a:off x="3555" y="2587"/>
                <a:ext cx="301" cy="115"/>
                <a:chOff x="3555" y="2587"/>
                <a:chExt cx="301" cy="115"/>
              </a:xfrm>
            </p:grpSpPr>
            <p:sp>
              <p:nvSpPr>
                <p:cNvPr id="5142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3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3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3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3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3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3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3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1420" name="Group 283"/>
              <p:cNvGrpSpPr>
                <a:grpSpLocks/>
              </p:cNvGrpSpPr>
              <p:nvPr/>
            </p:nvGrpSpPr>
            <p:grpSpPr bwMode="auto">
              <a:xfrm>
                <a:off x="3557" y="2590"/>
                <a:ext cx="302" cy="114"/>
                <a:chOff x="3557" y="2590"/>
                <a:chExt cx="302" cy="114"/>
              </a:xfrm>
            </p:grpSpPr>
            <p:sp>
              <p:nvSpPr>
                <p:cNvPr id="5142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2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2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2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2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2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2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2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141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1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263"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1264"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1265"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66"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67"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68"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1269"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70" name="Rectangle 301"/>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1271"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72" name="Rectangle 303"/>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1273"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74" name="Rectangle 305"/>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1275"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76" name="Rectangle 307"/>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1277"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78" name="Rectangle 309"/>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1279"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80" name="Rectangle 311"/>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1281"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82" name="Rectangle 313"/>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1283"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84" name="Rectangle 315"/>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1285"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86" name="Rectangle 317"/>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1287"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88"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89"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1290"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91" name="Rectangle 322"/>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1292"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93" name="Rectangle 324"/>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1294"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95" name="Rectangle 326"/>
          <p:cNvSpPr>
            <a:spLocks noChangeArrowheads="1"/>
          </p:cNvSpPr>
          <p:nvPr/>
        </p:nvSpPr>
        <p:spPr bwMode="auto">
          <a:xfrm>
            <a:off x="1592263" y="3079750"/>
            <a:ext cx="915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a:t>
            </a:r>
            <a:endParaRPr kumimoji="1" lang="en-US" altLang="zh-CN" sz="2000">
              <a:solidFill>
                <a:srgbClr val="333399"/>
              </a:solidFill>
              <a:latin typeface="Arial" pitchFamily="34" charset="0"/>
            </a:endParaRPr>
          </a:p>
        </p:txBody>
      </p:sp>
      <p:sp>
        <p:nvSpPr>
          <p:cNvPr id="51296"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97" name="Rectangle 328"/>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1298"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299"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00" name="Rectangle 331"/>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1301"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02" name="Rectangle 333"/>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1303" name="Rectangle 334"/>
          <p:cNvSpPr>
            <a:spLocks noChangeArrowheads="1"/>
          </p:cNvSpPr>
          <p:nvPr/>
        </p:nvSpPr>
        <p:spPr bwMode="auto">
          <a:xfrm>
            <a:off x="3832225" y="4222750"/>
            <a:ext cx="9175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a:t>
            </a:r>
            <a:endParaRPr kumimoji="1" lang="en-US" altLang="zh-CN" sz="2000">
              <a:solidFill>
                <a:srgbClr val="333399"/>
              </a:solidFill>
              <a:latin typeface="Arial" pitchFamily="34" charset="0"/>
            </a:endParaRPr>
          </a:p>
        </p:txBody>
      </p:sp>
      <p:sp>
        <p:nvSpPr>
          <p:cNvPr id="51304"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05" name="Rectangle 336"/>
          <p:cNvSpPr>
            <a:spLocks noChangeArrowheads="1"/>
          </p:cNvSpPr>
          <p:nvPr/>
        </p:nvSpPr>
        <p:spPr bwMode="auto">
          <a:xfrm>
            <a:off x="3548063" y="3714750"/>
            <a:ext cx="9175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a:t>
            </a:r>
            <a:endParaRPr kumimoji="1" lang="en-US" altLang="zh-CN" sz="2000">
              <a:solidFill>
                <a:srgbClr val="333399"/>
              </a:solidFill>
              <a:latin typeface="Arial" pitchFamily="34" charset="0"/>
            </a:endParaRPr>
          </a:p>
        </p:txBody>
      </p:sp>
      <p:sp>
        <p:nvSpPr>
          <p:cNvPr id="51306"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07" name="Rectangle 338"/>
          <p:cNvSpPr>
            <a:spLocks noChangeArrowheads="1"/>
          </p:cNvSpPr>
          <p:nvPr/>
        </p:nvSpPr>
        <p:spPr bwMode="auto">
          <a:xfrm>
            <a:off x="5243513" y="3308350"/>
            <a:ext cx="9144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a:t>
            </a:r>
            <a:endParaRPr kumimoji="1" lang="en-US" altLang="zh-CN" sz="2000">
              <a:solidFill>
                <a:srgbClr val="333399"/>
              </a:solidFill>
              <a:latin typeface="Arial" pitchFamily="34" charset="0"/>
            </a:endParaRPr>
          </a:p>
        </p:txBody>
      </p:sp>
      <p:sp>
        <p:nvSpPr>
          <p:cNvPr id="51308" name="Line 339"/>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9" name="Rectangle 340"/>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1310" name="Picture 3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311" name="Line 342"/>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12" name="Line 343"/>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13" name="Line 344"/>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14"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1315" name="Rectangle 346"/>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1316" name="Rectangle 347"/>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1317" name="Line 348"/>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18" name="Rectangle 349"/>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1319" name="Line 350"/>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20" name="Line 351"/>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21"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1322" name="Group 353"/>
          <p:cNvGrpSpPr>
            <a:grpSpLocks/>
          </p:cNvGrpSpPr>
          <p:nvPr/>
        </p:nvGrpSpPr>
        <p:grpSpPr bwMode="auto">
          <a:xfrm>
            <a:off x="3105150" y="898525"/>
            <a:ext cx="506413" cy="514350"/>
            <a:chOff x="1813" y="593"/>
            <a:chExt cx="343" cy="352"/>
          </a:xfrm>
        </p:grpSpPr>
        <p:grpSp>
          <p:nvGrpSpPr>
            <p:cNvPr id="51386" name="Group 354"/>
            <p:cNvGrpSpPr>
              <a:grpSpLocks/>
            </p:cNvGrpSpPr>
            <p:nvPr/>
          </p:nvGrpSpPr>
          <p:grpSpPr bwMode="auto">
            <a:xfrm>
              <a:off x="1821" y="599"/>
              <a:ext cx="335" cy="346"/>
              <a:chOff x="1821" y="599"/>
              <a:chExt cx="335" cy="346"/>
            </a:xfrm>
          </p:grpSpPr>
          <p:sp>
            <p:nvSpPr>
              <p:cNvPr id="5140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0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0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0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0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0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0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40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408" name="Group 363"/>
              <p:cNvGrpSpPr>
                <a:grpSpLocks/>
              </p:cNvGrpSpPr>
              <p:nvPr/>
            </p:nvGrpSpPr>
            <p:grpSpPr bwMode="auto">
              <a:xfrm>
                <a:off x="1821" y="895"/>
                <a:ext cx="335" cy="50"/>
                <a:chOff x="1821" y="895"/>
                <a:chExt cx="335" cy="50"/>
              </a:xfrm>
            </p:grpSpPr>
            <p:sp>
              <p:nvSpPr>
                <p:cNvPr id="5140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1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41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387" name="Group 367"/>
            <p:cNvGrpSpPr>
              <a:grpSpLocks/>
            </p:cNvGrpSpPr>
            <p:nvPr/>
          </p:nvGrpSpPr>
          <p:grpSpPr bwMode="auto">
            <a:xfrm>
              <a:off x="1813" y="593"/>
              <a:ext cx="335" cy="346"/>
              <a:chOff x="1813" y="593"/>
              <a:chExt cx="335" cy="346"/>
            </a:xfrm>
          </p:grpSpPr>
          <p:sp>
            <p:nvSpPr>
              <p:cNvPr id="5138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8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9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9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9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9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9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9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96" name="Group 376"/>
              <p:cNvGrpSpPr>
                <a:grpSpLocks/>
              </p:cNvGrpSpPr>
              <p:nvPr/>
            </p:nvGrpSpPr>
            <p:grpSpPr bwMode="auto">
              <a:xfrm>
                <a:off x="1813" y="888"/>
                <a:ext cx="335" cy="51"/>
                <a:chOff x="1813" y="888"/>
                <a:chExt cx="335" cy="51"/>
              </a:xfrm>
            </p:grpSpPr>
            <p:sp>
              <p:nvSpPr>
                <p:cNvPr id="5139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9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9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1323" name="Line 380"/>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24" name="Line 381"/>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25"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1326" name="Group 383"/>
          <p:cNvGrpSpPr>
            <a:grpSpLocks/>
          </p:cNvGrpSpPr>
          <p:nvPr/>
        </p:nvGrpSpPr>
        <p:grpSpPr bwMode="auto">
          <a:xfrm>
            <a:off x="4662488" y="898525"/>
            <a:ext cx="506412" cy="514350"/>
            <a:chOff x="2868" y="593"/>
            <a:chExt cx="343" cy="352"/>
          </a:xfrm>
        </p:grpSpPr>
        <p:grpSp>
          <p:nvGrpSpPr>
            <p:cNvPr id="51360" name="Group 384"/>
            <p:cNvGrpSpPr>
              <a:grpSpLocks/>
            </p:cNvGrpSpPr>
            <p:nvPr/>
          </p:nvGrpSpPr>
          <p:grpSpPr bwMode="auto">
            <a:xfrm>
              <a:off x="2877" y="599"/>
              <a:ext cx="334" cy="346"/>
              <a:chOff x="2877" y="599"/>
              <a:chExt cx="334" cy="346"/>
            </a:xfrm>
          </p:grpSpPr>
          <p:sp>
            <p:nvSpPr>
              <p:cNvPr id="5137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7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7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7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7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7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8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8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82" name="Group 393"/>
              <p:cNvGrpSpPr>
                <a:grpSpLocks/>
              </p:cNvGrpSpPr>
              <p:nvPr/>
            </p:nvGrpSpPr>
            <p:grpSpPr bwMode="auto">
              <a:xfrm>
                <a:off x="2877" y="895"/>
                <a:ext cx="334" cy="50"/>
                <a:chOff x="2877" y="895"/>
                <a:chExt cx="334" cy="50"/>
              </a:xfrm>
            </p:grpSpPr>
            <p:sp>
              <p:nvSpPr>
                <p:cNvPr id="5138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8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8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361" name="Group 397"/>
            <p:cNvGrpSpPr>
              <a:grpSpLocks/>
            </p:cNvGrpSpPr>
            <p:nvPr/>
          </p:nvGrpSpPr>
          <p:grpSpPr bwMode="auto">
            <a:xfrm>
              <a:off x="2868" y="593"/>
              <a:ext cx="335" cy="346"/>
              <a:chOff x="2868" y="593"/>
              <a:chExt cx="335" cy="346"/>
            </a:xfrm>
          </p:grpSpPr>
          <p:sp>
            <p:nvSpPr>
              <p:cNvPr id="5136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6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6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6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6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6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6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6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70" name="Group 406"/>
              <p:cNvGrpSpPr>
                <a:grpSpLocks/>
              </p:cNvGrpSpPr>
              <p:nvPr/>
            </p:nvGrpSpPr>
            <p:grpSpPr bwMode="auto">
              <a:xfrm>
                <a:off x="2868" y="888"/>
                <a:ext cx="335" cy="51"/>
                <a:chOff x="2868" y="888"/>
                <a:chExt cx="335" cy="51"/>
              </a:xfrm>
            </p:grpSpPr>
            <p:sp>
              <p:nvSpPr>
                <p:cNvPr id="5137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7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7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1327"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1328" name="Group 411"/>
          <p:cNvGrpSpPr>
            <a:grpSpLocks/>
          </p:cNvGrpSpPr>
          <p:nvPr/>
        </p:nvGrpSpPr>
        <p:grpSpPr bwMode="auto">
          <a:xfrm>
            <a:off x="6207125" y="898525"/>
            <a:ext cx="506413" cy="514350"/>
            <a:chOff x="3915" y="593"/>
            <a:chExt cx="343" cy="352"/>
          </a:xfrm>
        </p:grpSpPr>
        <p:grpSp>
          <p:nvGrpSpPr>
            <p:cNvPr id="51334" name="Group 412"/>
            <p:cNvGrpSpPr>
              <a:grpSpLocks/>
            </p:cNvGrpSpPr>
            <p:nvPr/>
          </p:nvGrpSpPr>
          <p:grpSpPr bwMode="auto">
            <a:xfrm>
              <a:off x="3924" y="599"/>
              <a:ext cx="334" cy="346"/>
              <a:chOff x="3924" y="599"/>
              <a:chExt cx="334" cy="346"/>
            </a:xfrm>
          </p:grpSpPr>
          <p:sp>
            <p:nvSpPr>
              <p:cNvPr id="5134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4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5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5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5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5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5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5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56" name="Group 421"/>
              <p:cNvGrpSpPr>
                <a:grpSpLocks/>
              </p:cNvGrpSpPr>
              <p:nvPr/>
            </p:nvGrpSpPr>
            <p:grpSpPr bwMode="auto">
              <a:xfrm>
                <a:off x="3924" y="895"/>
                <a:ext cx="334" cy="50"/>
                <a:chOff x="3924" y="895"/>
                <a:chExt cx="334" cy="50"/>
              </a:xfrm>
            </p:grpSpPr>
            <p:sp>
              <p:nvSpPr>
                <p:cNvPr id="5135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5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5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1335" name="Group 425"/>
            <p:cNvGrpSpPr>
              <a:grpSpLocks/>
            </p:cNvGrpSpPr>
            <p:nvPr/>
          </p:nvGrpSpPr>
          <p:grpSpPr bwMode="auto">
            <a:xfrm>
              <a:off x="3915" y="593"/>
              <a:ext cx="335" cy="346"/>
              <a:chOff x="3915" y="593"/>
              <a:chExt cx="335" cy="346"/>
            </a:xfrm>
          </p:grpSpPr>
          <p:sp>
            <p:nvSpPr>
              <p:cNvPr id="5133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3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3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3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4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4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4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134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44" name="Group 434"/>
              <p:cNvGrpSpPr>
                <a:grpSpLocks/>
              </p:cNvGrpSpPr>
              <p:nvPr/>
            </p:nvGrpSpPr>
            <p:grpSpPr bwMode="auto">
              <a:xfrm>
                <a:off x="3915" y="888"/>
                <a:ext cx="335" cy="51"/>
                <a:chOff x="3915" y="888"/>
                <a:chExt cx="335" cy="51"/>
              </a:xfrm>
            </p:grpSpPr>
            <p:sp>
              <p:nvSpPr>
                <p:cNvPr id="5134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4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134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1329" name="Text Box 438"/>
          <p:cNvSpPr txBox="1">
            <a:spLocks noChangeArrowheads="1"/>
          </p:cNvSpPr>
          <p:nvPr/>
        </p:nvSpPr>
        <p:spPr bwMode="auto">
          <a:xfrm>
            <a:off x="900113" y="327025"/>
            <a:ext cx="6408737" cy="1382713"/>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rgbClr val="333399"/>
                </a:solidFill>
                <a:latin typeface="Arial" pitchFamily="34" charset="0"/>
              </a:rPr>
              <a:t>在同一个局域网上的主机或路由器的</a:t>
            </a:r>
          </a:p>
          <a:p>
            <a:pPr algn="ctr" eaLnBrk="1" hangingPunct="1"/>
            <a:r>
              <a:rPr lang="en-US" altLang="zh-CN">
                <a:solidFill>
                  <a:srgbClr val="333399"/>
                </a:solidFill>
                <a:latin typeface="Arial" pitchFamily="34" charset="0"/>
              </a:rPr>
              <a:t>IP </a:t>
            </a:r>
            <a:r>
              <a:rPr lang="zh-CN" altLang="en-US">
                <a:solidFill>
                  <a:srgbClr val="333399"/>
                </a:solidFill>
                <a:latin typeface="Arial" pitchFamily="34" charset="0"/>
              </a:rPr>
              <a:t>地址中的网络号必须是一样的。</a:t>
            </a:r>
          </a:p>
          <a:p>
            <a:pPr algn="ctr" eaLnBrk="1" hangingPunct="1"/>
            <a:r>
              <a:rPr lang="zh-CN" altLang="en-US">
                <a:solidFill>
                  <a:srgbClr val="333399"/>
                </a:solidFill>
                <a:latin typeface="Arial" pitchFamily="34" charset="0"/>
              </a:rPr>
              <a:t>图中的网络号就是 </a:t>
            </a:r>
            <a:r>
              <a:rPr lang="en-US" altLang="zh-CN">
                <a:solidFill>
                  <a:srgbClr val="333399"/>
                </a:solidFill>
                <a:latin typeface="Arial" pitchFamily="34" charset="0"/>
              </a:rPr>
              <a:t>IP </a:t>
            </a:r>
            <a:r>
              <a:rPr lang="zh-CN" altLang="en-US">
                <a:solidFill>
                  <a:srgbClr val="333399"/>
                </a:solidFill>
                <a:latin typeface="Arial" pitchFamily="34" charset="0"/>
              </a:rPr>
              <a:t>地址中的 </a:t>
            </a:r>
            <a:r>
              <a:rPr lang="en-US" altLang="zh-CN">
                <a:solidFill>
                  <a:srgbClr val="333399"/>
                </a:solidFill>
                <a:latin typeface="Arial" pitchFamily="34" charset="0"/>
              </a:rPr>
              <a:t>net-id</a:t>
            </a:r>
          </a:p>
        </p:txBody>
      </p:sp>
      <p:grpSp>
        <p:nvGrpSpPr>
          <p:cNvPr id="446910" name="Group 446"/>
          <p:cNvGrpSpPr>
            <a:grpSpLocks/>
          </p:cNvGrpSpPr>
          <p:nvPr/>
        </p:nvGrpSpPr>
        <p:grpSpPr bwMode="auto">
          <a:xfrm>
            <a:off x="373063" y="3411538"/>
            <a:ext cx="2103437" cy="1708150"/>
            <a:chOff x="235" y="2149"/>
            <a:chExt cx="1325" cy="1076"/>
          </a:xfrm>
        </p:grpSpPr>
        <p:sp>
          <p:nvSpPr>
            <p:cNvPr id="51331" name="Line 440"/>
            <p:cNvSpPr>
              <a:spLocks noChangeShapeType="1"/>
            </p:cNvSpPr>
            <p:nvPr/>
          </p:nvSpPr>
          <p:spPr bwMode="auto">
            <a:xfrm>
              <a:off x="235" y="2149"/>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32" name="Line 443"/>
            <p:cNvSpPr>
              <a:spLocks noChangeShapeType="1"/>
            </p:cNvSpPr>
            <p:nvPr/>
          </p:nvSpPr>
          <p:spPr bwMode="auto">
            <a:xfrm>
              <a:off x="246" y="2841"/>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33" name="Line 445"/>
            <p:cNvSpPr>
              <a:spLocks noChangeShapeType="1"/>
            </p:cNvSpPr>
            <p:nvPr/>
          </p:nvSpPr>
          <p:spPr bwMode="auto">
            <a:xfrm>
              <a:off x="1015" y="3225"/>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691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691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2226" name="AutoShape 2"/>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227" name="Rectangle 3"/>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52228" name="Freeform 4"/>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29" name="Line 5"/>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230" name="Line 6"/>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231" name="Freeform 7"/>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232" name="Freeform 8"/>
          <p:cNvSpPr>
            <a:spLocks/>
          </p:cNvSpPr>
          <p:nvPr/>
        </p:nvSpPr>
        <p:spPr bwMode="auto">
          <a:xfrm>
            <a:off x="3213100" y="4514850"/>
            <a:ext cx="1679575" cy="255588"/>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33" name="Line 9"/>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234" name="Freeform 10"/>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35" name="Freeform 11"/>
          <p:cNvSpPr>
            <a:spLocks/>
          </p:cNvSpPr>
          <p:nvPr/>
        </p:nvSpPr>
        <p:spPr bwMode="auto">
          <a:xfrm>
            <a:off x="2754313" y="3086100"/>
            <a:ext cx="1092200" cy="1090613"/>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36" name="Freeform 12"/>
          <p:cNvSpPr>
            <a:spLocks/>
          </p:cNvSpPr>
          <p:nvPr/>
        </p:nvSpPr>
        <p:spPr bwMode="auto">
          <a:xfrm>
            <a:off x="4357688" y="3081338"/>
            <a:ext cx="971550" cy="12207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37"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38" name="Freeform 14"/>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39"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40" name="Freeform 16"/>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2241" name="Freeform 17"/>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42" name="Freeform 18"/>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243"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44"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45" name="Rectangle 21"/>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2246"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2247" name="Group 23"/>
          <p:cNvGrpSpPr>
            <a:grpSpLocks/>
          </p:cNvGrpSpPr>
          <p:nvPr/>
        </p:nvGrpSpPr>
        <p:grpSpPr bwMode="auto">
          <a:xfrm>
            <a:off x="579438" y="3616325"/>
            <a:ext cx="504825" cy="515938"/>
            <a:chOff x="101" y="2294"/>
            <a:chExt cx="343" cy="353"/>
          </a:xfrm>
        </p:grpSpPr>
        <p:grpSp>
          <p:nvGrpSpPr>
            <p:cNvPr id="52642" name="Group 24"/>
            <p:cNvGrpSpPr>
              <a:grpSpLocks/>
            </p:cNvGrpSpPr>
            <p:nvPr/>
          </p:nvGrpSpPr>
          <p:grpSpPr bwMode="auto">
            <a:xfrm>
              <a:off x="109" y="2301"/>
              <a:ext cx="335" cy="346"/>
              <a:chOff x="109" y="2301"/>
              <a:chExt cx="335" cy="346"/>
            </a:xfrm>
          </p:grpSpPr>
          <p:sp>
            <p:nvSpPr>
              <p:cNvPr id="52656"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57"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58"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59"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60"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61"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62"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63"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664" name="Group 33"/>
              <p:cNvGrpSpPr>
                <a:grpSpLocks/>
              </p:cNvGrpSpPr>
              <p:nvPr/>
            </p:nvGrpSpPr>
            <p:grpSpPr bwMode="auto">
              <a:xfrm>
                <a:off x="109" y="2596"/>
                <a:ext cx="335" cy="51"/>
                <a:chOff x="109" y="2596"/>
                <a:chExt cx="335" cy="51"/>
              </a:xfrm>
            </p:grpSpPr>
            <p:sp>
              <p:nvSpPr>
                <p:cNvPr id="52665"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66"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67"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643" name="Group 37"/>
            <p:cNvGrpSpPr>
              <a:grpSpLocks/>
            </p:cNvGrpSpPr>
            <p:nvPr/>
          </p:nvGrpSpPr>
          <p:grpSpPr bwMode="auto">
            <a:xfrm>
              <a:off x="101" y="2294"/>
              <a:ext cx="335" cy="347"/>
              <a:chOff x="101" y="2294"/>
              <a:chExt cx="335" cy="347"/>
            </a:xfrm>
          </p:grpSpPr>
          <p:sp>
            <p:nvSpPr>
              <p:cNvPr id="52644"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45"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46"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47"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48"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49"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50"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51"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652" name="Group 46"/>
              <p:cNvGrpSpPr>
                <a:grpSpLocks/>
              </p:cNvGrpSpPr>
              <p:nvPr/>
            </p:nvGrpSpPr>
            <p:grpSpPr bwMode="auto">
              <a:xfrm>
                <a:off x="101" y="2590"/>
                <a:ext cx="335" cy="51"/>
                <a:chOff x="101" y="2590"/>
                <a:chExt cx="335" cy="51"/>
              </a:xfrm>
            </p:grpSpPr>
            <p:sp>
              <p:nvSpPr>
                <p:cNvPr id="52653"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54"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55"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2248" name="Group 50"/>
          <p:cNvGrpSpPr>
            <a:grpSpLocks/>
          </p:cNvGrpSpPr>
          <p:nvPr/>
        </p:nvGrpSpPr>
        <p:grpSpPr bwMode="auto">
          <a:xfrm>
            <a:off x="3357563" y="6081713"/>
            <a:ext cx="503237" cy="515937"/>
            <a:chOff x="3891" y="3616"/>
            <a:chExt cx="342" cy="353"/>
          </a:xfrm>
        </p:grpSpPr>
        <p:grpSp>
          <p:nvGrpSpPr>
            <p:cNvPr id="52616" name="Group 51"/>
            <p:cNvGrpSpPr>
              <a:grpSpLocks/>
            </p:cNvGrpSpPr>
            <p:nvPr/>
          </p:nvGrpSpPr>
          <p:grpSpPr bwMode="auto">
            <a:xfrm>
              <a:off x="3899" y="3622"/>
              <a:ext cx="334" cy="347"/>
              <a:chOff x="3899" y="3622"/>
              <a:chExt cx="334" cy="347"/>
            </a:xfrm>
          </p:grpSpPr>
          <p:sp>
            <p:nvSpPr>
              <p:cNvPr id="52630"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31"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32"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33"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34"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35"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36"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37"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638" name="Group 60"/>
              <p:cNvGrpSpPr>
                <a:grpSpLocks/>
              </p:cNvGrpSpPr>
              <p:nvPr/>
            </p:nvGrpSpPr>
            <p:grpSpPr bwMode="auto">
              <a:xfrm>
                <a:off x="3899" y="3918"/>
                <a:ext cx="334" cy="51"/>
                <a:chOff x="3899" y="3918"/>
                <a:chExt cx="334" cy="51"/>
              </a:xfrm>
            </p:grpSpPr>
            <p:sp>
              <p:nvSpPr>
                <p:cNvPr id="52639"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40"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41"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617" name="Group 64"/>
            <p:cNvGrpSpPr>
              <a:grpSpLocks/>
            </p:cNvGrpSpPr>
            <p:nvPr/>
          </p:nvGrpSpPr>
          <p:grpSpPr bwMode="auto">
            <a:xfrm>
              <a:off x="3891" y="3616"/>
              <a:ext cx="334" cy="346"/>
              <a:chOff x="3891" y="3616"/>
              <a:chExt cx="334" cy="346"/>
            </a:xfrm>
          </p:grpSpPr>
          <p:sp>
            <p:nvSpPr>
              <p:cNvPr id="52618"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19"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20"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21"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22"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23"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24"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25"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626" name="Group 73"/>
              <p:cNvGrpSpPr>
                <a:grpSpLocks/>
              </p:cNvGrpSpPr>
              <p:nvPr/>
            </p:nvGrpSpPr>
            <p:grpSpPr bwMode="auto">
              <a:xfrm>
                <a:off x="3891" y="3912"/>
                <a:ext cx="334" cy="50"/>
                <a:chOff x="3891" y="3912"/>
                <a:chExt cx="334" cy="50"/>
              </a:xfrm>
            </p:grpSpPr>
            <p:sp>
              <p:nvSpPr>
                <p:cNvPr id="52627"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28"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29"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2249" name="Group 77"/>
          <p:cNvGrpSpPr>
            <a:grpSpLocks/>
          </p:cNvGrpSpPr>
          <p:nvPr/>
        </p:nvGrpSpPr>
        <p:grpSpPr bwMode="auto">
          <a:xfrm>
            <a:off x="4627563" y="6065838"/>
            <a:ext cx="504825" cy="515937"/>
            <a:chOff x="4752" y="3605"/>
            <a:chExt cx="343" cy="353"/>
          </a:xfrm>
        </p:grpSpPr>
        <p:grpSp>
          <p:nvGrpSpPr>
            <p:cNvPr id="52590" name="Group 78"/>
            <p:cNvGrpSpPr>
              <a:grpSpLocks/>
            </p:cNvGrpSpPr>
            <p:nvPr/>
          </p:nvGrpSpPr>
          <p:grpSpPr bwMode="auto">
            <a:xfrm>
              <a:off x="4760" y="3612"/>
              <a:ext cx="335" cy="346"/>
              <a:chOff x="4760" y="3612"/>
              <a:chExt cx="335" cy="346"/>
            </a:xfrm>
          </p:grpSpPr>
          <p:sp>
            <p:nvSpPr>
              <p:cNvPr id="52604"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05"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06"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07"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08"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09"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10"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611"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612" name="Group 87"/>
              <p:cNvGrpSpPr>
                <a:grpSpLocks/>
              </p:cNvGrpSpPr>
              <p:nvPr/>
            </p:nvGrpSpPr>
            <p:grpSpPr bwMode="auto">
              <a:xfrm>
                <a:off x="4760" y="3907"/>
                <a:ext cx="335" cy="51"/>
                <a:chOff x="4760" y="3907"/>
                <a:chExt cx="335" cy="51"/>
              </a:xfrm>
            </p:grpSpPr>
            <p:sp>
              <p:nvSpPr>
                <p:cNvPr id="52613"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14"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15"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591" name="Group 91"/>
            <p:cNvGrpSpPr>
              <a:grpSpLocks/>
            </p:cNvGrpSpPr>
            <p:nvPr/>
          </p:nvGrpSpPr>
          <p:grpSpPr bwMode="auto">
            <a:xfrm>
              <a:off x="4752" y="3605"/>
              <a:ext cx="334" cy="347"/>
              <a:chOff x="4752" y="3605"/>
              <a:chExt cx="334" cy="347"/>
            </a:xfrm>
          </p:grpSpPr>
          <p:sp>
            <p:nvSpPr>
              <p:cNvPr id="52592"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93"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94"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95"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96"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97"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98"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99"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600" name="Group 100"/>
              <p:cNvGrpSpPr>
                <a:grpSpLocks/>
              </p:cNvGrpSpPr>
              <p:nvPr/>
            </p:nvGrpSpPr>
            <p:grpSpPr bwMode="auto">
              <a:xfrm>
                <a:off x="4752" y="3901"/>
                <a:ext cx="334" cy="51"/>
                <a:chOff x="4752" y="3901"/>
                <a:chExt cx="334" cy="51"/>
              </a:xfrm>
            </p:grpSpPr>
            <p:sp>
              <p:nvSpPr>
                <p:cNvPr id="52601"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02"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603"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2250" name="Group 104"/>
          <p:cNvGrpSpPr>
            <a:grpSpLocks/>
          </p:cNvGrpSpPr>
          <p:nvPr/>
        </p:nvGrpSpPr>
        <p:grpSpPr bwMode="auto">
          <a:xfrm>
            <a:off x="579438" y="2509838"/>
            <a:ext cx="504825" cy="517525"/>
            <a:chOff x="101" y="1539"/>
            <a:chExt cx="343" cy="352"/>
          </a:xfrm>
        </p:grpSpPr>
        <p:grpSp>
          <p:nvGrpSpPr>
            <p:cNvPr id="52564" name="Group 105"/>
            <p:cNvGrpSpPr>
              <a:grpSpLocks/>
            </p:cNvGrpSpPr>
            <p:nvPr/>
          </p:nvGrpSpPr>
          <p:grpSpPr bwMode="auto">
            <a:xfrm>
              <a:off x="109" y="1545"/>
              <a:ext cx="335" cy="346"/>
              <a:chOff x="109" y="1545"/>
              <a:chExt cx="335" cy="346"/>
            </a:xfrm>
          </p:grpSpPr>
          <p:sp>
            <p:nvSpPr>
              <p:cNvPr id="52578"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79"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80"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81"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82"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83"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84"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85"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586" name="Group 114"/>
              <p:cNvGrpSpPr>
                <a:grpSpLocks/>
              </p:cNvGrpSpPr>
              <p:nvPr/>
            </p:nvGrpSpPr>
            <p:grpSpPr bwMode="auto">
              <a:xfrm>
                <a:off x="109" y="1841"/>
                <a:ext cx="335" cy="50"/>
                <a:chOff x="109" y="1841"/>
                <a:chExt cx="335" cy="50"/>
              </a:xfrm>
            </p:grpSpPr>
            <p:sp>
              <p:nvSpPr>
                <p:cNvPr id="52587"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88"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89"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565" name="Group 118"/>
            <p:cNvGrpSpPr>
              <a:grpSpLocks/>
            </p:cNvGrpSpPr>
            <p:nvPr/>
          </p:nvGrpSpPr>
          <p:grpSpPr bwMode="auto">
            <a:xfrm>
              <a:off x="101" y="1539"/>
              <a:ext cx="335" cy="346"/>
              <a:chOff x="101" y="1539"/>
              <a:chExt cx="335" cy="346"/>
            </a:xfrm>
          </p:grpSpPr>
          <p:sp>
            <p:nvSpPr>
              <p:cNvPr id="52566"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67"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68"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69"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70"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71"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72"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73"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574" name="Group 127"/>
              <p:cNvGrpSpPr>
                <a:grpSpLocks/>
              </p:cNvGrpSpPr>
              <p:nvPr/>
            </p:nvGrpSpPr>
            <p:grpSpPr bwMode="auto">
              <a:xfrm>
                <a:off x="101" y="1834"/>
                <a:ext cx="335" cy="51"/>
                <a:chOff x="101" y="1834"/>
                <a:chExt cx="335" cy="51"/>
              </a:xfrm>
            </p:grpSpPr>
            <p:sp>
              <p:nvSpPr>
                <p:cNvPr id="52575"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76"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77"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2251" name="Group 131"/>
          <p:cNvGrpSpPr>
            <a:grpSpLocks/>
          </p:cNvGrpSpPr>
          <p:nvPr/>
        </p:nvGrpSpPr>
        <p:grpSpPr bwMode="auto">
          <a:xfrm>
            <a:off x="8158163" y="3657600"/>
            <a:ext cx="506412" cy="514350"/>
            <a:chOff x="5237" y="2322"/>
            <a:chExt cx="343" cy="352"/>
          </a:xfrm>
        </p:grpSpPr>
        <p:grpSp>
          <p:nvGrpSpPr>
            <p:cNvPr id="52538" name="Group 132"/>
            <p:cNvGrpSpPr>
              <a:grpSpLocks/>
            </p:cNvGrpSpPr>
            <p:nvPr/>
          </p:nvGrpSpPr>
          <p:grpSpPr bwMode="auto">
            <a:xfrm>
              <a:off x="5245" y="2328"/>
              <a:ext cx="335" cy="346"/>
              <a:chOff x="5245" y="2328"/>
              <a:chExt cx="335" cy="346"/>
            </a:xfrm>
          </p:grpSpPr>
          <p:sp>
            <p:nvSpPr>
              <p:cNvPr id="52552"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53"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54"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55"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56"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57"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58"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59"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560" name="Group 141"/>
              <p:cNvGrpSpPr>
                <a:grpSpLocks/>
              </p:cNvGrpSpPr>
              <p:nvPr/>
            </p:nvGrpSpPr>
            <p:grpSpPr bwMode="auto">
              <a:xfrm>
                <a:off x="5245" y="2624"/>
                <a:ext cx="335" cy="50"/>
                <a:chOff x="5245" y="2624"/>
                <a:chExt cx="335" cy="50"/>
              </a:xfrm>
            </p:grpSpPr>
            <p:sp>
              <p:nvSpPr>
                <p:cNvPr id="52561"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62"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63"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539" name="Group 145"/>
            <p:cNvGrpSpPr>
              <a:grpSpLocks/>
            </p:cNvGrpSpPr>
            <p:nvPr/>
          </p:nvGrpSpPr>
          <p:grpSpPr bwMode="auto">
            <a:xfrm>
              <a:off x="5237" y="2322"/>
              <a:ext cx="335" cy="346"/>
              <a:chOff x="5237" y="2322"/>
              <a:chExt cx="335" cy="346"/>
            </a:xfrm>
          </p:grpSpPr>
          <p:sp>
            <p:nvSpPr>
              <p:cNvPr id="52540"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41"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42"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43"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44"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45"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46"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47"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548" name="Group 154"/>
              <p:cNvGrpSpPr>
                <a:grpSpLocks/>
              </p:cNvGrpSpPr>
              <p:nvPr/>
            </p:nvGrpSpPr>
            <p:grpSpPr bwMode="auto">
              <a:xfrm>
                <a:off x="5237" y="2617"/>
                <a:ext cx="335" cy="51"/>
                <a:chOff x="5237" y="2617"/>
                <a:chExt cx="335" cy="51"/>
              </a:xfrm>
            </p:grpSpPr>
            <p:sp>
              <p:nvSpPr>
                <p:cNvPr id="52549"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50"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51"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2252" name="Group 158"/>
          <p:cNvGrpSpPr>
            <a:grpSpLocks/>
          </p:cNvGrpSpPr>
          <p:nvPr/>
        </p:nvGrpSpPr>
        <p:grpSpPr bwMode="auto">
          <a:xfrm>
            <a:off x="8158163" y="2581275"/>
            <a:ext cx="506412" cy="515938"/>
            <a:chOff x="5237" y="1587"/>
            <a:chExt cx="343" cy="353"/>
          </a:xfrm>
        </p:grpSpPr>
        <p:grpSp>
          <p:nvGrpSpPr>
            <p:cNvPr id="52512" name="Group 159"/>
            <p:cNvGrpSpPr>
              <a:grpSpLocks/>
            </p:cNvGrpSpPr>
            <p:nvPr/>
          </p:nvGrpSpPr>
          <p:grpSpPr bwMode="auto">
            <a:xfrm>
              <a:off x="5245" y="1594"/>
              <a:ext cx="335" cy="346"/>
              <a:chOff x="5245" y="1594"/>
              <a:chExt cx="335" cy="346"/>
            </a:xfrm>
          </p:grpSpPr>
          <p:sp>
            <p:nvSpPr>
              <p:cNvPr id="52526"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27"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28"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29"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30"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31"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32"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33"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534" name="Group 168"/>
              <p:cNvGrpSpPr>
                <a:grpSpLocks/>
              </p:cNvGrpSpPr>
              <p:nvPr/>
            </p:nvGrpSpPr>
            <p:grpSpPr bwMode="auto">
              <a:xfrm>
                <a:off x="5245" y="1889"/>
                <a:ext cx="335" cy="51"/>
                <a:chOff x="5245" y="1889"/>
                <a:chExt cx="335" cy="51"/>
              </a:xfrm>
            </p:grpSpPr>
            <p:sp>
              <p:nvSpPr>
                <p:cNvPr id="52535"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36"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37"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513" name="Group 172"/>
            <p:cNvGrpSpPr>
              <a:grpSpLocks/>
            </p:cNvGrpSpPr>
            <p:nvPr/>
          </p:nvGrpSpPr>
          <p:grpSpPr bwMode="auto">
            <a:xfrm>
              <a:off x="5237" y="1587"/>
              <a:ext cx="335" cy="346"/>
              <a:chOff x="5237" y="1587"/>
              <a:chExt cx="335" cy="346"/>
            </a:xfrm>
          </p:grpSpPr>
          <p:sp>
            <p:nvSpPr>
              <p:cNvPr id="52514"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15"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16"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17"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18"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19"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20"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521"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522" name="Group 181"/>
              <p:cNvGrpSpPr>
                <a:grpSpLocks/>
              </p:cNvGrpSpPr>
              <p:nvPr/>
            </p:nvGrpSpPr>
            <p:grpSpPr bwMode="auto">
              <a:xfrm>
                <a:off x="5237" y="1883"/>
                <a:ext cx="335" cy="50"/>
                <a:chOff x="5237" y="1883"/>
                <a:chExt cx="335" cy="50"/>
              </a:xfrm>
            </p:grpSpPr>
            <p:sp>
              <p:nvSpPr>
                <p:cNvPr id="52523"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24"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25"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2253"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54" name="Rectangle 186"/>
          <p:cNvSpPr>
            <a:spLocks noChangeArrowheads="1"/>
          </p:cNvSpPr>
          <p:nvPr/>
        </p:nvSpPr>
        <p:spPr bwMode="auto">
          <a:xfrm>
            <a:off x="2343150" y="2324100"/>
            <a:ext cx="917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a:t>
            </a:r>
            <a:endParaRPr kumimoji="1" lang="en-US" altLang="zh-CN" sz="2000">
              <a:solidFill>
                <a:srgbClr val="333399"/>
              </a:solidFill>
              <a:latin typeface="Arial" pitchFamily="34" charset="0"/>
            </a:endParaRPr>
          </a:p>
        </p:txBody>
      </p:sp>
      <p:sp>
        <p:nvSpPr>
          <p:cNvPr id="52255"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56" name="Rectangle 188"/>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2257"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58" name="Rectangle 190"/>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2259"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60" name="Rectangle 192"/>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2261"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2262" name="Group 194"/>
          <p:cNvGrpSpPr>
            <a:grpSpLocks/>
          </p:cNvGrpSpPr>
          <p:nvPr/>
        </p:nvGrpSpPr>
        <p:grpSpPr bwMode="auto">
          <a:xfrm>
            <a:off x="3822700" y="2630488"/>
            <a:ext cx="647700" cy="385762"/>
            <a:chOff x="2299" y="1622"/>
            <a:chExt cx="439" cy="262"/>
          </a:xfrm>
        </p:grpSpPr>
        <p:sp>
          <p:nvSpPr>
            <p:cNvPr id="52487"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2488"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89"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90"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2491" name="Group 199"/>
            <p:cNvGrpSpPr>
              <a:grpSpLocks/>
            </p:cNvGrpSpPr>
            <p:nvPr/>
          </p:nvGrpSpPr>
          <p:grpSpPr bwMode="auto">
            <a:xfrm>
              <a:off x="2365" y="1640"/>
              <a:ext cx="304" cy="117"/>
              <a:chOff x="2365" y="1640"/>
              <a:chExt cx="304" cy="117"/>
            </a:xfrm>
          </p:grpSpPr>
          <p:grpSp>
            <p:nvGrpSpPr>
              <p:cNvPr id="52494" name="Group 200"/>
              <p:cNvGrpSpPr>
                <a:grpSpLocks/>
              </p:cNvGrpSpPr>
              <p:nvPr/>
            </p:nvGrpSpPr>
            <p:grpSpPr bwMode="auto">
              <a:xfrm>
                <a:off x="2365" y="1640"/>
                <a:ext cx="302" cy="115"/>
                <a:chOff x="2365" y="1640"/>
                <a:chExt cx="302" cy="115"/>
              </a:xfrm>
            </p:grpSpPr>
            <p:sp>
              <p:nvSpPr>
                <p:cNvPr id="52504"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5"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6"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7"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8"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9"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10"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11"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2495" name="Group 209"/>
              <p:cNvGrpSpPr>
                <a:grpSpLocks/>
              </p:cNvGrpSpPr>
              <p:nvPr/>
            </p:nvGrpSpPr>
            <p:grpSpPr bwMode="auto">
              <a:xfrm>
                <a:off x="2368" y="1643"/>
                <a:ext cx="301" cy="114"/>
                <a:chOff x="2368" y="1643"/>
                <a:chExt cx="301" cy="114"/>
              </a:xfrm>
            </p:grpSpPr>
            <p:sp>
              <p:nvSpPr>
                <p:cNvPr id="52496"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97"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98"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99"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0"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1"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2"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503"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2492"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493"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2263"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64" name="Rectangle 221"/>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2265"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66" name="Rectangle 223"/>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2267"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268"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69"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270"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271"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72" name="Rectangle 229"/>
          <p:cNvSpPr>
            <a:spLocks noChangeArrowheads="1"/>
          </p:cNvSpPr>
          <p:nvPr/>
        </p:nvSpPr>
        <p:spPr bwMode="auto">
          <a:xfrm>
            <a:off x="5976938" y="4222750"/>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2273"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74" name="Rectangle 231"/>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2275"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76" name="Rectangle 233"/>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2277"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78" name="Rectangle 235"/>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2279"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80" name="Rectangle 237"/>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2281"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2282"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83" name="Rectangle 240"/>
          <p:cNvSpPr>
            <a:spLocks noChangeArrowheads="1"/>
          </p:cNvSpPr>
          <p:nvPr/>
        </p:nvSpPr>
        <p:spPr bwMode="auto">
          <a:xfrm>
            <a:off x="6827838" y="3589338"/>
            <a:ext cx="91598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a:t>
            </a:r>
            <a:endParaRPr kumimoji="1" lang="en-US" altLang="zh-CN" sz="2000">
              <a:solidFill>
                <a:srgbClr val="333399"/>
              </a:solidFill>
              <a:latin typeface="Arial" pitchFamily="34" charset="0"/>
            </a:endParaRPr>
          </a:p>
        </p:txBody>
      </p:sp>
      <p:sp>
        <p:nvSpPr>
          <p:cNvPr id="52284"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2285" name="Group 242"/>
          <p:cNvGrpSpPr>
            <a:grpSpLocks/>
          </p:cNvGrpSpPr>
          <p:nvPr/>
        </p:nvGrpSpPr>
        <p:grpSpPr bwMode="auto">
          <a:xfrm>
            <a:off x="2222500" y="4386263"/>
            <a:ext cx="649288" cy="384175"/>
            <a:chOff x="1304" y="2569"/>
            <a:chExt cx="439" cy="262"/>
          </a:xfrm>
        </p:grpSpPr>
        <p:sp>
          <p:nvSpPr>
            <p:cNvPr id="52462"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2463"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64"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65"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2466" name="Group 247"/>
            <p:cNvGrpSpPr>
              <a:grpSpLocks/>
            </p:cNvGrpSpPr>
            <p:nvPr/>
          </p:nvGrpSpPr>
          <p:grpSpPr bwMode="auto">
            <a:xfrm>
              <a:off x="1371" y="2587"/>
              <a:ext cx="304" cy="117"/>
              <a:chOff x="1371" y="2587"/>
              <a:chExt cx="304" cy="117"/>
            </a:xfrm>
          </p:grpSpPr>
          <p:grpSp>
            <p:nvGrpSpPr>
              <p:cNvPr id="52469" name="Group 248"/>
              <p:cNvGrpSpPr>
                <a:grpSpLocks/>
              </p:cNvGrpSpPr>
              <p:nvPr/>
            </p:nvGrpSpPr>
            <p:grpSpPr bwMode="auto">
              <a:xfrm>
                <a:off x="1371" y="2587"/>
                <a:ext cx="301" cy="115"/>
                <a:chOff x="1371" y="2587"/>
                <a:chExt cx="301" cy="115"/>
              </a:xfrm>
            </p:grpSpPr>
            <p:sp>
              <p:nvSpPr>
                <p:cNvPr id="52479"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80"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81"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82"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83"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84"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85"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86"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2470" name="Group 257"/>
              <p:cNvGrpSpPr>
                <a:grpSpLocks/>
              </p:cNvGrpSpPr>
              <p:nvPr/>
            </p:nvGrpSpPr>
            <p:grpSpPr bwMode="auto">
              <a:xfrm>
                <a:off x="1373" y="2590"/>
                <a:ext cx="302" cy="114"/>
                <a:chOff x="1373" y="2590"/>
                <a:chExt cx="302" cy="114"/>
              </a:xfrm>
            </p:grpSpPr>
            <p:sp>
              <p:nvSpPr>
                <p:cNvPr id="52471"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72"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73"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74"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75"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76"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77"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78"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2467"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468"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2286" name="Group 268"/>
          <p:cNvGrpSpPr>
            <a:grpSpLocks/>
          </p:cNvGrpSpPr>
          <p:nvPr/>
        </p:nvGrpSpPr>
        <p:grpSpPr bwMode="auto">
          <a:xfrm>
            <a:off x="5126038" y="4386263"/>
            <a:ext cx="649287" cy="384175"/>
            <a:chOff x="3488" y="2569"/>
            <a:chExt cx="439" cy="262"/>
          </a:xfrm>
        </p:grpSpPr>
        <p:sp>
          <p:nvSpPr>
            <p:cNvPr id="52437"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2438"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39"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40"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2441" name="Group 273"/>
            <p:cNvGrpSpPr>
              <a:grpSpLocks/>
            </p:cNvGrpSpPr>
            <p:nvPr/>
          </p:nvGrpSpPr>
          <p:grpSpPr bwMode="auto">
            <a:xfrm>
              <a:off x="3555" y="2587"/>
              <a:ext cx="304" cy="117"/>
              <a:chOff x="3555" y="2587"/>
              <a:chExt cx="304" cy="117"/>
            </a:xfrm>
          </p:grpSpPr>
          <p:grpSp>
            <p:nvGrpSpPr>
              <p:cNvPr id="52444" name="Group 274"/>
              <p:cNvGrpSpPr>
                <a:grpSpLocks/>
              </p:cNvGrpSpPr>
              <p:nvPr/>
            </p:nvGrpSpPr>
            <p:grpSpPr bwMode="auto">
              <a:xfrm>
                <a:off x="3555" y="2587"/>
                <a:ext cx="301" cy="115"/>
                <a:chOff x="3555" y="2587"/>
                <a:chExt cx="301" cy="115"/>
              </a:xfrm>
            </p:grpSpPr>
            <p:sp>
              <p:nvSpPr>
                <p:cNvPr id="52454"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5"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6"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7"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8"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9"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60"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61"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2445" name="Group 283"/>
              <p:cNvGrpSpPr>
                <a:grpSpLocks/>
              </p:cNvGrpSpPr>
              <p:nvPr/>
            </p:nvGrpSpPr>
            <p:grpSpPr bwMode="auto">
              <a:xfrm>
                <a:off x="3557" y="2590"/>
                <a:ext cx="302" cy="114"/>
                <a:chOff x="3557" y="2590"/>
                <a:chExt cx="302" cy="114"/>
              </a:xfrm>
            </p:grpSpPr>
            <p:sp>
              <p:nvSpPr>
                <p:cNvPr id="52446"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47"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48"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49"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0"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1"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2"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53"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2442"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443"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2287"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2288"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2289"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290"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291"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292"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2293"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94" name="Rectangle 301"/>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2295"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96" name="Rectangle 303"/>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2297"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98" name="Rectangle 305"/>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2299"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00" name="Rectangle 307"/>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2301"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02" name="Rectangle 309"/>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2303"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04" name="Rectangle 311"/>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2305"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06" name="Rectangle 313"/>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2307"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08" name="Rectangle 315"/>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2309"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10" name="Rectangle 317"/>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2311"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312"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313"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2314"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15" name="Rectangle 322"/>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2316"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17" name="Rectangle 324"/>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2318"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19" name="Rectangle 326"/>
          <p:cNvSpPr>
            <a:spLocks noChangeArrowheads="1"/>
          </p:cNvSpPr>
          <p:nvPr/>
        </p:nvSpPr>
        <p:spPr bwMode="auto">
          <a:xfrm>
            <a:off x="1592263" y="3079750"/>
            <a:ext cx="915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a:t>
            </a:r>
            <a:endParaRPr kumimoji="1" lang="en-US" altLang="zh-CN" sz="2000">
              <a:solidFill>
                <a:srgbClr val="333399"/>
              </a:solidFill>
              <a:latin typeface="Arial" pitchFamily="34" charset="0"/>
            </a:endParaRPr>
          </a:p>
        </p:txBody>
      </p:sp>
      <p:sp>
        <p:nvSpPr>
          <p:cNvPr id="52320"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21" name="Rectangle 328"/>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2322"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23"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24" name="Rectangle 331"/>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2325"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26" name="Rectangle 333"/>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2327" name="Rectangle 334"/>
          <p:cNvSpPr>
            <a:spLocks noChangeArrowheads="1"/>
          </p:cNvSpPr>
          <p:nvPr/>
        </p:nvSpPr>
        <p:spPr bwMode="auto">
          <a:xfrm>
            <a:off x="3832225" y="4222750"/>
            <a:ext cx="9175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a:t>
            </a:r>
            <a:endParaRPr kumimoji="1" lang="en-US" altLang="zh-CN" sz="2000">
              <a:solidFill>
                <a:srgbClr val="333399"/>
              </a:solidFill>
              <a:latin typeface="Arial" pitchFamily="34" charset="0"/>
            </a:endParaRPr>
          </a:p>
        </p:txBody>
      </p:sp>
      <p:sp>
        <p:nvSpPr>
          <p:cNvPr id="52328"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29" name="Rectangle 336"/>
          <p:cNvSpPr>
            <a:spLocks noChangeArrowheads="1"/>
          </p:cNvSpPr>
          <p:nvPr/>
        </p:nvSpPr>
        <p:spPr bwMode="auto">
          <a:xfrm>
            <a:off x="3548063" y="3714750"/>
            <a:ext cx="9175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a:t>
            </a:r>
            <a:endParaRPr kumimoji="1" lang="en-US" altLang="zh-CN" sz="2000">
              <a:solidFill>
                <a:srgbClr val="333399"/>
              </a:solidFill>
              <a:latin typeface="Arial" pitchFamily="34" charset="0"/>
            </a:endParaRPr>
          </a:p>
        </p:txBody>
      </p:sp>
      <p:sp>
        <p:nvSpPr>
          <p:cNvPr id="52330"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31" name="Rectangle 338"/>
          <p:cNvSpPr>
            <a:spLocks noChangeArrowheads="1"/>
          </p:cNvSpPr>
          <p:nvPr/>
        </p:nvSpPr>
        <p:spPr bwMode="auto">
          <a:xfrm>
            <a:off x="5243513" y="3308350"/>
            <a:ext cx="9144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a:t>
            </a:r>
            <a:endParaRPr kumimoji="1" lang="en-US" altLang="zh-CN" sz="2000">
              <a:solidFill>
                <a:srgbClr val="333399"/>
              </a:solidFill>
              <a:latin typeface="Arial" pitchFamily="34" charset="0"/>
            </a:endParaRPr>
          </a:p>
        </p:txBody>
      </p:sp>
      <p:sp>
        <p:nvSpPr>
          <p:cNvPr id="52332" name="Line 339"/>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33" name="Rectangle 340"/>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2334" name="Picture 3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2335" name="Line 342"/>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36" name="Line 343"/>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37" name="Line 344"/>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38"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2339" name="Rectangle 346"/>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2340" name="Rectangle 347"/>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2341" name="Line 348"/>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42" name="Rectangle 349"/>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2343" name="Line 350"/>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44" name="Line 351"/>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45"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2346" name="Group 353"/>
          <p:cNvGrpSpPr>
            <a:grpSpLocks/>
          </p:cNvGrpSpPr>
          <p:nvPr/>
        </p:nvGrpSpPr>
        <p:grpSpPr bwMode="auto">
          <a:xfrm>
            <a:off x="3105150" y="898525"/>
            <a:ext cx="506413" cy="514350"/>
            <a:chOff x="1813" y="593"/>
            <a:chExt cx="343" cy="352"/>
          </a:xfrm>
        </p:grpSpPr>
        <p:grpSp>
          <p:nvGrpSpPr>
            <p:cNvPr id="52411" name="Group 354"/>
            <p:cNvGrpSpPr>
              <a:grpSpLocks/>
            </p:cNvGrpSpPr>
            <p:nvPr/>
          </p:nvGrpSpPr>
          <p:grpSpPr bwMode="auto">
            <a:xfrm>
              <a:off x="1821" y="599"/>
              <a:ext cx="335" cy="346"/>
              <a:chOff x="1821" y="599"/>
              <a:chExt cx="335" cy="346"/>
            </a:xfrm>
          </p:grpSpPr>
          <p:sp>
            <p:nvSpPr>
              <p:cNvPr id="52425"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26"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27"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28"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29"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30"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31"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32"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433" name="Group 363"/>
              <p:cNvGrpSpPr>
                <a:grpSpLocks/>
              </p:cNvGrpSpPr>
              <p:nvPr/>
            </p:nvGrpSpPr>
            <p:grpSpPr bwMode="auto">
              <a:xfrm>
                <a:off x="1821" y="895"/>
                <a:ext cx="335" cy="50"/>
                <a:chOff x="1821" y="895"/>
                <a:chExt cx="335" cy="50"/>
              </a:xfrm>
            </p:grpSpPr>
            <p:sp>
              <p:nvSpPr>
                <p:cNvPr id="52434"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35"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36"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412" name="Group 367"/>
            <p:cNvGrpSpPr>
              <a:grpSpLocks/>
            </p:cNvGrpSpPr>
            <p:nvPr/>
          </p:nvGrpSpPr>
          <p:grpSpPr bwMode="auto">
            <a:xfrm>
              <a:off x="1813" y="593"/>
              <a:ext cx="335" cy="346"/>
              <a:chOff x="1813" y="593"/>
              <a:chExt cx="335" cy="346"/>
            </a:xfrm>
          </p:grpSpPr>
          <p:sp>
            <p:nvSpPr>
              <p:cNvPr id="52413"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14"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15"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16"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17"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18"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19"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20"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421" name="Group 376"/>
              <p:cNvGrpSpPr>
                <a:grpSpLocks/>
              </p:cNvGrpSpPr>
              <p:nvPr/>
            </p:nvGrpSpPr>
            <p:grpSpPr bwMode="auto">
              <a:xfrm>
                <a:off x="1813" y="888"/>
                <a:ext cx="335" cy="51"/>
                <a:chOff x="1813" y="888"/>
                <a:chExt cx="335" cy="51"/>
              </a:xfrm>
            </p:grpSpPr>
            <p:sp>
              <p:nvSpPr>
                <p:cNvPr id="52422"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23"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24"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2347" name="Line 380"/>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48" name="Line 381"/>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49"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2350" name="Group 383"/>
          <p:cNvGrpSpPr>
            <a:grpSpLocks/>
          </p:cNvGrpSpPr>
          <p:nvPr/>
        </p:nvGrpSpPr>
        <p:grpSpPr bwMode="auto">
          <a:xfrm>
            <a:off x="4662488" y="898525"/>
            <a:ext cx="506412" cy="514350"/>
            <a:chOff x="2868" y="593"/>
            <a:chExt cx="343" cy="352"/>
          </a:xfrm>
        </p:grpSpPr>
        <p:grpSp>
          <p:nvGrpSpPr>
            <p:cNvPr id="52385" name="Group 384"/>
            <p:cNvGrpSpPr>
              <a:grpSpLocks/>
            </p:cNvGrpSpPr>
            <p:nvPr/>
          </p:nvGrpSpPr>
          <p:grpSpPr bwMode="auto">
            <a:xfrm>
              <a:off x="2877" y="599"/>
              <a:ext cx="334" cy="346"/>
              <a:chOff x="2877" y="599"/>
              <a:chExt cx="334" cy="346"/>
            </a:xfrm>
          </p:grpSpPr>
          <p:sp>
            <p:nvSpPr>
              <p:cNvPr id="52399"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00"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01"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02"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03"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04"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05"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406"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407" name="Group 393"/>
              <p:cNvGrpSpPr>
                <a:grpSpLocks/>
              </p:cNvGrpSpPr>
              <p:nvPr/>
            </p:nvGrpSpPr>
            <p:grpSpPr bwMode="auto">
              <a:xfrm>
                <a:off x="2877" y="895"/>
                <a:ext cx="334" cy="50"/>
                <a:chOff x="2877" y="895"/>
                <a:chExt cx="334" cy="50"/>
              </a:xfrm>
            </p:grpSpPr>
            <p:sp>
              <p:nvSpPr>
                <p:cNvPr id="52408"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09"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410"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386" name="Group 397"/>
            <p:cNvGrpSpPr>
              <a:grpSpLocks/>
            </p:cNvGrpSpPr>
            <p:nvPr/>
          </p:nvGrpSpPr>
          <p:grpSpPr bwMode="auto">
            <a:xfrm>
              <a:off x="2868" y="593"/>
              <a:ext cx="335" cy="346"/>
              <a:chOff x="2868" y="593"/>
              <a:chExt cx="335" cy="346"/>
            </a:xfrm>
          </p:grpSpPr>
          <p:sp>
            <p:nvSpPr>
              <p:cNvPr id="52387"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88"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89"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90"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91"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92"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93"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94"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395" name="Group 406"/>
              <p:cNvGrpSpPr>
                <a:grpSpLocks/>
              </p:cNvGrpSpPr>
              <p:nvPr/>
            </p:nvGrpSpPr>
            <p:grpSpPr bwMode="auto">
              <a:xfrm>
                <a:off x="2868" y="888"/>
                <a:ext cx="335" cy="51"/>
                <a:chOff x="2868" y="888"/>
                <a:chExt cx="335" cy="51"/>
              </a:xfrm>
            </p:grpSpPr>
            <p:sp>
              <p:nvSpPr>
                <p:cNvPr id="52396"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97"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98"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2351"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2352" name="Group 411"/>
          <p:cNvGrpSpPr>
            <a:grpSpLocks/>
          </p:cNvGrpSpPr>
          <p:nvPr/>
        </p:nvGrpSpPr>
        <p:grpSpPr bwMode="auto">
          <a:xfrm>
            <a:off x="6207125" y="898525"/>
            <a:ext cx="506413" cy="514350"/>
            <a:chOff x="3915" y="593"/>
            <a:chExt cx="343" cy="352"/>
          </a:xfrm>
        </p:grpSpPr>
        <p:grpSp>
          <p:nvGrpSpPr>
            <p:cNvPr id="52359" name="Group 412"/>
            <p:cNvGrpSpPr>
              <a:grpSpLocks/>
            </p:cNvGrpSpPr>
            <p:nvPr/>
          </p:nvGrpSpPr>
          <p:grpSpPr bwMode="auto">
            <a:xfrm>
              <a:off x="3924" y="599"/>
              <a:ext cx="334" cy="346"/>
              <a:chOff x="3924" y="599"/>
              <a:chExt cx="334" cy="346"/>
            </a:xfrm>
          </p:grpSpPr>
          <p:sp>
            <p:nvSpPr>
              <p:cNvPr id="52373"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74"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75"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76"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77"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78"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79"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80"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381" name="Group 421"/>
              <p:cNvGrpSpPr>
                <a:grpSpLocks/>
              </p:cNvGrpSpPr>
              <p:nvPr/>
            </p:nvGrpSpPr>
            <p:grpSpPr bwMode="auto">
              <a:xfrm>
                <a:off x="3924" y="895"/>
                <a:ext cx="334" cy="50"/>
                <a:chOff x="3924" y="895"/>
                <a:chExt cx="334" cy="50"/>
              </a:xfrm>
            </p:grpSpPr>
            <p:sp>
              <p:nvSpPr>
                <p:cNvPr id="52382"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83"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84"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2360" name="Group 425"/>
            <p:cNvGrpSpPr>
              <a:grpSpLocks/>
            </p:cNvGrpSpPr>
            <p:nvPr/>
          </p:nvGrpSpPr>
          <p:grpSpPr bwMode="auto">
            <a:xfrm>
              <a:off x="3915" y="593"/>
              <a:ext cx="335" cy="346"/>
              <a:chOff x="3915" y="593"/>
              <a:chExt cx="335" cy="346"/>
            </a:xfrm>
          </p:grpSpPr>
          <p:sp>
            <p:nvSpPr>
              <p:cNvPr id="52361"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62"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63"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64"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65"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66"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67"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368"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2369" name="Group 434"/>
              <p:cNvGrpSpPr>
                <a:grpSpLocks/>
              </p:cNvGrpSpPr>
              <p:nvPr/>
            </p:nvGrpSpPr>
            <p:grpSpPr bwMode="auto">
              <a:xfrm>
                <a:off x="3915" y="888"/>
                <a:ext cx="335" cy="51"/>
                <a:chOff x="3915" y="888"/>
                <a:chExt cx="335" cy="51"/>
              </a:xfrm>
            </p:grpSpPr>
            <p:sp>
              <p:nvSpPr>
                <p:cNvPr id="52370"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71"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372"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2353" name="Text Box 438"/>
          <p:cNvSpPr txBox="1">
            <a:spLocks noChangeArrowheads="1"/>
          </p:cNvSpPr>
          <p:nvPr/>
        </p:nvSpPr>
        <p:spPr bwMode="auto">
          <a:xfrm>
            <a:off x="2484438" y="2924175"/>
            <a:ext cx="6408737" cy="1382713"/>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rgbClr val="333399"/>
                </a:solidFill>
                <a:latin typeface="Arial" pitchFamily="34" charset="0"/>
              </a:rPr>
              <a:t>在同一个局域网上的主机或路由器的</a:t>
            </a:r>
          </a:p>
          <a:p>
            <a:pPr algn="ctr" eaLnBrk="1" hangingPunct="1"/>
            <a:r>
              <a:rPr lang="en-US" altLang="zh-CN">
                <a:solidFill>
                  <a:srgbClr val="333399"/>
                </a:solidFill>
                <a:latin typeface="Arial" pitchFamily="34" charset="0"/>
              </a:rPr>
              <a:t>IP </a:t>
            </a:r>
            <a:r>
              <a:rPr lang="zh-CN" altLang="en-US">
                <a:solidFill>
                  <a:srgbClr val="333399"/>
                </a:solidFill>
                <a:latin typeface="Arial" pitchFamily="34" charset="0"/>
              </a:rPr>
              <a:t>地址中的网络号必须是一样的。</a:t>
            </a:r>
          </a:p>
          <a:p>
            <a:pPr algn="ctr" eaLnBrk="1" hangingPunct="1"/>
            <a:r>
              <a:rPr lang="zh-CN" altLang="en-US">
                <a:solidFill>
                  <a:srgbClr val="333399"/>
                </a:solidFill>
                <a:latin typeface="Arial" pitchFamily="34" charset="0"/>
              </a:rPr>
              <a:t>图中的网络号就是 </a:t>
            </a:r>
            <a:r>
              <a:rPr lang="en-US" altLang="zh-CN">
                <a:solidFill>
                  <a:srgbClr val="333399"/>
                </a:solidFill>
                <a:latin typeface="Arial" pitchFamily="34" charset="0"/>
              </a:rPr>
              <a:t>IP </a:t>
            </a:r>
            <a:r>
              <a:rPr lang="zh-CN" altLang="en-US">
                <a:solidFill>
                  <a:srgbClr val="333399"/>
                </a:solidFill>
                <a:latin typeface="Arial" pitchFamily="34" charset="0"/>
              </a:rPr>
              <a:t>地址中的 </a:t>
            </a:r>
            <a:r>
              <a:rPr lang="en-US" altLang="zh-CN">
                <a:solidFill>
                  <a:srgbClr val="333399"/>
                </a:solidFill>
                <a:latin typeface="Arial" pitchFamily="34" charset="0"/>
              </a:rPr>
              <a:t>net-id</a:t>
            </a:r>
          </a:p>
        </p:txBody>
      </p:sp>
      <p:grpSp>
        <p:nvGrpSpPr>
          <p:cNvPr id="447933" name="Group 445"/>
          <p:cNvGrpSpPr>
            <a:grpSpLocks/>
          </p:cNvGrpSpPr>
          <p:nvPr/>
        </p:nvGrpSpPr>
        <p:grpSpPr bwMode="auto">
          <a:xfrm>
            <a:off x="3475038" y="1741488"/>
            <a:ext cx="3967162" cy="968375"/>
            <a:chOff x="2189" y="1097"/>
            <a:chExt cx="2499" cy="610"/>
          </a:xfrm>
        </p:grpSpPr>
        <p:sp>
          <p:nvSpPr>
            <p:cNvPr id="52355" name="Line 440"/>
            <p:cNvSpPr>
              <a:spLocks noChangeShapeType="1"/>
            </p:cNvSpPr>
            <p:nvPr/>
          </p:nvSpPr>
          <p:spPr bwMode="auto">
            <a:xfrm>
              <a:off x="2189" y="1105"/>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56" name="Line 441"/>
            <p:cNvSpPr>
              <a:spLocks noChangeShapeType="1"/>
            </p:cNvSpPr>
            <p:nvPr/>
          </p:nvSpPr>
          <p:spPr bwMode="auto">
            <a:xfrm>
              <a:off x="3160" y="1097"/>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57" name="Line 443"/>
            <p:cNvSpPr>
              <a:spLocks noChangeShapeType="1"/>
            </p:cNvSpPr>
            <p:nvPr/>
          </p:nvSpPr>
          <p:spPr bwMode="auto">
            <a:xfrm>
              <a:off x="4143" y="1097"/>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358" name="Line 444"/>
            <p:cNvSpPr>
              <a:spLocks noChangeShapeType="1"/>
            </p:cNvSpPr>
            <p:nvPr/>
          </p:nvSpPr>
          <p:spPr bwMode="auto">
            <a:xfrm>
              <a:off x="2743" y="1707"/>
              <a:ext cx="545"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793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44793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250" name="AutoShape 2"/>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251" name="Rectangle 3"/>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448516" name="Freeform 4"/>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53" name="Line 5"/>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254" name="Line 6"/>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255" name="Freeform 7"/>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256" name="Freeform 8"/>
          <p:cNvSpPr>
            <a:spLocks/>
          </p:cNvSpPr>
          <p:nvPr/>
        </p:nvSpPr>
        <p:spPr bwMode="auto">
          <a:xfrm>
            <a:off x="3213100" y="4514850"/>
            <a:ext cx="1679575" cy="255588"/>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57" name="Line 9"/>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258" name="Freeform 10"/>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59" name="Freeform 11"/>
          <p:cNvSpPr>
            <a:spLocks/>
          </p:cNvSpPr>
          <p:nvPr/>
        </p:nvSpPr>
        <p:spPr bwMode="auto">
          <a:xfrm>
            <a:off x="2754313" y="3086100"/>
            <a:ext cx="1092200" cy="1090613"/>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60" name="Freeform 12"/>
          <p:cNvSpPr>
            <a:spLocks/>
          </p:cNvSpPr>
          <p:nvPr/>
        </p:nvSpPr>
        <p:spPr bwMode="auto">
          <a:xfrm>
            <a:off x="4357688" y="3081338"/>
            <a:ext cx="971550" cy="12207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61"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62" name="Freeform 14"/>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63"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64" name="Freeform 16"/>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3265" name="Freeform 17"/>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66" name="Freeform 18"/>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267"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68"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69" name="Rectangle 21"/>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3270"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3271" name="Group 23"/>
          <p:cNvGrpSpPr>
            <a:grpSpLocks/>
          </p:cNvGrpSpPr>
          <p:nvPr/>
        </p:nvGrpSpPr>
        <p:grpSpPr bwMode="auto">
          <a:xfrm>
            <a:off x="579438" y="3616325"/>
            <a:ext cx="504825" cy="515938"/>
            <a:chOff x="101" y="2294"/>
            <a:chExt cx="343" cy="353"/>
          </a:xfrm>
        </p:grpSpPr>
        <p:grpSp>
          <p:nvGrpSpPr>
            <p:cNvPr id="53661" name="Group 24"/>
            <p:cNvGrpSpPr>
              <a:grpSpLocks/>
            </p:cNvGrpSpPr>
            <p:nvPr/>
          </p:nvGrpSpPr>
          <p:grpSpPr bwMode="auto">
            <a:xfrm>
              <a:off x="109" y="2301"/>
              <a:ext cx="335" cy="346"/>
              <a:chOff x="109" y="2301"/>
              <a:chExt cx="335" cy="346"/>
            </a:xfrm>
          </p:grpSpPr>
          <p:sp>
            <p:nvSpPr>
              <p:cNvPr id="53675"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76"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77"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78"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79"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80"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81"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82"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683" name="Group 33"/>
              <p:cNvGrpSpPr>
                <a:grpSpLocks/>
              </p:cNvGrpSpPr>
              <p:nvPr/>
            </p:nvGrpSpPr>
            <p:grpSpPr bwMode="auto">
              <a:xfrm>
                <a:off x="109" y="2596"/>
                <a:ext cx="335" cy="51"/>
                <a:chOff x="109" y="2596"/>
                <a:chExt cx="335" cy="51"/>
              </a:xfrm>
            </p:grpSpPr>
            <p:sp>
              <p:nvSpPr>
                <p:cNvPr id="53684"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85"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86"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662" name="Group 37"/>
            <p:cNvGrpSpPr>
              <a:grpSpLocks/>
            </p:cNvGrpSpPr>
            <p:nvPr/>
          </p:nvGrpSpPr>
          <p:grpSpPr bwMode="auto">
            <a:xfrm>
              <a:off x="101" y="2294"/>
              <a:ext cx="335" cy="347"/>
              <a:chOff x="101" y="2294"/>
              <a:chExt cx="335" cy="347"/>
            </a:xfrm>
          </p:grpSpPr>
          <p:sp>
            <p:nvSpPr>
              <p:cNvPr id="53663"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64"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65"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66"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67"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68"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69"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70"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671" name="Group 46"/>
              <p:cNvGrpSpPr>
                <a:grpSpLocks/>
              </p:cNvGrpSpPr>
              <p:nvPr/>
            </p:nvGrpSpPr>
            <p:grpSpPr bwMode="auto">
              <a:xfrm>
                <a:off x="101" y="2590"/>
                <a:ext cx="335" cy="51"/>
                <a:chOff x="101" y="2590"/>
                <a:chExt cx="335" cy="51"/>
              </a:xfrm>
            </p:grpSpPr>
            <p:sp>
              <p:nvSpPr>
                <p:cNvPr id="53672"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73"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74"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3272" name="Group 50"/>
          <p:cNvGrpSpPr>
            <a:grpSpLocks/>
          </p:cNvGrpSpPr>
          <p:nvPr/>
        </p:nvGrpSpPr>
        <p:grpSpPr bwMode="auto">
          <a:xfrm>
            <a:off x="3357563" y="6081713"/>
            <a:ext cx="503237" cy="515937"/>
            <a:chOff x="3891" y="3616"/>
            <a:chExt cx="342" cy="353"/>
          </a:xfrm>
        </p:grpSpPr>
        <p:grpSp>
          <p:nvGrpSpPr>
            <p:cNvPr id="53635" name="Group 51"/>
            <p:cNvGrpSpPr>
              <a:grpSpLocks/>
            </p:cNvGrpSpPr>
            <p:nvPr/>
          </p:nvGrpSpPr>
          <p:grpSpPr bwMode="auto">
            <a:xfrm>
              <a:off x="3899" y="3622"/>
              <a:ext cx="334" cy="347"/>
              <a:chOff x="3899" y="3622"/>
              <a:chExt cx="334" cy="347"/>
            </a:xfrm>
          </p:grpSpPr>
          <p:sp>
            <p:nvSpPr>
              <p:cNvPr id="53649"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50"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51"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52"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53"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54"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55"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56"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657" name="Group 60"/>
              <p:cNvGrpSpPr>
                <a:grpSpLocks/>
              </p:cNvGrpSpPr>
              <p:nvPr/>
            </p:nvGrpSpPr>
            <p:grpSpPr bwMode="auto">
              <a:xfrm>
                <a:off x="3899" y="3918"/>
                <a:ext cx="334" cy="51"/>
                <a:chOff x="3899" y="3918"/>
                <a:chExt cx="334" cy="51"/>
              </a:xfrm>
            </p:grpSpPr>
            <p:sp>
              <p:nvSpPr>
                <p:cNvPr id="53658"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59"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60"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636" name="Group 64"/>
            <p:cNvGrpSpPr>
              <a:grpSpLocks/>
            </p:cNvGrpSpPr>
            <p:nvPr/>
          </p:nvGrpSpPr>
          <p:grpSpPr bwMode="auto">
            <a:xfrm>
              <a:off x="3891" y="3616"/>
              <a:ext cx="334" cy="346"/>
              <a:chOff x="3891" y="3616"/>
              <a:chExt cx="334" cy="346"/>
            </a:xfrm>
          </p:grpSpPr>
          <p:sp>
            <p:nvSpPr>
              <p:cNvPr id="53637"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38"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39"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40"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41"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42"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43"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44"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645" name="Group 73"/>
              <p:cNvGrpSpPr>
                <a:grpSpLocks/>
              </p:cNvGrpSpPr>
              <p:nvPr/>
            </p:nvGrpSpPr>
            <p:grpSpPr bwMode="auto">
              <a:xfrm>
                <a:off x="3891" y="3912"/>
                <a:ext cx="334" cy="50"/>
                <a:chOff x="3891" y="3912"/>
                <a:chExt cx="334" cy="50"/>
              </a:xfrm>
            </p:grpSpPr>
            <p:sp>
              <p:nvSpPr>
                <p:cNvPr id="53646"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47"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48"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3273" name="Group 77"/>
          <p:cNvGrpSpPr>
            <a:grpSpLocks/>
          </p:cNvGrpSpPr>
          <p:nvPr/>
        </p:nvGrpSpPr>
        <p:grpSpPr bwMode="auto">
          <a:xfrm>
            <a:off x="4627563" y="6065838"/>
            <a:ext cx="504825" cy="515937"/>
            <a:chOff x="4752" y="3605"/>
            <a:chExt cx="343" cy="353"/>
          </a:xfrm>
        </p:grpSpPr>
        <p:grpSp>
          <p:nvGrpSpPr>
            <p:cNvPr id="53609" name="Group 78"/>
            <p:cNvGrpSpPr>
              <a:grpSpLocks/>
            </p:cNvGrpSpPr>
            <p:nvPr/>
          </p:nvGrpSpPr>
          <p:grpSpPr bwMode="auto">
            <a:xfrm>
              <a:off x="4760" y="3612"/>
              <a:ext cx="335" cy="346"/>
              <a:chOff x="4760" y="3612"/>
              <a:chExt cx="335" cy="346"/>
            </a:xfrm>
          </p:grpSpPr>
          <p:sp>
            <p:nvSpPr>
              <p:cNvPr id="53623"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24"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25"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26"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27"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28"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29"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30"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631" name="Group 87"/>
              <p:cNvGrpSpPr>
                <a:grpSpLocks/>
              </p:cNvGrpSpPr>
              <p:nvPr/>
            </p:nvGrpSpPr>
            <p:grpSpPr bwMode="auto">
              <a:xfrm>
                <a:off x="4760" y="3907"/>
                <a:ext cx="335" cy="51"/>
                <a:chOff x="4760" y="3907"/>
                <a:chExt cx="335" cy="51"/>
              </a:xfrm>
            </p:grpSpPr>
            <p:sp>
              <p:nvSpPr>
                <p:cNvPr id="53632"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33"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34"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610" name="Group 91"/>
            <p:cNvGrpSpPr>
              <a:grpSpLocks/>
            </p:cNvGrpSpPr>
            <p:nvPr/>
          </p:nvGrpSpPr>
          <p:grpSpPr bwMode="auto">
            <a:xfrm>
              <a:off x="4752" y="3605"/>
              <a:ext cx="334" cy="347"/>
              <a:chOff x="4752" y="3605"/>
              <a:chExt cx="334" cy="347"/>
            </a:xfrm>
          </p:grpSpPr>
          <p:sp>
            <p:nvSpPr>
              <p:cNvPr id="53611"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12"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13"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14"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15"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16"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17"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18"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619" name="Group 100"/>
              <p:cNvGrpSpPr>
                <a:grpSpLocks/>
              </p:cNvGrpSpPr>
              <p:nvPr/>
            </p:nvGrpSpPr>
            <p:grpSpPr bwMode="auto">
              <a:xfrm>
                <a:off x="4752" y="3901"/>
                <a:ext cx="334" cy="51"/>
                <a:chOff x="4752" y="3901"/>
                <a:chExt cx="334" cy="51"/>
              </a:xfrm>
            </p:grpSpPr>
            <p:sp>
              <p:nvSpPr>
                <p:cNvPr id="53620"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21"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22"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3274" name="Group 104"/>
          <p:cNvGrpSpPr>
            <a:grpSpLocks/>
          </p:cNvGrpSpPr>
          <p:nvPr/>
        </p:nvGrpSpPr>
        <p:grpSpPr bwMode="auto">
          <a:xfrm>
            <a:off x="579438" y="2509838"/>
            <a:ext cx="504825" cy="517525"/>
            <a:chOff x="101" y="1539"/>
            <a:chExt cx="343" cy="352"/>
          </a:xfrm>
        </p:grpSpPr>
        <p:grpSp>
          <p:nvGrpSpPr>
            <p:cNvPr id="53583" name="Group 105"/>
            <p:cNvGrpSpPr>
              <a:grpSpLocks/>
            </p:cNvGrpSpPr>
            <p:nvPr/>
          </p:nvGrpSpPr>
          <p:grpSpPr bwMode="auto">
            <a:xfrm>
              <a:off x="109" y="1545"/>
              <a:ext cx="335" cy="346"/>
              <a:chOff x="109" y="1545"/>
              <a:chExt cx="335" cy="346"/>
            </a:xfrm>
          </p:grpSpPr>
          <p:sp>
            <p:nvSpPr>
              <p:cNvPr id="53597"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98"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99"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00"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01"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02"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03"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604"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605" name="Group 114"/>
              <p:cNvGrpSpPr>
                <a:grpSpLocks/>
              </p:cNvGrpSpPr>
              <p:nvPr/>
            </p:nvGrpSpPr>
            <p:grpSpPr bwMode="auto">
              <a:xfrm>
                <a:off x="109" y="1841"/>
                <a:ext cx="335" cy="50"/>
                <a:chOff x="109" y="1841"/>
                <a:chExt cx="335" cy="50"/>
              </a:xfrm>
            </p:grpSpPr>
            <p:sp>
              <p:nvSpPr>
                <p:cNvPr id="53606"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07"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608"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584" name="Group 118"/>
            <p:cNvGrpSpPr>
              <a:grpSpLocks/>
            </p:cNvGrpSpPr>
            <p:nvPr/>
          </p:nvGrpSpPr>
          <p:grpSpPr bwMode="auto">
            <a:xfrm>
              <a:off x="101" y="1539"/>
              <a:ext cx="335" cy="346"/>
              <a:chOff x="101" y="1539"/>
              <a:chExt cx="335" cy="346"/>
            </a:xfrm>
          </p:grpSpPr>
          <p:sp>
            <p:nvSpPr>
              <p:cNvPr id="53585"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86"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87"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88"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89"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90"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91"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92"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593" name="Group 127"/>
              <p:cNvGrpSpPr>
                <a:grpSpLocks/>
              </p:cNvGrpSpPr>
              <p:nvPr/>
            </p:nvGrpSpPr>
            <p:grpSpPr bwMode="auto">
              <a:xfrm>
                <a:off x="101" y="1834"/>
                <a:ext cx="335" cy="51"/>
                <a:chOff x="101" y="1834"/>
                <a:chExt cx="335" cy="51"/>
              </a:xfrm>
            </p:grpSpPr>
            <p:sp>
              <p:nvSpPr>
                <p:cNvPr id="53594"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95"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96"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3275" name="Group 131"/>
          <p:cNvGrpSpPr>
            <a:grpSpLocks/>
          </p:cNvGrpSpPr>
          <p:nvPr/>
        </p:nvGrpSpPr>
        <p:grpSpPr bwMode="auto">
          <a:xfrm>
            <a:off x="8158163" y="3657600"/>
            <a:ext cx="506412" cy="514350"/>
            <a:chOff x="5237" y="2322"/>
            <a:chExt cx="343" cy="352"/>
          </a:xfrm>
        </p:grpSpPr>
        <p:grpSp>
          <p:nvGrpSpPr>
            <p:cNvPr id="53557" name="Group 132"/>
            <p:cNvGrpSpPr>
              <a:grpSpLocks/>
            </p:cNvGrpSpPr>
            <p:nvPr/>
          </p:nvGrpSpPr>
          <p:grpSpPr bwMode="auto">
            <a:xfrm>
              <a:off x="5245" y="2328"/>
              <a:ext cx="335" cy="346"/>
              <a:chOff x="5245" y="2328"/>
              <a:chExt cx="335" cy="346"/>
            </a:xfrm>
          </p:grpSpPr>
          <p:sp>
            <p:nvSpPr>
              <p:cNvPr id="53571"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72"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73"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74"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75"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76"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77"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78"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579" name="Group 141"/>
              <p:cNvGrpSpPr>
                <a:grpSpLocks/>
              </p:cNvGrpSpPr>
              <p:nvPr/>
            </p:nvGrpSpPr>
            <p:grpSpPr bwMode="auto">
              <a:xfrm>
                <a:off x="5245" y="2624"/>
                <a:ext cx="335" cy="50"/>
                <a:chOff x="5245" y="2624"/>
                <a:chExt cx="335" cy="50"/>
              </a:xfrm>
            </p:grpSpPr>
            <p:sp>
              <p:nvSpPr>
                <p:cNvPr id="53580"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81"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82"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558" name="Group 145"/>
            <p:cNvGrpSpPr>
              <a:grpSpLocks/>
            </p:cNvGrpSpPr>
            <p:nvPr/>
          </p:nvGrpSpPr>
          <p:grpSpPr bwMode="auto">
            <a:xfrm>
              <a:off x="5237" y="2322"/>
              <a:ext cx="335" cy="346"/>
              <a:chOff x="5237" y="2322"/>
              <a:chExt cx="335" cy="346"/>
            </a:xfrm>
          </p:grpSpPr>
          <p:sp>
            <p:nvSpPr>
              <p:cNvPr id="53559"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60"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61"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62"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63"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64"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65"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66"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567" name="Group 154"/>
              <p:cNvGrpSpPr>
                <a:grpSpLocks/>
              </p:cNvGrpSpPr>
              <p:nvPr/>
            </p:nvGrpSpPr>
            <p:grpSpPr bwMode="auto">
              <a:xfrm>
                <a:off x="5237" y="2617"/>
                <a:ext cx="335" cy="51"/>
                <a:chOff x="5237" y="2617"/>
                <a:chExt cx="335" cy="51"/>
              </a:xfrm>
            </p:grpSpPr>
            <p:sp>
              <p:nvSpPr>
                <p:cNvPr id="53568"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69"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70"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3276" name="Group 158"/>
          <p:cNvGrpSpPr>
            <a:grpSpLocks/>
          </p:cNvGrpSpPr>
          <p:nvPr/>
        </p:nvGrpSpPr>
        <p:grpSpPr bwMode="auto">
          <a:xfrm>
            <a:off x="8158163" y="2581275"/>
            <a:ext cx="506412" cy="515938"/>
            <a:chOff x="5237" y="1587"/>
            <a:chExt cx="343" cy="353"/>
          </a:xfrm>
        </p:grpSpPr>
        <p:grpSp>
          <p:nvGrpSpPr>
            <p:cNvPr id="53531" name="Group 159"/>
            <p:cNvGrpSpPr>
              <a:grpSpLocks/>
            </p:cNvGrpSpPr>
            <p:nvPr/>
          </p:nvGrpSpPr>
          <p:grpSpPr bwMode="auto">
            <a:xfrm>
              <a:off x="5245" y="1594"/>
              <a:ext cx="335" cy="346"/>
              <a:chOff x="5245" y="1594"/>
              <a:chExt cx="335" cy="346"/>
            </a:xfrm>
          </p:grpSpPr>
          <p:sp>
            <p:nvSpPr>
              <p:cNvPr id="53545"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46"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47"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48"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49"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50"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51"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52"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553" name="Group 168"/>
              <p:cNvGrpSpPr>
                <a:grpSpLocks/>
              </p:cNvGrpSpPr>
              <p:nvPr/>
            </p:nvGrpSpPr>
            <p:grpSpPr bwMode="auto">
              <a:xfrm>
                <a:off x="5245" y="1889"/>
                <a:ext cx="335" cy="51"/>
                <a:chOff x="5245" y="1889"/>
                <a:chExt cx="335" cy="51"/>
              </a:xfrm>
            </p:grpSpPr>
            <p:sp>
              <p:nvSpPr>
                <p:cNvPr id="53554"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55"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56"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532" name="Group 172"/>
            <p:cNvGrpSpPr>
              <a:grpSpLocks/>
            </p:cNvGrpSpPr>
            <p:nvPr/>
          </p:nvGrpSpPr>
          <p:grpSpPr bwMode="auto">
            <a:xfrm>
              <a:off x="5237" y="1587"/>
              <a:ext cx="335" cy="346"/>
              <a:chOff x="5237" y="1587"/>
              <a:chExt cx="335" cy="346"/>
            </a:xfrm>
          </p:grpSpPr>
          <p:sp>
            <p:nvSpPr>
              <p:cNvPr id="53533"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34"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35"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36"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37"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38"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39"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40"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541" name="Group 181"/>
              <p:cNvGrpSpPr>
                <a:grpSpLocks/>
              </p:cNvGrpSpPr>
              <p:nvPr/>
            </p:nvGrpSpPr>
            <p:grpSpPr bwMode="auto">
              <a:xfrm>
                <a:off x="5237" y="1883"/>
                <a:ext cx="335" cy="50"/>
                <a:chOff x="5237" y="1883"/>
                <a:chExt cx="335" cy="50"/>
              </a:xfrm>
            </p:grpSpPr>
            <p:sp>
              <p:nvSpPr>
                <p:cNvPr id="53542"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43"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44"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3277"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78" name="Rectangle 186"/>
          <p:cNvSpPr>
            <a:spLocks noChangeArrowheads="1"/>
          </p:cNvSpPr>
          <p:nvPr/>
        </p:nvSpPr>
        <p:spPr bwMode="auto">
          <a:xfrm>
            <a:off x="2343150" y="2324100"/>
            <a:ext cx="917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a:t>
            </a:r>
            <a:endParaRPr kumimoji="1" lang="en-US" altLang="zh-CN" sz="2000">
              <a:solidFill>
                <a:srgbClr val="333399"/>
              </a:solidFill>
              <a:latin typeface="Arial" pitchFamily="34" charset="0"/>
            </a:endParaRPr>
          </a:p>
        </p:txBody>
      </p:sp>
      <p:sp>
        <p:nvSpPr>
          <p:cNvPr id="53279"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80" name="Rectangle 188"/>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3281"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82" name="Rectangle 190"/>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3283"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84" name="Rectangle 192"/>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3285"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3286" name="Group 194"/>
          <p:cNvGrpSpPr>
            <a:grpSpLocks/>
          </p:cNvGrpSpPr>
          <p:nvPr/>
        </p:nvGrpSpPr>
        <p:grpSpPr bwMode="auto">
          <a:xfrm>
            <a:off x="3822700" y="2630488"/>
            <a:ext cx="647700" cy="385762"/>
            <a:chOff x="2299" y="1622"/>
            <a:chExt cx="439" cy="262"/>
          </a:xfrm>
        </p:grpSpPr>
        <p:sp>
          <p:nvSpPr>
            <p:cNvPr id="53506"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3507"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08"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509"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3510" name="Group 199"/>
            <p:cNvGrpSpPr>
              <a:grpSpLocks/>
            </p:cNvGrpSpPr>
            <p:nvPr/>
          </p:nvGrpSpPr>
          <p:grpSpPr bwMode="auto">
            <a:xfrm>
              <a:off x="2365" y="1640"/>
              <a:ext cx="304" cy="117"/>
              <a:chOff x="2365" y="1640"/>
              <a:chExt cx="304" cy="117"/>
            </a:xfrm>
          </p:grpSpPr>
          <p:grpSp>
            <p:nvGrpSpPr>
              <p:cNvPr id="53513" name="Group 200"/>
              <p:cNvGrpSpPr>
                <a:grpSpLocks/>
              </p:cNvGrpSpPr>
              <p:nvPr/>
            </p:nvGrpSpPr>
            <p:grpSpPr bwMode="auto">
              <a:xfrm>
                <a:off x="2365" y="1640"/>
                <a:ext cx="302" cy="115"/>
                <a:chOff x="2365" y="1640"/>
                <a:chExt cx="302" cy="115"/>
              </a:xfrm>
            </p:grpSpPr>
            <p:sp>
              <p:nvSpPr>
                <p:cNvPr id="53523"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4"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5"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6"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7"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8"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9"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30"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3514" name="Group 209"/>
              <p:cNvGrpSpPr>
                <a:grpSpLocks/>
              </p:cNvGrpSpPr>
              <p:nvPr/>
            </p:nvGrpSpPr>
            <p:grpSpPr bwMode="auto">
              <a:xfrm>
                <a:off x="2368" y="1643"/>
                <a:ext cx="301" cy="114"/>
                <a:chOff x="2368" y="1643"/>
                <a:chExt cx="301" cy="114"/>
              </a:xfrm>
            </p:grpSpPr>
            <p:sp>
              <p:nvSpPr>
                <p:cNvPr id="53515"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16"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17"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18"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19"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0"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1"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22"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3511"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512"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3287"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88" name="Rectangle 221"/>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3289"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90" name="Rectangle 223"/>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3291"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292"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93"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294"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295"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96" name="Rectangle 229"/>
          <p:cNvSpPr>
            <a:spLocks noChangeArrowheads="1"/>
          </p:cNvSpPr>
          <p:nvPr/>
        </p:nvSpPr>
        <p:spPr bwMode="auto">
          <a:xfrm>
            <a:off x="5976938" y="4222750"/>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3297"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298" name="Rectangle 231"/>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3299"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00" name="Rectangle 233"/>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3301"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02" name="Rectangle 235"/>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3303"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04" name="Rectangle 237"/>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3305"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3306"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07" name="Rectangle 240"/>
          <p:cNvSpPr>
            <a:spLocks noChangeArrowheads="1"/>
          </p:cNvSpPr>
          <p:nvPr/>
        </p:nvSpPr>
        <p:spPr bwMode="auto">
          <a:xfrm>
            <a:off x="6827838" y="3589338"/>
            <a:ext cx="91598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a:t>
            </a:r>
            <a:endParaRPr kumimoji="1" lang="en-US" altLang="zh-CN" sz="2000">
              <a:solidFill>
                <a:srgbClr val="333399"/>
              </a:solidFill>
              <a:latin typeface="Arial" pitchFamily="34" charset="0"/>
            </a:endParaRPr>
          </a:p>
        </p:txBody>
      </p:sp>
      <p:sp>
        <p:nvSpPr>
          <p:cNvPr id="53308"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3309" name="Group 242"/>
          <p:cNvGrpSpPr>
            <a:grpSpLocks/>
          </p:cNvGrpSpPr>
          <p:nvPr/>
        </p:nvGrpSpPr>
        <p:grpSpPr bwMode="auto">
          <a:xfrm>
            <a:off x="2222500" y="4386263"/>
            <a:ext cx="649288" cy="384175"/>
            <a:chOff x="1304" y="2569"/>
            <a:chExt cx="439" cy="262"/>
          </a:xfrm>
        </p:grpSpPr>
        <p:sp>
          <p:nvSpPr>
            <p:cNvPr id="53481"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3482"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83"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84"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3485" name="Group 247"/>
            <p:cNvGrpSpPr>
              <a:grpSpLocks/>
            </p:cNvGrpSpPr>
            <p:nvPr/>
          </p:nvGrpSpPr>
          <p:grpSpPr bwMode="auto">
            <a:xfrm>
              <a:off x="1371" y="2587"/>
              <a:ext cx="304" cy="117"/>
              <a:chOff x="1371" y="2587"/>
              <a:chExt cx="304" cy="117"/>
            </a:xfrm>
          </p:grpSpPr>
          <p:grpSp>
            <p:nvGrpSpPr>
              <p:cNvPr id="53488" name="Group 248"/>
              <p:cNvGrpSpPr>
                <a:grpSpLocks/>
              </p:cNvGrpSpPr>
              <p:nvPr/>
            </p:nvGrpSpPr>
            <p:grpSpPr bwMode="auto">
              <a:xfrm>
                <a:off x="1371" y="2587"/>
                <a:ext cx="301" cy="115"/>
                <a:chOff x="1371" y="2587"/>
                <a:chExt cx="301" cy="115"/>
              </a:xfrm>
            </p:grpSpPr>
            <p:sp>
              <p:nvSpPr>
                <p:cNvPr id="53498"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9"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00"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01"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02"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03"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04"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505"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3489" name="Group 257"/>
              <p:cNvGrpSpPr>
                <a:grpSpLocks/>
              </p:cNvGrpSpPr>
              <p:nvPr/>
            </p:nvGrpSpPr>
            <p:grpSpPr bwMode="auto">
              <a:xfrm>
                <a:off x="1373" y="2590"/>
                <a:ext cx="302" cy="114"/>
                <a:chOff x="1373" y="2590"/>
                <a:chExt cx="302" cy="114"/>
              </a:xfrm>
            </p:grpSpPr>
            <p:sp>
              <p:nvSpPr>
                <p:cNvPr id="53490"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1"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2"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3"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4"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5"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6"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97"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3486"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487"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3310" name="Group 268"/>
          <p:cNvGrpSpPr>
            <a:grpSpLocks/>
          </p:cNvGrpSpPr>
          <p:nvPr/>
        </p:nvGrpSpPr>
        <p:grpSpPr bwMode="auto">
          <a:xfrm>
            <a:off x="5126038" y="4386263"/>
            <a:ext cx="649287" cy="384175"/>
            <a:chOff x="3488" y="2569"/>
            <a:chExt cx="439" cy="262"/>
          </a:xfrm>
        </p:grpSpPr>
        <p:sp>
          <p:nvSpPr>
            <p:cNvPr id="53456"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3457"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58"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59"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3460" name="Group 273"/>
            <p:cNvGrpSpPr>
              <a:grpSpLocks/>
            </p:cNvGrpSpPr>
            <p:nvPr/>
          </p:nvGrpSpPr>
          <p:grpSpPr bwMode="auto">
            <a:xfrm>
              <a:off x="3555" y="2587"/>
              <a:ext cx="304" cy="117"/>
              <a:chOff x="3555" y="2587"/>
              <a:chExt cx="304" cy="117"/>
            </a:xfrm>
          </p:grpSpPr>
          <p:grpSp>
            <p:nvGrpSpPr>
              <p:cNvPr id="53463" name="Group 274"/>
              <p:cNvGrpSpPr>
                <a:grpSpLocks/>
              </p:cNvGrpSpPr>
              <p:nvPr/>
            </p:nvGrpSpPr>
            <p:grpSpPr bwMode="auto">
              <a:xfrm>
                <a:off x="3555" y="2587"/>
                <a:ext cx="301" cy="115"/>
                <a:chOff x="3555" y="2587"/>
                <a:chExt cx="301" cy="115"/>
              </a:xfrm>
            </p:grpSpPr>
            <p:sp>
              <p:nvSpPr>
                <p:cNvPr id="53473"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4"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5"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6"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7"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8"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9"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80"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3464" name="Group 283"/>
              <p:cNvGrpSpPr>
                <a:grpSpLocks/>
              </p:cNvGrpSpPr>
              <p:nvPr/>
            </p:nvGrpSpPr>
            <p:grpSpPr bwMode="auto">
              <a:xfrm>
                <a:off x="3557" y="2590"/>
                <a:ext cx="302" cy="114"/>
                <a:chOff x="3557" y="2590"/>
                <a:chExt cx="302" cy="114"/>
              </a:xfrm>
            </p:grpSpPr>
            <p:sp>
              <p:nvSpPr>
                <p:cNvPr id="53465"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66"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67"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68"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69"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0"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1"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72"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3461"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462"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3311"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3312"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3313"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314"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315"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316"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3317"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18" name="Rectangle 301"/>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3319"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20" name="Rectangle 303"/>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3321"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22" name="Rectangle 305"/>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3323"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24" name="Rectangle 307"/>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3325"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26" name="Rectangle 309"/>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3327"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28" name="Rectangle 311"/>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3329"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30" name="Rectangle 313"/>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3331"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32" name="Rectangle 315"/>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3333"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34" name="Rectangle 317"/>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3335"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336"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337"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3338"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39" name="Rectangle 322"/>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3340"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41" name="Rectangle 324"/>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3342"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43" name="Rectangle 326"/>
          <p:cNvSpPr>
            <a:spLocks noChangeArrowheads="1"/>
          </p:cNvSpPr>
          <p:nvPr/>
        </p:nvSpPr>
        <p:spPr bwMode="auto">
          <a:xfrm>
            <a:off x="1592263" y="3079750"/>
            <a:ext cx="915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a:t>
            </a:r>
            <a:endParaRPr kumimoji="1" lang="en-US" altLang="zh-CN" sz="2000">
              <a:solidFill>
                <a:srgbClr val="333399"/>
              </a:solidFill>
              <a:latin typeface="Arial" pitchFamily="34" charset="0"/>
            </a:endParaRPr>
          </a:p>
        </p:txBody>
      </p:sp>
      <p:sp>
        <p:nvSpPr>
          <p:cNvPr id="53344"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45" name="Rectangle 328"/>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3346"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47"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48" name="Rectangle 331"/>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3349"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50" name="Rectangle 333"/>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3351" name="Rectangle 334"/>
          <p:cNvSpPr>
            <a:spLocks noChangeArrowheads="1"/>
          </p:cNvSpPr>
          <p:nvPr/>
        </p:nvSpPr>
        <p:spPr bwMode="auto">
          <a:xfrm>
            <a:off x="3832225" y="4222750"/>
            <a:ext cx="9175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a:t>
            </a:r>
            <a:endParaRPr kumimoji="1" lang="en-US" altLang="zh-CN" sz="2000">
              <a:solidFill>
                <a:srgbClr val="333399"/>
              </a:solidFill>
              <a:latin typeface="Arial" pitchFamily="34" charset="0"/>
            </a:endParaRPr>
          </a:p>
        </p:txBody>
      </p:sp>
      <p:sp>
        <p:nvSpPr>
          <p:cNvPr id="53352"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53" name="Rectangle 336"/>
          <p:cNvSpPr>
            <a:spLocks noChangeArrowheads="1"/>
          </p:cNvSpPr>
          <p:nvPr/>
        </p:nvSpPr>
        <p:spPr bwMode="auto">
          <a:xfrm>
            <a:off x="3548063" y="3714750"/>
            <a:ext cx="9175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a:t>
            </a:r>
            <a:endParaRPr kumimoji="1" lang="en-US" altLang="zh-CN" sz="2000">
              <a:solidFill>
                <a:srgbClr val="333399"/>
              </a:solidFill>
              <a:latin typeface="Arial" pitchFamily="34" charset="0"/>
            </a:endParaRPr>
          </a:p>
        </p:txBody>
      </p:sp>
      <p:sp>
        <p:nvSpPr>
          <p:cNvPr id="53354"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55" name="Rectangle 338"/>
          <p:cNvSpPr>
            <a:spLocks noChangeArrowheads="1"/>
          </p:cNvSpPr>
          <p:nvPr/>
        </p:nvSpPr>
        <p:spPr bwMode="auto">
          <a:xfrm>
            <a:off x="5243513" y="3308350"/>
            <a:ext cx="9144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a:t>
            </a:r>
            <a:endParaRPr kumimoji="1" lang="en-US" altLang="zh-CN" sz="2000">
              <a:solidFill>
                <a:srgbClr val="333399"/>
              </a:solidFill>
              <a:latin typeface="Arial" pitchFamily="34" charset="0"/>
            </a:endParaRPr>
          </a:p>
        </p:txBody>
      </p:sp>
      <p:sp>
        <p:nvSpPr>
          <p:cNvPr id="53356" name="Line 339"/>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57" name="Rectangle 340"/>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3358" name="Picture 3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3359" name="Line 342"/>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60" name="Line 343"/>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61" name="Line 344"/>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62"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3363" name="Rectangle 346"/>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3364" name="Rectangle 347"/>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3365" name="Line 348"/>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66" name="Rectangle 349"/>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3367" name="Line 350"/>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68" name="Line 351"/>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69"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3370" name="Group 353"/>
          <p:cNvGrpSpPr>
            <a:grpSpLocks/>
          </p:cNvGrpSpPr>
          <p:nvPr/>
        </p:nvGrpSpPr>
        <p:grpSpPr bwMode="auto">
          <a:xfrm>
            <a:off x="3105150" y="898525"/>
            <a:ext cx="506413" cy="514350"/>
            <a:chOff x="1813" y="593"/>
            <a:chExt cx="343" cy="352"/>
          </a:xfrm>
        </p:grpSpPr>
        <p:grpSp>
          <p:nvGrpSpPr>
            <p:cNvPr id="53430" name="Group 354"/>
            <p:cNvGrpSpPr>
              <a:grpSpLocks/>
            </p:cNvGrpSpPr>
            <p:nvPr/>
          </p:nvGrpSpPr>
          <p:grpSpPr bwMode="auto">
            <a:xfrm>
              <a:off x="1821" y="599"/>
              <a:ext cx="335" cy="346"/>
              <a:chOff x="1821" y="599"/>
              <a:chExt cx="335" cy="346"/>
            </a:xfrm>
          </p:grpSpPr>
          <p:sp>
            <p:nvSpPr>
              <p:cNvPr id="53444"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45"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46"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47"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48"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49"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50"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51"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452" name="Group 363"/>
              <p:cNvGrpSpPr>
                <a:grpSpLocks/>
              </p:cNvGrpSpPr>
              <p:nvPr/>
            </p:nvGrpSpPr>
            <p:grpSpPr bwMode="auto">
              <a:xfrm>
                <a:off x="1821" y="895"/>
                <a:ext cx="335" cy="50"/>
                <a:chOff x="1821" y="895"/>
                <a:chExt cx="335" cy="50"/>
              </a:xfrm>
            </p:grpSpPr>
            <p:sp>
              <p:nvSpPr>
                <p:cNvPr id="53453"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54"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55"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431" name="Group 367"/>
            <p:cNvGrpSpPr>
              <a:grpSpLocks/>
            </p:cNvGrpSpPr>
            <p:nvPr/>
          </p:nvGrpSpPr>
          <p:grpSpPr bwMode="auto">
            <a:xfrm>
              <a:off x="1813" y="593"/>
              <a:ext cx="335" cy="346"/>
              <a:chOff x="1813" y="593"/>
              <a:chExt cx="335" cy="346"/>
            </a:xfrm>
          </p:grpSpPr>
          <p:sp>
            <p:nvSpPr>
              <p:cNvPr id="53432"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33"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34"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35"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36"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37"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38"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39"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440" name="Group 376"/>
              <p:cNvGrpSpPr>
                <a:grpSpLocks/>
              </p:cNvGrpSpPr>
              <p:nvPr/>
            </p:nvGrpSpPr>
            <p:grpSpPr bwMode="auto">
              <a:xfrm>
                <a:off x="1813" y="888"/>
                <a:ext cx="335" cy="51"/>
                <a:chOff x="1813" y="888"/>
                <a:chExt cx="335" cy="51"/>
              </a:xfrm>
            </p:grpSpPr>
            <p:sp>
              <p:nvSpPr>
                <p:cNvPr id="53441"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42"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43"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3371" name="Line 380"/>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72" name="Line 381"/>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373"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3374" name="Group 383"/>
          <p:cNvGrpSpPr>
            <a:grpSpLocks/>
          </p:cNvGrpSpPr>
          <p:nvPr/>
        </p:nvGrpSpPr>
        <p:grpSpPr bwMode="auto">
          <a:xfrm>
            <a:off x="4662488" y="898525"/>
            <a:ext cx="506412" cy="514350"/>
            <a:chOff x="2868" y="593"/>
            <a:chExt cx="343" cy="352"/>
          </a:xfrm>
        </p:grpSpPr>
        <p:grpSp>
          <p:nvGrpSpPr>
            <p:cNvPr id="53404" name="Group 384"/>
            <p:cNvGrpSpPr>
              <a:grpSpLocks/>
            </p:cNvGrpSpPr>
            <p:nvPr/>
          </p:nvGrpSpPr>
          <p:grpSpPr bwMode="auto">
            <a:xfrm>
              <a:off x="2877" y="599"/>
              <a:ext cx="334" cy="346"/>
              <a:chOff x="2877" y="599"/>
              <a:chExt cx="334" cy="346"/>
            </a:xfrm>
          </p:grpSpPr>
          <p:sp>
            <p:nvSpPr>
              <p:cNvPr id="53418"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19"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20"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21"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22"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23"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24"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25"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426" name="Group 393"/>
              <p:cNvGrpSpPr>
                <a:grpSpLocks/>
              </p:cNvGrpSpPr>
              <p:nvPr/>
            </p:nvGrpSpPr>
            <p:grpSpPr bwMode="auto">
              <a:xfrm>
                <a:off x="2877" y="895"/>
                <a:ext cx="334" cy="50"/>
                <a:chOff x="2877" y="895"/>
                <a:chExt cx="334" cy="50"/>
              </a:xfrm>
            </p:grpSpPr>
            <p:sp>
              <p:nvSpPr>
                <p:cNvPr id="53427"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28"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29"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405" name="Group 397"/>
            <p:cNvGrpSpPr>
              <a:grpSpLocks/>
            </p:cNvGrpSpPr>
            <p:nvPr/>
          </p:nvGrpSpPr>
          <p:grpSpPr bwMode="auto">
            <a:xfrm>
              <a:off x="2868" y="593"/>
              <a:ext cx="335" cy="346"/>
              <a:chOff x="2868" y="593"/>
              <a:chExt cx="335" cy="346"/>
            </a:xfrm>
          </p:grpSpPr>
          <p:sp>
            <p:nvSpPr>
              <p:cNvPr id="53406"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07"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08"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09"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10"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11"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12"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413"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414" name="Group 406"/>
              <p:cNvGrpSpPr>
                <a:grpSpLocks/>
              </p:cNvGrpSpPr>
              <p:nvPr/>
            </p:nvGrpSpPr>
            <p:grpSpPr bwMode="auto">
              <a:xfrm>
                <a:off x="2868" y="888"/>
                <a:ext cx="335" cy="51"/>
                <a:chOff x="2868" y="888"/>
                <a:chExt cx="335" cy="51"/>
              </a:xfrm>
            </p:grpSpPr>
            <p:sp>
              <p:nvSpPr>
                <p:cNvPr id="53415"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16"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17"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3375"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3376" name="Group 411"/>
          <p:cNvGrpSpPr>
            <a:grpSpLocks/>
          </p:cNvGrpSpPr>
          <p:nvPr/>
        </p:nvGrpSpPr>
        <p:grpSpPr bwMode="auto">
          <a:xfrm>
            <a:off x="6207125" y="898525"/>
            <a:ext cx="506413" cy="514350"/>
            <a:chOff x="3915" y="593"/>
            <a:chExt cx="343" cy="352"/>
          </a:xfrm>
        </p:grpSpPr>
        <p:grpSp>
          <p:nvGrpSpPr>
            <p:cNvPr id="53378" name="Group 412"/>
            <p:cNvGrpSpPr>
              <a:grpSpLocks/>
            </p:cNvGrpSpPr>
            <p:nvPr/>
          </p:nvGrpSpPr>
          <p:grpSpPr bwMode="auto">
            <a:xfrm>
              <a:off x="3924" y="599"/>
              <a:ext cx="334" cy="346"/>
              <a:chOff x="3924" y="599"/>
              <a:chExt cx="334" cy="346"/>
            </a:xfrm>
          </p:grpSpPr>
          <p:sp>
            <p:nvSpPr>
              <p:cNvPr id="53392"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93"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94"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95"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96"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97"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98"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99"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400" name="Group 421"/>
              <p:cNvGrpSpPr>
                <a:grpSpLocks/>
              </p:cNvGrpSpPr>
              <p:nvPr/>
            </p:nvGrpSpPr>
            <p:grpSpPr bwMode="auto">
              <a:xfrm>
                <a:off x="3924" y="895"/>
                <a:ext cx="334" cy="50"/>
                <a:chOff x="3924" y="895"/>
                <a:chExt cx="334" cy="50"/>
              </a:xfrm>
            </p:grpSpPr>
            <p:sp>
              <p:nvSpPr>
                <p:cNvPr id="53401"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02"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403"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3379" name="Group 425"/>
            <p:cNvGrpSpPr>
              <a:grpSpLocks/>
            </p:cNvGrpSpPr>
            <p:nvPr/>
          </p:nvGrpSpPr>
          <p:grpSpPr bwMode="auto">
            <a:xfrm>
              <a:off x="3915" y="593"/>
              <a:ext cx="335" cy="346"/>
              <a:chOff x="3915" y="593"/>
              <a:chExt cx="335" cy="346"/>
            </a:xfrm>
          </p:grpSpPr>
          <p:sp>
            <p:nvSpPr>
              <p:cNvPr id="53380"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81"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82"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83"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84"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85"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86"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3387"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3388" name="Group 434"/>
              <p:cNvGrpSpPr>
                <a:grpSpLocks/>
              </p:cNvGrpSpPr>
              <p:nvPr/>
            </p:nvGrpSpPr>
            <p:grpSpPr bwMode="auto">
              <a:xfrm>
                <a:off x="3915" y="888"/>
                <a:ext cx="335" cy="51"/>
                <a:chOff x="3915" y="888"/>
                <a:chExt cx="335" cy="51"/>
              </a:xfrm>
            </p:grpSpPr>
            <p:sp>
              <p:nvSpPr>
                <p:cNvPr id="53389"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90"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3391"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3377" name="Text Box 438"/>
          <p:cNvSpPr txBox="1">
            <a:spLocks noChangeArrowheads="1"/>
          </p:cNvSpPr>
          <p:nvPr/>
        </p:nvSpPr>
        <p:spPr bwMode="auto">
          <a:xfrm>
            <a:off x="1331913" y="188913"/>
            <a:ext cx="6408737" cy="1382712"/>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rgbClr val="333399"/>
                </a:solidFill>
                <a:latin typeface="Arial" pitchFamily="34" charset="0"/>
              </a:rPr>
              <a:t>在同一个局域网上的主机或路由器的</a:t>
            </a:r>
          </a:p>
          <a:p>
            <a:pPr algn="ctr" eaLnBrk="1" hangingPunct="1"/>
            <a:r>
              <a:rPr lang="en-US" altLang="zh-CN">
                <a:solidFill>
                  <a:srgbClr val="333399"/>
                </a:solidFill>
                <a:latin typeface="Arial" pitchFamily="34" charset="0"/>
              </a:rPr>
              <a:t>IP </a:t>
            </a:r>
            <a:r>
              <a:rPr lang="zh-CN" altLang="en-US">
                <a:solidFill>
                  <a:srgbClr val="333399"/>
                </a:solidFill>
                <a:latin typeface="Arial" pitchFamily="34" charset="0"/>
              </a:rPr>
              <a:t>地址中的网络号必须是一样的。</a:t>
            </a:r>
          </a:p>
          <a:p>
            <a:pPr algn="ctr" eaLnBrk="1" hangingPunct="1"/>
            <a:r>
              <a:rPr lang="zh-CN" altLang="en-US">
                <a:solidFill>
                  <a:srgbClr val="333399"/>
                </a:solidFill>
                <a:latin typeface="Arial" pitchFamily="34" charset="0"/>
              </a:rPr>
              <a:t>图中的网络号就是 </a:t>
            </a:r>
            <a:r>
              <a:rPr lang="en-US" altLang="zh-CN">
                <a:solidFill>
                  <a:srgbClr val="333399"/>
                </a:solidFill>
                <a:latin typeface="Arial" pitchFamily="34" charset="0"/>
              </a:rPr>
              <a:t>IP </a:t>
            </a:r>
            <a:r>
              <a:rPr lang="zh-CN" altLang="en-US">
                <a:solidFill>
                  <a:srgbClr val="333399"/>
                </a:solidFill>
                <a:latin typeface="Arial" pitchFamily="34" charset="0"/>
              </a:rPr>
              <a:t>地址中的 </a:t>
            </a:r>
            <a:r>
              <a:rPr lang="en-US" altLang="zh-CN">
                <a:solidFill>
                  <a:srgbClr val="333399"/>
                </a:solidFill>
                <a:latin typeface="Arial" pitchFamily="34" charset="0"/>
              </a:rPr>
              <a:t>net-id</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grpId="0" nodeType="afterEffect">
                                  <p:stCondLst>
                                    <p:cond delay="500"/>
                                  </p:stCondLst>
                                  <p:childTnLst>
                                    <p:anim calcmode="discrete" valueType="str">
                                      <p:cBhvr>
                                        <p:cTn id="6" dur="1000" fill="hold"/>
                                        <p:tgtEl>
                                          <p:spTgt spid="4485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8516" grpId="0" animBg="1"/>
    </p:bldLst>
  </p:timing>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4274" name="AutoShape 2"/>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275" name="Rectangle 3"/>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54276" name="Freeform 4"/>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77" name="Line 5"/>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278" name="Line 6"/>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279" name="Freeform 7"/>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280" name="Freeform 8"/>
          <p:cNvSpPr>
            <a:spLocks/>
          </p:cNvSpPr>
          <p:nvPr/>
        </p:nvSpPr>
        <p:spPr bwMode="auto">
          <a:xfrm>
            <a:off x="3213100" y="4514850"/>
            <a:ext cx="1679575" cy="255588"/>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81" name="Line 9"/>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282" name="Freeform 10"/>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83" name="Freeform 11"/>
          <p:cNvSpPr>
            <a:spLocks/>
          </p:cNvSpPr>
          <p:nvPr/>
        </p:nvSpPr>
        <p:spPr bwMode="auto">
          <a:xfrm>
            <a:off x="2754313" y="3086100"/>
            <a:ext cx="1092200" cy="1090613"/>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84" name="Freeform 12"/>
          <p:cNvSpPr>
            <a:spLocks/>
          </p:cNvSpPr>
          <p:nvPr/>
        </p:nvSpPr>
        <p:spPr bwMode="auto">
          <a:xfrm>
            <a:off x="4357688" y="3081338"/>
            <a:ext cx="971550" cy="12207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85"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286" name="Freeform 14"/>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87"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288" name="Freeform 16"/>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4289" name="Freeform 17"/>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90" name="Freeform 18"/>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291"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292"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293" name="Rectangle 21"/>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4294"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4295" name="Group 23"/>
          <p:cNvGrpSpPr>
            <a:grpSpLocks/>
          </p:cNvGrpSpPr>
          <p:nvPr/>
        </p:nvGrpSpPr>
        <p:grpSpPr bwMode="auto">
          <a:xfrm>
            <a:off x="579438" y="3616325"/>
            <a:ext cx="504825" cy="515938"/>
            <a:chOff x="101" y="2294"/>
            <a:chExt cx="343" cy="353"/>
          </a:xfrm>
        </p:grpSpPr>
        <p:grpSp>
          <p:nvGrpSpPr>
            <p:cNvPr id="54689" name="Group 24"/>
            <p:cNvGrpSpPr>
              <a:grpSpLocks/>
            </p:cNvGrpSpPr>
            <p:nvPr/>
          </p:nvGrpSpPr>
          <p:grpSpPr bwMode="auto">
            <a:xfrm>
              <a:off x="109" y="2301"/>
              <a:ext cx="335" cy="346"/>
              <a:chOff x="109" y="2301"/>
              <a:chExt cx="335" cy="346"/>
            </a:xfrm>
          </p:grpSpPr>
          <p:sp>
            <p:nvSpPr>
              <p:cNvPr id="54703"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04"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05"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06"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07"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708"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709"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710"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711" name="Group 33"/>
              <p:cNvGrpSpPr>
                <a:grpSpLocks/>
              </p:cNvGrpSpPr>
              <p:nvPr/>
            </p:nvGrpSpPr>
            <p:grpSpPr bwMode="auto">
              <a:xfrm>
                <a:off x="109" y="2596"/>
                <a:ext cx="335" cy="51"/>
                <a:chOff x="109" y="2596"/>
                <a:chExt cx="335" cy="51"/>
              </a:xfrm>
            </p:grpSpPr>
            <p:sp>
              <p:nvSpPr>
                <p:cNvPr id="54712"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13"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14"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690" name="Group 37"/>
            <p:cNvGrpSpPr>
              <a:grpSpLocks/>
            </p:cNvGrpSpPr>
            <p:nvPr/>
          </p:nvGrpSpPr>
          <p:grpSpPr bwMode="auto">
            <a:xfrm>
              <a:off x="101" y="2294"/>
              <a:ext cx="335" cy="347"/>
              <a:chOff x="101" y="2294"/>
              <a:chExt cx="335" cy="347"/>
            </a:xfrm>
          </p:grpSpPr>
          <p:sp>
            <p:nvSpPr>
              <p:cNvPr id="54691"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92"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93"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94"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95"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96"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97"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98"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99" name="Group 46"/>
              <p:cNvGrpSpPr>
                <a:grpSpLocks/>
              </p:cNvGrpSpPr>
              <p:nvPr/>
            </p:nvGrpSpPr>
            <p:grpSpPr bwMode="auto">
              <a:xfrm>
                <a:off x="101" y="2590"/>
                <a:ext cx="335" cy="51"/>
                <a:chOff x="101" y="2590"/>
                <a:chExt cx="335" cy="51"/>
              </a:xfrm>
            </p:grpSpPr>
            <p:sp>
              <p:nvSpPr>
                <p:cNvPr id="54700"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01"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702"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4296" name="Group 50"/>
          <p:cNvGrpSpPr>
            <a:grpSpLocks/>
          </p:cNvGrpSpPr>
          <p:nvPr/>
        </p:nvGrpSpPr>
        <p:grpSpPr bwMode="auto">
          <a:xfrm>
            <a:off x="3357563" y="6081713"/>
            <a:ext cx="503237" cy="515937"/>
            <a:chOff x="3891" y="3616"/>
            <a:chExt cx="342" cy="353"/>
          </a:xfrm>
        </p:grpSpPr>
        <p:grpSp>
          <p:nvGrpSpPr>
            <p:cNvPr id="54663" name="Group 51"/>
            <p:cNvGrpSpPr>
              <a:grpSpLocks/>
            </p:cNvGrpSpPr>
            <p:nvPr/>
          </p:nvGrpSpPr>
          <p:grpSpPr bwMode="auto">
            <a:xfrm>
              <a:off x="3899" y="3622"/>
              <a:ext cx="334" cy="347"/>
              <a:chOff x="3899" y="3622"/>
              <a:chExt cx="334" cy="347"/>
            </a:xfrm>
          </p:grpSpPr>
          <p:sp>
            <p:nvSpPr>
              <p:cNvPr id="54677"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78"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79"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80"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81"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82"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83"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84"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85" name="Group 60"/>
              <p:cNvGrpSpPr>
                <a:grpSpLocks/>
              </p:cNvGrpSpPr>
              <p:nvPr/>
            </p:nvGrpSpPr>
            <p:grpSpPr bwMode="auto">
              <a:xfrm>
                <a:off x="3899" y="3918"/>
                <a:ext cx="334" cy="51"/>
                <a:chOff x="3899" y="3918"/>
                <a:chExt cx="334" cy="51"/>
              </a:xfrm>
            </p:grpSpPr>
            <p:sp>
              <p:nvSpPr>
                <p:cNvPr id="54686"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87"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88"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664" name="Group 64"/>
            <p:cNvGrpSpPr>
              <a:grpSpLocks/>
            </p:cNvGrpSpPr>
            <p:nvPr/>
          </p:nvGrpSpPr>
          <p:grpSpPr bwMode="auto">
            <a:xfrm>
              <a:off x="3891" y="3616"/>
              <a:ext cx="334" cy="346"/>
              <a:chOff x="3891" y="3616"/>
              <a:chExt cx="334" cy="346"/>
            </a:xfrm>
          </p:grpSpPr>
          <p:sp>
            <p:nvSpPr>
              <p:cNvPr id="54665"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66"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67"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68"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69"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70"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71"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72"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73" name="Group 73"/>
              <p:cNvGrpSpPr>
                <a:grpSpLocks/>
              </p:cNvGrpSpPr>
              <p:nvPr/>
            </p:nvGrpSpPr>
            <p:grpSpPr bwMode="auto">
              <a:xfrm>
                <a:off x="3891" y="3912"/>
                <a:ext cx="334" cy="50"/>
                <a:chOff x="3891" y="3912"/>
                <a:chExt cx="334" cy="50"/>
              </a:xfrm>
            </p:grpSpPr>
            <p:sp>
              <p:nvSpPr>
                <p:cNvPr id="54674"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75"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76"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4297" name="Group 77"/>
          <p:cNvGrpSpPr>
            <a:grpSpLocks/>
          </p:cNvGrpSpPr>
          <p:nvPr/>
        </p:nvGrpSpPr>
        <p:grpSpPr bwMode="auto">
          <a:xfrm>
            <a:off x="4627563" y="6065838"/>
            <a:ext cx="504825" cy="515937"/>
            <a:chOff x="4752" y="3605"/>
            <a:chExt cx="343" cy="353"/>
          </a:xfrm>
        </p:grpSpPr>
        <p:grpSp>
          <p:nvGrpSpPr>
            <p:cNvPr id="54637" name="Group 78"/>
            <p:cNvGrpSpPr>
              <a:grpSpLocks/>
            </p:cNvGrpSpPr>
            <p:nvPr/>
          </p:nvGrpSpPr>
          <p:grpSpPr bwMode="auto">
            <a:xfrm>
              <a:off x="4760" y="3612"/>
              <a:ext cx="335" cy="346"/>
              <a:chOff x="4760" y="3612"/>
              <a:chExt cx="335" cy="346"/>
            </a:xfrm>
          </p:grpSpPr>
          <p:sp>
            <p:nvSpPr>
              <p:cNvPr id="54651"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52"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53"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54"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55"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56"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57"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58"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59" name="Group 87"/>
              <p:cNvGrpSpPr>
                <a:grpSpLocks/>
              </p:cNvGrpSpPr>
              <p:nvPr/>
            </p:nvGrpSpPr>
            <p:grpSpPr bwMode="auto">
              <a:xfrm>
                <a:off x="4760" y="3907"/>
                <a:ext cx="335" cy="51"/>
                <a:chOff x="4760" y="3907"/>
                <a:chExt cx="335" cy="51"/>
              </a:xfrm>
            </p:grpSpPr>
            <p:sp>
              <p:nvSpPr>
                <p:cNvPr id="54660"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61"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62"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638" name="Group 91"/>
            <p:cNvGrpSpPr>
              <a:grpSpLocks/>
            </p:cNvGrpSpPr>
            <p:nvPr/>
          </p:nvGrpSpPr>
          <p:grpSpPr bwMode="auto">
            <a:xfrm>
              <a:off x="4752" y="3605"/>
              <a:ext cx="334" cy="347"/>
              <a:chOff x="4752" y="3605"/>
              <a:chExt cx="334" cy="347"/>
            </a:xfrm>
          </p:grpSpPr>
          <p:sp>
            <p:nvSpPr>
              <p:cNvPr id="54639"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40"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41"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42"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43"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44"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45"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46"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47" name="Group 100"/>
              <p:cNvGrpSpPr>
                <a:grpSpLocks/>
              </p:cNvGrpSpPr>
              <p:nvPr/>
            </p:nvGrpSpPr>
            <p:grpSpPr bwMode="auto">
              <a:xfrm>
                <a:off x="4752" y="3901"/>
                <a:ext cx="334" cy="51"/>
                <a:chOff x="4752" y="3901"/>
                <a:chExt cx="334" cy="51"/>
              </a:xfrm>
            </p:grpSpPr>
            <p:sp>
              <p:nvSpPr>
                <p:cNvPr id="54648"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49"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50"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4298" name="Group 104"/>
          <p:cNvGrpSpPr>
            <a:grpSpLocks/>
          </p:cNvGrpSpPr>
          <p:nvPr/>
        </p:nvGrpSpPr>
        <p:grpSpPr bwMode="auto">
          <a:xfrm>
            <a:off x="579438" y="2509838"/>
            <a:ext cx="504825" cy="517525"/>
            <a:chOff x="101" y="1539"/>
            <a:chExt cx="343" cy="352"/>
          </a:xfrm>
        </p:grpSpPr>
        <p:grpSp>
          <p:nvGrpSpPr>
            <p:cNvPr id="54611" name="Group 105"/>
            <p:cNvGrpSpPr>
              <a:grpSpLocks/>
            </p:cNvGrpSpPr>
            <p:nvPr/>
          </p:nvGrpSpPr>
          <p:grpSpPr bwMode="auto">
            <a:xfrm>
              <a:off x="109" y="1545"/>
              <a:ext cx="335" cy="346"/>
              <a:chOff x="109" y="1545"/>
              <a:chExt cx="335" cy="346"/>
            </a:xfrm>
          </p:grpSpPr>
          <p:sp>
            <p:nvSpPr>
              <p:cNvPr id="54625"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26"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27"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28"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29"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30"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31"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32"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33" name="Group 114"/>
              <p:cNvGrpSpPr>
                <a:grpSpLocks/>
              </p:cNvGrpSpPr>
              <p:nvPr/>
            </p:nvGrpSpPr>
            <p:grpSpPr bwMode="auto">
              <a:xfrm>
                <a:off x="109" y="1841"/>
                <a:ext cx="335" cy="50"/>
                <a:chOff x="109" y="1841"/>
                <a:chExt cx="335" cy="50"/>
              </a:xfrm>
            </p:grpSpPr>
            <p:sp>
              <p:nvSpPr>
                <p:cNvPr id="54634"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35"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36"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612" name="Group 118"/>
            <p:cNvGrpSpPr>
              <a:grpSpLocks/>
            </p:cNvGrpSpPr>
            <p:nvPr/>
          </p:nvGrpSpPr>
          <p:grpSpPr bwMode="auto">
            <a:xfrm>
              <a:off x="101" y="1539"/>
              <a:ext cx="335" cy="346"/>
              <a:chOff x="101" y="1539"/>
              <a:chExt cx="335" cy="346"/>
            </a:xfrm>
          </p:grpSpPr>
          <p:sp>
            <p:nvSpPr>
              <p:cNvPr id="54613"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14"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15"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16"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17"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18"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19"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20"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21" name="Group 127"/>
              <p:cNvGrpSpPr>
                <a:grpSpLocks/>
              </p:cNvGrpSpPr>
              <p:nvPr/>
            </p:nvGrpSpPr>
            <p:grpSpPr bwMode="auto">
              <a:xfrm>
                <a:off x="101" y="1834"/>
                <a:ext cx="335" cy="51"/>
                <a:chOff x="101" y="1834"/>
                <a:chExt cx="335" cy="51"/>
              </a:xfrm>
            </p:grpSpPr>
            <p:sp>
              <p:nvSpPr>
                <p:cNvPr id="54622"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23"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24"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4299" name="Group 131"/>
          <p:cNvGrpSpPr>
            <a:grpSpLocks/>
          </p:cNvGrpSpPr>
          <p:nvPr/>
        </p:nvGrpSpPr>
        <p:grpSpPr bwMode="auto">
          <a:xfrm>
            <a:off x="8158163" y="3657600"/>
            <a:ext cx="506412" cy="514350"/>
            <a:chOff x="5237" y="2322"/>
            <a:chExt cx="343" cy="352"/>
          </a:xfrm>
        </p:grpSpPr>
        <p:grpSp>
          <p:nvGrpSpPr>
            <p:cNvPr id="54585" name="Group 132"/>
            <p:cNvGrpSpPr>
              <a:grpSpLocks/>
            </p:cNvGrpSpPr>
            <p:nvPr/>
          </p:nvGrpSpPr>
          <p:grpSpPr bwMode="auto">
            <a:xfrm>
              <a:off x="5245" y="2328"/>
              <a:ext cx="335" cy="346"/>
              <a:chOff x="5245" y="2328"/>
              <a:chExt cx="335" cy="346"/>
            </a:xfrm>
          </p:grpSpPr>
          <p:sp>
            <p:nvSpPr>
              <p:cNvPr id="54599"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00"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01"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02"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03"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04"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05"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606"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607" name="Group 141"/>
              <p:cNvGrpSpPr>
                <a:grpSpLocks/>
              </p:cNvGrpSpPr>
              <p:nvPr/>
            </p:nvGrpSpPr>
            <p:grpSpPr bwMode="auto">
              <a:xfrm>
                <a:off x="5245" y="2624"/>
                <a:ext cx="335" cy="50"/>
                <a:chOff x="5245" y="2624"/>
                <a:chExt cx="335" cy="50"/>
              </a:xfrm>
            </p:grpSpPr>
            <p:sp>
              <p:nvSpPr>
                <p:cNvPr id="54608"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09"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610"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586" name="Group 145"/>
            <p:cNvGrpSpPr>
              <a:grpSpLocks/>
            </p:cNvGrpSpPr>
            <p:nvPr/>
          </p:nvGrpSpPr>
          <p:grpSpPr bwMode="auto">
            <a:xfrm>
              <a:off x="5237" y="2322"/>
              <a:ext cx="335" cy="346"/>
              <a:chOff x="5237" y="2322"/>
              <a:chExt cx="335" cy="346"/>
            </a:xfrm>
          </p:grpSpPr>
          <p:sp>
            <p:nvSpPr>
              <p:cNvPr id="54587"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88"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89"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90"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91"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92"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93"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94"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595" name="Group 154"/>
              <p:cNvGrpSpPr>
                <a:grpSpLocks/>
              </p:cNvGrpSpPr>
              <p:nvPr/>
            </p:nvGrpSpPr>
            <p:grpSpPr bwMode="auto">
              <a:xfrm>
                <a:off x="5237" y="2617"/>
                <a:ext cx="335" cy="51"/>
                <a:chOff x="5237" y="2617"/>
                <a:chExt cx="335" cy="51"/>
              </a:xfrm>
            </p:grpSpPr>
            <p:sp>
              <p:nvSpPr>
                <p:cNvPr id="54596"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97"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98"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4300" name="Group 158"/>
          <p:cNvGrpSpPr>
            <a:grpSpLocks/>
          </p:cNvGrpSpPr>
          <p:nvPr/>
        </p:nvGrpSpPr>
        <p:grpSpPr bwMode="auto">
          <a:xfrm>
            <a:off x="8158163" y="2581275"/>
            <a:ext cx="506412" cy="515938"/>
            <a:chOff x="5237" y="1587"/>
            <a:chExt cx="343" cy="353"/>
          </a:xfrm>
        </p:grpSpPr>
        <p:grpSp>
          <p:nvGrpSpPr>
            <p:cNvPr id="54559" name="Group 159"/>
            <p:cNvGrpSpPr>
              <a:grpSpLocks/>
            </p:cNvGrpSpPr>
            <p:nvPr/>
          </p:nvGrpSpPr>
          <p:grpSpPr bwMode="auto">
            <a:xfrm>
              <a:off x="5245" y="1594"/>
              <a:ext cx="335" cy="346"/>
              <a:chOff x="5245" y="1594"/>
              <a:chExt cx="335" cy="346"/>
            </a:xfrm>
          </p:grpSpPr>
          <p:sp>
            <p:nvSpPr>
              <p:cNvPr id="54573"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74"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75"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76"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77"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78"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79"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80"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581" name="Group 168"/>
              <p:cNvGrpSpPr>
                <a:grpSpLocks/>
              </p:cNvGrpSpPr>
              <p:nvPr/>
            </p:nvGrpSpPr>
            <p:grpSpPr bwMode="auto">
              <a:xfrm>
                <a:off x="5245" y="1889"/>
                <a:ext cx="335" cy="51"/>
                <a:chOff x="5245" y="1889"/>
                <a:chExt cx="335" cy="51"/>
              </a:xfrm>
            </p:grpSpPr>
            <p:sp>
              <p:nvSpPr>
                <p:cNvPr id="54582"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83"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84"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560" name="Group 172"/>
            <p:cNvGrpSpPr>
              <a:grpSpLocks/>
            </p:cNvGrpSpPr>
            <p:nvPr/>
          </p:nvGrpSpPr>
          <p:grpSpPr bwMode="auto">
            <a:xfrm>
              <a:off x="5237" y="1587"/>
              <a:ext cx="335" cy="346"/>
              <a:chOff x="5237" y="1587"/>
              <a:chExt cx="335" cy="346"/>
            </a:xfrm>
          </p:grpSpPr>
          <p:sp>
            <p:nvSpPr>
              <p:cNvPr id="54561"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62"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63"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64"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65"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66"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67"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68"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569" name="Group 181"/>
              <p:cNvGrpSpPr>
                <a:grpSpLocks/>
              </p:cNvGrpSpPr>
              <p:nvPr/>
            </p:nvGrpSpPr>
            <p:grpSpPr bwMode="auto">
              <a:xfrm>
                <a:off x="5237" y="1883"/>
                <a:ext cx="335" cy="50"/>
                <a:chOff x="5237" y="1883"/>
                <a:chExt cx="335" cy="50"/>
              </a:xfrm>
            </p:grpSpPr>
            <p:sp>
              <p:nvSpPr>
                <p:cNvPr id="54570"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71"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72"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4301"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02" name="Rectangle 186"/>
          <p:cNvSpPr>
            <a:spLocks noChangeArrowheads="1"/>
          </p:cNvSpPr>
          <p:nvPr/>
        </p:nvSpPr>
        <p:spPr bwMode="auto">
          <a:xfrm>
            <a:off x="2343150" y="2324100"/>
            <a:ext cx="917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a:t>
            </a:r>
            <a:endParaRPr kumimoji="1" lang="en-US" altLang="zh-CN" sz="2000">
              <a:solidFill>
                <a:srgbClr val="333399"/>
              </a:solidFill>
              <a:latin typeface="Arial" pitchFamily="34" charset="0"/>
            </a:endParaRPr>
          </a:p>
        </p:txBody>
      </p:sp>
      <p:sp>
        <p:nvSpPr>
          <p:cNvPr id="54303"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04" name="Rectangle 188"/>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4305"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06" name="Rectangle 190"/>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4307"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08" name="Rectangle 192"/>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4309"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4310" name="Group 194"/>
          <p:cNvGrpSpPr>
            <a:grpSpLocks/>
          </p:cNvGrpSpPr>
          <p:nvPr/>
        </p:nvGrpSpPr>
        <p:grpSpPr bwMode="auto">
          <a:xfrm>
            <a:off x="3822700" y="2630488"/>
            <a:ext cx="647700" cy="385762"/>
            <a:chOff x="2299" y="1622"/>
            <a:chExt cx="439" cy="262"/>
          </a:xfrm>
        </p:grpSpPr>
        <p:sp>
          <p:nvSpPr>
            <p:cNvPr id="54534"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4535"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36"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37"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4538" name="Group 199"/>
            <p:cNvGrpSpPr>
              <a:grpSpLocks/>
            </p:cNvGrpSpPr>
            <p:nvPr/>
          </p:nvGrpSpPr>
          <p:grpSpPr bwMode="auto">
            <a:xfrm>
              <a:off x="2365" y="1640"/>
              <a:ext cx="304" cy="117"/>
              <a:chOff x="2365" y="1640"/>
              <a:chExt cx="304" cy="117"/>
            </a:xfrm>
          </p:grpSpPr>
          <p:grpSp>
            <p:nvGrpSpPr>
              <p:cNvPr id="54541" name="Group 200"/>
              <p:cNvGrpSpPr>
                <a:grpSpLocks/>
              </p:cNvGrpSpPr>
              <p:nvPr/>
            </p:nvGrpSpPr>
            <p:grpSpPr bwMode="auto">
              <a:xfrm>
                <a:off x="2365" y="1640"/>
                <a:ext cx="302" cy="115"/>
                <a:chOff x="2365" y="1640"/>
                <a:chExt cx="302" cy="115"/>
              </a:xfrm>
            </p:grpSpPr>
            <p:sp>
              <p:nvSpPr>
                <p:cNvPr id="54551"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2"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3"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4"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5"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6"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7"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8"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4542" name="Group 209"/>
              <p:cNvGrpSpPr>
                <a:grpSpLocks/>
              </p:cNvGrpSpPr>
              <p:nvPr/>
            </p:nvGrpSpPr>
            <p:grpSpPr bwMode="auto">
              <a:xfrm>
                <a:off x="2368" y="1643"/>
                <a:ext cx="301" cy="114"/>
                <a:chOff x="2368" y="1643"/>
                <a:chExt cx="301" cy="114"/>
              </a:xfrm>
            </p:grpSpPr>
            <p:sp>
              <p:nvSpPr>
                <p:cNvPr id="54543"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44"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45"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46"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47"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48"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49"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50"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4539"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540"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4311"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12" name="Rectangle 221"/>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4313"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14" name="Rectangle 223"/>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4315"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16"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17"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18"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19"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20" name="Rectangle 229"/>
          <p:cNvSpPr>
            <a:spLocks noChangeArrowheads="1"/>
          </p:cNvSpPr>
          <p:nvPr/>
        </p:nvSpPr>
        <p:spPr bwMode="auto">
          <a:xfrm>
            <a:off x="5976938" y="4222750"/>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4321"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22" name="Rectangle 231"/>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4323"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24" name="Rectangle 233"/>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4325"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26" name="Rectangle 235"/>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4327"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28" name="Rectangle 237"/>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4329"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4330"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31" name="Rectangle 240"/>
          <p:cNvSpPr>
            <a:spLocks noChangeArrowheads="1"/>
          </p:cNvSpPr>
          <p:nvPr/>
        </p:nvSpPr>
        <p:spPr bwMode="auto">
          <a:xfrm>
            <a:off x="6827838" y="3589338"/>
            <a:ext cx="91598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a:t>
            </a:r>
            <a:endParaRPr kumimoji="1" lang="en-US" altLang="zh-CN" sz="2000">
              <a:solidFill>
                <a:srgbClr val="333399"/>
              </a:solidFill>
              <a:latin typeface="Arial" pitchFamily="34" charset="0"/>
            </a:endParaRPr>
          </a:p>
        </p:txBody>
      </p:sp>
      <p:sp>
        <p:nvSpPr>
          <p:cNvPr id="54332"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4333" name="Group 242"/>
          <p:cNvGrpSpPr>
            <a:grpSpLocks/>
          </p:cNvGrpSpPr>
          <p:nvPr/>
        </p:nvGrpSpPr>
        <p:grpSpPr bwMode="auto">
          <a:xfrm>
            <a:off x="2222500" y="4386263"/>
            <a:ext cx="649288" cy="384175"/>
            <a:chOff x="1304" y="2569"/>
            <a:chExt cx="439" cy="262"/>
          </a:xfrm>
        </p:grpSpPr>
        <p:sp>
          <p:nvSpPr>
            <p:cNvPr id="54509"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4510"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11"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512"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4513" name="Group 247"/>
            <p:cNvGrpSpPr>
              <a:grpSpLocks/>
            </p:cNvGrpSpPr>
            <p:nvPr/>
          </p:nvGrpSpPr>
          <p:grpSpPr bwMode="auto">
            <a:xfrm>
              <a:off x="1371" y="2587"/>
              <a:ext cx="304" cy="117"/>
              <a:chOff x="1371" y="2587"/>
              <a:chExt cx="304" cy="117"/>
            </a:xfrm>
          </p:grpSpPr>
          <p:grpSp>
            <p:nvGrpSpPr>
              <p:cNvPr id="54516" name="Group 248"/>
              <p:cNvGrpSpPr>
                <a:grpSpLocks/>
              </p:cNvGrpSpPr>
              <p:nvPr/>
            </p:nvGrpSpPr>
            <p:grpSpPr bwMode="auto">
              <a:xfrm>
                <a:off x="1371" y="2587"/>
                <a:ext cx="301" cy="115"/>
                <a:chOff x="1371" y="2587"/>
                <a:chExt cx="301" cy="115"/>
              </a:xfrm>
            </p:grpSpPr>
            <p:sp>
              <p:nvSpPr>
                <p:cNvPr id="54526"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7"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8"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9"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30"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31"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32"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33"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4517" name="Group 257"/>
              <p:cNvGrpSpPr>
                <a:grpSpLocks/>
              </p:cNvGrpSpPr>
              <p:nvPr/>
            </p:nvGrpSpPr>
            <p:grpSpPr bwMode="auto">
              <a:xfrm>
                <a:off x="1373" y="2590"/>
                <a:ext cx="302" cy="114"/>
                <a:chOff x="1373" y="2590"/>
                <a:chExt cx="302" cy="114"/>
              </a:xfrm>
            </p:grpSpPr>
            <p:sp>
              <p:nvSpPr>
                <p:cNvPr id="54518"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19"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0"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1"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2"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3"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4"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25"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4514"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515"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4334" name="Group 268"/>
          <p:cNvGrpSpPr>
            <a:grpSpLocks/>
          </p:cNvGrpSpPr>
          <p:nvPr/>
        </p:nvGrpSpPr>
        <p:grpSpPr bwMode="auto">
          <a:xfrm>
            <a:off x="5126038" y="4386263"/>
            <a:ext cx="649287" cy="384175"/>
            <a:chOff x="3488" y="2569"/>
            <a:chExt cx="439" cy="262"/>
          </a:xfrm>
        </p:grpSpPr>
        <p:sp>
          <p:nvSpPr>
            <p:cNvPr id="54484"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4485"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86"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87"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4488" name="Group 273"/>
            <p:cNvGrpSpPr>
              <a:grpSpLocks/>
            </p:cNvGrpSpPr>
            <p:nvPr/>
          </p:nvGrpSpPr>
          <p:grpSpPr bwMode="auto">
            <a:xfrm>
              <a:off x="3555" y="2587"/>
              <a:ext cx="304" cy="117"/>
              <a:chOff x="3555" y="2587"/>
              <a:chExt cx="304" cy="117"/>
            </a:xfrm>
          </p:grpSpPr>
          <p:grpSp>
            <p:nvGrpSpPr>
              <p:cNvPr id="54491" name="Group 274"/>
              <p:cNvGrpSpPr>
                <a:grpSpLocks/>
              </p:cNvGrpSpPr>
              <p:nvPr/>
            </p:nvGrpSpPr>
            <p:grpSpPr bwMode="auto">
              <a:xfrm>
                <a:off x="3555" y="2587"/>
                <a:ext cx="301" cy="115"/>
                <a:chOff x="3555" y="2587"/>
                <a:chExt cx="301" cy="115"/>
              </a:xfrm>
            </p:grpSpPr>
            <p:sp>
              <p:nvSpPr>
                <p:cNvPr id="54501"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2"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3"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4"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5"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6"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7"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8"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4492" name="Group 283"/>
              <p:cNvGrpSpPr>
                <a:grpSpLocks/>
              </p:cNvGrpSpPr>
              <p:nvPr/>
            </p:nvGrpSpPr>
            <p:grpSpPr bwMode="auto">
              <a:xfrm>
                <a:off x="3557" y="2590"/>
                <a:ext cx="302" cy="114"/>
                <a:chOff x="3557" y="2590"/>
                <a:chExt cx="302" cy="114"/>
              </a:xfrm>
            </p:grpSpPr>
            <p:sp>
              <p:nvSpPr>
                <p:cNvPr id="54493"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94"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95"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96"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97"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98"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99"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500"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4489"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490"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4335"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4336"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4337"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38"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39"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40"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4341"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42" name="Rectangle 301"/>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4343"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44" name="Rectangle 303"/>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4345"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46" name="Rectangle 305"/>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4347"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48" name="Rectangle 307"/>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4349"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50" name="Rectangle 309"/>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4351"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52" name="Rectangle 311"/>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4353"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54" name="Rectangle 313"/>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4355"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56" name="Rectangle 315"/>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4357"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58" name="Rectangle 317"/>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4359"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60"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61"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4362"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63" name="Rectangle 322"/>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4364"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65" name="Rectangle 324"/>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4366"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67" name="Rectangle 326"/>
          <p:cNvSpPr>
            <a:spLocks noChangeArrowheads="1"/>
          </p:cNvSpPr>
          <p:nvPr/>
        </p:nvSpPr>
        <p:spPr bwMode="auto">
          <a:xfrm>
            <a:off x="1592263" y="3079750"/>
            <a:ext cx="915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a:t>
            </a:r>
            <a:endParaRPr kumimoji="1" lang="en-US" altLang="zh-CN" sz="2000">
              <a:solidFill>
                <a:srgbClr val="333399"/>
              </a:solidFill>
              <a:latin typeface="Arial" pitchFamily="34" charset="0"/>
            </a:endParaRPr>
          </a:p>
        </p:txBody>
      </p:sp>
      <p:sp>
        <p:nvSpPr>
          <p:cNvPr id="54368"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69" name="Rectangle 328"/>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4370"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71"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72" name="Rectangle 331"/>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4373"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74" name="Rectangle 333"/>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4375" name="Rectangle 334"/>
          <p:cNvSpPr>
            <a:spLocks noChangeArrowheads="1"/>
          </p:cNvSpPr>
          <p:nvPr/>
        </p:nvSpPr>
        <p:spPr bwMode="auto">
          <a:xfrm>
            <a:off x="3832225" y="4222750"/>
            <a:ext cx="9175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a:t>
            </a:r>
            <a:endParaRPr kumimoji="1" lang="en-US" altLang="zh-CN" sz="2000">
              <a:solidFill>
                <a:srgbClr val="333399"/>
              </a:solidFill>
              <a:latin typeface="Arial" pitchFamily="34" charset="0"/>
            </a:endParaRPr>
          </a:p>
        </p:txBody>
      </p:sp>
      <p:sp>
        <p:nvSpPr>
          <p:cNvPr id="54376"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77" name="Rectangle 336"/>
          <p:cNvSpPr>
            <a:spLocks noChangeArrowheads="1"/>
          </p:cNvSpPr>
          <p:nvPr/>
        </p:nvSpPr>
        <p:spPr bwMode="auto">
          <a:xfrm>
            <a:off x="3548063" y="3714750"/>
            <a:ext cx="9175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a:t>
            </a:r>
            <a:endParaRPr kumimoji="1" lang="en-US" altLang="zh-CN" sz="2000">
              <a:solidFill>
                <a:srgbClr val="333399"/>
              </a:solidFill>
              <a:latin typeface="Arial" pitchFamily="34" charset="0"/>
            </a:endParaRPr>
          </a:p>
        </p:txBody>
      </p:sp>
      <p:sp>
        <p:nvSpPr>
          <p:cNvPr id="54378"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379" name="Rectangle 338"/>
          <p:cNvSpPr>
            <a:spLocks noChangeArrowheads="1"/>
          </p:cNvSpPr>
          <p:nvPr/>
        </p:nvSpPr>
        <p:spPr bwMode="auto">
          <a:xfrm>
            <a:off x="5243513" y="3308350"/>
            <a:ext cx="9144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a:t>
            </a:r>
            <a:endParaRPr kumimoji="1" lang="en-US" altLang="zh-CN" sz="2000">
              <a:solidFill>
                <a:srgbClr val="333399"/>
              </a:solidFill>
              <a:latin typeface="Arial" pitchFamily="34" charset="0"/>
            </a:endParaRPr>
          </a:p>
        </p:txBody>
      </p:sp>
      <p:sp>
        <p:nvSpPr>
          <p:cNvPr id="54380" name="Line 339"/>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81" name="Rectangle 340"/>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4382" name="Picture 3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4383" name="Line 342"/>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84" name="Line 343"/>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85" name="Line 344"/>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86"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4387" name="Rectangle 346"/>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4388" name="Rectangle 347"/>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4389" name="Line 348"/>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90" name="Rectangle 349"/>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4391" name="Line 350"/>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92" name="Line 351"/>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93"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4394" name="Group 353"/>
          <p:cNvGrpSpPr>
            <a:grpSpLocks/>
          </p:cNvGrpSpPr>
          <p:nvPr/>
        </p:nvGrpSpPr>
        <p:grpSpPr bwMode="auto">
          <a:xfrm>
            <a:off x="3105150" y="898525"/>
            <a:ext cx="506413" cy="514350"/>
            <a:chOff x="1813" y="593"/>
            <a:chExt cx="343" cy="352"/>
          </a:xfrm>
        </p:grpSpPr>
        <p:grpSp>
          <p:nvGrpSpPr>
            <p:cNvPr id="54458" name="Group 354"/>
            <p:cNvGrpSpPr>
              <a:grpSpLocks/>
            </p:cNvGrpSpPr>
            <p:nvPr/>
          </p:nvGrpSpPr>
          <p:grpSpPr bwMode="auto">
            <a:xfrm>
              <a:off x="1821" y="599"/>
              <a:ext cx="335" cy="346"/>
              <a:chOff x="1821" y="599"/>
              <a:chExt cx="335" cy="346"/>
            </a:xfrm>
          </p:grpSpPr>
          <p:sp>
            <p:nvSpPr>
              <p:cNvPr id="54472"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73"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74"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75"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76"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77"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78"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79"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480" name="Group 363"/>
              <p:cNvGrpSpPr>
                <a:grpSpLocks/>
              </p:cNvGrpSpPr>
              <p:nvPr/>
            </p:nvGrpSpPr>
            <p:grpSpPr bwMode="auto">
              <a:xfrm>
                <a:off x="1821" y="895"/>
                <a:ext cx="335" cy="50"/>
                <a:chOff x="1821" y="895"/>
                <a:chExt cx="335" cy="50"/>
              </a:xfrm>
            </p:grpSpPr>
            <p:sp>
              <p:nvSpPr>
                <p:cNvPr id="54481"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82"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83"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459" name="Group 367"/>
            <p:cNvGrpSpPr>
              <a:grpSpLocks/>
            </p:cNvGrpSpPr>
            <p:nvPr/>
          </p:nvGrpSpPr>
          <p:grpSpPr bwMode="auto">
            <a:xfrm>
              <a:off x="1813" y="593"/>
              <a:ext cx="335" cy="346"/>
              <a:chOff x="1813" y="593"/>
              <a:chExt cx="335" cy="346"/>
            </a:xfrm>
          </p:grpSpPr>
          <p:sp>
            <p:nvSpPr>
              <p:cNvPr id="54460"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61"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62"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63"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64"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65"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66"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67"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468" name="Group 376"/>
              <p:cNvGrpSpPr>
                <a:grpSpLocks/>
              </p:cNvGrpSpPr>
              <p:nvPr/>
            </p:nvGrpSpPr>
            <p:grpSpPr bwMode="auto">
              <a:xfrm>
                <a:off x="1813" y="888"/>
                <a:ext cx="335" cy="51"/>
                <a:chOff x="1813" y="888"/>
                <a:chExt cx="335" cy="51"/>
              </a:xfrm>
            </p:grpSpPr>
            <p:sp>
              <p:nvSpPr>
                <p:cNvPr id="54469"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70"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71"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4395" name="Line 380"/>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96" name="Line 381"/>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97"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4398" name="Group 383"/>
          <p:cNvGrpSpPr>
            <a:grpSpLocks/>
          </p:cNvGrpSpPr>
          <p:nvPr/>
        </p:nvGrpSpPr>
        <p:grpSpPr bwMode="auto">
          <a:xfrm>
            <a:off x="4662488" y="898525"/>
            <a:ext cx="506412" cy="514350"/>
            <a:chOff x="2868" y="593"/>
            <a:chExt cx="343" cy="352"/>
          </a:xfrm>
        </p:grpSpPr>
        <p:grpSp>
          <p:nvGrpSpPr>
            <p:cNvPr id="54432" name="Group 384"/>
            <p:cNvGrpSpPr>
              <a:grpSpLocks/>
            </p:cNvGrpSpPr>
            <p:nvPr/>
          </p:nvGrpSpPr>
          <p:grpSpPr bwMode="auto">
            <a:xfrm>
              <a:off x="2877" y="599"/>
              <a:ext cx="334" cy="346"/>
              <a:chOff x="2877" y="599"/>
              <a:chExt cx="334" cy="346"/>
            </a:xfrm>
          </p:grpSpPr>
          <p:sp>
            <p:nvSpPr>
              <p:cNvPr id="54446"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47"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48"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49"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50"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51"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52"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53"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454" name="Group 393"/>
              <p:cNvGrpSpPr>
                <a:grpSpLocks/>
              </p:cNvGrpSpPr>
              <p:nvPr/>
            </p:nvGrpSpPr>
            <p:grpSpPr bwMode="auto">
              <a:xfrm>
                <a:off x="2877" y="895"/>
                <a:ext cx="334" cy="50"/>
                <a:chOff x="2877" y="895"/>
                <a:chExt cx="334" cy="50"/>
              </a:xfrm>
            </p:grpSpPr>
            <p:sp>
              <p:nvSpPr>
                <p:cNvPr id="54455"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56"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57"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433" name="Group 397"/>
            <p:cNvGrpSpPr>
              <a:grpSpLocks/>
            </p:cNvGrpSpPr>
            <p:nvPr/>
          </p:nvGrpSpPr>
          <p:grpSpPr bwMode="auto">
            <a:xfrm>
              <a:off x="2868" y="593"/>
              <a:ext cx="335" cy="346"/>
              <a:chOff x="2868" y="593"/>
              <a:chExt cx="335" cy="346"/>
            </a:xfrm>
          </p:grpSpPr>
          <p:sp>
            <p:nvSpPr>
              <p:cNvPr id="54434"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35"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36"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37"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38"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39"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40"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41"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442" name="Group 406"/>
              <p:cNvGrpSpPr>
                <a:grpSpLocks/>
              </p:cNvGrpSpPr>
              <p:nvPr/>
            </p:nvGrpSpPr>
            <p:grpSpPr bwMode="auto">
              <a:xfrm>
                <a:off x="2868" y="888"/>
                <a:ext cx="335" cy="51"/>
                <a:chOff x="2868" y="888"/>
                <a:chExt cx="335" cy="51"/>
              </a:xfrm>
            </p:grpSpPr>
            <p:sp>
              <p:nvSpPr>
                <p:cNvPr id="54443"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44"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45"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4399"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4400" name="Group 411"/>
          <p:cNvGrpSpPr>
            <a:grpSpLocks/>
          </p:cNvGrpSpPr>
          <p:nvPr/>
        </p:nvGrpSpPr>
        <p:grpSpPr bwMode="auto">
          <a:xfrm>
            <a:off x="6207125" y="898525"/>
            <a:ext cx="506413" cy="514350"/>
            <a:chOff x="3915" y="593"/>
            <a:chExt cx="343" cy="352"/>
          </a:xfrm>
        </p:grpSpPr>
        <p:grpSp>
          <p:nvGrpSpPr>
            <p:cNvPr id="54406" name="Group 412"/>
            <p:cNvGrpSpPr>
              <a:grpSpLocks/>
            </p:cNvGrpSpPr>
            <p:nvPr/>
          </p:nvGrpSpPr>
          <p:grpSpPr bwMode="auto">
            <a:xfrm>
              <a:off x="3924" y="599"/>
              <a:ext cx="334" cy="346"/>
              <a:chOff x="3924" y="599"/>
              <a:chExt cx="334" cy="346"/>
            </a:xfrm>
          </p:grpSpPr>
          <p:sp>
            <p:nvSpPr>
              <p:cNvPr id="54420"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21"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22"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23"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24"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25"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26"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27"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428" name="Group 421"/>
              <p:cNvGrpSpPr>
                <a:grpSpLocks/>
              </p:cNvGrpSpPr>
              <p:nvPr/>
            </p:nvGrpSpPr>
            <p:grpSpPr bwMode="auto">
              <a:xfrm>
                <a:off x="3924" y="895"/>
                <a:ext cx="334" cy="50"/>
                <a:chOff x="3924" y="895"/>
                <a:chExt cx="334" cy="50"/>
              </a:xfrm>
            </p:grpSpPr>
            <p:sp>
              <p:nvSpPr>
                <p:cNvPr id="54429"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30"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31"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4407" name="Group 425"/>
            <p:cNvGrpSpPr>
              <a:grpSpLocks/>
            </p:cNvGrpSpPr>
            <p:nvPr/>
          </p:nvGrpSpPr>
          <p:grpSpPr bwMode="auto">
            <a:xfrm>
              <a:off x="3915" y="593"/>
              <a:ext cx="335" cy="346"/>
              <a:chOff x="3915" y="593"/>
              <a:chExt cx="335" cy="346"/>
            </a:xfrm>
          </p:grpSpPr>
          <p:sp>
            <p:nvSpPr>
              <p:cNvPr id="54408"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09"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10"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11"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12"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13"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14"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415"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416" name="Group 434"/>
              <p:cNvGrpSpPr>
                <a:grpSpLocks/>
              </p:cNvGrpSpPr>
              <p:nvPr/>
            </p:nvGrpSpPr>
            <p:grpSpPr bwMode="auto">
              <a:xfrm>
                <a:off x="3915" y="888"/>
                <a:ext cx="335" cy="51"/>
                <a:chOff x="3915" y="888"/>
                <a:chExt cx="335" cy="51"/>
              </a:xfrm>
            </p:grpSpPr>
            <p:sp>
              <p:nvSpPr>
                <p:cNvPr id="54417"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18"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4419"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4401" name="Text Box 438"/>
          <p:cNvSpPr txBox="1">
            <a:spLocks noChangeArrowheads="1"/>
          </p:cNvSpPr>
          <p:nvPr/>
        </p:nvSpPr>
        <p:spPr bwMode="auto">
          <a:xfrm>
            <a:off x="1042988" y="188913"/>
            <a:ext cx="7200900" cy="1639887"/>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20000"/>
              </a:lnSpc>
            </a:pPr>
            <a:r>
              <a:rPr lang="zh-CN" altLang="en-US">
                <a:solidFill>
                  <a:srgbClr val="333399"/>
                </a:solidFill>
                <a:latin typeface="Arial" pitchFamily="34" charset="0"/>
              </a:rPr>
              <a:t>路由器总是具有两个或两个以上的 </a:t>
            </a:r>
            <a:r>
              <a:rPr lang="en-US" altLang="zh-CN">
                <a:solidFill>
                  <a:srgbClr val="333399"/>
                </a:solidFill>
                <a:latin typeface="Arial" pitchFamily="34" charset="0"/>
              </a:rPr>
              <a:t>IP </a:t>
            </a:r>
            <a:r>
              <a:rPr lang="zh-CN" altLang="en-US">
                <a:solidFill>
                  <a:srgbClr val="333399"/>
                </a:solidFill>
                <a:latin typeface="Arial" pitchFamily="34" charset="0"/>
              </a:rPr>
              <a:t>地址。</a:t>
            </a:r>
          </a:p>
          <a:p>
            <a:pPr algn="ctr" eaLnBrk="1" hangingPunct="1">
              <a:lnSpc>
                <a:spcPct val="120000"/>
              </a:lnSpc>
            </a:pPr>
            <a:r>
              <a:rPr lang="zh-CN" altLang="en-US">
                <a:solidFill>
                  <a:srgbClr val="333399"/>
                </a:solidFill>
                <a:latin typeface="Arial" pitchFamily="34" charset="0"/>
              </a:rPr>
              <a:t>路由器的每一个接口都有一个</a:t>
            </a:r>
          </a:p>
          <a:p>
            <a:pPr algn="ctr" eaLnBrk="1" hangingPunct="1">
              <a:lnSpc>
                <a:spcPct val="120000"/>
              </a:lnSpc>
            </a:pPr>
            <a:r>
              <a:rPr lang="zh-CN" altLang="en-US">
                <a:solidFill>
                  <a:srgbClr val="333399"/>
                </a:solidFill>
                <a:latin typeface="Arial" pitchFamily="34" charset="0"/>
              </a:rPr>
              <a:t>不同网络号的 </a:t>
            </a:r>
            <a:r>
              <a:rPr lang="en-US" altLang="zh-CN">
                <a:solidFill>
                  <a:srgbClr val="333399"/>
                </a:solidFill>
                <a:latin typeface="Arial" pitchFamily="34" charset="0"/>
              </a:rPr>
              <a:t>IP </a:t>
            </a:r>
            <a:r>
              <a:rPr lang="zh-CN" altLang="en-US">
                <a:solidFill>
                  <a:srgbClr val="333399"/>
                </a:solidFill>
                <a:latin typeface="Arial" pitchFamily="34" charset="0"/>
              </a:rPr>
              <a:t>地址。 </a:t>
            </a:r>
          </a:p>
        </p:txBody>
      </p:sp>
      <p:grpSp>
        <p:nvGrpSpPr>
          <p:cNvPr id="449982" name="Group 446"/>
          <p:cNvGrpSpPr>
            <a:grpSpLocks/>
          </p:cNvGrpSpPr>
          <p:nvPr/>
        </p:nvGrpSpPr>
        <p:grpSpPr bwMode="auto">
          <a:xfrm>
            <a:off x="2700338" y="2708275"/>
            <a:ext cx="2952750" cy="504825"/>
            <a:chOff x="1701" y="1706"/>
            <a:chExt cx="1860" cy="318"/>
          </a:xfrm>
        </p:grpSpPr>
        <p:sp>
          <p:nvSpPr>
            <p:cNvPr id="54403" name="Line 442"/>
            <p:cNvSpPr>
              <a:spLocks noChangeShapeType="1"/>
            </p:cNvSpPr>
            <p:nvPr/>
          </p:nvSpPr>
          <p:spPr bwMode="auto">
            <a:xfrm>
              <a:off x="2699" y="1706"/>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404" name="Line 444"/>
            <p:cNvSpPr>
              <a:spLocks noChangeShapeType="1"/>
            </p:cNvSpPr>
            <p:nvPr/>
          </p:nvSpPr>
          <p:spPr bwMode="auto">
            <a:xfrm>
              <a:off x="2835" y="2024"/>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405" name="Line 445"/>
            <p:cNvSpPr>
              <a:spLocks noChangeShapeType="1"/>
            </p:cNvSpPr>
            <p:nvPr/>
          </p:nvSpPr>
          <p:spPr bwMode="auto">
            <a:xfrm>
              <a:off x="1701" y="1979"/>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998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9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5298" name="AutoShape 2"/>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5299" name="Rectangle 3"/>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55300" name="Freeform 4"/>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01" name="Line 5"/>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302" name="Line 6"/>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303" name="Freeform 7"/>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304" name="Freeform 8"/>
          <p:cNvSpPr>
            <a:spLocks/>
          </p:cNvSpPr>
          <p:nvPr/>
        </p:nvSpPr>
        <p:spPr bwMode="auto">
          <a:xfrm>
            <a:off x="3213100" y="4514850"/>
            <a:ext cx="1679575" cy="255588"/>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05" name="Line 9"/>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306" name="Freeform 10"/>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07" name="Freeform 11"/>
          <p:cNvSpPr>
            <a:spLocks/>
          </p:cNvSpPr>
          <p:nvPr/>
        </p:nvSpPr>
        <p:spPr bwMode="auto">
          <a:xfrm>
            <a:off x="2754313" y="3086100"/>
            <a:ext cx="1092200" cy="1090613"/>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08" name="Freeform 12"/>
          <p:cNvSpPr>
            <a:spLocks/>
          </p:cNvSpPr>
          <p:nvPr/>
        </p:nvSpPr>
        <p:spPr bwMode="auto">
          <a:xfrm>
            <a:off x="4357688" y="3081338"/>
            <a:ext cx="971550" cy="12207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09"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10" name="Freeform 14"/>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11"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12" name="Freeform 16"/>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5313" name="Freeform 17"/>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14" name="Freeform 18"/>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315"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16"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17" name="Rectangle 21"/>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5318"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5319" name="Group 23"/>
          <p:cNvGrpSpPr>
            <a:grpSpLocks/>
          </p:cNvGrpSpPr>
          <p:nvPr/>
        </p:nvGrpSpPr>
        <p:grpSpPr bwMode="auto">
          <a:xfrm>
            <a:off x="579438" y="3616325"/>
            <a:ext cx="504825" cy="515938"/>
            <a:chOff x="101" y="2294"/>
            <a:chExt cx="343" cy="353"/>
          </a:xfrm>
        </p:grpSpPr>
        <p:grpSp>
          <p:nvGrpSpPr>
            <p:cNvPr id="55713" name="Group 24"/>
            <p:cNvGrpSpPr>
              <a:grpSpLocks/>
            </p:cNvGrpSpPr>
            <p:nvPr/>
          </p:nvGrpSpPr>
          <p:grpSpPr bwMode="auto">
            <a:xfrm>
              <a:off x="109" y="2301"/>
              <a:ext cx="335" cy="346"/>
              <a:chOff x="109" y="2301"/>
              <a:chExt cx="335" cy="346"/>
            </a:xfrm>
          </p:grpSpPr>
          <p:sp>
            <p:nvSpPr>
              <p:cNvPr id="55727"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28"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29"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30"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31"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32"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33"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34"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735" name="Group 33"/>
              <p:cNvGrpSpPr>
                <a:grpSpLocks/>
              </p:cNvGrpSpPr>
              <p:nvPr/>
            </p:nvGrpSpPr>
            <p:grpSpPr bwMode="auto">
              <a:xfrm>
                <a:off x="109" y="2596"/>
                <a:ext cx="335" cy="51"/>
                <a:chOff x="109" y="2596"/>
                <a:chExt cx="335" cy="51"/>
              </a:xfrm>
            </p:grpSpPr>
            <p:sp>
              <p:nvSpPr>
                <p:cNvPr id="55736"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37"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38"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714" name="Group 37"/>
            <p:cNvGrpSpPr>
              <a:grpSpLocks/>
            </p:cNvGrpSpPr>
            <p:nvPr/>
          </p:nvGrpSpPr>
          <p:grpSpPr bwMode="auto">
            <a:xfrm>
              <a:off x="101" y="2294"/>
              <a:ext cx="335" cy="347"/>
              <a:chOff x="101" y="2294"/>
              <a:chExt cx="335" cy="347"/>
            </a:xfrm>
          </p:grpSpPr>
          <p:sp>
            <p:nvSpPr>
              <p:cNvPr id="55715"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16"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17"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18"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19"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20"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21"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22"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723" name="Group 46"/>
              <p:cNvGrpSpPr>
                <a:grpSpLocks/>
              </p:cNvGrpSpPr>
              <p:nvPr/>
            </p:nvGrpSpPr>
            <p:grpSpPr bwMode="auto">
              <a:xfrm>
                <a:off x="101" y="2590"/>
                <a:ext cx="335" cy="51"/>
                <a:chOff x="101" y="2590"/>
                <a:chExt cx="335" cy="51"/>
              </a:xfrm>
            </p:grpSpPr>
            <p:sp>
              <p:nvSpPr>
                <p:cNvPr id="55724"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25"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26"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5320" name="Group 50"/>
          <p:cNvGrpSpPr>
            <a:grpSpLocks/>
          </p:cNvGrpSpPr>
          <p:nvPr/>
        </p:nvGrpSpPr>
        <p:grpSpPr bwMode="auto">
          <a:xfrm>
            <a:off x="3357563" y="6081713"/>
            <a:ext cx="503237" cy="515937"/>
            <a:chOff x="3891" y="3616"/>
            <a:chExt cx="342" cy="353"/>
          </a:xfrm>
        </p:grpSpPr>
        <p:grpSp>
          <p:nvGrpSpPr>
            <p:cNvPr id="55687" name="Group 51"/>
            <p:cNvGrpSpPr>
              <a:grpSpLocks/>
            </p:cNvGrpSpPr>
            <p:nvPr/>
          </p:nvGrpSpPr>
          <p:grpSpPr bwMode="auto">
            <a:xfrm>
              <a:off x="3899" y="3622"/>
              <a:ext cx="334" cy="347"/>
              <a:chOff x="3899" y="3622"/>
              <a:chExt cx="334" cy="347"/>
            </a:xfrm>
          </p:grpSpPr>
          <p:sp>
            <p:nvSpPr>
              <p:cNvPr id="55701"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02"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03"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04"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05"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06"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07"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708"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709" name="Group 60"/>
              <p:cNvGrpSpPr>
                <a:grpSpLocks/>
              </p:cNvGrpSpPr>
              <p:nvPr/>
            </p:nvGrpSpPr>
            <p:grpSpPr bwMode="auto">
              <a:xfrm>
                <a:off x="3899" y="3918"/>
                <a:ext cx="334" cy="51"/>
                <a:chOff x="3899" y="3918"/>
                <a:chExt cx="334" cy="51"/>
              </a:xfrm>
            </p:grpSpPr>
            <p:sp>
              <p:nvSpPr>
                <p:cNvPr id="55710"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11"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12"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688" name="Group 64"/>
            <p:cNvGrpSpPr>
              <a:grpSpLocks/>
            </p:cNvGrpSpPr>
            <p:nvPr/>
          </p:nvGrpSpPr>
          <p:grpSpPr bwMode="auto">
            <a:xfrm>
              <a:off x="3891" y="3616"/>
              <a:ext cx="334" cy="346"/>
              <a:chOff x="3891" y="3616"/>
              <a:chExt cx="334" cy="346"/>
            </a:xfrm>
          </p:grpSpPr>
          <p:sp>
            <p:nvSpPr>
              <p:cNvPr id="55689"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90"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91"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92"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93"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94"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95"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96"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97" name="Group 73"/>
              <p:cNvGrpSpPr>
                <a:grpSpLocks/>
              </p:cNvGrpSpPr>
              <p:nvPr/>
            </p:nvGrpSpPr>
            <p:grpSpPr bwMode="auto">
              <a:xfrm>
                <a:off x="3891" y="3912"/>
                <a:ext cx="334" cy="50"/>
                <a:chOff x="3891" y="3912"/>
                <a:chExt cx="334" cy="50"/>
              </a:xfrm>
            </p:grpSpPr>
            <p:sp>
              <p:nvSpPr>
                <p:cNvPr id="55698"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99"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700"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5321" name="Group 77"/>
          <p:cNvGrpSpPr>
            <a:grpSpLocks/>
          </p:cNvGrpSpPr>
          <p:nvPr/>
        </p:nvGrpSpPr>
        <p:grpSpPr bwMode="auto">
          <a:xfrm>
            <a:off x="4627563" y="6065838"/>
            <a:ext cx="504825" cy="515937"/>
            <a:chOff x="4752" y="3605"/>
            <a:chExt cx="343" cy="353"/>
          </a:xfrm>
        </p:grpSpPr>
        <p:grpSp>
          <p:nvGrpSpPr>
            <p:cNvPr id="55661" name="Group 78"/>
            <p:cNvGrpSpPr>
              <a:grpSpLocks/>
            </p:cNvGrpSpPr>
            <p:nvPr/>
          </p:nvGrpSpPr>
          <p:grpSpPr bwMode="auto">
            <a:xfrm>
              <a:off x="4760" y="3612"/>
              <a:ext cx="335" cy="346"/>
              <a:chOff x="4760" y="3612"/>
              <a:chExt cx="335" cy="346"/>
            </a:xfrm>
          </p:grpSpPr>
          <p:sp>
            <p:nvSpPr>
              <p:cNvPr id="55675"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76"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77"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78"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79"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80"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81"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82"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83" name="Group 87"/>
              <p:cNvGrpSpPr>
                <a:grpSpLocks/>
              </p:cNvGrpSpPr>
              <p:nvPr/>
            </p:nvGrpSpPr>
            <p:grpSpPr bwMode="auto">
              <a:xfrm>
                <a:off x="4760" y="3907"/>
                <a:ext cx="335" cy="51"/>
                <a:chOff x="4760" y="3907"/>
                <a:chExt cx="335" cy="51"/>
              </a:xfrm>
            </p:grpSpPr>
            <p:sp>
              <p:nvSpPr>
                <p:cNvPr id="55684"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85"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86"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662" name="Group 91"/>
            <p:cNvGrpSpPr>
              <a:grpSpLocks/>
            </p:cNvGrpSpPr>
            <p:nvPr/>
          </p:nvGrpSpPr>
          <p:grpSpPr bwMode="auto">
            <a:xfrm>
              <a:off x="4752" y="3605"/>
              <a:ext cx="334" cy="347"/>
              <a:chOff x="4752" y="3605"/>
              <a:chExt cx="334" cy="347"/>
            </a:xfrm>
          </p:grpSpPr>
          <p:sp>
            <p:nvSpPr>
              <p:cNvPr id="55663"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64"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65"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66"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67"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68"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69"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70"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71" name="Group 100"/>
              <p:cNvGrpSpPr>
                <a:grpSpLocks/>
              </p:cNvGrpSpPr>
              <p:nvPr/>
            </p:nvGrpSpPr>
            <p:grpSpPr bwMode="auto">
              <a:xfrm>
                <a:off x="4752" y="3901"/>
                <a:ext cx="334" cy="51"/>
                <a:chOff x="4752" y="3901"/>
                <a:chExt cx="334" cy="51"/>
              </a:xfrm>
            </p:grpSpPr>
            <p:sp>
              <p:nvSpPr>
                <p:cNvPr id="55672"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73"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74"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5322" name="Group 104"/>
          <p:cNvGrpSpPr>
            <a:grpSpLocks/>
          </p:cNvGrpSpPr>
          <p:nvPr/>
        </p:nvGrpSpPr>
        <p:grpSpPr bwMode="auto">
          <a:xfrm>
            <a:off x="579438" y="2509838"/>
            <a:ext cx="504825" cy="517525"/>
            <a:chOff x="101" y="1539"/>
            <a:chExt cx="343" cy="352"/>
          </a:xfrm>
        </p:grpSpPr>
        <p:grpSp>
          <p:nvGrpSpPr>
            <p:cNvPr id="55635" name="Group 105"/>
            <p:cNvGrpSpPr>
              <a:grpSpLocks/>
            </p:cNvGrpSpPr>
            <p:nvPr/>
          </p:nvGrpSpPr>
          <p:grpSpPr bwMode="auto">
            <a:xfrm>
              <a:off x="109" y="1545"/>
              <a:ext cx="335" cy="346"/>
              <a:chOff x="109" y="1545"/>
              <a:chExt cx="335" cy="346"/>
            </a:xfrm>
          </p:grpSpPr>
          <p:sp>
            <p:nvSpPr>
              <p:cNvPr id="55649"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50"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51"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52"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53"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54"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55"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56"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57" name="Group 114"/>
              <p:cNvGrpSpPr>
                <a:grpSpLocks/>
              </p:cNvGrpSpPr>
              <p:nvPr/>
            </p:nvGrpSpPr>
            <p:grpSpPr bwMode="auto">
              <a:xfrm>
                <a:off x="109" y="1841"/>
                <a:ext cx="335" cy="50"/>
                <a:chOff x="109" y="1841"/>
                <a:chExt cx="335" cy="50"/>
              </a:xfrm>
            </p:grpSpPr>
            <p:sp>
              <p:nvSpPr>
                <p:cNvPr id="55658"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59"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60"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636" name="Group 118"/>
            <p:cNvGrpSpPr>
              <a:grpSpLocks/>
            </p:cNvGrpSpPr>
            <p:nvPr/>
          </p:nvGrpSpPr>
          <p:grpSpPr bwMode="auto">
            <a:xfrm>
              <a:off x="101" y="1539"/>
              <a:ext cx="335" cy="346"/>
              <a:chOff x="101" y="1539"/>
              <a:chExt cx="335" cy="346"/>
            </a:xfrm>
          </p:grpSpPr>
          <p:sp>
            <p:nvSpPr>
              <p:cNvPr id="55637"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38"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39"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40"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41"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42"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43"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44"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45" name="Group 127"/>
              <p:cNvGrpSpPr>
                <a:grpSpLocks/>
              </p:cNvGrpSpPr>
              <p:nvPr/>
            </p:nvGrpSpPr>
            <p:grpSpPr bwMode="auto">
              <a:xfrm>
                <a:off x="101" y="1834"/>
                <a:ext cx="335" cy="51"/>
                <a:chOff x="101" y="1834"/>
                <a:chExt cx="335" cy="51"/>
              </a:xfrm>
            </p:grpSpPr>
            <p:sp>
              <p:nvSpPr>
                <p:cNvPr id="55646"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47"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48"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5323" name="Group 131"/>
          <p:cNvGrpSpPr>
            <a:grpSpLocks/>
          </p:cNvGrpSpPr>
          <p:nvPr/>
        </p:nvGrpSpPr>
        <p:grpSpPr bwMode="auto">
          <a:xfrm>
            <a:off x="8158163" y="3657600"/>
            <a:ext cx="506412" cy="514350"/>
            <a:chOff x="5237" y="2322"/>
            <a:chExt cx="343" cy="352"/>
          </a:xfrm>
        </p:grpSpPr>
        <p:grpSp>
          <p:nvGrpSpPr>
            <p:cNvPr id="55609" name="Group 132"/>
            <p:cNvGrpSpPr>
              <a:grpSpLocks/>
            </p:cNvGrpSpPr>
            <p:nvPr/>
          </p:nvGrpSpPr>
          <p:grpSpPr bwMode="auto">
            <a:xfrm>
              <a:off x="5245" y="2328"/>
              <a:ext cx="335" cy="346"/>
              <a:chOff x="5245" y="2328"/>
              <a:chExt cx="335" cy="346"/>
            </a:xfrm>
          </p:grpSpPr>
          <p:sp>
            <p:nvSpPr>
              <p:cNvPr id="55623"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24"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25"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26"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27"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28"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29"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30"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31" name="Group 141"/>
              <p:cNvGrpSpPr>
                <a:grpSpLocks/>
              </p:cNvGrpSpPr>
              <p:nvPr/>
            </p:nvGrpSpPr>
            <p:grpSpPr bwMode="auto">
              <a:xfrm>
                <a:off x="5245" y="2624"/>
                <a:ext cx="335" cy="50"/>
                <a:chOff x="5245" y="2624"/>
                <a:chExt cx="335" cy="50"/>
              </a:xfrm>
            </p:grpSpPr>
            <p:sp>
              <p:nvSpPr>
                <p:cNvPr id="55632"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33"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34"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610" name="Group 145"/>
            <p:cNvGrpSpPr>
              <a:grpSpLocks/>
            </p:cNvGrpSpPr>
            <p:nvPr/>
          </p:nvGrpSpPr>
          <p:grpSpPr bwMode="auto">
            <a:xfrm>
              <a:off x="5237" y="2322"/>
              <a:ext cx="335" cy="346"/>
              <a:chOff x="5237" y="2322"/>
              <a:chExt cx="335" cy="346"/>
            </a:xfrm>
          </p:grpSpPr>
          <p:sp>
            <p:nvSpPr>
              <p:cNvPr id="55611"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12"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13"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14"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15"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16"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17"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18"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19" name="Group 154"/>
              <p:cNvGrpSpPr>
                <a:grpSpLocks/>
              </p:cNvGrpSpPr>
              <p:nvPr/>
            </p:nvGrpSpPr>
            <p:grpSpPr bwMode="auto">
              <a:xfrm>
                <a:off x="5237" y="2617"/>
                <a:ext cx="335" cy="51"/>
                <a:chOff x="5237" y="2617"/>
                <a:chExt cx="335" cy="51"/>
              </a:xfrm>
            </p:grpSpPr>
            <p:sp>
              <p:nvSpPr>
                <p:cNvPr id="55620"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21"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22"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5324" name="Group 158"/>
          <p:cNvGrpSpPr>
            <a:grpSpLocks/>
          </p:cNvGrpSpPr>
          <p:nvPr/>
        </p:nvGrpSpPr>
        <p:grpSpPr bwMode="auto">
          <a:xfrm>
            <a:off x="8158163" y="2581275"/>
            <a:ext cx="506412" cy="515938"/>
            <a:chOff x="5237" y="1587"/>
            <a:chExt cx="343" cy="353"/>
          </a:xfrm>
        </p:grpSpPr>
        <p:grpSp>
          <p:nvGrpSpPr>
            <p:cNvPr id="55583" name="Group 159"/>
            <p:cNvGrpSpPr>
              <a:grpSpLocks/>
            </p:cNvGrpSpPr>
            <p:nvPr/>
          </p:nvGrpSpPr>
          <p:grpSpPr bwMode="auto">
            <a:xfrm>
              <a:off x="5245" y="1594"/>
              <a:ext cx="335" cy="346"/>
              <a:chOff x="5245" y="1594"/>
              <a:chExt cx="335" cy="346"/>
            </a:xfrm>
          </p:grpSpPr>
          <p:sp>
            <p:nvSpPr>
              <p:cNvPr id="55597"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98"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99"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00"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01"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02"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03"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604"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605" name="Group 168"/>
              <p:cNvGrpSpPr>
                <a:grpSpLocks/>
              </p:cNvGrpSpPr>
              <p:nvPr/>
            </p:nvGrpSpPr>
            <p:grpSpPr bwMode="auto">
              <a:xfrm>
                <a:off x="5245" y="1889"/>
                <a:ext cx="335" cy="51"/>
                <a:chOff x="5245" y="1889"/>
                <a:chExt cx="335" cy="51"/>
              </a:xfrm>
            </p:grpSpPr>
            <p:sp>
              <p:nvSpPr>
                <p:cNvPr id="55606"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07"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608"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584" name="Group 172"/>
            <p:cNvGrpSpPr>
              <a:grpSpLocks/>
            </p:cNvGrpSpPr>
            <p:nvPr/>
          </p:nvGrpSpPr>
          <p:grpSpPr bwMode="auto">
            <a:xfrm>
              <a:off x="5237" y="1587"/>
              <a:ext cx="335" cy="346"/>
              <a:chOff x="5237" y="1587"/>
              <a:chExt cx="335" cy="346"/>
            </a:xfrm>
          </p:grpSpPr>
          <p:sp>
            <p:nvSpPr>
              <p:cNvPr id="55585"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86"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87"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88"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89"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90"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91"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92"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593" name="Group 181"/>
              <p:cNvGrpSpPr>
                <a:grpSpLocks/>
              </p:cNvGrpSpPr>
              <p:nvPr/>
            </p:nvGrpSpPr>
            <p:grpSpPr bwMode="auto">
              <a:xfrm>
                <a:off x="5237" y="1883"/>
                <a:ext cx="335" cy="50"/>
                <a:chOff x="5237" y="1883"/>
                <a:chExt cx="335" cy="50"/>
              </a:xfrm>
            </p:grpSpPr>
            <p:sp>
              <p:nvSpPr>
                <p:cNvPr id="55594"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95"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96"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5325"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26" name="Rectangle 186"/>
          <p:cNvSpPr>
            <a:spLocks noChangeArrowheads="1"/>
          </p:cNvSpPr>
          <p:nvPr/>
        </p:nvSpPr>
        <p:spPr bwMode="auto">
          <a:xfrm>
            <a:off x="2343150" y="2324100"/>
            <a:ext cx="917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a:t>
            </a:r>
            <a:endParaRPr kumimoji="1" lang="en-US" altLang="zh-CN" sz="2000">
              <a:solidFill>
                <a:srgbClr val="333399"/>
              </a:solidFill>
              <a:latin typeface="Arial" pitchFamily="34" charset="0"/>
            </a:endParaRPr>
          </a:p>
        </p:txBody>
      </p:sp>
      <p:sp>
        <p:nvSpPr>
          <p:cNvPr id="55327"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28" name="Rectangle 188"/>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5329"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30" name="Rectangle 190"/>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5331"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32" name="Rectangle 192"/>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5333"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5334" name="Group 194"/>
          <p:cNvGrpSpPr>
            <a:grpSpLocks/>
          </p:cNvGrpSpPr>
          <p:nvPr/>
        </p:nvGrpSpPr>
        <p:grpSpPr bwMode="auto">
          <a:xfrm>
            <a:off x="3822700" y="2630488"/>
            <a:ext cx="647700" cy="385762"/>
            <a:chOff x="2299" y="1622"/>
            <a:chExt cx="439" cy="262"/>
          </a:xfrm>
        </p:grpSpPr>
        <p:sp>
          <p:nvSpPr>
            <p:cNvPr id="55558"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5559"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60"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61"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5562" name="Group 199"/>
            <p:cNvGrpSpPr>
              <a:grpSpLocks/>
            </p:cNvGrpSpPr>
            <p:nvPr/>
          </p:nvGrpSpPr>
          <p:grpSpPr bwMode="auto">
            <a:xfrm>
              <a:off x="2365" y="1640"/>
              <a:ext cx="304" cy="117"/>
              <a:chOff x="2365" y="1640"/>
              <a:chExt cx="304" cy="117"/>
            </a:xfrm>
          </p:grpSpPr>
          <p:grpSp>
            <p:nvGrpSpPr>
              <p:cNvPr id="55565" name="Group 200"/>
              <p:cNvGrpSpPr>
                <a:grpSpLocks/>
              </p:cNvGrpSpPr>
              <p:nvPr/>
            </p:nvGrpSpPr>
            <p:grpSpPr bwMode="auto">
              <a:xfrm>
                <a:off x="2365" y="1640"/>
                <a:ext cx="302" cy="115"/>
                <a:chOff x="2365" y="1640"/>
                <a:chExt cx="302" cy="115"/>
              </a:xfrm>
            </p:grpSpPr>
            <p:sp>
              <p:nvSpPr>
                <p:cNvPr id="55575"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6"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7"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8"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9"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80"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81"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82"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5566" name="Group 209"/>
              <p:cNvGrpSpPr>
                <a:grpSpLocks/>
              </p:cNvGrpSpPr>
              <p:nvPr/>
            </p:nvGrpSpPr>
            <p:grpSpPr bwMode="auto">
              <a:xfrm>
                <a:off x="2368" y="1643"/>
                <a:ext cx="301" cy="114"/>
                <a:chOff x="2368" y="1643"/>
                <a:chExt cx="301" cy="114"/>
              </a:xfrm>
            </p:grpSpPr>
            <p:sp>
              <p:nvSpPr>
                <p:cNvPr id="55567"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68"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69"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0"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1"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2"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3"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74"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5563"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564"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5335"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36" name="Rectangle 221"/>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5337"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38" name="Rectangle 223"/>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5339"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40"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41"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42"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43"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44" name="Rectangle 229"/>
          <p:cNvSpPr>
            <a:spLocks noChangeArrowheads="1"/>
          </p:cNvSpPr>
          <p:nvPr/>
        </p:nvSpPr>
        <p:spPr bwMode="auto">
          <a:xfrm>
            <a:off x="5976938" y="4222750"/>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5345"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46" name="Rectangle 231"/>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5347"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48" name="Rectangle 233"/>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5349"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50" name="Rectangle 235"/>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5351"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52" name="Rectangle 237"/>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5353"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5354"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55" name="Rectangle 240"/>
          <p:cNvSpPr>
            <a:spLocks noChangeArrowheads="1"/>
          </p:cNvSpPr>
          <p:nvPr/>
        </p:nvSpPr>
        <p:spPr bwMode="auto">
          <a:xfrm>
            <a:off x="6827838" y="3589338"/>
            <a:ext cx="91598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a:t>
            </a:r>
            <a:endParaRPr kumimoji="1" lang="en-US" altLang="zh-CN" sz="2000">
              <a:solidFill>
                <a:srgbClr val="333399"/>
              </a:solidFill>
              <a:latin typeface="Arial" pitchFamily="34" charset="0"/>
            </a:endParaRPr>
          </a:p>
        </p:txBody>
      </p:sp>
      <p:sp>
        <p:nvSpPr>
          <p:cNvPr id="55356"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5357" name="Group 242"/>
          <p:cNvGrpSpPr>
            <a:grpSpLocks/>
          </p:cNvGrpSpPr>
          <p:nvPr/>
        </p:nvGrpSpPr>
        <p:grpSpPr bwMode="auto">
          <a:xfrm>
            <a:off x="2222500" y="4386263"/>
            <a:ext cx="649288" cy="384175"/>
            <a:chOff x="1304" y="2569"/>
            <a:chExt cx="439" cy="262"/>
          </a:xfrm>
        </p:grpSpPr>
        <p:sp>
          <p:nvSpPr>
            <p:cNvPr id="55533"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5534"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35"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36"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5537" name="Group 247"/>
            <p:cNvGrpSpPr>
              <a:grpSpLocks/>
            </p:cNvGrpSpPr>
            <p:nvPr/>
          </p:nvGrpSpPr>
          <p:grpSpPr bwMode="auto">
            <a:xfrm>
              <a:off x="1371" y="2587"/>
              <a:ext cx="304" cy="117"/>
              <a:chOff x="1371" y="2587"/>
              <a:chExt cx="304" cy="117"/>
            </a:xfrm>
          </p:grpSpPr>
          <p:grpSp>
            <p:nvGrpSpPr>
              <p:cNvPr id="55540" name="Group 248"/>
              <p:cNvGrpSpPr>
                <a:grpSpLocks/>
              </p:cNvGrpSpPr>
              <p:nvPr/>
            </p:nvGrpSpPr>
            <p:grpSpPr bwMode="auto">
              <a:xfrm>
                <a:off x="1371" y="2587"/>
                <a:ext cx="301" cy="115"/>
                <a:chOff x="1371" y="2587"/>
                <a:chExt cx="301" cy="115"/>
              </a:xfrm>
            </p:grpSpPr>
            <p:sp>
              <p:nvSpPr>
                <p:cNvPr id="55550"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51"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52"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53"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54"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55"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56"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57"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5541" name="Group 257"/>
              <p:cNvGrpSpPr>
                <a:grpSpLocks/>
              </p:cNvGrpSpPr>
              <p:nvPr/>
            </p:nvGrpSpPr>
            <p:grpSpPr bwMode="auto">
              <a:xfrm>
                <a:off x="1373" y="2590"/>
                <a:ext cx="302" cy="114"/>
                <a:chOff x="1373" y="2590"/>
                <a:chExt cx="302" cy="114"/>
              </a:xfrm>
            </p:grpSpPr>
            <p:sp>
              <p:nvSpPr>
                <p:cNvPr id="55542"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43"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44"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45"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46"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47"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48"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49"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5538"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539"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5358" name="Group 268"/>
          <p:cNvGrpSpPr>
            <a:grpSpLocks/>
          </p:cNvGrpSpPr>
          <p:nvPr/>
        </p:nvGrpSpPr>
        <p:grpSpPr bwMode="auto">
          <a:xfrm>
            <a:off x="5126038" y="4386263"/>
            <a:ext cx="649287" cy="384175"/>
            <a:chOff x="3488" y="2569"/>
            <a:chExt cx="439" cy="262"/>
          </a:xfrm>
        </p:grpSpPr>
        <p:sp>
          <p:nvSpPr>
            <p:cNvPr id="55508"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5509"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10"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11"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5512" name="Group 273"/>
            <p:cNvGrpSpPr>
              <a:grpSpLocks/>
            </p:cNvGrpSpPr>
            <p:nvPr/>
          </p:nvGrpSpPr>
          <p:grpSpPr bwMode="auto">
            <a:xfrm>
              <a:off x="3555" y="2587"/>
              <a:ext cx="304" cy="117"/>
              <a:chOff x="3555" y="2587"/>
              <a:chExt cx="304" cy="117"/>
            </a:xfrm>
          </p:grpSpPr>
          <p:grpSp>
            <p:nvGrpSpPr>
              <p:cNvPr id="55515" name="Group 274"/>
              <p:cNvGrpSpPr>
                <a:grpSpLocks/>
              </p:cNvGrpSpPr>
              <p:nvPr/>
            </p:nvGrpSpPr>
            <p:grpSpPr bwMode="auto">
              <a:xfrm>
                <a:off x="3555" y="2587"/>
                <a:ext cx="301" cy="115"/>
                <a:chOff x="3555" y="2587"/>
                <a:chExt cx="301" cy="115"/>
              </a:xfrm>
            </p:grpSpPr>
            <p:sp>
              <p:nvSpPr>
                <p:cNvPr id="55525"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6"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7"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8"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9"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30"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31"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32"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5516" name="Group 283"/>
              <p:cNvGrpSpPr>
                <a:grpSpLocks/>
              </p:cNvGrpSpPr>
              <p:nvPr/>
            </p:nvGrpSpPr>
            <p:grpSpPr bwMode="auto">
              <a:xfrm>
                <a:off x="3557" y="2590"/>
                <a:ext cx="302" cy="114"/>
                <a:chOff x="3557" y="2590"/>
                <a:chExt cx="302" cy="114"/>
              </a:xfrm>
            </p:grpSpPr>
            <p:sp>
              <p:nvSpPr>
                <p:cNvPr id="55517"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18"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19"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0"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1"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2"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3"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24"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5513"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514"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5359"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5360"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5361"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62"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63"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64"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5365"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66" name="Rectangle 301"/>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5367"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68" name="Rectangle 303"/>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5369"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70" name="Rectangle 305"/>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5371"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72" name="Rectangle 307"/>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5373"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74" name="Rectangle 309"/>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5375"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76" name="Rectangle 311"/>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5377"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78" name="Rectangle 313"/>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5379"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80" name="Rectangle 315"/>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5381"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82" name="Rectangle 317"/>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5383"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84"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85"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5386"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87" name="Rectangle 322"/>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5388"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89" name="Rectangle 324"/>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5390"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91" name="Rectangle 326"/>
          <p:cNvSpPr>
            <a:spLocks noChangeArrowheads="1"/>
          </p:cNvSpPr>
          <p:nvPr/>
        </p:nvSpPr>
        <p:spPr bwMode="auto">
          <a:xfrm>
            <a:off x="1592263" y="3079750"/>
            <a:ext cx="915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a:t>
            </a:r>
            <a:endParaRPr kumimoji="1" lang="en-US" altLang="zh-CN" sz="2000">
              <a:solidFill>
                <a:srgbClr val="333399"/>
              </a:solidFill>
              <a:latin typeface="Arial" pitchFamily="34" charset="0"/>
            </a:endParaRPr>
          </a:p>
        </p:txBody>
      </p:sp>
      <p:sp>
        <p:nvSpPr>
          <p:cNvPr id="55392"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93" name="Rectangle 328"/>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5394"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95"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96" name="Rectangle 331"/>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5397"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398" name="Rectangle 333"/>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5399" name="Rectangle 334"/>
          <p:cNvSpPr>
            <a:spLocks noChangeArrowheads="1"/>
          </p:cNvSpPr>
          <p:nvPr/>
        </p:nvSpPr>
        <p:spPr bwMode="auto">
          <a:xfrm>
            <a:off x="3832225" y="4222750"/>
            <a:ext cx="9175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a:t>
            </a:r>
            <a:endParaRPr kumimoji="1" lang="en-US" altLang="zh-CN" sz="2000">
              <a:solidFill>
                <a:srgbClr val="333399"/>
              </a:solidFill>
              <a:latin typeface="Arial" pitchFamily="34" charset="0"/>
            </a:endParaRPr>
          </a:p>
        </p:txBody>
      </p:sp>
      <p:sp>
        <p:nvSpPr>
          <p:cNvPr id="55400"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01" name="Rectangle 336"/>
          <p:cNvSpPr>
            <a:spLocks noChangeArrowheads="1"/>
          </p:cNvSpPr>
          <p:nvPr/>
        </p:nvSpPr>
        <p:spPr bwMode="auto">
          <a:xfrm>
            <a:off x="3548063" y="3714750"/>
            <a:ext cx="9175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a:t>
            </a:r>
            <a:endParaRPr kumimoji="1" lang="en-US" altLang="zh-CN" sz="2000">
              <a:solidFill>
                <a:srgbClr val="333399"/>
              </a:solidFill>
              <a:latin typeface="Arial" pitchFamily="34" charset="0"/>
            </a:endParaRPr>
          </a:p>
        </p:txBody>
      </p:sp>
      <p:sp>
        <p:nvSpPr>
          <p:cNvPr id="55402"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03" name="Rectangle 338"/>
          <p:cNvSpPr>
            <a:spLocks noChangeArrowheads="1"/>
          </p:cNvSpPr>
          <p:nvPr/>
        </p:nvSpPr>
        <p:spPr bwMode="auto">
          <a:xfrm>
            <a:off x="5243513" y="3308350"/>
            <a:ext cx="9144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a:t>
            </a:r>
            <a:endParaRPr kumimoji="1" lang="en-US" altLang="zh-CN" sz="2000">
              <a:solidFill>
                <a:srgbClr val="333399"/>
              </a:solidFill>
              <a:latin typeface="Arial" pitchFamily="34" charset="0"/>
            </a:endParaRPr>
          </a:p>
        </p:txBody>
      </p:sp>
      <p:sp>
        <p:nvSpPr>
          <p:cNvPr id="55404" name="Line 339"/>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05" name="Rectangle 340"/>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5406" name="Picture 3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407" name="Line 342"/>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08" name="Line 343"/>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09" name="Line 344"/>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10"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5411" name="Rectangle 346"/>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5412" name="Rectangle 347"/>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5413" name="Line 348"/>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14" name="Rectangle 349"/>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5415" name="Line 350"/>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16" name="Line 351"/>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17"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5418" name="Group 353"/>
          <p:cNvGrpSpPr>
            <a:grpSpLocks/>
          </p:cNvGrpSpPr>
          <p:nvPr/>
        </p:nvGrpSpPr>
        <p:grpSpPr bwMode="auto">
          <a:xfrm>
            <a:off x="3105150" y="898525"/>
            <a:ext cx="506413" cy="514350"/>
            <a:chOff x="1813" y="593"/>
            <a:chExt cx="343" cy="352"/>
          </a:xfrm>
        </p:grpSpPr>
        <p:grpSp>
          <p:nvGrpSpPr>
            <p:cNvPr id="55482" name="Group 354"/>
            <p:cNvGrpSpPr>
              <a:grpSpLocks/>
            </p:cNvGrpSpPr>
            <p:nvPr/>
          </p:nvGrpSpPr>
          <p:grpSpPr bwMode="auto">
            <a:xfrm>
              <a:off x="1821" y="599"/>
              <a:ext cx="335" cy="346"/>
              <a:chOff x="1821" y="599"/>
              <a:chExt cx="335" cy="346"/>
            </a:xfrm>
          </p:grpSpPr>
          <p:sp>
            <p:nvSpPr>
              <p:cNvPr id="55496"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97"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98"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99"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00"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01"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02"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503"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504" name="Group 363"/>
              <p:cNvGrpSpPr>
                <a:grpSpLocks/>
              </p:cNvGrpSpPr>
              <p:nvPr/>
            </p:nvGrpSpPr>
            <p:grpSpPr bwMode="auto">
              <a:xfrm>
                <a:off x="1821" y="895"/>
                <a:ext cx="335" cy="50"/>
                <a:chOff x="1821" y="895"/>
                <a:chExt cx="335" cy="50"/>
              </a:xfrm>
            </p:grpSpPr>
            <p:sp>
              <p:nvSpPr>
                <p:cNvPr id="55505"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06"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507"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483" name="Group 367"/>
            <p:cNvGrpSpPr>
              <a:grpSpLocks/>
            </p:cNvGrpSpPr>
            <p:nvPr/>
          </p:nvGrpSpPr>
          <p:grpSpPr bwMode="auto">
            <a:xfrm>
              <a:off x="1813" y="593"/>
              <a:ext cx="335" cy="346"/>
              <a:chOff x="1813" y="593"/>
              <a:chExt cx="335" cy="346"/>
            </a:xfrm>
          </p:grpSpPr>
          <p:sp>
            <p:nvSpPr>
              <p:cNvPr id="55484"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85"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86"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87"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88"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89"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90"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91"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492" name="Group 376"/>
              <p:cNvGrpSpPr>
                <a:grpSpLocks/>
              </p:cNvGrpSpPr>
              <p:nvPr/>
            </p:nvGrpSpPr>
            <p:grpSpPr bwMode="auto">
              <a:xfrm>
                <a:off x="1813" y="888"/>
                <a:ext cx="335" cy="51"/>
                <a:chOff x="1813" y="888"/>
                <a:chExt cx="335" cy="51"/>
              </a:xfrm>
            </p:grpSpPr>
            <p:sp>
              <p:nvSpPr>
                <p:cNvPr id="55493"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94"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95"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5419" name="Line 380"/>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20" name="Line 381"/>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21"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5422" name="Group 383"/>
          <p:cNvGrpSpPr>
            <a:grpSpLocks/>
          </p:cNvGrpSpPr>
          <p:nvPr/>
        </p:nvGrpSpPr>
        <p:grpSpPr bwMode="auto">
          <a:xfrm>
            <a:off x="4662488" y="898525"/>
            <a:ext cx="506412" cy="514350"/>
            <a:chOff x="2868" y="593"/>
            <a:chExt cx="343" cy="352"/>
          </a:xfrm>
        </p:grpSpPr>
        <p:grpSp>
          <p:nvGrpSpPr>
            <p:cNvPr id="55456" name="Group 384"/>
            <p:cNvGrpSpPr>
              <a:grpSpLocks/>
            </p:cNvGrpSpPr>
            <p:nvPr/>
          </p:nvGrpSpPr>
          <p:grpSpPr bwMode="auto">
            <a:xfrm>
              <a:off x="2877" y="599"/>
              <a:ext cx="334" cy="346"/>
              <a:chOff x="2877" y="599"/>
              <a:chExt cx="334" cy="346"/>
            </a:xfrm>
          </p:grpSpPr>
          <p:sp>
            <p:nvSpPr>
              <p:cNvPr id="55470"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71"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72"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73"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74"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75"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76"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77"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478" name="Group 393"/>
              <p:cNvGrpSpPr>
                <a:grpSpLocks/>
              </p:cNvGrpSpPr>
              <p:nvPr/>
            </p:nvGrpSpPr>
            <p:grpSpPr bwMode="auto">
              <a:xfrm>
                <a:off x="2877" y="895"/>
                <a:ext cx="334" cy="50"/>
                <a:chOff x="2877" y="895"/>
                <a:chExt cx="334" cy="50"/>
              </a:xfrm>
            </p:grpSpPr>
            <p:sp>
              <p:nvSpPr>
                <p:cNvPr id="55479"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80"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81"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457" name="Group 397"/>
            <p:cNvGrpSpPr>
              <a:grpSpLocks/>
            </p:cNvGrpSpPr>
            <p:nvPr/>
          </p:nvGrpSpPr>
          <p:grpSpPr bwMode="auto">
            <a:xfrm>
              <a:off x="2868" y="593"/>
              <a:ext cx="335" cy="346"/>
              <a:chOff x="2868" y="593"/>
              <a:chExt cx="335" cy="346"/>
            </a:xfrm>
          </p:grpSpPr>
          <p:sp>
            <p:nvSpPr>
              <p:cNvPr id="55458"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59"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60"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61"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62"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63"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64"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65"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466" name="Group 406"/>
              <p:cNvGrpSpPr>
                <a:grpSpLocks/>
              </p:cNvGrpSpPr>
              <p:nvPr/>
            </p:nvGrpSpPr>
            <p:grpSpPr bwMode="auto">
              <a:xfrm>
                <a:off x="2868" y="888"/>
                <a:ext cx="335" cy="51"/>
                <a:chOff x="2868" y="888"/>
                <a:chExt cx="335" cy="51"/>
              </a:xfrm>
            </p:grpSpPr>
            <p:sp>
              <p:nvSpPr>
                <p:cNvPr id="55467"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68"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69"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5423"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5424" name="Group 411"/>
          <p:cNvGrpSpPr>
            <a:grpSpLocks/>
          </p:cNvGrpSpPr>
          <p:nvPr/>
        </p:nvGrpSpPr>
        <p:grpSpPr bwMode="auto">
          <a:xfrm>
            <a:off x="6207125" y="898525"/>
            <a:ext cx="506413" cy="514350"/>
            <a:chOff x="3915" y="593"/>
            <a:chExt cx="343" cy="352"/>
          </a:xfrm>
        </p:grpSpPr>
        <p:grpSp>
          <p:nvGrpSpPr>
            <p:cNvPr id="55430" name="Group 412"/>
            <p:cNvGrpSpPr>
              <a:grpSpLocks/>
            </p:cNvGrpSpPr>
            <p:nvPr/>
          </p:nvGrpSpPr>
          <p:grpSpPr bwMode="auto">
            <a:xfrm>
              <a:off x="3924" y="599"/>
              <a:ext cx="334" cy="346"/>
              <a:chOff x="3924" y="599"/>
              <a:chExt cx="334" cy="346"/>
            </a:xfrm>
          </p:grpSpPr>
          <p:sp>
            <p:nvSpPr>
              <p:cNvPr id="55444"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45"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46"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47"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48"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49"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50"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51"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452" name="Group 421"/>
              <p:cNvGrpSpPr>
                <a:grpSpLocks/>
              </p:cNvGrpSpPr>
              <p:nvPr/>
            </p:nvGrpSpPr>
            <p:grpSpPr bwMode="auto">
              <a:xfrm>
                <a:off x="3924" y="895"/>
                <a:ext cx="334" cy="50"/>
                <a:chOff x="3924" y="895"/>
                <a:chExt cx="334" cy="50"/>
              </a:xfrm>
            </p:grpSpPr>
            <p:sp>
              <p:nvSpPr>
                <p:cNvPr id="55453"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54"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55"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5431" name="Group 425"/>
            <p:cNvGrpSpPr>
              <a:grpSpLocks/>
            </p:cNvGrpSpPr>
            <p:nvPr/>
          </p:nvGrpSpPr>
          <p:grpSpPr bwMode="auto">
            <a:xfrm>
              <a:off x="3915" y="593"/>
              <a:ext cx="335" cy="346"/>
              <a:chOff x="3915" y="593"/>
              <a:chExt cx="335" cy="346"/>
            </a:xfrm>
          </p:grpSpPr>
          <p:sp>
            <p:nvSpPr>
              <p:cNvPr id="55432"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33"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34"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35"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36"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37"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38"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5439"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5440" name="Group 434"/>
              <p:cNvGrpSpPr>
                <a:grpSpLocks/>
              </p:cNvGrpSpPr>
              <p:nvPr/>
            </p:nvGrpSpPr>
            <p:grpSpPr bwMode="auto">
              <a:xfrm>
                <a:off x="3915" y="888"/>
                <a:ext cx="335" cy="51"/>
                <a:chOff x="3915" y="888"/>
                <a:chExt cx="335" cy="51"/>
              </a:xfrm>
            </p:grpSpPr>
            <p:sp>
              <p:nvSpPr>
                <p:cNvPr id="55441"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42"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443"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5425" name="Text Box 438"/>
          <p:cNvSpPr txBox="1">
            <a:spLocks noChangeArrowheads="1"/>
          </p:cNvSpPr>
          <p:nvPr/>
        </p:nvSpPr>
        <p:spPr bwMode="auto">
          <a:xfrm>
            <a:off x="1042988" y="188913"/>
            <a:ext cx="7200900" cy="1639887"/>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20000"/>
              </a:lnSpc>
            </a:pPr>
            <a:r>
              <a:rPr lang="zh-CN" altLang="en-US">
                <a:solidFill>
                  <a:srgbClr val="333399"/>
                </a:solidFill>
                <a:latin typeface="Arial" pitchFamily="34" charset="0"/>
              </a:rPr>
              <a:t>路由器总是具有两个或两个以上的 </a:t>
            </a:r>
            <a:r>
              <a:rPr lang="en-US" altLang="zh-CN">
                <a:solidFill>
                  <a:srgbClr val="333399"/>
                </a:solidFill>
                <a:latin typeface="Arial" pitchFamily="34" charset="0"/>
              </a:rPr>
              <a:t>IP </a:t>
            </a:r>
            <a:r>
              <a:rPr lang="zh-CN" altLang="en-US">
                <a:solidFill>
                  <a:srgbClr val="333399"/>
                </a:solidFill>
                <a:latin typeface="Arial" pitchFamily="34" charset="0"/>
              </a:rPr>
              <a:t>地址。</a:t>
            </a:r>
          </a:p>
          <a:p>
            <a:pPr algn="ctr" eaLnBrk="1" hangingPunct="1">
              <a:lnSpc>
                <a:spcPct val="120000"/>
              </a:lnSpc>
            </a:pPr>
            <a:r>
              <a:rPr lang="zh-CN" altLang="en-US">
                <a:solidFill>
                  <a:srgbClr val="333399"/>
                </a:solidFill>
                <a:latin typeface="Arial" pitchFamily="34" charset="0"/>
              </a:rPr>
              <a:t>路由器的每一个接口都有一个</a:t>
            </a:r>
          </a:p>
          <a:p>
            <a:pPr algn="ctr" eaLnBrk="1" hangingPunct="1">
              <a:lnSpc>
                <a:spcPct val="120000"/>
              </a:lnSpc>
            </a:pPr>
            <a:r>
              <a:rPr lang="zh-CN" altLang="en-US">
                <a:solidFill>
                  <a:srgbClr val="333399"/>
                </a:solidFill>
                <a:latin typeface="Arial" pitchFamily="34" charset="0"/>
              </a:rPr>
              <a:t>不同网络号的 </a:t>
            </a:r>
            <a:r>
              <a:rPr lang="en-US" altLang="zh-CN">
                <a:solidFill>
                  <a:srgbClr val="333399"/>
                </a:solidFill>
                <a:latin typeface="Arial" pitchFamily="34" charset="0"/>
              </a:rPr>
              <a:t>IP </a:t>
            </a:r>
            <a:r>
              <a:rPr lang="zh-CN" altLang="en-US">
                <a:solidFill>
                  <a:srgbClr val="333399"/>
                </a:solidFill>
                <a:latin typeface="Arial" pitchFamily="34" charset="0"/>
              </a:rPr>
              <a:t>地址。 </a:t>
            </a:r>
          </a:p>
        </p:txBody>
      </p:sp>
      <p:grpSp>
        <p:nvGrpSpPr>
          <p:cNvPr id="451003" name="Group 443"/>
          <p:cNvGrpSpPr>
            <a:grpSpLocks/>
          </p:cNvGrpSpPr>
          <p:nvPr/>
        </p:nvGrpSpPr>
        <p:grpSpPr bwMode="auto">
          <a:xfrm>
            <a:off x="4494213" y="4232275"/>
            <a:ext cx="2574925" cy="811213"/>
            <a:chOff x="2831" y="2666"/>
            <a:chExt cx="1622" cy="511"/>
          </a:xfrm>
        </p:grpSpPr>
        <p:sp>
          <p:nvSpPr>
            <p:cNvPr id="55427" name="Line 440"/>
            <p:cNvSpPr>
              <a:spLocks noChangeShapeType="1"/>
            </p:cNvSpPr>
            <p:nvPr/>
          </p:nvSpPr>
          <p:spPr bwMode="auto">
            <a:xfrm>
              <a:off x="3309" y="2666"/>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28" name="Line 441"/>
            <p:cNvSpPr>
              <a:spLocks noChangeShapeType="1"/>
            </p:cNvSpPr>
            <p:nvPr/>
          </p:nvSpPr>
          <p:spPr bwMode="auto">
            <a:xfrm>
              <a:off x="3727" y="2871"/>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429" name="Line 442"/>
            <p:cNvSpPr>
              <a:spLocks noChangeShapeType="1"/>
            </p:cNvSpPr>
            <p:nvPr/>
          </p:nvSpPr>
          <p:spPr bwMode="auto">
            <a:xfrm>
              <a:off x="2831" y="3177"/>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100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10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6322" name="AutoShape 2"/>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6323" name="Rectangle 3"/>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56324" name="Freeform 4"/>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25" name="Line 5"/>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26" name="Line 6"/>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27" name="Freeform 7"/>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28" name="Freeform 8"/>
          <p:cNvSpPr>
            <a:spLocks/>
          </p:cNvSpPr>
          <p:nvPr/>
        </p:nvSpPr>
        <p:spPr bwMode="auto">
          <a:xfrm>
            <a:off x="3213100" y="4514850"/>
            <a:ext cx="1679575" cy="255588"/>
          </a:xfrm>
          <a:custGeom>
            <a:avLst/>
            <a:gdLst>
              <a:gd name="T0" fmla="*/ 2147483647 w 1138"/>
              <a:gd name="T1" fmla="*/ 2147483647 h 174"/>
              <a:gd name="T2" fmla="*/ 2147483647 w 1138"/>
              <a:gd name="T3" fmla="*/ 2147483647 h 174"/>
              <a:gd name="T4" fmla="*/ 2147483647 w 1138"/>
              <a:gd name="T5" fmla="*/ 2147483647 h 174"/>
              <a:gd name="T6" fmla="*/ 2147483647 w 1138"/>
              <a:gd name="T7" fmla="*/ 2147483647 h 174"/>
              <a:gd name="T8" fmla="*/ 2147483647 w 1138"/>
              <a:gd name="T9" fmla="*/ 0 h 174"/>
              <a:gd name="T10" fmla="*/ 2147483647 w 1138"/>
              <a:gd name="T11" fmla="*/ 0 h 174"/>
              <a:gd name="T12" fmla="*/ 2147483647 w 1138"/>
              <a:gd name="T13" fmla="*/ 0 h 174"/>
              <a:gd name="T14" fmla="*/ 2147483647 w 1138"/>
              <a:gd name="T15" fmla="*/ 0 h 174"/>
              <a:gd name="T16" fmla="*/ 2147483647 w 1138"/>
              <a:gd name="T17" fmla="*/ 2147483647 h 174"/>
              <a:gd name="T18" fmla="*/ 2147483647 w 1138"/>
              <a:gd name="T19" fmla="*/ 2147483647 h 174"/>
              <a:gd name="T20" fmla="*/ 2147483647 w 1138"/>
              <a:gd name="T21" fmla="*/ 2147483647 h 174"/>
              <a:gd name="T22" fmla="*/ 2147483647 w 1138"/>
              <a:gd name="T23" fmla="*/ 2147483647 h 174"/>
              <a:gd name="T24" fmla="*/ 2147483647 w 1138"/>
              <a:gd name="T25" fmla="*/ 2147483647 h 174"/>
              <a:gd name="T26" fmla="*/ 2147483647 w 1138"/>
              <a:gd name="T27" fmla="*/ 2147483647 h 174"/>
              <a:gd name="T28" fmla="*/ 2147483647 w 1138"/>
              <a:gd name="T29" fmla="*/ 2147483647 h 174"/>
              <a:gd name="T30" fmla="*/ 2147483647 w 1138"/>
              <a:gd name="T31" fmla="*/ 2147483647 h 174"/>
              <a:gd name="T32" fmla="*/ 2147483647 w 1138"/>
              <a:gd name="T33" fmla="*/ 2147483647 h 174"/>
              <a:gd name="T34" fmla="*/ 2147483647 w 1138"/>
              <a:gd name="T35" fmla="*/ 2147483647 h 174"/>
              <a:gd name="T36" fmla="*/ 2147483647 w 1138"/>
              <a:gd name="T37" fmla="*/ 2147483647 h 174"/>
              <a:gd name="T38" fmla="*/ 2147483647 w 1138"/>
              <a:gd name="T39" fmla="*/ 2147483647 h 174"/>
              <a:gd name="T40" fmla="*/ 2147483647 w 1138"/>
              <a:gd name="T41" fmla="*/ 2147483647 h 174"/>
              <a:gd name="T42" fmla="*/ 2147483647 w 1138"/>
              <a:gd name="T43" fmla="*/ 2147483647 h 174"/>
              <a:gd name="T44" fmla="*/ 2147483647 w 1138"/>
              <a:gd name="T45" fmla="*/ 2147483647 h 174"/>
              <a:gd name="T46" fmla="*/ 2147483647 w 1138"/>
              <a:gd name="T47" fmla="*/ 2147483647 h 174"/>
              <a:gd name="T48" fmla="*/ 2147483647 w 1138"/>
              <a:gd name="T49" fmla="*/ 2147483647 h 174"/>
              <a:gd name="T50" fmla="*/ 2147483647 w 1138"/>
              <a:gd name="T51" fmla="*/ 2147483647 h 174"/>
              <a:gd name="T52" fmla="*/ 2147483647 w 1138"/>
              <a:gd name="T53" fmla="*/ 2147483647 h 174"/>
              <a:gd name="T54" fmla="*/ 2147483647 w 1138"/>
              <a:gd name="T55" fmla="*/ 2147483647 h 174"/>
              <a:gd name="T56" fmla="*/ 2147483647 w 1138"/>
              <a:gd name="T57" fmla="*/ 2147483647 h 174"/>
              <a:gd name="T58" fmla="*/ 2147483647 w 1138"/>
              <a:gd name="T59" fmla="*/ 2147483647 h 174"/>
              <a:gd name="T60" fmla="*/ 2147483647 w 1138"/>
              <a:gd name="T61" fmla="*/ 2147483647 h 174"/>
              <a:gd name="T62" fmla="*/ 2147483647 w 1138"/>
              <a:gd name="T63" fmla="*/ 2147483647 h 174"/>
              <a:gd name="T64" fmla="*/ 2147483647 w 1138"/>
              <a:gd name="T65" fmla="*/ 2147483647 h 174"/>
              <a:gd name="T66" fmla="*/ 2147483647 w 1138"/>
              <a:gd name="T67" fmla="*/ 2147483647 h 174"/>
              <a:gd name="T68" fmla="*/ 2147483647 w 1138"/>
              <a:gd name="T69" fmla="*/ 2147483647 h 174"/>
              <a:gd name="T70" fmla="*/ 2147483647 w 1138"/>
              <a:gd name="T71" fmla="*/ 2147483647 h 174"/>
              <a:gd name="T72" fmla="*/ 2147483647 w 1138"/>
              <a:gd name="T73" fmla="*/ 2147483647 h 174"/>
              <a:gd name="T74" fmla="*/ 2147483647 w 1138"/>
              <a:gd name="T75" fmla="*/ 2147483647 h 174"/>
              <a:gd name="T76" fmla="*/ 2147483647 w 1138"/>
              <a:gd name="T77" fmla="*/ 2147483647 h 174"/>
              <a:gd name="T78" fmla="*/ 2147483647 w 1138"/>
              <a:gd name="T79" fmla="*/ 2147483647 h 174"/>
              <a:gd name="T80" fmla="*/ 2147483647 w 1138"/>
              <a:gd name="T81" fmla="*/ 2147483647 h 174"/>
              <a:gd name="T82" fmla="*/ 2147483647 w 1138"/>
              <a:gd name="T83" fmla="*/ 2147483647 h 174"/>
              <a:gd name="T84" fmla="*/ 2147483647 w 1138"/>
              <a:gd name="T85" fmla="*/ 2147483647 h 174"/>
              <a:gd name="T86" fmla="*/ 2147483647 w 1138"/>
              <a:gd name="T87" fmla="*/ 2147483647 h 174"/>
              <a:gd name="T88" fmla="*/ 2147483647 w 1138"/>
              <a:gd name="T89" fmla="*/ 2147483647 h 174"/>
              <a:gd name="T90" fmla="*/ 2147483647 w 1138"/>
              <a:gd name="T91" fmla="*/ 2147483647 h 174"/>
              <a:gd name="T92" fmla="*/ 2147483647 w 1138"/>
              <a:gd name="T93" fmla="*/ 2147483647 h 174"/>
              <a:gd name="T94" fmla="*/ 2147483647 w 1138"/>
              <a:gd name="T95" fmla="*/ 2147483647 h 174"/>
              <a:gd name="T96" fmla="*/ 2147483647 w 1138"/>
              <a:gd name="T97" fmla="*/ 2147483647 h 174"/>
              <a:gd name="T98" fmla="*/ 2147483647 w 1138"/>
              <a:gd name="T99" fmla="*/ 2147483647 h 174"/>
              <a:gd name="T100" fmla="*/ 2147483647 w 1138"/>
              <a:gd name="T101" fmla="*/ 2147483647 h 174"/>
              <a:gd name="T102" fmla="*/ 2147483647 w 1138"/>
              <a:gd name="T103" fmla="*/ 2147483647 h 174"/>
              <a:gd name="T104" fmla="*/ 2147483647 w 1138"/>
              <a:gd name="T105" fmla="*/ 2147483647 h 174"/>
              <a:gd name="T106" fmla="*/ 2147483647 w 1138"/>
              <a:gd name="T107" fmla="*/ 2147483647 h 174"/>
              <a:gd name="T108" fmla="*/ 2147483647 w 1138"/>
              <a:gd name="T109" fmla="*/ 2147483647 h 174"/>
              <a:gd name="T110" fmla="*/ 0 w 1138"/>
              <a:gd name="T111" fmla="*/ 2147483647 h 174"/>
              <a:gd name="T112" fmla="*/ 0 w 1138"/>
              <a:gd name="T113" fmla="*/ 2147483647 h 174"/>
              <a:gd name="T114" fmla="*/ 2147483647 w 1138"/>
              <a:gd name="T115" fmla="*/ 2147483647 h 174"/>
              <a:gd name="T116" fmla="*/ 2147483647 w 1138"/>
              <a:gd name="T117" fmla="*/ 2147483647 h 174"/>
              <a:gd name="T118" fmla="*/ 2147483647 w 1138"/>
              <a:gd name="T119" fmla="*/ 2147483647 h 174"/>
              <a:gd name="T120" fmla="*/ 2147483647 w 1138"/>
              <a:gd name="T121" fmla="*/ 2147483647 h 174"/>
              <a:gd name="T122" fmla="*/ 2147483647 w 1138"/>
              <a:gd name="T123" fmla="*/ 2147483647 h 174"/>
              <a:gd name="T124" fmla="*/ 2147483647 w 1138"/>
              <a:gd name="T125" fmla="*/ 2147483647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29" name="Line 9"/>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330" name="Freeform 10"/>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31" name="Freeform 11"/>
          <p:cNvSpPr>
            <a:spLocks/>
          </p:cNvSpPr>
          <p:nvPr/>
        </p:nvSpPr>
        <p:spPr bwMode="auto">
          <a:xfrm>
            <a:off x="2754313" y="3086100"/>
            <a:ext cx="1092200" cy="1090613"/>
          </a:xfrm>
          <a:custGeom>
            <a:avLst/>
            <a:gdLst>
              <a:gd name="T0" fmla="*/ 2147483647 w 741"/>
              <a:gd name="T1" fmla="*/ 2147483647 h 744"/>
              <a:gd name="T2" fmla="*/ 2147483647 w 741"/>
              <a:gd name="T3" fmla="*/ 2147483647 h 744"/>
              <a:gd name="T4" fmla="*/ 2147483647 w 741"/>
              <a:gd name="T5" fmla="*/ 2147483647 h 744"/>
              <a:gd name="T6" fmla="*/ 2147483647 w 741"/>
              <a:gd name="T7" fmla="*/ 2147483647 h 744"/>
              <a:gd name="T8" fmla="*/ 2147483647 w 741"/>
              <a:gd name="T9" fmla="*/ 2147483647 h 744"/>
              <a:gd name="T10" fmla="*/ 2147483647 w 741"/>
              <a:gd name="T11" fmla="*/ 2147483647 h 744"/>
              <a:gd name="T12" fmla="*/ 2147483647 w 741"/>
              <a:gd name="T13" fmla="*/ 2147483647 h 744"/>
              <a:gd name="T14" fmla="*/ 2147483647 w 741"/>
              <a:gd name="T15" fmla="*/ 2147483647 h 744"/>
              <a:gd name="T16" fmla="*/ 2147483647 w 741"/>
              <a:gd name="T17" fmla="*/ 2147483647 h 744"/>
              <a:gd name="T18" fmla="*/ 2147483647 w 741"/>
              <a:gd name="T19" fmla="*/ 2147483647 h 744"/>
              <a:gd name="T20" fmla="*/ 2147483647 w 741"/>
              <a:gd name="T21" fmla="*/ 2147483647 h 744"/>
              <a:gd name="T22" fmla="*/ 2147483647 w 741"/>
              <a:gd name="T23" fmla="*/ 2147483647 h 744"/>
              <a:gd name="T24" fmla="*/ 2147483647 w 741"/>
              <a:gd name="T25" fmla="*/ 2147483647 h 744"/>
              <a:gd name="T26" fmla="*/ 2147483647 w 741"/>
              <a:gd name="T27" fmla="*/ 2147483647 h 744"/>
              <a:gd name="T28" fmla="*/ 2147483647 w 741"/>
              <a:gd name="T29" fmla="*/ 2147483647 h 744"/>
              <a:gd name="T30" fmla="*/ 2147483647 w 741"/>
              <a:gd name="T31" fmla="*/ 2147483647 h 744"/>
              <a:gd name="T32" fmla="*/ 2147483647 w 741"/>
              <a:gd name="T33" fmla="*/ 2147483647 h 744"/>
              <a:gd name="T34" fmla="*/ 2147483647 w 741"/>
              <a:gd name="T35" fmla="*/ 2147483647 h 744"/>
              <a:gd name="T36" fmla="*/ 2147483647 w 741"/>
              <a:gd name="T37" fmla="*/ 2147483647 h 744"/>
              <a:gd name="T38" fmla="*/ 2147483647 w 741"/>
              <a:gd name="T39" fmla="*/ 2147483647 h 744"/>
              <a:gd name="T40" fmla="*/ 2147483647 w 741"/>
              <a:gd name="T41" fmla="*/ 2147483647 h 744"/>
              <a:gd name="T42" fmla="*/ 2147483647 w 741"/>
              <a:gd name="T43" fmla="*/ 2147483647 h 744"/>
              <a:gd name="T44" fmla="*/ 2147483647 w 741"/>
              <a:gd name="T45" fmla="*/ 2147483647 h 744"/>
              <a:gd name="T46" fmla="*/ 2147483647 w 741"/>
              <a:gd name="T47" fmla="*/ 2147483647 h 744"/>
              <a:gd name="T48" fmla="*/ 2147483647 w 741"/>
              <a:gd name="T49" fmla="*/ 2147483647 h 744"/>
              <a:gd name="T50" fmla="*/ 2147483647 w 741"/>
              <a:gd name="T51" fmla="*/ 2147483647 h 744"/>
              <a:gd name="T52" fmla="*/ 2147483647 w 741"/>
              <a:gd name="T53" fmla="*/ 2147483647 h 744"/>
              <a:gd name="T54" fmla="*/ 2147483647 w 741"/>
              <a:gd name="T55" fmla="*/ 0 h 744"/>
              <a:gd name="T56" fmla="*/ 2147483647 w 741"/>
              <a:gd name="T57" fmla="*/ 2147483647 h 744"/>
              <a:gd name="T58" fmla="*/ 2147483647 w 741"/>
              <a:gd name="T59" fmla="*/ 2147483647 h 744"/>
              <a:gd name="T60" fmla="*/ 2147483647 w 741"/>
              <a:gd name="T61" fmla="*/ 2147483647 h 744"/>
              <a:gd name="T62" fmla="*/ 2147483647 w 741"/>
              <a:gd name="T63" fmla="*/ 2147483647 h 744"/>
              <a:gd name="T64" fmla="*/ 2147483647 w 741"/>
              <a:gd name="T65" fmla="*/ 2147483647 h 744"/>
              <a:gd name="T66" fmla="*/ 2147483647 w 741"/>
              <a:gd name="T67" fmla="*/ 2147483647 h 744"/>
              <a:gd name="T68" fmla="*/ 2147483647 w 741"/>
              <a:gd name="T69" fmla="*/ 2147483647 h 744"/>
              <a:gd name="T70" fmla="*/ 2147483647 w 741"/>
              <a:gd name="T71" fmla="*/ 2147483647 h 744"/>
              <a:gd name="T72" fmla="*/ 2147483647 w 741"/>
              <a:gd name="T73" fmla="*/ 2147483647 h 744"/>
              <a:gd name="T74" fmla="*/ 2147483647 w 741"/>
              <a:gd name="T75" fmla="*/ 2147483647 h 744"/>
              <a:gd name="T76" fmla="*/ 2147483647 w 741"/>
              <a:gd name="T77" fmla="*/ 2147483647 h 744"/>
              <a:gd name="T78" fmla="*/ 2147483647 w 741"/>
              <a:gd name="T79" fmla="*/ 2147483647 h 744"/>
              <a:gd name="T80" fmla="*/ 2147483647 w 741"/>
              <a:gd name="T81" fmla="*/ 2147483647 h 744"/>
              <a:gd name="T82" fmla="*/ 2147483647 w 741"/>
              <a:gd name="T83" fmla="*/ 2147483647 h 744"/>
              <a:gd name="T84" fmla="*/ 2147483647 w 741"/>
              <a:gd name="T85" fmla="*/ 2147483647 h 744"/>
              <a:gd name="T86" fmla="*/ 0 w 741"/>
              <a:gd name="T87" fmla="*/ 2147483647 h 744"/>
              <a:gd name="T88" fmla="*/ 2147483647 w 741"/>
              <a:gd name="T89" fmla="*/ 2147483647 h 744"/>
              <a:gd name="T90" fmla="*/ 2147483647 w 741"/>
              <a:gd name="T91" fmla="*/ 2147483647 h 744"/>
              <a:gd name="T92" fmla="*/ 2147483647 w 741"/>
              <a:gd name="T93" fmla="*/ 2147483647 h 744"/>
              <a:gd name="T94" fmla="*/ 2147483647 w 741"/>
              <a:gd name="T95" fmla="*/ 214748364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32" name="Freeform 12"/>
          <p:cNvSpPr>
            <a:spLocks/>
          </p:cNvSpPr>
          <p:nvPr/>
        </p:nvSpPr>
        <p:spPr bwMode="auto">
          <a:xfrm>
            <a:off x="4357688" y="3081338"/>
            <a:ext cx="971550" cy="1220787"/>
          </a:xfrm>
          <a:custGeom>
            <a:avLst/>
            <a:gdLst>
              <a:gd name="T0" fmla="*/ 2147483647 w 657"/>
              <a:gd name="T1" fmla="*/ 2147483647 h 832"/>
              <a:gd name="T2" fmla="*/ 2147483647 w 657"/>
              <a:gd name="T3" fmla="*/ 2147483647 h 832"/>
              <a:gd name="T4" fmla="*/ 2147483647 w 657"/>
              <a:gd name="T5" fmla="*/ 2147483647 h 832"/>
              <a:gd name="T6" fmla="*/ 2147483647 w 657"/>
              <a:gd name="T7" fmla="*/ 2147483647 h 832"/>
              <a:gd name="T8" fmla="*/ 2147483647 w 657"/>
              <a:gd name="T9" fmla="*/ 0 h 832"/>
              <a:gd name="T10" fmla="*/ 2147483647 w 657"/>
              <a:gd name="T11" fmla="*/ 2147483647 h 832"/>
              <a:gd name="T12" fmla="*/ 2147483647 w 657"/>
              <a:gd name="T13" fmla="*/ 2147483647 h 832"/>
              <a:gd name="T14" fmla="*/ 2147483647 w 657"/>
              <a:gd name="T15" fmla="*/ 2147483647 h 832"/>
              <a:gd name="T16" fmla="*/ 2147483647 w 657"/>
              <a:gd name="T17" fmla="*/ 2147483647 h 832"/>
              <a:gd name="T18" fmla="*/ 2147483647 w 657"/>
              <a:gd name="T19" fmla="*/ 2147483647 h 832"/>
              <a:gd name="T20" fmla="*/ 2147483647 w 657"/>
              <a:gd name="T21" fmla="*/ 2147483647 h 832"/>
              <a:gd name="T22" fmla="*/ 2147483647 w 657"/>
              <a:gd name="T23" fmla="*/ 2147483647 h 832"/>
              <a:gd name="T24" fmla="*/ 2147483647 w 657"/>
              <a:gd name="T25" fmla="*/ 2147483647 h 832"/>
              <a:gd name="T26" fmla="*/ 2147483647 w 657"/>
              <a:gd name="T27" fmla="*/ 2147483647 h 832"/>
              <a:gd name="T28" fmla="*/ 2147483647 w 657"/>
              <a:gd name="T29" fmla="*/ 2147483647 h 832"/>
              <a:gd name="T30" fmla="*/ 2147483647 w 657"/>
              <a:gd name="T31" fmla="*/ 2147483647 h 832"/>
              <a:gd name="T32" fmla="*/ 2147483647 w 657"/>
              <a:gd name="T33" fmla="*/ 2147483647 h 832"/>
              <a:gd name="T34" fmla="*/ 2147483647 w 657"/>
              <a:gd name="T35" fmla="*/ 2147483647 h 832"/>
              <a:gd name="T36" fmla="*/ 2147483647 w 657"/>
              <a:gd name="T37" fmla="*/ 2147483647 h 832"/>
              <a:gd name="T38" fmla="*/ 2147483647 w 657"/>
              <a:gd name="T39" fmla="*/ 2147483647 h 832"/>
              <a:gd name="T40" fmla="*/ 2147483647 w 657"/>
              <a:gd name="T41" fmla="*/ 2147483647 h 832"/>
              <a:gd name="T42" fmla="*/ 2147483647 w 657"/>
              <a:gd name="T43" fmla="*/ 2147483647 h 832"/>
              <a:gd name="T44" fmla="*/ 0 w 657"/>
              <a:gd name="T45" fmla="*/ 2147483647 h 832"/>
              <a:gd name="T46" fmla="*/ 2147483647 w 657"/>
              <a:gd name="T47" fmla="*/ 2147483647 h 832"/>
              <a:gd name="T48" fmla="*/ 2147483647 w 657"/>
              <a:gd name="T49" fmla="*/ 2147483647 h 832"/>
              <a:gd name="T50" fmla="*/ 2147483647 w 657"/>
              <a:gd name="T51" fmla="*/ 2147483647 h 832"/>
              <a:gd name="T52" fmla="*/ 2147483647 w 657"/>
              <a:gd name="T53" fmla="*/ 2147483647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33"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34" name="Freeform 14"/>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35"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36" name="Freeform 16"/>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6337" name="Freeform 17"/>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38" name="Freeform 18"/>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339"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40"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41" name="Rectangle 21"/>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6342"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6343" name="Group 23"/>
          <p:cNvGrpSpPr>
            <a:grpSpLocks/>
          </p:cNvGrpSpPr>
          <p:nvPr/>
        </p:nvGrpSpPr>
        <p:grpSpPr bwMode="auto">
          <a:xfrm>
            <a:off x="579438" y="3616325"/>
            <a:ext cx="504825" cy="515938"/>
            <a:chOff x="101" y="2294"/>
            <a:chExt cx="343" cy="353"/>
          </a:xfrm>
        </p:grpSpPr>
        <p:grpSp>
          <p:nvGrpSpPr>
            <p:cNvPr id="56737" name="Group 24"/>
            <p:cNvGrpSpPr>
              <a:grpSpLocks/>
            </p:cNvGrpSpPr>
            <p:nvPr/>
          </p:nvGrpSpPr>
          <p:grpSpPr bwMode="auto">
            <a:xfrm>
              <a:off x="109" y="2301"/>
              <a:ext cx="335" cy="346"/>
              <a:chOff x="109" y="2301"/>
              <a:chExt cx="335" cy="346"/>
            </a:xfrm>
          </p:grpSpPr>
          <p:sp>
            <p:nvSpPr>
              <p:cNvPr id="5675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5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5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5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5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5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5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5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759" name="Group 33"/>
              <p:cNvGrpSpPr>
                <a:grpSpLocks/>
              </p:cNvGrpSpPr>
              <p:nvPr/>
            </p:nvGrpSpPr>
            <p:grpSpPr bwMode="auto">
              <a:xfrm>
                <a:off x="109" y="2596"/>
                <a:ext cx="335" cy="51"/>
                <a:chOff x="109" y="2596"/>
                <a:chExt cx="335" cy="51"/>
              </a:xfrm>
            </p:grpSpPr>
            <p:sp>
              <p:nvSpPr>
                <p:cNvPr id="5676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6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6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738" name="Group 37"/>
            <p:cNvGrpSpPr>
              <a:grpSpLocks/>
            </p:cNvGrpSpPr>
            <p:nvPr/>
          </p:nvGrpSpPr>
          <p:grpSpPr bwMode="auto">
            <a:xfrm>
              <a:off x="101" y="2294"/>
              <a:ext cx="335" cy="347"/>
              <a:chOff x="101" y="2294"/>
              <a:chExt cx="335" cy="347"/>
            </a:xfrm>
          </p:grpSpPr>
          <p:sp>
            <p:nvSpPr>
              <p:cNvPr id="5673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4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4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4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4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4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4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4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747" name="Group 46"/>
              <p:cNvGrpSpPr>
                <a:grpSpLocks/>
              </p:cNvGrpSpPr>
              <p:nvPr/>
            </p:nvGrpSpPr>
            <p:grpSpPr bwMode="auto">
              <a:xfrm>
                <a:off x="101" y="2590"/>
                <a:ext cx="335" cy="51"/>
                <a:chOff x="101" y="2590"/>
                <a:chExt cx="335" cy="51"/>
              </a:xfrm>
            </p:grpSpPr>
            <p:sp>
              <p:nvSpPr>
                <p:cNvPr id="5674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4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5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6344" name="Group 50"/>
          <p:cNvGrpSpPr>
            <a:grpSpLocks/>
          </p:cNvGrpSpPr>
          <p:nvPr/>
        </p:nvGrpSpPr>
        <p:grpSpPr bwMode="auto">
          <a:xfrm>
            <a:off x="3357563" y="6081713"/>
            <a:ext cx="503237" cy="515937"/>
            <a:chOff x="3891" y="3616"/>
            <a:chExt cx="342" cy="353"/>
          </a:xfrm>
        </p:grpSpPr>
        <p:grpSp>
          <p:nvGrpSpPr>
            <p:cNvPr id="56711" name="Group 51"/>
            <p:cNvGrpSpPr>
              <a:grpSpLocks/>
            </p:cNvGrpSpPr>
            <p:nvPr/>
          </p:nvGrpSpPr>
          <p:grpSpPr bwMode="auto">
            <a:xfrm>
              <a:off x="3899" y="3622"/>
              <a:ext cx="334" cy="347"/>
              <a:chOff x="3899" y="3622"/>
              <a:chExt cx="334" cy="347"/>
            </a:xfrm>
          </p:grpSpPr>
          <p:sp>
            <p:nvSpPr>
              <p:cNvPr id="5672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2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2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2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2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3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3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3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733" name="Group 60"/>
              <p:cNvGrpSpPr>
                <a:grpSpLocks/>
              </p:cNvGrpSpPr>
              <p:nvPr/>
            </p:nvGrpSpPr>
            <p:grpSpPr bwMode="auto">
              <a:xfrm>
                <a:off x="3899" y="3918"/>
                <a:ext cx="334" cy="51"/>
                <a:chOff x="3899" y="3918"/>
                <a:chExt cx="334" cy="51"/>
              </a:xfrm>
            </p:grpSpPr>
            <p:sp>
              <p:nvSpPr>
                <p:cNvPr id="5673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3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3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712" name="Group 64"/>
            <p:cNvGrpSpPr>
              <a:grpSpLocks/>
            </p:cNvGrpSpPr>
            <p:nvPr/>
          </p:nvGrpSpPr>
          <p:grpSpPr bwMode="auto">
            <a:xfrm>
              <a:off x="3891" y="3616"/>
              <a:ext cx="334" cy="346"/>
              <a:chOff x="3891" y="3616"/>
              <a:chExt cx="334" cy="346"/>
            </a:xfrm>
          </p:grpSpPr>
          <p:sp>
            <p:nvSpPr>
              <p:cNvPr id="5671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1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1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1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1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1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1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2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721" name="Group 73"/>
              <p:cNvGrpSpPr>
                <a:grpSpLocks/>
              </p:cNvGrpSpPr>
              <p:nvPr/>
            </p:nvGrpSpPr>
            <p:grpSpPr bwMode="auto">
              <a:xfrm>
                <a:off x="3891" y="3912"/>
                <a:ext cx="334" cy="50"/>
                <a:chOff x="3891" y="3912"/>
                <a:chExt cx="334" cy="50"/>
              </a:xfrm>
            </p:grpSpPr>
            <p:sp>
              <p:nvSpPr>
                <p:cNvPr id="5672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2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2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6345" name="Group 77"/>
          <p:cNvGrpSpPr>
            <a:grpSpLocks/>
          </p:cNvGrpSpPr>
          <p:nvPr/>
        </p:nvGrpSpPr>
        <p:grpSpPr bwMode="auto">
          <a:xfrm>
            <a:off x="4627563" y="6065838"/>
            <a:ext cx="504825" cy="515937"/>
            <a:chOff x="4752" y="3605"/>
            <a:chExt cx="343" cy="353"/>
          </a:xfrm>
        </p:grpSpPr>
        <p:grpSp>
          <p:nvGrpSpPr>
            <p:cNvPr id="56685" name="Group 78"/>
            <p:cNvGrpSpPr>
              <a:grpSpLocks/>
            </p:cNvGrpSpPr>
            <p:nvPr/>
          </p:nvGrpSpPr>
          <p:grpSpPr bwMode="auto">
            <a:xfrm>
              <a:off x="4760" y="3612"/>
              <a:ext cx="335" cy="346"/>
              <a:chOff x="4760" y="3612"/>
              <a:chExt cx="335" cy="346"/>
            </a:xfrm>
          </p:grpSpPr>
          <p:sp>
            <p:nvSpPr>
              <p:cNvPr id="5669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0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0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0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0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0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0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70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707" name="Group 87"/>
              <p:cNvGrpSpPr>
                <a:grpSpLocks/>
              </p:cNvGrpSpPr>
              <p:nvPr/>
            </p:nvGrpSpPr>
            <p:grpSpPr bwMode="auto">
              <a:xfrm>
                <a:off x="4760" y="3907"/>
                <a:ext cx="335" cy="51"/>
                <a:chOff x="4760" y="3907"/>
                <a:chExt cx="335" cy="51"/>
              </a:xfrm>
            </p:grpSpPr>
            <p:sp>
              <p:nvSpPr>
                <p:cNvPr id="5670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0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71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686" name="Group 91"/>
            <p:cNvGrpSpPr>
              <a:grpSpLocks/>
            </p:cNvGrpSpPr>
            <p:nvPr/>
          </p:nvGrpSpPr>
          <p:grpSpPr bwMode="auto">
            <a:xfrm>
              <a:off x="4752" y="3605"/>
              <a:ext cx="334" cy="347"/>
              <a:chOff x="4752" y="3605"/>
              <a:chExt cx="334" cy="347"/>
            </a:xfrm>
          </p:grpSpPr>
          <p:sp>
            <p:nvSpPr>
              <p:cNvPr id="5668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8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8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9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9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9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9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9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695" name="Group 100"/>
              <p:cNvGrpSpPr>
                <a:grpSpLocks/>
              </p:cNvGrpSpPr>
              <p:nvPr/>
            </p:nvGrpSpPr>
            <p:grpSpPr bwMode="auto">
              <a:xfrm>
                <a:off x="4752" y="3901"/>
                <a:ext cx="334" cy="51"/>
                <a:chOff x="4752" y="3901"/>
                <a:chExt cx="334" cy="51"/>
              </a:xfrm>
            </p:grpSpPr>
            <p:sp>
              <p:nvSpPr>
                <p:cNvPr id="5669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9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9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6346" name="Group 104"/>
          <p:cNvGrpSpPr>
            <a:grpSpLocks/>
          </p:cNvGrpSpPr>
          <p:nvPr/>
        </p:nvGrpSpPr>
        <p:grpSpPr bwMode="auto">
          <a:xfrm>
            <a:off x="579438" y="2509838"/>
            <a:ext cx="504825" cy="517525"/>
            <a:chOff x="101" y="1539"/>
            <a:chExt cx="343" cy="352"/>
          </a:xfrm>
        </p:grpSpPr>
        <p:grpSp>
          <p:nvGrpSpPr>
            <p:cNvPr id="56659" name="Group 105"/>
            <p:cNvGrpSpPr>
              <a:grpSpLocks/>
            </p:cNvGrpSpPr>
            <p:nvPr/>
          </p:nvGrpSpPr>
          <p:grpSpPr bwMode="auto">
            <a:xfrm>
              <a:off x="109" y="1545"/>
              <a:ext cx="335" cy="346"/>
              <a:chOff x="109" y="1545"/>
              <a:chExt cx="335" cy="346"/>
            </a:xfrm>
          </p:grpSpPr>
          <p:sp>
            <p:nvSpPr>
              <p:cNvPr id="5667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7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7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7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7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7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7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8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681" name="Group 114"/>
              <p:cNvGrpSpPr>
                <a:grpSpLocks/>
              </p:cNvGrpSpPr>
              <p:nvPr/>
            </p:nvGrpSpPr>
            <p:grpSpPr bwMode="auto">
              <a:xfrm>
                <a:off x="109" y="1841"/>
                <a:ext cx="335" cy="50"/>
                <a:chOff x="109" y="1841"/>
                <a:chExt cx="335" cy="50"/>
              </a:xfrm>
            </p:grpSpPr>
            <p:sp>
              <p:nvSpPr>
                <p:cNvPr id="5668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8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8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660" name="Group 118"/>
            <p:cNvGrpSpPr>
              <a:grpSpLocks/>
            </p:cNvGrpSpPr>
            <p:nvPr/>
          </p:nvGrpSpPr>
          <p:grpSpPr bwMode="auto">
            <a:xfrm>
              <a:off x="101" y="1539"/>
              <a:ext cx="335" cy="346"/>
              <a:chOff x="101" y="1539"/>
              <a:chExt cx="335" cy="346"/>
            </a:xfrm>
          </p:grpSpPr>
          <p:sp>
            <p:nvSpPr>
              <p:cNvPr id="5666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6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6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6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6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6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6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6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669" name="Group 127"/>
              <p:cNvGrpSpPr>
                <a:grpSpLocks/>
              </p:cNvGrpSpPr>
              <p:nvPr/>
            </p:nvGrpSpPr>
            <p:grpSpPr bwMode="auto">
              <a:xfrm>
                <a:off x="101" y="1834"/>
                <a:ext cx="335" cy="51"/>
                <a:chOff x="101" y="1834"/>
                <a:chExt cx="335" cy="51"/>
              </a:xfrm>
            </p:grpSpPr>
            <p:sp>
              <p:nvSpPr>
                <p:cNvPr id="5667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7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7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6347" name="Group 131"/>
          <p:cNvGrpSpPr>
            <a:grpSpLocks/>
          </p:cNvGrpSpPr>
          <p:nvPr/>
        </p:nvGrpSpPr>
        <p:grpSpPr bwMode="auto">
          <a:xfrm>
            <a:off x="8158163" y="3657600"/>
            <a:ext cx="506412" cy="514350"/>
            <a:chOff x="5237" y="2322"/>
            <a:chExt cx="343" cy="352"/>
          </a:xfrm>
        </p:grpSpPr>
        <p:grpSp>
          <p:nvGrpSpPr>
            <p:cNvPr id="56633" name="Group 132"/>
            <p:cNvGrpSpPr>
              <a:grpSpLocks/>
            </p:cNvGrpSpPr>
            <p:nvPr/>
          </p:nvGrpSpPr>
          <p:grpSpPr bwMode="auto">
            <a:xfrm>
              <a:off x="5245" y="2328"/>
              <a:ext cx="335" cy="346"/>
              <a:chOff x="5245" y="2328"/>
              <a:chExt cx="335" cy="346"/>
            </a:xfrm>
          </p:grpSpPr>
          <p:sp>
            <p:nvSpPr>
              <p:cNvPr id="5664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4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4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5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5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5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5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5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655" name="Group 141"/>
              <p:cNvGrpSpPr>
                <a:grpSpLocks/>
              </p:cNvGrpSpPr>
              <p:nvPr/>
            </p:nvGrpSpPr>
            <p:grpSpPr bwMode="auto">
              <a:xfrm>
                <a:off x="5245" y="2624"/>
                <a:ext cx="335" cy="50"/>
                <a:chOff x="5245" y="2624"/>
                <a:chExt cx="335" cy="50"/>
              </a:xfrm>
            </p:grpSpPr>
            <p:sp>
              <p:nvSpPr>
                <p:cNvPr id="5665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5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5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634" name="Group 145"/>
            <p:cNvGrpSpPr>
              <a:grpSpLocks/>
            </p:cNvGrpSpPr>
            <p:nvPr/>
          </p:nvGrpSpPr>
          <p:grpSpPr bwMode="auto">
            <a:xfrm>
              <a:off x="5237" y="2322"/>
              <a:ext cx="335" cy="346"/>
              <a:chOff x="5237" y="2322"/>
              <a:chExt cx="335" cy="346"/>
            </a:xfrm>
          </p:grpSpPr>
          <p:sp>
            <p:nvSpPr>
              <p:cNvPr id="5663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3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3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3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3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4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4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4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643" name="Group 154"/>
              <p:cNvGrpSpPr>
                <a:grpSpLocks/>
              </p:cNvGrpSpPr>
              <p:nvPr/>
            </p:nvGrpSpPr>
            <p:grpSpPr bwMode="auto">
              <a:xfrm>
                <a:off x="5237" y="2617"/>
                <a:ext cx="335" cy="51"/>
                <a:chOff x="5237" y="2617"/>
                <a:chExt cx="335" cy="51"/>
              </a:xfrm>
            </p:grpSpPr>
            <p:sp>
              <p:nvSpPr>
                <p:cNvPr id="5664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4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4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6348" name="Group 158"/>
          <p:cNvGrpSpPr>
            <a:grpSpLocks/>
          </p:cNvGrpSpPr>
          <p:nvPr/>
        </p:nvGrpSpPr>
        <p:grpSpPr bwMode="auto">
          <a:xfrm>
            <a:off x="8158163" y="2581275"/>
            <a:ext cx="506412" cy="515938"/>
            <a:chOff x="5237" y="1587"/>
            <a:chExt cx="343" cy="353"/>
          </a:xfrm>
        </p:grpSpPr>
        <p:grpSp>
          <p:nvGrpSpPr>
            <p:cNvPr id="56607" name="Group 159"/>
            <p:cNvGrpSpPr>
              <a:grpSpLocks/>
            </p:cNvGrpSpPr>
            <p:nvPr/>
          </p:nvGrpSpPr>
          <p:grpSpPr bwMode="auto">
            <a:xfrm>
              <a:off x="5245" y="1594"/>
              <a:ext cx="335" cy="346"/>
              <a:chOff x="5245" y="1594"/>
              <a:chExt cx="335" cy="346"/>
            </a:xfrm>
          </p:grpSpPr>
          <p:sp>
            <p:nvSpPr>
              <p:cNvPr id="5662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2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2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2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2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2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2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2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629" name="Group 168"/>
              <p:cNvGrpSpPr>
                <a:grpSpLocks/>
              </p:cNvGrpSpPr>
              <p:nvPr/>
            </p:nvGrpSpPr>
            <p:grpSpPr bwMode="auto">
              <a:xfrm>
                <a:off x="5245" y="1889"/>
                <a:ext cx="335" cy="51"/>
                <a:chOff x="5245" y="1889"/>
                <a:chExt cx="335" cy="51"/>
              </a:xfrm>
            </p:grpSpPr>
            <p:sp>
              <p:nvSpPr>
                <p:cNvPr id="5663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3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3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608" name="Group 172"/>
            <p:cNvGrpSpPr>
              <a:grpSpLocks/>
            </p:cNvGrpSpPr>
            <p:nvPr/>
          </p:nvGrpSpPr>
          <p:grpSpPr bwMode="auto">
            <a:xfrm>
              <a:off x="5237" y="1587"/>
              <a:ext cx="335" cy="346"/>
              <a:chOff x="5237" y="1587"/>
              <a:chExt cx="335" cy="346"/>
            </a:xfrm>
          </p:grpSpPr>
          <p:sp>
            <p:nvSpPr>
              <p:cNvPr id="5660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1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1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1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1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1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1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61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617" name="Group 181"/>
              <p:cNvGrpSpPr>
                <a:grpSpLocks/>
              </p:cNvGrpSpPr>
              <p:nvPr/>
            </p:nvGrpSpPr>
            <p:grpSpPr bwMode="auto">
              <a:xfrm>
                <a:off x="5237" y="1883"/>
                <a:ext cx="335" cy="50"/>
                <a:chOff x="5237" y="1883"/>
                <a:chExt cx="335" cy="50"/>
              </a:xfrm>
            </p:grpSpPr>
            <p:sp>
              <p:nvSpPr>
                <p:cNvPr id="5661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1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2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6349"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50" name="Rectangle 186"/>
          <p:cNvSpPr>
            <a:spLocks noChangeArrowheads="1"/>
          </p:cNvSpPr>
          <p:nvPr/>
        </p:nvSpPr>
        <p:spPr bwMode="auto">
          <a:xfrm>
            <a:off x="2343150" y="2324100"/>
            <a:ext cx="917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a:t>
            </a:r>
            <a:endParaRPr kumimoji="1" lang="en-US" altLang="zh-CN" sz="2000">
              <a:solidFill>
                <a:srgbClr val="333399"/>
              </a:solidFill>
              <a:latin typeface="Arial" pitchFamily="34" charset="0"/>
            </a:endParaRPr>
          </a:p>
        </p:txBody>
      </p:sp>
      <p:sp>
        <p:nvSpPr>
          <p:cNvPr id="56351"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52" name="Rectangle 188"/>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6353"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54" name="Rectangle 190"/>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6355"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56" name="Rectangle 192"/>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6357"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6358" name="Group 194"/>
          <p:cNvGrpSpPr>
            <a:grpSpLocks/>
          </p:cNvGrpSpPr>
          <p:nvPr/>
        </p:nvGrpSpPr>
        <p:grpSpPr bwMode="auto">
          <a:xfrm>
            <a:off x="3822700" y="2630488"/>
            <a:ext cx="647700" cy="385762"/>
            <a:chOff x="2299" y="1622"/>
            <a:chExt cx="439" cy="262"/>
          </a:xfrm>
        </p:grpSpPr>
        <p:sp>
          <p:nvSpPr>
            <p:cNvPr id="5658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658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8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8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6586" name="Group 199"/>
            <p:cNvGrpSpPr>
              <a:grpSpLocks/>
            </p:cNvGrpSpPr>
            <p:nvPr/>
          </p:nvGrpSpPr>
          <p:grpSpPr bwMode="auto">
            <a:xfrm>
              <a:off x="2365" y="1640"/>
              <a:ext cx="304" cy="117"/>
              <a:chOff x="2365" y="1640"/>
              <a:chExt cx="304" cy="117"/>
            </a:xfrm>
          </p:grpSpPr>
          <p:grpSp>
            <p:nvGrpSpPr>
              <p:cNvPr id="56589" name="Group 200"/>
              <p:cNvGrpSpPr>
                <a:grpSpLocks/>
              </p:cNvGrpSpPr>
              <p:nvPr/>
            </p:nvGrpSpPr>
            <p:grpSpPr bwMode="auto">
              <a:xfrm>
                <a:off x="2365" y="1640"/>
                <a:ext cx="302" cy="115"/>
                <a:chOff x="2365" y="1640"/>
                <a:chExt cx="302" cy="115"/>
              </a:xfrm>
            </p:grpSpPr>
            <p:sp>
              <p:nvSpPr>
                <p:cNvPr id="5659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0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0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0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0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0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0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60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6590" name="Group 209"/>
              <p:cNvGrpSpPr>
                <a:grpSpLocks/>
              </p:cNvGrpSpPr>
              <p:nvPr/>
            </p:nvGrpSpPr>
            <p:grpSpPr bwMode="auto">
              <a:xfrm>
                <a:off x="2368" y="1643"/>
                <a:ext cx="301" cy="114"/>
                <a:chOff x="2368" y="1643"/>
                <a:chExt cx="301" cy="114"/>
              </a:xfrm>
            </p:grpSpPr>
            <p:sp>
              <p:nvSpPr>
                <p:cNvPr id="5659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9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9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9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9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9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9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9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658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8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6359"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60" name="Rectangle 221"/>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6361"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62" name="Rectangle 223"/>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6363"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364"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65"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366"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367"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68" name="Rectangle 229"/>
          <p:cNvSpPr>
            <a:spLocks noChangeArrowheads="1"/>
          </p:cNvSpPr>
          <p:nvPr/>
        </p:nvSpPr>
        <p:spPr bwMode="auto">
          <a:xfrm>
            <a:off x="5976938" y="4222750"/>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6369"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70" name="Rectangle 231"/>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6371"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72" name="Rectangle 233"/>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6373"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74" name="Rectangle 235"/>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6375"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76" name="Rectangle 237"/>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6377"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6378"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79" name="Rectangle 240"/>
          <p:cNvSpPr>
            <a:spLocks noChangeArrowheads="1"/>
          </p:cNvSpPr>
          <p:nvPr/>
        </p:nvSpPr>
        <p:spPr bwMode="auto">
          <a:xfrm>
            <a:off x="6827838" y="3589338"/>
            <a:ext cx="91598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a:t>
            </a:r>
            <a:endParaRPr kumimoji="1" lang="en-US" altLang="zh-CN" sz="2000">
              <a:solidFill>
                <a:srgbClr val="333399"/>
              </a:solidFill>
              <a:latin typeface="Arial" pitchFamily="34" charset="0"/>
            </a:endParaRPr>
          </a:p>
        </p:txBody>
      </p:sp>
      <p:sp>
        <p:nvSpPr>
          <p:cNvPr id="56380"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6381" name="Group 242"/>
          <p:cNvGrpSpPr>
            <a:grpSpLocks/>
          </p:cNvGrpSpPr>
          <p:nvPr/>
        </p:nvGrpSpPr>
        <p:grpSpPr bwMode="auto">
          <a:xfrm>
            <a:off x="2222500" y="4386263"/>
            <a:ext cx="649288" cy="384175"/>
            <a:chOff x="1304" y="2569"/>
            <a:chExt cx="439" cy="262"/>
          </a:xfrm>
        </p:grpSpPr>
        <p:sp>
          <p:nvSpPr>
            <p:cNvPr id="5655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655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5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6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6561" name="Group 247"/>
            <p:cNvGrpSpPr>
              <a:grpSpLocks/>
            </p:cNvGrpSpPr>
            <p:nvPr/>
          </p:nvGrpSpPr>
          <p:grpSpPr bwMode="auto">
            <a:xfrm>
              <a:off x="1371" y="2587"/>
              <a:ext cx="304" cy="117"/>
              <a:chOff x="1371" y="2587"/>
              <a:chExt cx="304" cy="117"/>
            </a:xfrm>
          </p:grpSpPr>
          <p:grpSp>
            <p:nvGrpSpPr>
              <p:cNvPr id="56564" name="Group 248"/>
              <p:cNvGrpSpPr>
                <a:grpSpLocks/>
              </p:cNvGrpSpPr>
              <p:nvPr/>
            </p:nvGrpSpPr>
            <p:grpSpPr bwMode="auto">
              <a:xfrm>
                <a:off x="1371" y="2587"/>
                <a:ext cx="301" cy="115"/>
                <a:chOff x="1371" y="2587"/>
                <a:chExt cx="301" cy="115"/>
              </a:xfrm>
            </p:grpSpPr>
            <p:sp>
              <p:nvSpPr>
                <p:cNvPr id="5657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8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8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6565" name="Group 257"/>
              <p:cNvGrpSpPr>
                <a:grpSpLocks/>
              </p:cNvGrpSpPr>
              <p:nvPr/>
            </p:nvGrpSpPr>
            <p:grpSpPr bwMode="auto">
              <a:xfrm>
                <a:off x="1373" y="2590"/>
                <a:ext cx="302" cy="114"/>
                <a:chOff x="1373" y="2590"/>
                <a:chExt cx="302" cy="114"/>
              </a:xfrm>
            </p:grpSpPr>
            <p:sp>
              <p:nvSpPr>
                <p:cNvPr id="5656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6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6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6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7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656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6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6382" name="Group 268"/>
          <p:cNvGrpSpPr>
            <a:grpSpLocks/>
          </p:cNvGrpSpPr>
          <p:nvPr/>
        </p:nvGrpSpPr>
        <p:grpSpPr bwMode="auto">
          <a:xfrm>
            <a:off x="5126038" y="4386263"/>
            <a:ext cx="649287" cy="384175"/>
            <a:chOff x="3488" y="2569"/>
            <a:chExt cx="439" cy="262"/>
          </a:xfrm>
        </p:grpSpPr>
        <p:sp>
          <p:nvSpPr>
            <p:cNvPr id="5653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653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3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3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6536" name="Group 273"/>
            <p:cNvGrpSpPr>
              <a:grpSpLocks/>
            </p:cNvGrpSpPr>
            <p:nvPr/>
          </p:nvGrpSpPr>
          <p:grpSpPr bwMode="auto">
            <a:xfrm>
              <a:off x="3555" y="2587"/>
              <a:ext cx="304" cy="117"/>
              <a:chOff x="3555" y="2587"/>
              <a:chExt cx="304" cy="117"/>
            </a:xfrm>
          </p:grpSpPr>
          <p:grpSp>
            <p:nvGrpSpPr>
              <p:cNvPr id="56539" name="Group 274"/>
              <p:cNvGrpSpPr>
                <a:grpSpLocks/>
              </p:cNvGrpSpPr>
              <p:nvPr/>
            </p:nvGrpSpPr>
            <p:grpSpPr bwMode="auto">
              <a:xfrm>
                <a:off x="3555" y="2587"/>
                <a:ext cx="301" cy="115"/>
                <a:chOff x="3555" y="2587"/>
                <a:chExt cx="301" cy="115"/>
              </a:xfrm>
            </p:grpSpPr>
            <p:sp>
              <p:nvSpPr>
                <p:cNvPr id="5654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5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5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5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5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5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5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5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6540" name="Group 283"/>
              <p:cNvGrpSpPr>
                <a:grpSpLocks/>
              </p:cNvGrpSpPr>
              <p:nvPr/>
            </p:nvGrpSpPr>
            <p:grpSpPr bwMode="auto">
              <a:xfrm>
                <a:off x="3557" y="2590"/>
                <a:ext cx="302" cy="114"/>
                <a:chOff x="3557" y="2590"/>
                <a:chExt cx="302" cy="114"/>
              </a:xfrm>
            </p:grpSpPr>
            <p:sp>
              <p:nvSpPr>
                <p:cNvPr id="5654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4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4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4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4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4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4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4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653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3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6383"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6384"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6385"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386"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387"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388"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6389"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90" name="Rectangle 301"/>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6391"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92" name="Rectangle 303"/>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6393"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94" name="Rectangle 305"/>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6395"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96" name="Rectangle 307"/>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6397"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98" name="Rectangle 309"/>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6399"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00" name="Rectangle 311"/>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6401"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02" name="Rectangle 313"/>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6403"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04" name="Rectangle 315"/>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6405"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06" name="Rectangle 317"/>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6407"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408"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409"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6410"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11" name="Rectangle 322"/>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6412"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13" name="Rectangle 324"/>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6414"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15" name="Rectangle 326"/>
          <p:cNvSpPr>
            <a:spLocks noChangeArrowheads="1"/>
          </p:cNvSpPr>
          <p:nvPr/>
        </p:nvSpPr>
        <p:spPr bwMode="auto">
          <a:xfrm>
            <a:off x="1592263" y="3079750"/>
            <a:ext cx="915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a:t>
            </a:r>
            <a:endParaRPr kumimoji="1" lang="en-US" altLang="zh-CN" sz="2000">
              <a:solidFill>
                <a:srgbClr val="333399"/>
              </a:solidFill>
              <a:latin typeface="Arial" pitchFamily="34" charset="0"/>
            </a:endParaRPr>
          </a:p>
        </p:txBody>
      </p:sp>
      <p:sp>
        <p:nvSpPr>
          <p:cNvPr id="56416"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17" name="Rectangle 328"/>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6418"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19"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20" name="Rectangle 331"/>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6421"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22" name="Rectangle 333"/>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6423" name="Rectangle 334"/>
          <p:cNvSpPr>
            <a:spLocks noChangeArrowheads="1"/>
          </p:cNvSpPr>
          <p:nvPr/>
        </p:nvSpPr>
        <p:spPr bwMode="auto">
          <a:xfrm>
            <a:off x="3832225" y="4222750"/>
            <a:ext cx="9175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a:t>
            </a:r>
            <a:endParaRPr kumimoji="1" lang="en-US" altLang="zh-CN" sz="2000">
              <a:solidFill>
                <a:srgbClr val="333399"/>
              </a:solidFill>
              <a:latin typeface="Arial" pitchFamily="34" charset="0"/>
            </a:endParaRPr>
          </a:p>
        </p:txBody>
      </p:sp>
      <p:sp>
        <p:nvSpPr>
          <p:cNvPr id="56424"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25" name="Rectangle 336"/>
          <p:cNvSpPr>
            <a:spLocks noChangeArrowheads="1"/>
          </p:cNvSpPr>
          <p:nvPr/>
        </p:nvSpPr>
        <p:spPr bwMode="auto">
          <a:xfrm>
            <a:off x="3548063" y="3714750"/>
            <a:ext cx="9175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a:t>
            </a:r>
            <a:endParaRPr kumimoji="1" lang="en-US" altLang="zh-CN" sz="2000">
              <a:solidFill>
                <a:srgbClr val="333399"/>
              </a:solidFill>
              <a:latin typeface="Arial" pitchFamily="34" charset="0"/>
            </a:endParaRPr>
          </a:p>
        </p:txBody>
      </p:sp>
      <p:sp>
        <p:nvSpPr>
          <p:cNvPr id="56426"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27" name="Rectangle 338"/>
          <p:cNvSpPr>
            <a:spLocks noChangeArrowheads="1"/>
          </p:cNvSpPr>
          <p:nvPr/>
        </p:nvSpPr>
        <p:spPr bwMode="auto">
          <a:xfrm>
            <a:off x="5243513" y="3308350"/>
            <a:ext cx="9144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a:t>
            </a:r>
            <a:endParaRPr kumimoji="1" lang="en-US" altLang="zh-CN" sz="2000">
              <a:solidFill>
                <a:srgbClr val="333399"/>
              </a:solidFill>
              <a:latin typeface="Arial" pitchFamily="34" charset="0"/>
            </a:endParaRPr>
          </a:p>
        </p:txBody>
      </p:sp>
      <p:sp>
        <p:nvSpPr>
          <p:cNvPr id="56428" name="Line 339"/>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29" name="Rectangle 340"/>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6430" name="Picture 3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6431" name="Line 342"/>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32" name="Line 343"/>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33" name="Line 344"/>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34"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6435" name="Rectangle 346"/>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6436" name="Rectangle 347"/>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6437" name="Line 348"/>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38" name="Rectangle 349"/>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6439" name="Line 350"/>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40" name="Line 351"/>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41"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6442" name="Group 353"/>
          <p:cNvGrpSpPr>
            <a:grpSpLocks/>
          </p:cNvGrpSpPr>
          <p:nvPr/>
        </p:nvGrpSpPr>
        <p:grpSpPr bwMode="auto">
          <a:xfrm>
            <a:off x="3105150" y="898525"/>
            <a:ext cx="506413" cy="514350"/>
            <a:chOff x="1813" y="593"/>
            <a:chExt cx="343" cy="352"/>
          </a:xfrm>
        </p:grpSpPr>
        <p:grpSp>
          <p:nvGrpSpPr>
            <p:cNvPr id="56506" name="Group 354"/>
            <p:cNvGrpSpPr>
              <a:grpSpLocks/>
            </p:cNvGrpSpPr>
            <p:nvPr/>
          </p:nvGrpSpPr>
          <p:grpSpPr bwMode="auto">
            <a:xfrm>
              <a:off x="1821" y="599"/>
              <a:ext cx="335" cy="346"/>
              <a:chOff x="1821" y="599"/>
              <a:chExt cx="335" cy="346"/>
            </a:xfrm>
          </p:grpSpPr>
          <p:sp>
            <p:nvSpPr>
              <p:cNvPr id="5652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2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2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2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2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2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2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2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528" name="Group 363"/>
              <p:cNvGrpSpPr>
                <a:grpSpLocks/>
              </p:cNvGrpSpPr>
              <p:nvPr/>
            </p:nvGrpSpPr>
            <p:grpSpPr bwMode="auto">
              <a:xfrm>
                <a:off x="1821" y="895"/>
                <a:ext cx="335" cy="50"/>
                <a:chOff x="1821" y="895"/>
                <a:chExt cx="335" cy="50"/>
              </a:xfrm>
            </p:grpSpPr>
            <p:sp>
              <p:nvSpPr>
                <p:cNvPr id="5652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3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3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507" name="Group 367"/>
            <p:cNvGrpSpPr>
              <a:grpSpLocks/>
            </p:cNvGrpSpPr>
            <p:nvPr/>
          </p:nvGrpSpPr>
          <p:grpSpPr bwMode="auto">
            <a:xfrm>
              <a:off x="1813" y="593"/>
              <a:ext cx="335" cy="346"/>
              <a:chOff x="1813" y="593"/>
              <a:chExt cx="335" cy="346"/>
            </a:xfrm>
          </p:grpSpPr>
          <p:sp>
            <p:nvSpPr>
              <p:cNvPr id="5650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0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1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1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1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1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1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1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516" name="Group 376"/>
              <p:cNvGrpSpPr>
                <a:grpSpLocks/>
              </p:cNvGrpSpPr>
              <p:nvPr/>
            </p:nvGrpSpPr>
            <p:grpSpPr bwMode="auto">
              <a:xfrm>
                <a:off x="1813" y="888"/>
                <a:ext cx="335" cy="51"/>
                <a:chOff x="1813" y="888"/>
                <a:chExt cx="335" cy="51"/>
              </a:xfrm>
            </p:grpSpPr>
            <p:sp>
              <p:nvSpPr>
                <p:cNvPr id="5651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1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1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6443" name="Line 380"/>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44" name="Line 381"/>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45"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6446" name="Group 383"/>
          <p:cNvGrpSpPr>
            <a:grpSpLocks/>
          </p:cNvGrpSpPr>
          <p:nvPr/>
        </p:nvGrpSpPr>
        <p:grpSpPr bwMode="auto">
          <a:xfrm>
            <a:off x="4662488" y="898525"/>
            <a:ext cx="506412" cy="514350"/>
            <a:chOff x="2868" y="593"/>
            <a:chExt cx="343" cy="352"/>
          </a:xfrm>
        </p:grpSpPr>
        <p:grpSp>
          <p:nvGrpSpPr>
            <p:cNvPr id="56480" name="Group 384"/>
            <p:cNvGrpSpPr>
              <a:grpSpLocks/>
            </p:cNvGrpSpPr>
            <p:nvPr/>
          </p:nvGrpSpPr>
          <p:grpSpPr bwMode="auto">
            <a:xfrm>
              <a:off x="2877" y="599"/>
              <a:ext cx="334" cy="346"/>
              <a:chOff x="2877" y="599"/>
              <a:chExt cx="334" cy="346"/>
            </a:xfrm>
          </p:grpSpPr>
          <p:sp>
            <p:nvSpPr>
              <p:cNvPr id="5649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9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9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9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9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9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0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50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502" name="Group 393"/>
              <p:cNvGrpSpPr>
                <a:grpSpLocks/>
              </p:cNvGrpSpPr>
              <p:nvPr/>
            </p:nvGrpSpPr>
            <p:grpSpPr bwMode="auto">
              <a:xfrm>
                <a:off x="2877" y="895"/>
                <a:ext cx="334" cy="50"/>
                <a:chOff x="2877" y="895"/>
                <a:chExt cx="334" cy="50"/>
              </a:xfrm>
            </p:grpSpPr>
            <p:sp>
              <p:nvSpPr>
                <p:cNvPr id="5650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0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50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481" name="Group 397"/>
            <p:cNvGrpSpPr>
              <a:grpSpLocks/>
            </p:cNvGrpSpPr>
            <p:nvPr/>
          </p:nvGrpSpPr>
          <p:grpSpPr bwMode="auto">
            <a:xfrm>
              <a:off x="2868" y="593"/>
              <a:ext cx="335" cy="346"/>
              <a:chOff x="2868" y="593"/>
              <a:chExt cx="335" cy="346"/>
            </a:xfrm>
          </p:grpSpPr>
          <p:sp>
            <p:nvSpPr>
              <p:cNvPr id="5648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8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8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8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8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8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8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8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490" name="Group 406"/>
              <p:cNvGrpSpPr>
                <a:grpSpLocks/>
              </p:cNvGrpSpPr>
              <p:nvPr/>
            </p:nvGrpSpPr>
            <p:grpSpPr bwMode="auto">
              <a:xfrm>
                <a:off x="2868" y="888"/>
                <a:ext cx="335" cy="51"/>
                <a:chOff x="2868" y="888"/>
                <a:chExt cx="335" cy="51"/>
              </a:xfrm>
            </p:grpSpPr>
            <p:sp>
              <p:nvSpPr>
                <p:cNvPr id="5649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9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9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6447"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6448" name="Group 411"/>
          <p:cNvGrpSpPr>
            <a:grpSpLocks/>
          </p:cNvGrpSpPr>
          <p:nvPr/>
        </p:nvGrpSpPr>
        <p:grpSpPr bwMode="auto">
          <a:xfrm>
            <a:off x="6207125" y="898525"/>
            <a:ext cx="506413" cy="514350"/>
            <a:chOff x="3915" y="593"/>
            <a:chExt cx="343" cy="352"/>
          </a:xfrm>
        </p:grpSpPr>
        <p:grpSp>
          <p:nvGrpSpPr>
            <p:cNvPr id="56454" name="Group 412"/>
            <p:cNvGrpSpPr>
              <a:grpSpLocks/>
            </p:cNvGrpSpPr>
            <p:nvPr/>
          </p:nvGrpSpPr>
          <p:grpSpPr bwMode="auto">
            <a:xfrm>
              <a:off x="3924" y="599"/>
              <a:ext cx="334" cy="346"/>
              <a:chOff x="3924" y="599"/>
              <a:chExt cx="334" cy="346"/>
            </a:xfrm>
          </p:grpSpPr>
          <p:sp>
            <p:nvSpPr>
              <p:cNvPr id="5646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6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7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7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7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7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7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7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476" name="Group 421"/>
              <p:cNvGrpSpPr>
                <a:grpSpLocks/>
              </p:cNvGrpSpPr>
              <p:nvPr/>
            </p:nvGrpSpPr>
            <p:grpSpPr bwMode="auto">
              <a:xfrm>
                <a:off x="3924" y="895"/>
                <a:ext cx="334" cy="50"/>
                <a:chOff x="3924" y="895"/>
                <a:chExt cx="334" cy="50"/>
              </a:xfrm>
            </p:grpSpPr>
            <p:sp>
              <p:nvSpPr>
                <p:cNvPr id="5647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7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7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6455" name="Group 425"/>
            <p:cNvGrpSpPr>
              <a:grpSpLocks/>
            </p:cNvGrpSpPr>
            <p:nvPr/>
          </p:nvGrpSpPr>
          <p:grpSpPr bwMode="auto">
            <a:xfrm>
              <a:off x="3915" y="593"/>
              <a:ext cx="335" cy="346"/>
              <a:chOff x="3915" y="593"/>
              <a:chExt cx="335" cy="346"/>
            </a:xfrm>
          </p:grpSpPr>
          <p:sp>
            <p:nvSpPr>
              <p:cNvPr id="5645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5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5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5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6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6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6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46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6464" name="Group 434"/>
              <p:cNvGrpSpPr>
                <a:grpSpLocks/>
              </p:cNvGrpSpPr>
              <p:nvPr/>
            </p:nvGrpSpPr>
            <p:grpSpPr bwMode="auto">
              <a:xfrm>
                <a:off x="3915" y="888"/>
                <a:ext cx="335" cy="51"/>
                <a:chOff x="3915" y="888"/>
                <a:chExt cx="335" cy="51"/>
              </a:xfrm>
            </p:grpSpPr>
            <p:sp>
              <p:nvSpPr>
                <p:cNvPr id="5646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6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46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6449" name="Text Box 438"/>
          <p:cNvSpPr txBox="1">
            <a:spLocks noChangeArrowheads="1"/>
          </p:cNvSpPr>
          <p:nvPr/>
        </p:nvSpPr>
        <p:spPr bwMode="auto">
          <a:xfrm>
            <a:off x="1042988" y="188913"/>
            <a:ext cx="7200900" cy="1639887"/>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20000"/>
              </a:lnSpc>
            </a:pPr>
            <a:r>
              <a:rPr lang="zh-CN" altLang="en-US">
                <a:solidFill>
                  <a:srgbClr val="333399"/>
                </a:solidFill>
                <a:latin typeface="Arial" pitchFamily="34" charset="0"/>
              </a:rPr>
              <a:t>路由器总是具有两个或两个以上的 </a:t>
            </a:r>
            <a:r>
              <a:rPr lang="en-US" altLang="zh-CN">
                <a:solidFill>
                  <a:srgbClr val="333399"/>
                </a:solidFill>
                <a:latin typeface="Arial" pitchFamily="34" charset="0"/>
              </a:rPr>
              <a:t>IP </a:t>
            </a:r>
            <a:r>
              <a:rPr lang="zh-CN" altLang="en-US">
                <a:solidFill>
                  <a:srgbClr val="333399"/>
                </a:solidFill>
                <a:latin typeface="Arial" pitchFamily="34" charset="0"/>
              </a:rPr>
              <a:t>地址。</a:t>
            </a:r>
          </a:p>
          <a:p>
            <a:pPr algn="ctr" eaLnBrk="1" hangingPunct="1">
              <a:lnSpc>
                <a:spcPct val="120000"/>
              </a:lnSpc>
            </a:pPr>
            <a:r>
              <a:rPr lang="zh-CN" altLang="en-US">
                <a:solidFill>
                  <a:srgbClr val="333399"/>
                </a:solidFill>
                <a:latin typeface="Arial" pitchFamily="34" charset="0"/>
              </a:rPr>
              <a:t>路由器的每一个接口都有一个</a:t>
            </a:r>
          </a:p>
          <a:p>
            <a:pPr algn="ctr" eaLnBrk="1" hangingPunct="1">
              <a:lnSpc>
                <a:spcPct val="120000"/>
              </a:lnSpc>
            </a:pPr>
            <a:r>
              <a:rPr lang="zh-CN" altLang="en-US">
                <a:solidFill>
                  <a:srgbClr val="333399"/>
                </a:solidFill>
                <a:latin typeface="Arial" pitchFamily="34" charset="0"/>
              </a:rPr>
              <a:t>不同网络号的 </a:t>
            </a:r>
            <a:r>
              <a:rPr lang="en-US" altLang="zh-CN">
                <a:solidFill>
                  <a:srgbClr val="333399"/>
                </a:solidFill>
                <a:latin typeface="Arial" pitchFamily="34" charset="0"/>
              </a:rPr>
              <a:t>IP </a:t>
            </a:r>
            <a:r>
              <a:rPr lang="zh-CN" altLang="en-US">
                <a:solidFill>
                  <a:srgbClr val="333399"/>
                </a:solidFill>
                <a:latin typeface="Arial" pitchFamily="34" charset="0"/>
              </a:rPr>
              <a:t>地址。 </a:t>
            </a:r>
          </a:p>
        </p:txBody>
      </p:sp>
      <p:grpSp>
        <p:nvGrpSpPr>
          <p:cNvPr id="453047" name="Group 439"/>
          <p:cNvGrpSpPr>
            <a:grpSpLocks/>
          </p:cNvGrpSpPr>
          <p:nvPr/>
        </p:nvGrpSpPr>
        <p:grpSpPr bwMode="auto">
          <a:xfrm>
            <a:off x="1536700" y="4106863"/>
            <a:ext cx="2590800" cy="973137"/>
            <a:chOff x="968" y="2587"/>
            <a:chExt cx="1632" cy="613"/>
          </a:xfrm>
        </p:grpSpPr>
        <p:sp>
          <p:nvSpPr>
            <p:cNvPr id="56451" name="Line 440"/>
            <p:cNvSpPr>
              <a:spLocks noChangeShapeType="1"/>
            </p:cNvSpPr>
            <p:nvPr/>
          </p:nvSpPr>
          <p:spPr bwMode="auto">
            <a:xfrm>
              <a:off x="1174" y="2587"/>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52" name="Line 441"/>
            <p:cNvSpPr>
              <a:spLocks noChangeShapeType="1"/>
            </p:cNvSpPr>
            <p:nvPr/>
          </p:nvSpPr>
          <p:spPr bwMode="auto">
            <a:xfrm>
              <a:off x="1874" y="3176"/>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453" name="Line 442"/>
            <p:cNvSpPr>
              <a:spLocks noChangeShapeType="1"/>
            </p:cNvSpPr>
            <p:nvPr/>
          </p:nvSpPr>
          <p:spPr bwMode="auto">
            <a:xfrm>
              <a:off x="968" y="3200"/>
              <a:ext cx="726" cy="0"/>
            </a:xfrm>
            <a:prstGeom prst="line">
              <a:avLst/>
            </a:prstGeom>
            <a:noFill/>
            <a:ln w="5715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304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30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7346" name="AutoShape 2"/>
          <p:cNvSpPr>
            <a:spLocks noChangeArrowheads="1"/>
          </p:cNvSpPr>
          <p:nvPr/>
        </p:nvSpPr>
        <p:spPr bwMode="auto">
          <a:xfrm>
            <a:off x="1350963" y="1793875"/>
            <a:ext cx="6521450" cy="3902075"/>
          </a:xfrm>
          <a:prstGeom prst="roundRect">
            <a:avLst>
              <a:gd name="adj" fmla="val 2478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347" name="Rectangle 3"/>
          <p:cNvSpPr>
            <a:spLocks noGrp="1" noChangeArrowheads="1"/>
          </p:cNvSpPr>
          <p:nvPr>
            <p:ph type="title"/>
          </p:nvPr>
        </p:nvSpPr>
        <p:spPr>
          <a:xfrm>
            <a:off x="755650" y="115888"/>
            <a:ext cx="7793038" cy="695325"/>
          </a:xfrm>
        </p:spPr>
        <p:txBody>
          <a:bodyPr/>
          <a:lstStyle/>
          <a:p>
            <a:pPr algn="ctr" eaLnBrk="1" hangingPunct="1"/>
            <a:r>
              <a:rPr lang="zh-CN" altLang="en-US" sz="3600" smtClean="0"/>
              <a:t>互联网中的 </a:t>
            </a:r>
            <a:r>
              <a:rPr lang="en-US" altLang="zh-CN" sz="3600" smtClean="0"/>
              <a:t>IP </a:t>
            </a:r>
            <a:r>
              <a:rPr lang="zh-CN" altLang="en-US" sz="3600" smtClean="0"/>
              <a:t>地址 </a:t>
            </a:r>
          </a:p>
        </p:txBody>
      </p:sp>
      <p:sp>
        <p:nvSpPr>
          <p:cNvPr id="57348" name="Freeform 4"/>
          <p:cNvSpPr>
            <a:spLocks/>
          </p:cNvSpPr>
          <p:nvPr/>
        </p:nvSpPr>
        <p:spPr bwMode="auto">
          <a:xfrm>
            <a:off x="3055938" y="2538413"/>
            <a:ext cx="4789487" cy="3170237"/>
          </a:xfrm>
          <a:custGeom>
            <a:avLst/>
            <a:gdLst>
              <a:gd name="T0" fmla="*/ 2147483647 w 3246"/>
              <a:gd name="T1" fmla="*/ 2147483647 h 2165"/>
              <a:gd name="T2" fmla="*/ 2147483647 w 3246"/>
              <a:gd name="T3" fmla="*/ 2147483647 h 2165"/>
              <a:gd name="T4" fmla="*/ 2147483647 w 3246"/>
              <a:gd name="T5" fmla="*/ 2147483647 h 2165"/>
              <a:gd name="T6" fmla="*/ 2147483647 w 3246"/>
              <a:gd name="T7" fmla="*/ 2147483647 h 2165"/>
              <a:gd name="T8" fmla="*/ 2147483647 w 3246"/>
              <a:gd name="T9" fmla="*/ 2147483647 h 2165"/>
              <a:gd name="T10" fmla="*/ 2147483647 w 3246"/>
              <a:gd name="T11" fmla="*/ 2147483647 h 2165"/>
              <a:gd name="T12" fmla="*/ 2147483647 w 3246"/>
              <a:gd name="T13" fmla="*/ 2147483647 h 2165"/>
              <a:gd name="T14" fmla="*/ 2147483647 w 3246"/>
              <a:gd name="T15" fmla="*/ 2147483647 h 2165"/>
              <a:gd name="T16" fmla="*/ 2147483647 w 3246"/>
              <a:gd name="T17" fmla="*/ 2147483647 h 2165"/>
              <a:gd name="T18" fmla="*/ 2147483647 w 3246"/>
              <a:gd name="T19" fmla="*/ 2147483647 h 2165"/>
              <a:gd name="T20" fmla="*/ 2147483647 w 3246"/>
              <a:gd name="T21" fmla="*/ 2147483647 h 2165"/>
              <a:gd name="T22" fmla="*/ 2147483647 w 3246"/>
              <a:gd name="T23" fmla="*/ 2147483647 h 2165"/>
              <a:gd name="T24" fmla="*/ 2147483647 w 3246"/>
              <a:gd name="T25" fmla="*/ 2147483647 h 2165"/>
              <a:gd name="T26" fmla="*/ 2147483647 w 3246"/>
              <a:gd name="T27" fmla="*/ 2147483647 h 2165"/>
              <a:gd name="T28" fmla="*/ 2147483647 w 3246"/>
              <a:gd name="T29" fmla="*/ 2147483647 h 2165"/>
              <a:gd name="T30" fmla="*/ 2147483647 w 3246"/>
              <a:gd name="T31" fmla="*/ 2147483647 h 2165"/>
              <a:gd name="T32" fmla="*/ 2147483647 w 3246"/>
              <a:gd name="T33" fmla="*/ 2147483647 h 2165"/>
              <a:gd name="T34" fmla="*/ 2147483647 w 3246"/>
              <a:gd name="T35" fmla="*/ 2147483647 h 2165"/>
              <a:gd name="T36" fmla="*/ 2147483647 w 3246"/>
              <a:gd name="T37" fmla="*/ 2147483647 h 2165"/>
              <a:gd name="T38" fmla="*/ 2147483647 w 3246"/>
              <a:gd name="T39" fmla="*/ 2147483647 h 2165"/>
              <a:gd name="T40" fmla="*/ 2147483647 w 3246"/>
              <a:gd name="T41" fmla="*/ 0 h 2165"/>
              <a:gd name="T42" fmla="*/ 2147483647 w 3246"/>
              <a:gd name="T43" fmla="*/ 2147483647 h 2165"/>
              <a:gd name="T44" fmla="*/ 2147483647 w 3246"/>
              <a:gd name="T45" fmla="*/ 2147483647 h 2165"/>
              <a:gd name="T46" fmla="*/ 2147483647 w 3246"/>
              <a:gd name="T47" fmla="*/ 2147483647 h 2165"/>
              <a:gd name="T48" fmla="*/ 2147483647 w 3246"/>
              <a:gd name="T49" fmla="*/ 2147483647 h 2165"/>
              <a:gd name="T50" fmla="*/ 2147483647 w 3246"/>
              <a:gd name="T51" fmla="*/ 2147483647 h 2165"/>
              <a:gd name="T52" fmla="*/ 2147483647 w 3246"/>
              <a:gd name="T53" fmla="*/ 2147483647 h 2165"/>
              <a:gd name="T54" fmla="*/ 2147483647 w 3246"/>
              <a:gd name="T55" fmla="*/ 2147483647 h 2165"/>
              <a:gd name="T56" fmla="*/ 2147483647 w 3246"/>
              <a:gd name="T57" fmla="*/ 2147483647 h 2165"/>
              <a:gd name="T58" fmla="*/ 2147483647 w 3246"/>
              <a:gd name="T59" fmla="*/ 2147483647 h 2165"/>
              <a:gd name="T60" fmla="*/ 2147483647 w 3246"/>
              <a:gd name="T61" fmla="*/ 2147483647 h 2165"/>
              <a:gd name="T62" fmla="*/ 2147483647 w 3246"/>
              <a:gd name="T63" fmla="*/ 2147483647 h 2165"/>
              <a:gd name="T64" fmla="*/ 2147483647 w 3246"/>
              <a:gd name="T65" fmla="*/ 2147483647 h 2165"/>
              <a:gd name="T66" fmla="*/ 2147483647 w 3246"/>
              <a:gd name="T67" fmla="*/ 2147483647 h 2165"/>
              <a:gd name="T68" fmla="*/ 2147483647 w 3246"/>
              <a:gd name="T69" fmla="*/ 2147483647 h 2165"/>
              <a:gd name="T70" fmla="*/ 2147483647 w 3246"/>
              <a:gd name="T71" fmla="*/ 2147483647 h 2165"/>
              <a:gd name="T72" fmla="*/ 2147483647 w 3246"/>
              <a:gd name="T73" fmla="*/ 2147483647 h 2165"/>
              <a:gd name="T74" fmla="*/ 2147483647 w 3246"/>
              <a:gd name="T75" fmla="*/ 2147483647 h 2165"/>
              <a:gd name="T76" fmla="*/ 2147483647 w 3246"/>
              <a:gd name="T77" fmla="*/ 2147483647 h 2165"/>
              <a:gd name="T78" fmla="*/ 2147483647 w 3246"/>
              <a:gd name="T79" fmla="*/ 2147483647 h 2165"/>
              <a:gd name="T80" fmla="*/ 2147483647 w 3246"/>
              <a:gd name="T81" fmla="*/ 2147483647 h 2165"/>
              <a:gd name="T82" fmla="*/ 0 w 3246"/>
              <a:gd name="T83" fmla="*/ 2147483647 h 2165"/>
              <a:gd name="T84" fmla="*/ 2147483647 w 3246"/>
              <a:gd name="T85" fmla="*/ 2147483647 h 2165"/>
              <a:gd name="T86" fmla="*/ 2147483647 w 3246"/>
              <a:gd name="T87" fmla="*/ 2147483647 h 2165"/>
              <a:gd name="T88" fmla="*/ 2147483647 w 3246"/>
              <a:gd name="T89" fmla="*/ 2147483647 h 2165"/>
              <a:gd name="T90" fmla="*/ 2147483647 w 3246"/>
              <a:gd name="T91" fmla="*/ 2147483647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349" name="Line 5"/>
          <p:cNvSpPr>
            <a:spLocks noChangeShapeType="1"/>
          </p:cNvSpPr>
          <p:nvPr/>
        </p:nvSpPr>
        <p:spPr bwMode="auto">
          <a:xfrm>
            <a:off x="4878388" y="5426075"/>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350" name="Line 6"/>
          <p:cNvSpPr>
            <a:spLocks noChangeShapeType="1"/>
          </p:cNvSpPr>
          <p:nvPr/>
        </p:nvSpPr>
        <p:spPr bwMode="auto">
          <a:xfrm>
            <a:off x="3640138"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351" name="Freeform 7"/>
          <p:cNvSpPr>
            <a:spLocks/>
          </p:cNvSpPr>
          <p:nvPr/>
        </p:nvSpPr>
        <p:spPr bwMode="auto">
          <a:xfrm>
            <a:off x="5199063" y="5192713"/>
            <a:ext cx="2478087" cy="211137"/>
          </a:xfrm>
          <a:custGeom>
            <a:avLst/>
            <a:gdLst>
              <a:gd name="T0" fmla="*/ 0 w 1680"/>
              <a:gd name="T1" fmla="*/ 2147483647 h 192"/>
              <a:gd name="T2" fmla="*/ 0 w 1680"/>
              <a:gd name="T3" fmla="*/ 0 h 192"/>
              <a:gd name="T4" fmla="*/ 2147483647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352" name="Freeform 10"/>
          <p:cNvSpPr>
            <a:spLocks/>
          </p:cNvSpPr>
          <p:nvPr/>
        </p:nvSpPr>
        <p:spPr bwMode="auto">
          <a:xfrm>
            <a:off x="1365250" y="2455863"/>
            <a:ext cx="928688" cy="2366962"/>
          </a:xfrm>
          <a:custGeom>
            <a:avLst/>
            <a:gdLst>
              <a:gd name="T0" fmla="*/ 0 w 630"/>
              <a:gd name="T1" fmla="*/ 2147483647 h 1617"/>
              <a:gd name="T2" fmla="*/ 2147483647 w 630"/>
              <a:gd name="T3" fmla="*/ 2147483647 h 1617"/>
              <a:gd name="T4" fmla="*/ 2147483647 w 630"/>
              <a:gd name="T5" fmla="*/ 0 h 1617"/>
              <a:gd name="T6" fmla="*/ 2147483647 w 630"/>
              <a:gd name="T7" fmla="*/ 2147483647 h 1617"/>
              <a:gd name="T8" fmla="*/ 2147483647 w 630"/>
              <a:gd name="T9" fmla="*/ 2147483647 h 1617"/>
              <a:gd name="T10" fmla="*/ 2147483647 w 630"/>
              <a:gd name="T11" fmla="*/ 2147483647 h 1617"/>
              <a:gd name="T12" fmla="*/ 2147483647 w 630"/>
              <a:gd name="T13" fmla="*/ 2147483647 h 1617"/>
              <a:gd name="T14" fmla="*/ 2147483647 w 630"/>
              <a:gd name="T15" fmla="*/ 2147483647 h 1617"/>
              <a:gd name="T16" fmla="*/ 2147483647 w 630"/>
              <a:gd name="T17" fmla="*/ 2147483647 h 1617"/>
              <a:gd name="T18" fmla="*/ 2147483647 w 630"/>
              <a:gd name="T19" fmla="*/ 2147483647 h 1617"/>
              <a:gd name="T20" fmla="*/ 2147483647 w 630"/>
              <a:gd name="T21" fmla="*/ 2147483647 h 1617"/>
              <a:gd name="T22" fmla="*/ 2147483647 w 630"/>
              <a:gd name="T23" fmla="*/ 2147483647 h 1617"/>
              <a:gd name="T24" fmla="*/ 2147483647 w 630"/>
              <a:gd name="T25" fmla="*/ 2147483647 h 1617"/>
              <a:gd name="T26" fmla="*/ 2147483647 w 630"/>
              <a:gd name="T27" fmla="*/ 2147483647 h 1617"/>
              <a:gd name="T28" fmla="*/ 2147483647 w 630"/>
              <a:gd name="T29" fmla="*/ 2147483647 h 1617"/>
              <a:gd name="T30" fmla="*/ 2147483647 w 630"/>
              <a:gd name="T31" fmla="*/ 2147483647 h 1617"/>
              <a:gd name="T32" fmla="*/ 2147483647 w 630"/>
              <a:gd name="T33" fmla="*/ 2147483647 h 1617"/>
              <a:gd name="T34" fmla="*/ 2147483647 w 630"/>
              <a:gd name="T35" fmla="*/ 2147483647 h 1617"/>
              <a:gd name="T36" fmla="*/ 2147483647 w 630"/>
              <a:gd name="T37" fmla="*/ 2147483647 h 1617"/>
              <a:gd name="T38" fmla="*/ 2147483647 w 630"/>
              <a:gd name="T39" fmla="*/ 2147483647 h 1617"/>
              <a:gd name="T40" fmla="*/ 2147483647 w 630"/>
              <a:gd name="T41" fmla="*/ 2147483647 h 1617"/>
              <a:gd name="T42" fmla="*/ 2147483647 w 630"/>
              <a:gd name="T43" fmla="*/ 2147483647 h 1617"/>
              <a:gd name="T44" fmla="*/ 2147483647 w 630"/>
              <a:gd name="T45" fmla="*/ 2147483647 h 1617"/>
              <a:gd name="T46" fmla="*/ 2147483647 w 630"/>
              <a:gd name="T47" fmla="*/ 2147483647 h 1617"/>
              <a:gd name="T48" fmla="*/ 2147483647 w 630"/>
              <a:gd name="T49" fmla="*/ 2147483647 h 1617"/>
              <a:gd name="T50" fmla="*/ 2147483647 w 630"/>
              <a:gd name="T51" fmla="*/ 2147483647 h 1617"/>
              <a:gd name="T52" fmla="*/ 2147483647 w 630"/>
              <a:gd name="T53" fmla="*/ 2147483647 h 1617"/>
              <a:gd name="T54" fmla="*/ 2147483647 w 630"/>
              <a:gd name="T55" fmla="*/ 2147483647 h 1617"/>
              <a:gd name="T56" fmla="*/ 2147483647 w 630"/>
              <a:gd name="T57" fmla="*/ 2147483647 h 1617"/>
              <a:gd name="T58" fmla="*/ 2147483647 w 630"/>
              <a:gd name="T59" fmla="*/ 2147483647 h 1617"/>
              <a:gd name="T60" fmla="*/ 2147483647 w 630"/>
              <a:gd name="T61" fmla="*/ 2147483647 h 1617"/>
              <a:gd name="T62" fmla="*/ 2147483647 w 630"/>
              <a:gd name="T63" fmla="*/ 2147483647 h 1617"/>
              <a:gd name="T64" fmla="*/ 2147483647 w 630"/>
              <a:gd name="T65" fmla="*/ 2147483647 h 1617"/>
              <a:gd name="T66" fmla="*/ 2147483647 w 630"/>
              <a:gd name="T67" fmla="*/ 2147483647 h 1617"/>
              <a:gd name="T68" fmla="*/ 2147483647 w 630"/>
              <a:gd name="T69" fmla="*/ 2147483647 h 1617"/>
              <a:gd name="T70" fmla="*/ 2147483647 w 630"/>
              <a:gd name="T71" fmla="*/ 2147483647 h 1617"/>
              <a:gd name="T72" fmla="*/ 2147483647 w 630"/>
              <a:gd name="T73" fmla="*/ 2147483647 h 1617"/>
              <a:gd name="T74" fmla="*/ 2147483647 w 630"/>
              <a:gd name="T75" fmla="*/ 2147483647 h 1617"/>
              <a:gd name="T76" fmla="*/ 2147483647 w 630"/>
              <a:gd name="T77" fmla="*/ 2147483647 h 1617"/>
              <a:gd name="T78" fmla="*/ 2147483647 w 630"/>
              <a:gd name="T79" fmla="*/ 2147483647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452028" name="Group 444"/>
          <p:cNvGrpSpPr>
            <a:grpSpLocks/>
          </p:cNvGrpSpPr>
          <p:nvPr/>
        </p:nvGrpSpPr>
        <p:grpSpPr bwMode="auto">
          <a:xfrm>
            <a:off x="2754313" y="3081338"/>
            <a:ext cx="2574925" cy="1689100"/>
            <a:chOff x="1735" y="1941"/>
            <a:chExt cx="1622" cy="1064"/>
          </a:xfrm>
        </p:grpSpPr>
        <p:sp>
          <p:nvSpPr>
            <p:cNvPr id="57781" name="Freeform 8"/>
            <p:cNvSpPr>
              <a:spLocks/>
            </p:cNvSpPr>
            <p:nvPr/>
          </p:nvSpPr>
          <p:spPr bwMode="auto">
            <a:xfrm>
              <a:off x="2024" y="2844"/>
              <a:ext cx="1058" cy="161"/>
            </a:xfrm>
            <a:custGeom>
              <a:avLst/>
              <a:gdLst>
                <a:gd name="T0" fmla="*/ 31 w 1138"/>
                <a:gd name="T1" fmla="*/ 15 h 174"/>
                <a:gd name="T2" fmla="*/ 42 w 1138"/>
                <a:gd name="T3" fmla="*/ 6 h 174"/>
                <a:gd name="T4" fmla="*/ 54 w 1138"/>
                <a:gd name="T5" fmla="*/ 4 h 174"/>
                <a:gd name="T6" fmla="*/ 60 w 1138"/>
                <a:gd name="T7" fmla="*/ 2 h 174"/>
                <a:gd name="T8" fmla="*/ 69 w 1138"/>
                <a:gd name="T9" fmla="*/ 0 h 174"/>
                <a:gd name="T10" fmla="*/ 80 w 1138"/>
                <a:gd name="T11" fmla="*/ 0 h 174"/>
                <a:gd name="T12" fmla="*/ 95 w 1138"/>
                <a:gd name="T13" fmla="*/ 0 h 174"/>
                <a:gd name="T14" fmla="*/ 112 w 1138"/>
                <a:gd name="T15" fmla="*/ 0 h 174"/>
                <a:gd name="T16" fmla="*/ 131 w 1138"/>
                <a:gd name="T17" fmla="*/ 2 h 174"/>
                <a:gd name="T18" fmla="*/ 152 w 1138"/>
                <a:gd name="T19" fmla="*/ 6 h 174"/>
                <a:gd name="T20" fmla="*/ 175 w 1138"/>
                <a:gd name="T21" fmla="*/ 6 h 174"/>
                <a:gd name="T22" fmla="*/ 200 w 1138"/>
                <a:gd name="T23" fmla="*/ 7 h 174"/>
                <a:gd name="T24" fmla="*/ 225 w 1138"/>
                <a:gd name="T25" fmla="*/ 11 h 174"/>
                <a:gd name="T26" fmla="*/ 280 w 1138"/>
                <a:gd name="T27" fmla="*/ 15 h 174"/>
                <a:gd name="T28" fmla="*/ 307 w 1138"/>
                <a:gd name="T29" fmla="*/ 15 h 174"/>
                <a:gd name="T30" fmla="*/ 337 w 1138"/>
                <a:gd name="T31" fmla="*/ 16 h 174"/>
                <a:gd name="T32" fmla="*/ 400 w 1138"/>
                <a:gd name="T33" fmla="*/ 16 h 174"/>
                <a:gd name="T34" fmla="*/ 463 w 1138"/>
                <a:gd name="T35" fmla="*/ 16 h 174"/>
                <a:gd name="T36" fmla="*/ 531 w 1138"/>
                <a:gd name="T37" fmla="*/ 15 h 174"/>
                <a:gd name="T38" fmla="*/ 566 w 1138"/>
                <a:gd name="T39" fmla="*/ 13 h 174"/>
                <a:gd name="T40" fmla="*/ 601 w 1138"/>
                <a:gd name="T41" fmla="*/ 11 h 174"/>
                <a:gd name="T42" fmla="*/ 675 w 1138"/>
                <a:gd name="T43" fmla="*/ 6 h 174"/>
                <a:gd name="T44" fmla="*/ 711 w 1138"/>
                <a:gd name="T45" fmla="*/ 6 h 174"/>
                <a:gd name="T46" fmla="*/ 738 w 1138"/>
                <a:gd name="T47" fmla="*/ 6 h 174"/>
                <a:gd name="T48" fmla="*/ 766 w 1138"/>
                <a:gd name="T49" fmla="*/ 10 h 174"/>
                <a:gd name="T50" fmla="*/ 791 w 1138"/>
                <a:gd name="T51" fmla="*/ 57 h 174"/>
                <a:gd name="T52" fmla="*/ 760 w 1138"/>
                <a:gd name="T53" fmla="*/ 93 h 174"/>
                <a:gd name="T54" fmla="*/ 701 w 1138"/>
                <a:gd name="T55" fmla="*/ 108 h 174"/>
                <a:gd name="T56" fmla="*/ 637 w 1138"/>
                <a:gd name="T57" fmla="*/ 110 h 174"/>
                <a:gd name="T58" fmla="*/ 600 w 1138"/>
                <a:gd name="T59" fmla="*/ 107 h 174"/>
                <a:gd name="T60" fmla="*/ 561 w 1138"/>
                <a:gd name="T61" fmla="*/ 105 h 174"/>
                <a:gd name="T62" fmla="*/ 482 w 1138"/>
                <a:gd name="T63" fmla="*/ 103 h 174"/>
                <a:gd name="T64" fmla="*/ 443 w 1138"/>
                <a:gd name="T65" fmla="*/ 101 h 174"/>
                <a:gd name="T66" fmla="*/ 406 w 1138"/>
                <a:gd name="T67" fmla="*/ 101 h 174"/>
                <a:gd name="T68" fmla="*/ 369 w 1138"/>
                <a:gd name="T69" fmla="*/ 103 h 174"/>
                <a:gd name="T70" fmla="*/ 331 w 1138"/>
                <a:gd name="T71" fmla="*/ 104 h 174"/>
                <a:gd name="T72" fmla="*/ 292 w 1138"/>
                <a:gd name="T73" fmla="*/ 107 h 174"/>
                <a:gd name="T74" fmla="*/ 255 w 1138"/>
                <a:gd name="T75" fmla="*/ 110 h 174"/>
                <a:gd name="T76" fmla="*/ 220 w 1138"/>
                <a:gd name="T77" fmla="*/ 112 h 174"/>
                <a:gd name="T78" fmla="*/ 188 w 1138"/>
                <a:gd name="T79" fmla="*/ 115 h 174"/>
                <a:gd name="T80" fmla="*/ 156 w 1138"/>
                <a:gd name="T81" fmla="*/ 117 h 174"/>
                <a:gd name="T82" fmla="*/ 132 w 1138"/>
                <a:gd name="T83" fmla="*/ 118 h 174"/>
                <a:gd name="T84" fmla="*/ 112 w 1138"/>
                <a:gd name="T85" fmla="*/ 118 h 174"/>
                <a:gd name="T86" fmla="*/ 98 w 1138"/>
                <a:gd name="T87" fmla="*/ 118 h 174"/>
                <a:gd name="T88" fmla="*/ 86 w 1138"/>
                <a:gd name="T89" fmla="*/ 117 h 174"/>
                <a:gd name="T90" fmla="*/ 78 w 1138"/>
                <a:gd name="T91" fmla="*/ 115 h 174"/>
                <a:gd name="T92" fmla="*/ 73 w 1138"/>
                <a:gd name="T93" fmla="*/ 113 h 174"/>
                <a:gd name="T94" fmla="*/ 64 w 1138"/>
                <a:gd name="T95" fmla="*/ 112 h 174"/>
                <a:gd name="T96" fmla="*/ 59 w 1138"/>
                <a:gd name="T97" fmla="*/ 110 h 174"/>
                <a:gd name="T98" fmla="*/ 52 w 1138"/>
                <a:gd name="T99" fmla="*/ 107 h 174"/>
                <a:gd name="T100" fmla="*/ 34 w 1138"/>
                <a:gd name="T101" fmla="*/ 100 h 174"/>
                <a:gd name="T102" fmla="*/ 19 w 1138"/>
                <a:gd name="T103" fmla="*/ 90 h 174"/>
                <a:gd name="T104" fmla="*/ 11 w 1138"/>
                <a:gd name="T105" fmla="*/ 84 h 174"/>
                <a:gd name="T106" fmla="*/ 7 w 1138"/>
                <a:gd name="T107" fmla="*/ 79 h 174"/>
                <a:gd name="T108" fmla="*/ 2 w 1138"/>
                <a:gd name="T109" fmla="*/ 74 h 174"/>
                <a:gd name="T110" fmla="*/ 0 w 1138"/>
                <a:gd name="T111" fmla="*/ 68 h 174"/>
                <a:gd name="T112" fmla="*/ 0 w 1138"/>
                <a:gd name="T113" fmla="*/ 62 h 174"/>
                <a:gd name="T114" fmla="*/ 2 w 1138"/>
                <a:gd name="T115" fmla="*/ 55 h 174"/>
                <a:gd name="T116" fmla="*/ 6 w 1138"/>
                <a:gd name="T117" fmla="*/ 46 h 174"/>
                <a:gd name="T118" fmla="*/ 7 w 1138"/>
                <a:gd name="T119" fmla="*/ 40 h 174"/>
                <a:gd name="T120" fmla="*/ 20 w 1138"/>
                <a:gd name="T121" fmla="*/ 25 h 174"/>
                <a:gd name="T122" fmla="*/ 26 w 1138"/>
                <a:gd name="T123" fmla="*/ 19 h 174"/>
                <a:gd name="T124" fmla="*/ 31 w 1138"/>
                <a:gd name="T125" fmla="*/ 15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82" name="Freeform 11"/>
            <p:cNvSpPr>
              <a:spLocks/>
            </p:cNvSpPr>
            <p:nvPr/>
          </p:nvSpPr>
          <p:spPr bwMode="auto">
            <a:xfrm>
              <a:off x="1735" y="1944"/>
              <a:ext cx="688" cy="687"/>
            </a:xfrm>
            <a:custGeom>
              <a:avLst/>
              <a:gdLst>
                <a:gd name="T0" fmla="*/ 139 w 741"/>
                <a:gd name="T1" fmla="*/ 435 h 744"/>
                <a:gd name="T2" fmla="*/ 209 w 741"/>
                <a:gd name="T3" fmla="*/ 358 h 744"/>
                <a:gd name="T4" fmla="*/ 223 w 741"/>
                <a:gd name="T5" fmla="*/ 337 h 744"/>
                <a:gd name="T6" fmla="*/ 269 w 741"/>
                <a:gd name="T7" fmla="*/ 283 h 744"/>
                <a:gd name="T8" fmla="*/ 280 w 741"/>
                <a:gd name="T9" fmla="*/ 271 h 744"/>
                <a:gd name="T10" fmla="*/ 307 w 741"/>
                <a:gd name="T11" fmla="*/ 243 h 744"/>
                <a:gd name="T12" fmla="*/ 332 w 741"/>
                <a:gd name="T13" fmla="*/ 217 h 744"/>
                <a:gd name="T14" fmla="*/ 364 w 741"/>
                <a:gd name="T15" fmla="*/ 190 h 744"/>
                <a:gd name="T16" fmla="*/ 392 w 741"/>
                <a:gd name="T17" fmla="*/ 167 h 744"/>
                <a:gd name="T18" fmla="*/ 409 w 741"/>
                <a:gd name="T19" fmla="*/ 157 h 744"/>
                <a:gd name="T20" fmla="*/ 423 w 741"/>
                <a:gd name="T21" fmla="*/ 148 h 744"/>
                <a:gd name="T22" fmla="*/ 459 w 741"/>
                <a:gd name="T23" fmla="*/ 128 h 744"/>
                <a:gd name="T24" fmla="*/ 474 w 741"/>
                <a:gd name="T25" fmla="*/ 120 h 744"/>
                <a:gd name="T26" fmla="*/ 487 w 741"/>
                <a:gd name="T27" fmla="*/ 113 h 744"/>
                <a:gd name="T28" fmla="*/ 500 w 741"/>
                <a:gd name="T29" fmla="*/ 104 h 744"/>
                <a:gd name="T30" fmla="*/ 507 w 741"/>
                <a:gd name="T31" fmla="*/ 94 h 744"/>
                <a:gd name="T32" fmla="*/ 512 w 741"/>
                <a:gd name="T33" fmla="*/ 84 h 744"/>
                <a:gd name="T34" fmla="*/ 512 w 741"/>
                <a:gd name="T35" fmla="*/ 74 h 744"/>
                <a:gd name="T36" fmla="*/ 510 w 741"/>
                <a:gd name="T37" fmla="*/ 62 h 744"/>
                <a:gd name="T38" fmla="*/ 505 w 741"/>
                <a:gd name="T39" fmla="*/ 52 h 744"/>
                <a:gd name="T40" fmla="*/ 500 w 741"/>
                <a:gd name="T41" fmla="*/ 40 h 744"/>
                <a:gd name="T42" fmla="*/ 493 w 741"/>
                <a:gd name="T43" fmla="*/ 30 h 744"/>
                <a:gd name="T44" fmla="*/ 486 w 741"/>
                <a:gd name="T45" fmla="*/ 24 h 744"/>
                <a:gd name="T46" fmla="*/ 477 w 741"/>
                <a:gd name="T47" fmla="*/ 17 h 744"/>
                <a:gd name="T48" fmla="*/ 469 w 741"/>
                <a:gd name="T49" fmla="*/ 11 h 744"/>
                <a:gd name="T50" fmla="*/ 460 w 741"/>
                <a:gd name="T51" fmla="*/ 6 h 744"/>
                <a:gd name="T52" fmla="*/ 435 w 741"/>
                <a:gd name="T53" fmla="*/ 2 h 744"/>
                <a:gd name="T54" fmla="*/ 422 w 741"/>
                <a:gd name="T55" fmla="*/ 0 h 744"/>
                <a:gd name="T56" fmla="*/ 396 w 741"/>
                <a:gd name="T57" fmla="*/ 16 h 744"/>
                <a:gd name="T58" fmla="*/ 328 w 741"/>
                <a:gd name="T59" fmla="*/ 74 h 744"/>
                <a:gd name="T60" fmla="*/ 318 w 741"/>
                <a:gd name="T61" fmla="*/ 86 h 744"/>
                <a:gd name="T62" fmla="*/ 305 w 741"/>
                <a:gd name="T63" fmla="*/ 99 h 744"/>
                <a:gd name="T64" fmla="*/ 292 w 741"/>
                <a:gd name="T65" fmla="*/ 113 h 744"/>
                <a:gd name="T66" fmla="*/ 262 w 741"/>
                <a:gd name="T67" fmla="*/ 145 h 744"/>
                <a:gd name="T68" fmla="*/ 230 w 741"/>
                <a:gd name="T69" fmla="*/ 175 h 744"/>
                <a:gd name="T70" fmla="*/ 214 w 741"/>
                <a:gd name="T71" fmla="*/ 189 h 744"/>
                <a:gd name="T72" fmla="*/ 200 w 741"/>
                <a:gd name="T73" fmla="*/ 204 h 744"/>
                <a:gd name="T74" fmla="*/ 185 w 741"/>
                <a:gd name="T75" fmla="*/ 215 h 744"/>
                <a:gd name="T76" fmla="*/ 167 w 741"/>
                <a:gd name="T77" fmla="*/ 227 h 744"/>
                <a:gd name="T78" fmla="*/ 132 w 741"/>
                <a:gd name="T79" fmla="*/ 248 h 744"/>
                <a:gd name="T80" fmla="*/ 87 w 741"/>
                <a:gd name="T81" fmla="*/ 295 h 744"/>
                <a:gd name="T82" fmla="*/ 50 w 741"/>
                <a:gd name="T83" fmla="*/ 348 h 744"/>
                <a:gd name="T84" fmla="*/ 18 w 741"/>
                <a:gd name="T85" fmla="*/ 405 h 744"/>
                <a:gd name="T86" fmla="*/ 0 w 741"/>
                <a:gd name="T87" fmla="*/ 452 h 744"/>
                <a:gd name="T88" fmla="*/ 10 w 741"/>
                <a:gd name="T89" fmla="*/ 494 h 744"/>
                <a:gd name="T90" fmla="*/ 25 w 741"/>
                <a:gd name="T91" fmla="*/ 499 h 744"/>
                <a:gd name="T92" fmla="*/ 72 w 741"/>
                <a:gd name="T93" fmla="*/ 499 h 744"/>
                <a:gd name="T94" fmla="*/ 139 w 741"/>
                <a:gd name="T95" fmla="*/ 435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83" name="Freeform 12"/>
            <p:cNvSpPr>
              <a:spLocks/>
            </p:cNvSpPr>
            <p:nvPr/>
          </p:nvSpPr>
          <p:spPr bwMode="auto">
            <a:xfrm>
              <a:off x="2745" y="1941"/>
              <a:ext cx="612" cy="769"/>
            </a:xfrm>
            <a:custGeom>
              <a:avLst/>
              <a:gdLst>
                <a:gd name="T0" fmla="*/ 28 w 657"/>
                <a:gd name="T1" fmla="*/ 12 h 832"/>
                <a:gd name="T2" fmla="*/ 34 w 657"/>
                <a:gd name="T3" fmla="*/ 6 h 832"/>
                <a:gd name="T4" fmla="*/ 42 w 657"/>
                <a:gd name="T5" fmla="*/ 4 h 832"/>
                <a:gd name="T6" fmla="*/ 50 w 657"/>
                <a:gd name="T7" fmla="*/ 2 h 832"/>
                <a:gd name="T8" fmla="*/ 61 w 657"/>
                <a:gd name="T9" fmla="*/ 0 h 832"/>
                <a:gd name="T10" fmla="*/ 113 w 657"/>
                <a:gd name="T11" fmla="*/ 25 h 832"/>
                <a:gd name="T12" fmla="*/ 203 w 657"/>
                <a:gd name="T13" fmla="*/ 113 h 832"/>
                <a:gd name="T14" fmla="*/ 295 w 657"/>
                <a:gd name="T15" fmla="*/ 216 h 832"/>
                <a:gd name="T16" fmla="*/ 360 w 657"/>
                <a:gd name="T17" fmla="*/ 318 h 832"/>
                <a:gd name="T18" fmla="*/ 461 w 657"/>
                <a:gd name="T19" fmla="*/ 510 h 832"/>
                <a:gd name="T20" fmla="*/ 442 w 657"/>
                <a:gd name="T21" fmla="*/ 561 h 832"/>
                <a:gd name="T22" fmla="*/ 379 w 657"/>
                <a:gd name="T23" fmla="*/ 556 h 832"/>
                <a:gd name="T24" fmla="*/ 303 w 657"/>
                <a:gd name="T25" fmla="*/ 454 h 832"/>
                <a:gd name="T26" fmla="*/ 267 w 657"/>
                <a:gd name="T27" fmla="*/ 375 h 832"/>
                <a:gd name="T28" fmla="*/ 199 w 657"/>
                <a:gd name="T29" fmla="*/ 281 h 832"/>
                <a:gd name="T30" fmla="*/ 167 w 657"/>
                <a:gd name="T31" fmla="*/ 232 h 832"/>
                <a:gd name="T32" fmla="*/ 138 w 657"/>
                <a:gd name="T33" fmla="*/ 205 h 832"/>
                <a:gd name="T34" fmla="*/ 108 w 657"/>
                <a:gd name="T35" fmla="*/ 181 h 832"/>
                <a:gd name="T36" fmla="*/ 88 w 657"/>
                <a:gd name="T37" fmla="*/ 156 h 832"/>
                <a:gd name="T38" fmla="*/ 64 w 657"/>
                <a:gd name="T39" fmla="*/ 144 h 832"/>
                <a:gd name="T40" fmla="*/ 44 w 657"/>
                <a:gd name="T41" fmla="*/ 132 h 832"/>
                <a:gd name="T42" fmla="*/ 23 w 657"/>
                <a:gd name="T43" fmla="*/ 113 h 832"/>
                <a:gd name="T44" fmla="*/ 0 w 657"/>
                <a:gd name="T45" fmla="*/ 62 h 832"/>
                <a:gd name="T46" fmla="*/ 6 w 657"/>
                <a:gd name="T47" fmla="*/ 49 h 832"/>
                <a:gd name="T48" fmla="*/ 19 w 657"/>
                <a:gd name="T49" fmla="*/ 29 h 832"/>
                <a:gd name="T50" fmla="*/ 25 w 657"/>
                <a:gd name="T51" fmla="*/ 18 h 832"/>
                <a:gd name="T52" fmla="*/ 28 w 657"/>
                <a:gd name="T53" fmla="*/ 12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57354" name="Line 9"/>
          <p:cNvSpPr>
            <a:spLocks noChangeShapeType="1"/>
          </p:cNvSpPr>
          <p:nvPr/>
        </p:nvSpPr>
        <p:spPr bwMode="auto">
          <a:xfrm>
            <a:off x="2789238" y="4629150"/>
            <a:ext cx="240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355" name="Rectangle 13"/>
          <p:cNvSpPr>
            <a:spLocks noChangeArrowheads="1"/>
          </p:cNvSpPr>
          <p:nvPr/>
        </p:nvSpPr>
        <p:spPr bwMode="auto">
          <a:xfrm>
            <a:off x="1512888" y="4570413"/>
            <a:ext cx="10318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56" name="Freeform 14"/>
          <p:cNvSpPr>
            <a:spLocks/>
          </p:cNvSpPr>
          <p:nvPr/>
        </p:nvSpPr>
        <p:spPr bwMode="auto">
          <a:xfrm>
            <a:off x="946150" y="4033838"/>
            <a:ext cx="566738" cy="30162"/>
          </a:xfrm>
          <a:custGeom>
            <a:avLst/>
            <a:gdLst>
              <a:gd name="T0" fmla="*/ 0 w 386"/>
              <a:gd name="T1" fmla="*/ 2147483647 h 21"/>
              <a:gd name="T2" fmla="*/ 0 w 386"/>
              <a:gd name="T3" fmla="*/ 2147483647 h 21"/>
              <a:gd name="T4" fmla="*/ 2147483647 w 386"/>
              <a:gd name="T5" fmla="*/ 2147483647 h 21"/>
              <a:gd name="T6" fmla="*/ 2147483647 w 386"/>
              <a:gd name="T7" fmla="*/ 0 h 21"/>
              <a:gd name="T8" fmla="*/ 0 w 386"/>
              <a:gd name="T9" fmla="*/ 2147483647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357" name="Rectangle 15"/>
          <p:cNvSpPr>
            <a:spLocks noChangeArrowheads="1"/>
          </p:cNvSpPr>
          <p:nvPr/>
        </p:nvSpPr>
        <p:spPr bwMode="auto">
          <a:xfrm>
            <a:off x="946150" y="2930525"/>
            <a:ext cx="56673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58" name="Freeform 16"/>
          <p:cNvSpPr>
            <a:spLocks/>
          </p:cNvSpPr>
          <p:nvPr/>
        </p:nvSpPr>
        <p:spPr bwMode="auto">
          <a:xfrm>
            <a:off x="2466975" y="2846388"/>
            <a:ext cx="1582738" cy="1639887"/>
          </a:xfrm>
          <a:custGeom>
            <a:avLst/>
            <a:gdLst>
              <a:gd name="T0" fmla="*/ 0 w 945"/>
              <a:gd name="T1" fmla="*/ 2147483647 h 888"/>
              <a:gd name="T2" fmla="*/ 2147483647 w 945"/>
              <a:gd name="T3" fmla="*/ 2147483647 h 888"/>
              <a:gd name="T4" fmla="*/ 2147483647 w 945"/>
              <a:gd name="T5" fmla="*/ 2147483647 h 888"/>
              <a:gd name="T6" fmla="*/ 2147483647 w 945"/>
              <a:gd name="T7" fmla="*/ 0 h 888"/>
              <a:gd name="T8" fmla="*/ 0 w 945"/>
              <a:gd name="T9" fmla="*/ 2147483647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57359" name="Freeform 17"/>
          <p:cNvSpPr>
            <a:spLocks/>
          </p:cNvSpPr>
          <p:nvPr/>
        </p:nvSpPr>
        <p:spPr bwMode="auto">
          <a:xfrm>
            <a:off x="2165350" y="1773238"/>
            <a:ext cx="5022850" cy="884237"/>
          </a:xfrm>
          <a:custGeom>
            <a:avLst/>
            <a:gdLst>
              <a:gd name="T0" fmla="*/ 2147483647 w 3403"/>
              <a:gd name="T1" fmla="*/ 2147483647 h 603"/>
              <a:gd name="T2" fmla="*/ 2147483647 w 3403"/>
              <a:gd name="T3" fmla="*/ 0 h 603"/>
              <a:gd name="T4" fmla="*/ 2147483647 w 3403"/>
              <a:gd name="T5" fmla="*/ 2147483647 h 603"/>
              <a:gd name="T6" fmla="*/ 2147483647 w 3403"/>
              <a:gd name="T7" fmla="*/ 2147483647 h 603"/>
              <a:gd name="T8" fmla="*/ 2147483647 w 3403"/>
              <a:gd name="T9" fmla="*/ 2147483647 h 603"/>
              <a:gd name="T10" fmla="*/ 2147483647 w 3403"/>
              <a:gd name="T11" fmla="*/ 2147483647 h 603"/>
              <a:gd name="T12" fmla="*/ 2147483647 w 3403"/>
              <a:gd name="T13" fmla="*/ 2147483647 h 603"/>
              <a:gd name="T14" fmla="*/ 2147483647 w 3403"/>
              <a:gd name="T15" fmla="*/ 2147483647 h 603"/>
              <a:gd name="T16" fmla="*/ 2147483647 w 3403"/>
              <a:gd name="T17" fmla="*/ 2147483647 h 603"/>
              <a:gd name="T18" fmla="*/ 2147483647 w 3403"/>
              <a:gd name="T19" fmla="*/ 2147483647 h 603"/>
              <a:gd name="T20" fmla="*/ 2147483647 w 3403"/>
              <a:gd name="T21" fmla="*/ 2147483647 h 603"/>
              <a:gd name="T22" fmla="*/ 2147483647 w 3403"/>
              <a:gd name="T23" fmla="*/ 2147483647 h 603"/>
              <a:gd name="T24" fmla="*/ 2147483647 w 3403"/>
              <a:gd name="T25" fmla="*/ 2147483647 h 603"/>
              <a:gd name="T26" fmla="*/ 2147483647 w 3403"/>
              <a:gd name="T27" fmla="*/ 2147483647 h 603"/>
              <a:gd name="T28" fmla="*/ 2147483647 w 3403"/>
              <a:gd name="T29" fmla="*/ 2147483647 h 603"/>
              <a:gd name="T30" fmla="*/ 2147483647 w 3403"/>
              <a:gd name="T31" fmla="*/ 2147483647 h 603"/>
              <a:gd name="T32" fmla="*/ 2147483647 w 3403"/>
              <a:gd name="T33" fmla="*/ 2147483647 h 603"/>
              <a:gd name="T34" fmla="*/ 2147483647 w 3403"/>
              <a:gd name="T35" fmla="*/ 2147483647 h 603"/>
              <a:gd name="T36" fmla="*/ 2147483647 w 3403"/>
              <a:gd name="T37" fmla="*/ 2147483647 h 603"/>
              <a:gd name="T38" fmla="*/ 2147483647 w 3403"/>
              <a:gd name="T39" fmla="*/ 2147483647 h 603"/>
              <a:gd name="T40" fmla="*/ 2147483647 w 3403"/>
              <a:gd name="T41" fmla="*/ 2147483647 h 603"/>
              <a:gd name="T42" fmla="*/ 2147483647 w 3403"/>
              <a:gd name="T43" fmla="*/ 2147483647 h 603"/>
              <a:gd name="T44" fmla="*/ 2147483647 w 3403"/>
              <a:gd name="T45" fmla="*/ 2147483647 h 603"/>
              <a:gd name="T46" fmla="*/ 2147483647 w 3403"/>
              <a:gd name="T47" fmla="*/ 2147483647 h 603"/>
              <a:gd name="T48" fmla="*/ 2147483647 w 3403"/>
              <a:gd name="T49" fmla="*/ 2147483647 h 603"/>
              <a:gd name="T50" fmla="*/ 2147483647 w 3403"/>
              <a:gd name="T51" fmla="*/ 2147483647 h 603"/>
              <a:gd name="T52" fmla="*/ 2147483647 w 3403"/>
              <a:gd name="T53" fmla="*/ 2147483647 h 603"/>
              <a:gd name="T54" fmla="*/ 2147483647 w 3403"/>
              <a:gd name="T55" fmla="*/ 2147483647 h 603"/>
              <a:gd name="T56" fmla="*/ 2147483647 w 3403"/>
              <a:gd name="T57" fmla="*/ 2147483647 h 603"/>
              <a:gd name="T58" fmla="*/ 2147483647 w 3403"/>
              <a:gd name="T59" fmla="*/ 2147483647 h 603"/>
              <a:gd name="T60" fmla="*/ 2147483647 w 3403"/>
              <a:gd name="T61" fmla="*/ 2147483647 h 603"/>
              <a:gd name="T62" fmla="*/ 2147483647 w 3403"/>
              <a:gd name="T63" fmla="*/ 2147483647 h 603"/>
              <a:gd name="T64" fmla="*/ 2147483647 w 3403"/>
              <a:gd name="T65" fmla="*/ 2147483647 h 603"/>
              <a:gd name="T66" fmla="*/ 2147483647 w 3403"/>
              <a:gd name="T67" fmla="*/ 2147483647 h 603"/>
              <a:gd name="T68" fmla="*/ 2147483647 w 3403"/>
              <a:gd name="T69" fmla="*/ 2147483647 h 603"/>
              <a:gd name="T70" fmla="*/ 2147483647 w 3403"/>
              <a:gd name="T71" fmla="*/ 2147483647 h 603"/>
              <a:gd name="T72" fmla="*/ 2147483647 w 3403"/>
              <a:gd name="T73" fmla="*/ 2147483647 h 603"/>
              <a:gd name="T74" fmla="*/ 2147483647 w 3403"/>
              <a:gd name="T75" fmla="*/ 2147483647 h 603"/>
              <a:gd name="T76" fmla="*/ 2147483647 w 3403"/>
              <a:gd name="T77" fmla="*/ 2147483647 h 603"/>
              <a:gd name="T78" fmla="*/ 2147483647 w 3403"/>
              <a:gd name="T79" fmla="*/ 2147483647 h 603"/>
              <a:gd name="T80" fmla="*/ 2147483647 w 3403"/>
              <a:gd name="T81" fmla="*/ 2147483647 h 603"/>
              <a:gd name="T82" fmla="*/ 2147483647 w 3403"/>
              <a:gd name="T83" fmla="*/ 2147483647 h 603"/>
              <a:gd name="T84" fmla="*/ 2147483647 w 3403"/>
              <a:gd name="T85" fmla="*/ 2147483647 h 603"/>
              <a:gd name="T86" fmla="*/ 2147483647 w 3403"/>
              <a:gd name="T87" fmla="*/ 2147483647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360" name="Freeform 18"/>
          <p:cNvSpPr>
            <a:spLocks/>
          </p:cNvSpPr>
          <p:nvPr/>
        </p:nvSpPr>
        <p:spPr bwMode="auto">
          <a:xfrm>
            <a:off x="4224338" y="2828925"/>
            <a:ext cx="1185862" cy="1589088"/>
          </a:xfrm>
          <a:custGeom>
            <a:avLst/>
            <a:gdLst>
              <a:gd name="T0" fmla="*/ 2147483647 w 1094"/>
              <a:gd name="T1" fmla="*/ 2147483647 h 901"/>
              <a:gd name="T2" fmla="*/ 2147483647 w 1094"/>
              <a:gd name="T3" fmla="*/ 2147483647 h 901"/>
              <a:gd name="T4" fmla="*/ 2147483647 w 1094"/>
              <a:gd name="T5" fmla="*/ 0 h 901"/>
              <a:gd name="T6" fmla="*/ 0 w 1094"/>
              <a:gd name="T7" fmla="*/ 2147483647 h 901"/>
              <a:gd name="T8" fmla="*/ 2147483647 w 1094"/>
              <a:gd name="T9" fmla="*/ 2147483647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361" name="Rectangle 19"/>
          <p:cNvSpPr>
            <a:spLocks noChangeArrowheads="1"/>
          </p:cNvSpPr>
          <p:nvPr/>
        </p:nvSpPr>
        <p:spPr bwMode="auto">
          <a:xfrm>
            <a:off x="7673975" y="4095750"/>
            <a:ext cx="627063"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62" name="Rectangle 20"/>
          <p:cNvSpPr>
            <a:spLocks noChangeArrowheads="1"/>
          </p:cNvSpPr>
          <p:nvPr/>
        </p:nvSpPr>
        <p:spPr bwMode="auto">
          <a:xfrm>
            <a:off x="7686675" y="3001963"/>
            <a:ext cx="62547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63" name="Rectangle 21"/>
          <p:cNvSpPr>
            <a:spLocks noChangeArrowheads="1"/>
          </p:cNvSpPr>
          <p:nvPr/>
        </p:nvSpPr>
        <p:spPr bwMode="auto">
          <a:xfrm>
            <a:off x="6530975" y="4770438"/>
            <a:ext cx="18415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B</a:t>
            </a:r>
            <a:endParaRPr kumimoji="1" lang="en-US" altLang="zh-CN" sz="2000">
              <a:solidFill>
                <a:srgbClr val="333399"/>
              </a:solidFill>
              <a:latin typeface="Arial" pitchFamily="34" charset="0"/>
            </a:endParaRPr>
          </a:p>
        </p:txBody>
      </p:sp>
      <p:sp>
        <p:nvSpPr>
          <p:cNvPr id="57364" name="Oval 22"/>
          <p:cNvSpPr>
            <a:spLocks noChangeArrowheads="1"/>
          </p:cNvSpPr>
          <p:nvPr/>
        </p:nvSpPr>
        <p:spPr bwMode="auto">
          <a:xfrm>
            <a:off x="3584575" y="5621338"/>
            <a:ext cx="117475" cy="119062"/>
          </a:xfrm>
          <a:prstGeom prst="ellipse">
            <a:avLst/>
          </a:prstGeom>
          <a:solidFill>
            <a:srgbClr val="FFFFFF"/>
          </a:solidFill>
          <a:ln w="30163">
            <a:solidFill>
              <a:srgbClr val="000000"/>
            </a:solidFill>
            <a:round/>
            <a:headEnd/>
            <a:tailEnd/>
          </a:ln>
        </p:spPr>
        <p:txBody>
          <a:bodyPr/>
          <a:lstStyle/>
          <a:p>
            <a:endParaRPr lang="zh-CN" altLang="en-US"/>
          </a:p>
        </p:txBody>
      </p:sp>
      <p:grpSp>
        <p:nvGrpSpPr>
          <p:cNvPr id="57365" name="Group 23"/>
          <p:cNvGrpSpPr>
            <a:grpSpLocks/>
          </p:cNvGrpSpPr>
          <p:nvPr/>
        </p:nvGrpSpPr>
        <p:grpSpPr bwMode="auto">
          <a:xfrm>
            <a:off x="579438" y="3616325"/>
            <a:ext cx="504825" cy="515938"/>
            <a:chOff x="101" y="2294"/>
            <a:chExt cx="343" cy="353"/>
          </a:xfrm>
        </p:grpSpPr>
        <p:grpSp>
          <p:nvGrpSpPr>
            <p:cNvPr id="57755" name="Group 24"/>
            <p:cNvGrpSpPr>
              <a:grpSpLocks/>
            </p:cNvGrpSpPr>
            <p:nvPr/>
          </p:nvGrpSpPr>
          <p:grpSpPr bwMode="auto">
            <a:xfrm>
              <a:off x="109" y="2301"/>
              <a:ext cx="335" cy="346"/>
              <a:chOff x="109" y="2301"/>
              <a:chExt cx="335" cy="346"/>
            </a:xfrm>
          </p:grpSpPr>
          <p:sp>
            <p:nvSpPr>
              <p:cNvPr id="57769"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70"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71"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72"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73"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74"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75"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76"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777" name="Group 33"/>
              <p:cNvGrpSpPr>
                <a:grpSpLocks/>
              </p:cNvGrpSpPr>
              <p:nvPr/>
            </p:nvGrpSpPr>
            <p:grpSpPr bwMode="auto">
              <a:xfrm>
                <a:off x="109" y="2596"/>
                <a:ext cx="335" cy="51"/>
                <a:chOff x="109" y="2596"/>
                <a:chExt cx="335" cy="51"/>
              </a:xfrm>
            </p:grpSpPr>
            <p:sp>
              <p:nvSpPr>
                <p:cNvPr id="57778"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79"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80"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756" name="Group 37"/>
            <p:cNvGrpSpPr>
              <a:grpSpLocks/>
            </p:cNvGrpSpPr>
            <p:nvPr/>
          </p:nvGrpSpPr>
          <p:grpSpPr bwMode="auto">
            <a:xfrm>
              <a:off x="101" y="2294"/>
              <a:ext cx="335" cy="347"/>
              <a:chOff x="101" y="2294"/>
              <a:chExt cx="335" cy="347"/>
            </a:xfrm>
          </p:grpSpPr>
          <p:sp>
            <p:nvSpPr>
              <p:cNvPr id="57757"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58"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59"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60"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61"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62"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63"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64"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765" name="Group 46"/>
              <p:cNvGrpSpPr>
                <a:grpSpLocks/>
              </p:cNvGrpSpPr>
              <p:nvPr/>
            </p:nvGrpSpPr>
            <p:grpSpPr bwMode="auto">
              <a:xfrm>
                <a:off x="101" y="2590"/>
                <a:ext cx="335" cy="51"/>
                <a:chOff x="101" y="2590"/>
                <a:chExt cx="335" cy="51"/>
              </a:xfrm>
            </p:grpSpPr>
            <p:sp>
              <p:nvSpPr>
                <p:cNvPr id="57766"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67"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68"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7366" name="Group 50"/>
          <p:cNvGrpSpPr>
            <a:grpSpLocks/>
          </p:cNvGrpSpPr>
          <p:nvPr/>
        </p:nvGrpSpPr>
        <p:grpSpPr bwMode="auto">
          <a:xfrm>
            <a:off x="3357563" y="6081713"/>
            <a:ext cx="503237" cy="515937"/>
            <a:chOff x="3891" y="3616"/>
            <a:chExt cx="342" cy="353"/>
          </a:xfrm>
        </p:grpSpPr>
        <p:grpSp>
          <p:nvGrpSpPr>
            <p:cNvPr id="57729" name="Group 51"/>
            <p:cNvGrpSpPr>
              <a:grpSpLocks/>
            </p:cNvGrpSpPr>
            <p:nvPr/>
          </p:nvGrpSpPr>
          <p:grpSpPr bwMode="auto">
            <a:xfrm>
              <a:off x="3899" y="3622"/>
              <a:ext cx="334" cy="347"/>
              <a:chOff x="3899" y="3622"/>
              <a:chExt cx="334" cy="347"/>
            </a:xfrm>
          </p:grpSpPr>
          <p:sp>
            <p:nvSpPr>
              <p:cNvPr id="57743"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44"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45"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46"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47"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48"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49"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50"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751" name="Group 60"/>
              <p:cNvGrpSpPr>
                <a:grpSpLocks/>
              </p:cNvGrpSpPr>
              <p:nvPr/>
            </p:nvGrpSpPr>
            <p:grpSpPr bwMode="auto">
              <a:xfrm>
                <a:off x="3899" y="3918"/>
                <a:ext cx="334" cy="51"/>
                <a:chOff x="3899" y="3918"/>
                <a:chExt cx="334" cy="51"/>
              </a:xfrm>
            </p:grpSpPr>
            <p:sp>
              <p:nvSpPr>
                <p:cNvPr id="57752"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53"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54"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730" name="Group 64"/>
            <p:cNvGrpSpPr>
              <a:grpSpLocks/>
            </p:cNvGrpSpPr>
            <p:nvPr/>
          </p:nvGrpSpPr>
          <p:grpSpPr bwMode="auto">
            <a:xfrm>
              <a:off x="3891" y="3616"/>
              <a:ext cx="334" cy="346"/>
              <a:chOff x="3891" y="3616"/>
              <a:chExt cx="334" cy="346"/>
            </a:xfrm>
          </p:grpSpPr>
          <p:sp>
            <p:nvSpPr>
              <p:cNvPr id="57731"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32"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33"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34"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35"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36"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37"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38"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739" name="Group 73"/>
              <p:cNvGrpSpPr>
                <a:grpSpLocks/>
              </p:cNvGrpSpPr>
              <p:nvPr/>
            </p:nvGrpSpPr>
            <p:grpSpPr bwMode="auto">
              <a:xfrm>
                <a:off x="3891" y="3912"/>
                <a:ext cx="334" cy="50"/>
                <a:chOff x="3891" y="3912"/>
                <a:chExt cx="334" cy="50"/>
              </a:xfrm>
            </p:grpSpPr>
            <p:sp>
              <p:nvSpPr>
                <p:cNvPr id="57740"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41"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42"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7367" name="Group 77"/>
          <p:cNvGrpSpPr>
            <a:grpSpLocks/>
          </p:cNvGrpSpPr>
          <p:nvPr/>
        </p:nvGrpSpPr>
        <p:grpSpPr bwMode="auto">
          <a:xfrm>
            <a:off x="4627563" y="6065838"/>
            <a:ext cx="504825" cy="515937"/>
            <a:chOff x="4752" y="3605"/>
            <a:chExt cx="343" cy="353"/>
          </a:xfrm>
        </p:grpSpPr>
        <p:grpSp>
          <p:nvGrpSpPr>
            <p:cNvPr id="57703" name="Group 78"/>
            <p:cNvGrpSpPr>
              <a:grpSpLocks/>
            </p:cNvGrpSpPr>
            <p:nvPr/>
          </p:nvGrpSpPr>
          <p:grpSpPr bwMode="auto">
            <a:xfrm>
              <a:off x="4760" y="3612"/>
              <a:ext cx="335" cy="346"/>
              <a:chOff x="4760" y="3612"/>
              <a:chExt cx="335" cy="346"/>
            </a:xfrm>
          </p:grpSpPr>
          <p:sp>
            <p:nvSpPr>
              <p:cNvPr id="57717"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18"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19"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20"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21"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22"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23"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24"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725" name="Group 87"/>
              <p:cNvGrpSpPr>
                <a:grpSpLocks/>
              </p:cNvGrpSpPr>
              <p:nvPr/>
            </p:nvGrpSpPr>
            <p:grpSpPr bwMode="auto">
              <a:xfrm>
                <a:off x="4760" y="3907"/>
                <a:ext cx="335" cy="51"/>
                <a:chOff x="4760" y="3907"/>
                <a:chExt cx="335" cy="51"/>
              </a:xfrm>
            </p:grpSpPr>
            <p:sp>
              <p:nvSpPr>
                <p:cNvPr id="57726"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27"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28"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704" name="Group 91"/>
            <p:cNvGrpSpPr>
              <a:grpSpLocks/>
            </p:cNvGrpSpPr>
            <p:nvPr/>
          </p:nvGrpSpPr>
          <p:grpSpPr bwMode="auto">
            <a:xfrm>
              <a:off x="4752" y="3605"/>
              <a:ext cx="334" cy="347"/>
              <a:chOff x="4752" y="3605"/>
              <a:chExt cx="334" cy="347"/>
            </a:xfrm>
          </p:grpSpPr>
          <p:sp>
            <p:nvSpPr>
              <p:cNvPr id="57705"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06"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07"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08"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09"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10"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11"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712"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713" name="Group 100"/>
              <p:cNvGrpSpPr>
                <a:grpSpLocks/>
              </p:cNvGrpSpPr>
              <p:nvPr/>
            </p:nvGrpSpPr>
            <p:grpSpPr bwMode="auto">
              <a:xfrm>
                <a:off x="4752" y="3901"/>
                <a:ext cx="334" cy="51"/>
                <a:chOff x="4752" y="3901"/>
                <a:chExt cx="334" cy="51"/>
              </a:xfrm>
            </p:grpSpPr>
            <p:sp>
              <p:nvSpPr>
                <p:cNvPr id="57714"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15"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16"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7368" name="Group 104"/>
          <p:cNvGrpSpPr>
            <a:grpSpLocks/>
          </p:cNvGrpSpPr>
          <p:nvPr/>
        </p:nvGrpSpPr>
        <p:grpSpPr bwMode="auto">
          <a:xfrm>
            <a:off x="579438" y="2509838"/>
            <a:ext cx="504825" cy="517525"/>
            <a:chOff x="101" y="1539"/>
            <a:chExt cx="343" cy="352"/>
          </a:xfrm>
        </p:grpSpPr>
        <p:grpSp>
          <p:nvGrpSpPr>
            <p:cNvPr id="57677" name="Group 105"/>
            <p:cNvGrpSpPr>
              <a:grpSpLocks/>
            </p:cNvGrpSpPr>
            <p:nvPr/>
          </p:nvGrpSpPr>
          <p:grpSpPr bwMode="auto">
            <a:xfrm>
              <a:off x="109" y="1545"/>
              <a:ext cx="335" cy="346"/>
              <a:chOff x="109" y="1545"/>
              <a:chExt cx="335" cy="346"/>
            </a:xfrm>
          </p:grpSpPr>
          <p:sp>
            <p:nvSpPr>
              <p:cNvPr id="57691"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92"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93"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94"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95"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96"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97"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98"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699" name="Group 114"/>
              <p:cNvGrpSpPr>
                <a:grpSpLocks/>
              </p:cNvGrpSpPr>
              <p:nvPr/>
            </p:nvGrpSpPr>
            <p:grpSpPr bwMode="auto">
              <a:xfrm>
                <a:off x="109" y="1841"/>
                <a:ext cx="335" cy="50"/>
                <a:chOff x="109" y="1841"/>
                <a:chExt cx="335" cy="50"/>
              </a:xfrm>
            </p:grpSpPr>
            <p:sp>
              <p:nvSpPr>
                <p:cNvPr id="57700"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01"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702"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678" name="Group 118"/>
            <p:cNvGrpSpPr>
              <a:grpSpLocks/>
            </p:cNvGrpSpPr>
            <p:nvPr/>
          </p:nvGrpSpPr>
          <p:grpSpPr bwMode="auto">
            <a:xfrm>
              <a:off x="101" y="1539"/>
              <a:ext cx="335" cy="346"/>
              <a:chOff x="101" y="1539"/>
              <a:chExt cx="335" cy="346"/>
            </a:xfrm>
          </p:grpSpPr>
          <p:sp>
            <p:nvSpPr>
              <p:cNvPr id="57679"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80"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81"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82"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83"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84"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85"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86"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687" name="Group 127"/>
              <p:cNvGrpSpPr>
                <a:grpSpLocks/>
              </p:cNvGrpSpPr>
              <p:nvPr/>
            </p:nvGrpSpPr>
            <p:grpSpPr bwMode="auto">
              <a:xfrm>
                <a:off x="101" y="1834"/>
                <a:ext cx="335" cy="51"/>
                <a:chOff x="101" y="1834"/>
                <a:chExt cx="335" cy="51"/>
              </a:xfrm>
            </p:grpSpPr>
            <p:sp>
              <p:nvSpPr>
                <p:cNvPr id="57688"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89"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90"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7369" name="Group 131"/>
          <p:cNvGrpSpPr>
            <a:grpSpLocks/>
          </p:cNvGrpSpPr>
          <p:nvPr/>
        </p:nvGrpSpPr>
        <p:grpSpPr bwMode="auto">
          <a:xfrm>
            <a:off x="8158163" y="3657600"/>
            <a:ext cx="506412" cy="514350"/>
            <a:chOff x="5237" y="2322"/>
            <a:chExt cx="343" cy="352"/>
          </a:xfrm>
        </p:grpSpPr>
        <p:grpSp>
          <p:nvGrpSpPr>
            <p:cNvPr id="57651" name="Group 132"/>
            <p:cNvGrpSpPr>
              <a:grpSpLocks/>
            </p:cNvGrpSpPr>
            <p:nvPr/>
          </p:nvGrpSpPr>
          <p:grpSpPr bwMode="auto">
            <a:xfrm>
              <a:off x="5245" y="2328"/>
              <a:ext cx="335" cy="346"/>
              <a:chOff x="5245" y="2328"/>
              <a:chExt cx="335" cy="346"/>
            </a:xfrm>
          </p:grpSpPr>
          <p:sp>
            <p:nvSpPr>
              <p:cNvPr id="57665"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66"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67"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68"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69"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70"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71"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72"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673" name="Group 141"/>
              <p:cNvGrpSpPr>
                <a:grpSpLocks/>
              </p:cNvGrpSpPr>
              <p:nvPr/>
            </p:nvGrpSpPr>
            <p:grpSpPr bwMode="auto">
              <a:xfrm>
                <a:off x="5245" y="2624"/>
                <a:ext cx="335" cy="50"/>
                <a:chOff x="5245" y="2624"/>
                <a:chExt cx="335" cy="50"/>
              </a:xfrm>
            </p:grpSpPr>
            <p:sp>
              <p:nvSpPr>
                <p:cNvPr id="57674"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75"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76"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652" name="Group 145"/>
            <p:cNvGrpSpPr>
              <a:grpSpLocks/>
            </p:cNvGrpSpPr>
            <p:nvPr/>
          </p:nvGrpSpPr>
          <p:grpSpPr bwMode="auto">
            <a:xfrm>
              <a:off x="5237" y="2322"/>
              <a:ext cx="335" cy="346"/>
              <a:chOff x="5237" y="2322"/>
              <a:chExt cx="335" cy="346"/>
            </a:xfrm>
          </p:grpSpPr>
          <p:sp>
            <p:nvSpPr>
              <p:cNvPr id="57653"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54"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55"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56"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57"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58"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59"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60"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661" name="Group 154"/>
              <p:cNvGrpSpPr>
                <a:grpSpLocks/>
              </p:cNvGrpSpPr>
              <p:nvPr/>
            </p:nvGrpSpPr>
            <p:grpSpPr bwMode="auto">
              <a:xfrm>
                <a:off x="5237" y="2617"/>
                <a:ext cx="335" cy="51"/>
                <a:chOff x="5237" y="2617"/>
                <a:chExt cx="335" cy="51"/>
              </a:xfrm>
            </p:grpSpPr>
            <p:sp>
              <p:nvSpPr>
                <p:cNvPr id="57662"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63"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64"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grpSp>
        <p:nvGrpSpPr>
          <p:cNvPr id="57370" name="Group 158"/>
          <p:cNvGrpSpPr>
            <a:grpSpLocks/>
          </p:cNvGrpSpPr>
          <p:nvPr/>
        </p:nvGrpSpPr>
        <p:grpSpPr bwMode="auto">
          <a:xfrm>
            <a:off x="8158163" y="2581275"/>
            <a:ext cx="506412" cy="515938"/>
            <a:chOff x="5237" y="1587"/>
            <a:chExt cx="343" cy="353"/>
          </a:xfrm>
        </p:grpSpPr>
        <p:grpSp>
          <p:nvGrpSpPr>
            <p:cNvPr id="57625" name="Group 159"/>
            <p:cNvGrpSpPr>
              <a:grpSpLocks/>
            </p:cNvGrpSpPr>
            <p:nvPr/>
          </p:nvGrpSpPr>
          <p:grpSpPr bwMode="auto">
            <a:xfrm>
              <a:off x="5245" y="1594"/>
              <a:ext cx="335" cy="346"/>
              <a:chOff x="5245" y="1594"/>
              <a:chExt cx="335" cy="346"/>
            </a:xfrm>
          </p:grpSpPr>
          <p:sp>
            <p:nvSpPr>
              <p:cNvPr id="57639"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40"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41"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42"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43"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44"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45"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46"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647" name="Group 168"/>
              <p:cNvGrpSpPr>
                <a:grpSpLocks/>
              </p:cNvGrpSpPr>
              <p:nvPr/>
            </p:nvGrpSpPr>
            <p:grpSpPr bwMode="auto">
              <a:xfrm>
                <a:off x="5245" y="1889"/>
                <a:ext cx="335" cy="51"/>
                <a:chOff x="5245" y="1889"/>
                <a:chExt cx="335" cy="51"/>
              </a:xfrm>
            </p:grpSpPr>
            <p:sp>
              <p:nvSpPr>
                <p:cNvPr id="57648"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49"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50"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626" name="Group 172"/>
            <p:cNvGrpSpPr>
              <a:grpSpLocks/>
            </p:cNvGrpSpPr>
            <p:nvPr/>
          </p:nvGrpSpPr>
          <p:grpSpPr bwMode="auto">
            <a:xfrm>
              <a:off x="5237" y="1587"/>
              <a:ext cx="335" cy="346"/>
              <a:chOff x="5237" y="1587"/>
              <a:chExt cx="335" cy="346"/>
            </a:xfrm>
          </p:grpSpPr>
          <p:sp>
            <p:nvSpPr>
              <p:cNvPr id="57627"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28"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29"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30"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31"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32"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33"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34"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635" name="Group 181"/>
              <p:cNvGrpSpPr>
                <a:grpSpLocks/>
              </p:cNvGrpSpPr>
              <p:nvPr/>
            </p:nvGrpSpPr>
            <p:grpSpPr bwMode="auto">
              <a:xfrm>
                <a:off x="5237" y="1883"/>
                <a:ext cx="335" cy="50"/>
                <a:chOff x="5237" y="1883"/>
                <a:chExt cx="335" cy="50"/>
              </a:xfrm>
            </p:grpSpPr>
            <p:sp>
              <p:nvSpPr>
                <p:cNvPr id="57636"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37"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38"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7371" name="Rectangle 185"/>
          <p:cNvSpPr>
            <a:spLocks noChangeArrowheads="1"/>
          </p:cNvSpPr>
          <p:nvPr/>
        </p:nvSpPr>
        <p:spPr bwMode="auto">
          <a:xfrm>
            <a:off x="1900238" y="192087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72" name="Rectangle 186"/>
          <p:cNvSpPr>
            <a:spLocks noChangeArrowheads="1"/>
          </p:cNvSpPr>
          <p:nvPr/>
        </p:nvSpPr>
        <p:spPr bwMode="auto">
          <a:xfrm>
            <a:off x="2343150" y="2324100"/>
            <a:ext cx="917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222.1.1.</a:t>
            </a:r>
            <a:endParaRPr kumimoji="1" lang="en-US" altLang="zh-CN" sz="2000">
              <a:solidFill>
                <a:srgbClr val="333399"/>
              </a:solidFill>
              <a:latin typeface="Arial" pitchFamily="34" charset="0"/>
            </a:endParaRPr>
          </a:p>
        </p:txBody>
      </p:sp>
      <p:sp>
        <p:nvSpPr>
          <p:cNvPr id="57373" name="Rectangle 187"/>
          <p:cNvSpPr>
            <a:spLocks noChangeArrowheads="1"/>
          </p:cNvSpPr>
          <p:nvPr/>
        </p:nvSpPr>
        <p:spPr bwMode="auto">
          <a:xfrm>
            <a:off x="3568700" y="1482725"/>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74" name="Rectangle 188"/>
          <p:cNvSpPr>
            <a:spLocks noChangeArrowheads="1"/>
          </p:cNvSpPr>
          <p:nvPr/>
        </p:nvSpPr>
        <p:spPr bwMode="auto">
          <a:xfrm>
            <a:off x="3484563"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222.1.1.1</a:t>
            </a:r>
          </a:p>
        </p:txBody>
      </p:sp>
      <p:sp>
        <p:nvSpPr>
          <p:cNvPr id="57375" name="Rectangle 189"/>
          <p:cNvSpPr>
            <a:spLocks noChangeArrowheads="1"/>
          </p:cNvSpPr>
          <p:nvPr/>
        </p:nvSpPr>
        <p:spPr bwMode="auto">
          <a:xfrm>
            <a:off x="511333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76" name="Rectangle 190"/>
          <p:cNvSpPr>
            <a:spLocks noChangeArrowheads="1"/>
          </p:cNvSpPr>
          <p:nvPr/>
        </p:nvSpPr>
        <p:spPr bwMode="auto">
          <a:xfrm>
            <a:off x="5006975" y="143986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222.1.1.2</a:t>
            </a:r>
          </a:p>
        </p:txBody>
      </p:sp>
      <p:sp>
        <p:nvSpPr>
          <p:cNvPr id="57377" name="Rectangle 191"/>
          <p:cNvSpPr>
            <a:spLocks noChangeArrowheads="1"/>
          </p:cNvSpPr>
          <p:nvPr/>
        </p:nvSpPr>
        <p:spPr bwMode="auto">
          <a:xfrm>
            <a:off x="6707188" y="1482725"/>
            <a:ext cx="100647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78" name="Rectangle 192"/>
          <p:cNvSpPr>
            <a:spLocks noChangeArrowheads="1"/>
          </p:cNvSpPr>
          <p:nvPr/>
        </p:nvSpPr>
        <p:spPr bwMode="auto">
          <a:xfrm>
            <a:off x="6554788" y="14128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222.1.1.3</a:t>
            </a:r>
          </a:p>
        </p:txBody>
      </p:sp>
      <p:sp>
        <p:nvSpPr>
          <p:cNvPr id="57379" name="Rectangle 193"/>
          <p:cNvSpPr>
            <a:spLocks noChangeArrowheads="1"/>
          </p:cNvSpPr>
          <p:nvPr/>
        </p:nvSpPr>
        <p:spPr bwMode="auto">
          <a:xfrm>
            <a:off x="4168775" y="2138363"/>
            <a:ext cx="26988"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7380" name="Group 194"/>
          <p:cNvGrpSpPr>
            <a:grpSpLocks/>
          </p:cNvGrpSpPr>
          <p:nvPr/>
        </p:nvGrpSpPr>
        <p:grpSpPr bwMode="auto">
          <a:xfrm>
            <a:off x="3822700" y="2630488"/>
            <a:ext cx="647700" cy="385762"/>
            <a:chOff x="2299" y="1622"/>
            <a:chExt cx="439" cy="262"/>
          </a:xfrm>
        </p:grpSpPr>
        <p:sp>
          <p:nvSpPr>
            <p:cNvPr id="57600"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7601"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02"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603"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7604" name="Group 199"/>
            <p:cNvGrpSpPr>
              <a:grpSpLocks/>
            </p:cNvGrpSpPr>
            <p:nvPr/>
          </p:nvGrpSpPr>
          <p:grpSpPr bwMode="auto">
            <a:xfrm>
              <a:off x="2365" y="1640"/>
              <a:ext cx="304" cy="117"/>
              <a:chOff x="2365" y="1640"/>
              <a:chExt cx="304" cy="117"/>
            </a:xfrm>
          </p:grpSpPr>
          <p:grpSp>
            <p:nvGrpSpPr>
              <p:cNvPr id="57607" name="Group 200"/>
              <p:cNvGrpSpPr>
                <a:grpSpLocks/>
              </p:cNvGrpSpPr>
              <p:nvPr/>
            </p:nvGrpSpPr>
            <p:grpSpPr bwMode="auto">
              <a:xfrm>
                <a:off x="2365" y="1640"/>
                <a:ext cx="302" cy="115"/>
                <a:chOff x="2365" y="1640"/>
                <a:chExt cx="302" cy="115"/>
              </a:xfrm>
            </p:grpSpPr>
            <p:sp>
              <p:nvSpPr>
                <p:cNvPr id="57617"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8"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9"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20"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21"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22"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23"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24"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7608" name="Group 209"/>
              <p:cNvGrpSpPr>
                <a:grpSpLocks/>
              </p:cNvGrpSpPr>
              <p:nvPr/>
            </p:nvGrpSpPr>
            <p:grpSpPr bwMode="auto">
              <a:xfrm>
                <a:off x="2368" y="1643"/>
                <a:ext cx="301" cy="114"/>
                <a:chOff x="2368" y="1643"/>
                <a:chExt cx="301" cy="114"/>
              </a:xfrm>
            </p:grpSpPr>
            <p:sp>
              <p:nvSpPr>
                <p:cNvPr id="57609"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0"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1"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2"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3"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4"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5"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616"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7605"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606"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381" name="Rectangle 220"/>
          <p:cNvSpPr>
            <a:spLocks noChangeArrowheads="1"/>
          </p:cNvSpPr>
          <p:nvPr/>
        </p:nvSpPr>
        <p:spPr bwMode="auto">
          <a:xfrm>
            <a:off x="4278313" y="2371725"/>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82" name="Rectangle 221"/>
          <p:cNvSpPr>
            <a:spLocks noChangeArrowheads="1"/>
          </p:cNvSpPr>
          <p:nvPr/>
        </p:nvSpPr>
        <p:spPr bwMode="auto">
          <a:xfrm>
            <a:off x="4351338" y="2381250"/>
            <a:ext cx="1055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222.1.1.4</a:t>
            </a:r>
          </a:p>
        </p:txBody>
      </p:sp>
      <p:sp>
        <p:nvSpPr>
          <p:cNvPr id="57383" name="Rectangle 222"/>
          <p:cNvSpPr>
            <a:spLocks noChangeArrowheads="1"/>
          </p:cNvSpPr>
          <p:nvPr/>
        </p:nvSpPr>
        <p:spPr bwMode="auto">
          <a:xfrm>
            <a:off x="3446463" y="2519363"/>
            <a:ext cx="41275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84" name="Rectangle 223"/>
          <p:cNvSpPr>
            <a:spLocks noChangeArrowheads="1"/>
          </p:cNvSpPr>
          <p:nvPr/>
        </p:nvSpPr>
        <p:spPr bwMode="auto">
          <a:xfrm>
            <a:off x="3549650" y="2509838"/>
            <a:ext cx="276225"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7385" name="Oval 224"/>
          <p:cNvSpPr>
            <a:spLocks noChangeArrowheads="1"/>
          </p:cNvSpPr>
          <p:nvPr/>
        </p:nvSpPr>
        <p:spPr bwMode="auto">
          <a:xfrm>
            <a:off x="4129088" y="242252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386" name="Rectangle 225"/>
          <p:cNvSpPr>
            <a:spLocks noChangeArrowheads="1"/>
          </p:cNvSpPr>
          <p:nvPr/>
        </p:nvSpPr>
        <p:spPr bwMode="auto">
          <a:xfrm>
            <a:off x="1974850" y="1616075"/>
            <a:ext cx="7207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87" name="Oval 226"/>
          <p:cNvSpPr>
            <a:spLocks noChangeArrowheads="1"/>
          </p:cNvSpPr>
          <p:nvPr/>
        </p:nvSpPr>
        <p:spPr bwMode="auto">
          <a:xfrm>
            <a:off x="7786688" y="4067175"/>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388" name="Oval 227"/>
          <p:cNvSpPr>
            <a:spLocks noChangeArrowheads="1"/>
          </p:cNvSpPr>
          <p:nvPr/>
        </p:nvSpPr>
        <p:spPr bwMode="auto">
          <a:xfrm>
            <a:off x="7791450" y="2960688"/>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389" name="Rectangle 228"/>
          <p:cNvSpPr>
            <a:spLocks noChangeArrowheads="1"/>
          </p:cNvSpPr>
          <p:nvPr/>
        </p:nvSpPr>
        <p:spPr bwMode="auto">
          <a:xfrm>
            <a:off x="6338888" y="3686175"/>
            <a:ext cx="10096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90" name="Rectangle 229"/>
          <p:cNvSpPr>
            <a:spLocks noChangeArrowheads="1"/>
          </p:cNvSpPr>
          <p:nvPr/>
        </p:nvSpPr>
        <p:spPr bwMode="auto">
          <a:xfrm>
            <a:off x="5976938" y="4222750"/>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222.1.2.5</a:t>
            </a:r>
          </a:p>
        </p:txBody>
      </p:sp>
      <p:sp>
        <p:nvSpPr>
          <p:cNvPr id="57391" name="Rectangle 230"/>
          <p:cNvSpPr>
            <a:spLocks noChangeArrowheads="1"/>
          </p:cNvSpPr>
          <p:nvPr/>
        </p:nvSpPr>
        <p:spPr bwMode="auto">
          <a:xfrm>
            <a:off x="7883525" y="4197350"/>
            <a:ext cx="1008063"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92" name="Rectangle 231"/>
          <p:cNvSpPr>
            <a:spLocks noChangeArrowheads="1"/>
          </p:cNvSpPr>
          <p:nvPr/>
        </p:nvSpPr>
        <p:spPr bwMode="auto">
          <a:xfrm>
            <a:off x="7975600" y="4257675"/>
            <a:ext cx="1055688"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222.1.2.2</a:t>
            </a:r>
          </a:p>
        </p:txBody>
      </p:sp>
      <p:sp>
        <p:nvSpPr>
          <p:cNvPr id="57393" name="Rectangle 232"/>
          <p:cNvSpPr>
            <a:spLocks noChangeArrowheads="1"/>
          </p:cNvSpPr>
          <p:nvPr/>
        </p:nvSpPr>
        <p:spPr bwMode="auto">
          <a:xfrm>
            <a:off x="7883525" y="3086100"/>
            <a:ext cx="1008063"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94" name="Rectangle 233"/>
          <p:cNvSpPr>
            <a:spLocks noChangeArrowheads="1"/>
          </p:cNvSpPr>
          <p:nvPr/>
        </p:nvSpPr>
        <p:spPr bwMode="auto">
          <a:xfrm>
            <a:off x="7975600" y="3148013"/>
            <a:ext cx="1055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222.1.2.1</a:t>
            </a:r>
          </a:p>
        </p:txBody>
      </p:sp>
      <p:sp>
        <p:nvSpPr>
          <p:cNvPr id="57395" name="Rectangle 234"/>
          <p:cNvSpPr>
            <a:spLocks noChangeArrowheads="1"/>
          </p:cNvSpPr>
          <p:nvPr/>
        </p:nvSpPr>
        <p:spPr bwMode="auto">
          <a:xfrm>
            <a:off x="7785100" y="5219700"/>
            <a:ext cx="1008063"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96" name="Rectangle 235"/>
          <p:cNvSpPr>
            <a:spLocks noChangeArrowheads="1"/>
          </p:cNvSpPr>
          <p:nvPr/>
        </p:nvSpPr>
        <p:spPr bwMode="auto">
          <a:xfrm>
            <a:off x="4999038" y="57181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222.1.2.3</a:t>
            </a:r>
          </a:p>
        </p:txBody>
      </p:sp>
      <p:sp>
        <p:nvSpPr>
          <p:cNvPr id="57397" name="Rectangle 236"/>
          <p:cNvSpPr>
            <a:spLocks noChangeArrowheads="1"/>
          </p:cNvSpPr>
          <p:nvPr/>
        </p:nvSpPr>
        <p:spPr bwMode="auto">
          <a:xfrm>
            <a:off x="3670300" y="5605463"/>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398" name="Rectangle 237"/>
          <p:cNvSpPr>
            <a:spLocks noChangeArrowheads="1"/>
          </p:cNvSpPr>
          <p:nvPr/>
        </p:nvSpPr>
        <p:spPr bwMode="auto">
          <a:xfrm>
            <a:off x="3748088" y="5718175"/>
            <a:ext cx="10588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222.1.2.4</a:t>
            </a:r>
          </a:p>
        </p:txBody>
      </p:sp>
      <p:sp>
        <p:nvSpPr>
          <p:cNvPr id="57399" name="Oval 238"/>
          <p:cNvSpPr>
            <a:spLocks noChangeArrowheads="1"/>
          </p:cNvSpPr>
          <p:nvPr/>
        </p:nvSpPr>
        <p:spPr bwMode="auto">
          <a:xfrm>
            <a:off x="4835525" y="5634038"/>
            <a:ext cx="92075"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7400" name="Rectangle 239"/>
          <p:cNvSpPr>
            <a:spLocks noChangeArrowheads="1"/>
          </p:cNvSpPr>
          <p:nvPr/>
        </p:nvSpPr>
        <p:spPr bwMode="auto">
          <a:xfrm>
            <a:off x="6818313" y="2955925"/>
            <a:ext cx="8953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01" name="Rectangle 240"/>
          <p:cNvSpPr>
            <a:spLocks noChangeArrowheads="1"/>
          </p:cNvSpPr>
          <p:nvPr/>
        </p:nvSpPr>
        <p:spPr bwMode="auto">
          <a:xfrm>
            <a:off x="6827838" y="3589338"/>
            <a:ext cx="91598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222.1.2.</a:t>
            </a:r>
            <a:endParaRPr kumimoji="1" lang="en-US" altLang="zh-CN" sz="2000">
              <a:solidFill>
                <a:srgbClr val="333399"/>
              </a:solidFill>
              <a:latin typeface="Arial" pitchFamily="34" charset="0"/>
            </a:endParaRPr>
          </a:p>
        </p:txBody>
      </p:sp>
      <p:sp>
        <p:nvSpPr>
          <p:cNvPr id="57402" name="Rectangle 241"/>
          <p:cNvSpPr>
            <a:spLocks noChangeArrowheads="1"/>
          </p:cNvSpPr>
          <p:nvPr/>
        </p:nvSpPr>
        <p:spPr bwMode="auto">
          <a:xfrm>
            <a:off x="6889750" y="2663825"/>
            <a:ext cx="7207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57403" name="Group 242"/>
          <p:cNvGrpSpPr>
            <a:grpSpLocks/>
          </p:cNvGrpSpPr>
          <p:nvPr/>
        </p:nvGrpSpPr>
        <p:grpSpPr bwMode="auto">
          <a:xfrm>
            <a:off x="2222500" y="4386263"/>
            <a:ext cx="649288" cy="384175"/>
            <a:chOff x="1304" y="2569"/>
            <a:chExt cx="439" cy="262"/>
          </a:xfrm>
        </p:grpSpPr>
        <p:sp>
          <p:nvSpPr>
            <p:cNvPr id="57575"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7576"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77"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78"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7579" name="Group 247"/>
            <p:cNvGrpSpPr>
              <a:grpSpLocks/>
            </p:cNvGrpSpPr>
            <p:nvPr/>
          </p:nvGrpSpPr>
          <p:grpSpPr bwMode="auto">
            <a:xfrm>
              <a:off x="1371" y="2587"/>
              <a:ext cx="304" cy="117"/>
              <a:chOff x="1371" y="2587"/>
              <a:chExt cx="304" cy="117"/>
            </a:xfrm>
          </p:grpSpPr>
          <p:grpSp>
            <p:nvGrpSpPr>
              <p:cNvPr id="57582" name="Group 248"/>
              <p:cNvGrpSpPr>
                <a:grpSpLocks/>
              </p:cNvGrpSpPr>
              <p:nvPr/>
            </p:nvGrpSpPr>
            <p:grpSpPr bwMode="auto">
              <a:xfrm>
                <a:off x="1371" y="2587"/>
                <a:ext cx="301" cy="115"/>
                <a:chOff x="1371" y="2587"/>
                <a:chExt cx="301" cy="115"/>
              </a:xfrm>
            </p:grpSpPr>
            <p:sp>
              <p:nvSpPr>
                <p:cNvPr id="57592"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3"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4"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5"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6"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7"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8"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9"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7583" name="Group 257"/>
              <p:cNvGrpSpPr>
                <a:grpSpLocks/>
              </p:cNvGrpSpPr>
              <p:nvPr/>
            </p:nvGrpSpPr>
            <p:grpSpPr bwMode="auto">
              <a:xfrm>
                <a:off x="1373" y="2590"/>
                <a:ext cx="302" cy="114"/>
                <a:chOff x="1373" y="2590"/>
                <a:chExt cx="302" cy="114"/>
              </a:xfrm>
            </p:grpSpPr>
            <p:sp>
              <p:nvSpPr>
                <p:cNvPr id="57584"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85"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86"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87"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88"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89"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0"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91"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7580"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81"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7404" name="Group 268"/>
          <p:cNvGrpSpPr>
            <a:grpSpLocks/>
          </p:cNvGrpSpPr>
          <p:nvPr/>
        </p:nvGrpSpPr>
        <p:grpSpPr bwMode="auto">
          <a:xfrm>
            <a:off x="5126038" y="4386263"/>
            <a:ext cx="649287" cy="384175"/>
            <a:chOff x="3488" y="2569"/>
            <a:chExt cx="439" cy="262"/>
          </a:xfrm>
        </p:grpSpPr>
        <p:sp>
          <p:nvSpPr>
            <p:cNvPr id="57550"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a:p>
          </p:txBody>
        </p:sp>
        <p:sp>
          <p:nvSpPr>
            <p:cNvPr id="57551"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52"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53"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a:p>
          </p:txBody>
        </p:sp>
        <p:grpSp>
          <p:nvGrpSpPr>
            <p:cNvPr id="57554" name="Group 273"/>
            <p:cNvGrpSpPr>
              <a:grpSpLocks/>
            </p:cNvGrpSpPr>
            <p:nvPr/>
          </p:nvGrpSpPr>
          <p:grpSpPr bwMode="auto">
            <a:xfrm>
              <a:off x="3555" y="2587"/>
              <a:ext cx="304" cy="117"/>
              <a:chOff x="3555" y="2587"/>
              <a:chExt cx="304" cy="117"/>
            </a:xfrm>
          </p:grpSpPr>
          <p:grpSp>
            <p:nvGrpSpPr>
              <p:cNvPr id="57557" name="Group 274"/>
              <p:cNvGrpSpPr>
                <a:grpSpLocks/>
              </p:cNvGrpSpPr>
              <p:nvPr/>
            </p:nvGrpSpPr>
            <p:grpSpPr bwMode="auto">
              <a:xfrm>
                <a:off x="3555" y="2587"/>
                <a:ext cx="301" cy="115"/>
                <a:chOff x="3555" y="2587"/>
                <a:chExt cx="301" cy="115"/>
              </a:xfrm>
            </p:grpSpPr>
            <p:sp>
              <p:nvSpPr>
                <p:cNvPr id="57567"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8"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9"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70"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71"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72"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73"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74"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57558" name="Group 283"/>
              <p:cNvGrpSpPr>
                <a:grpSpLocks/>
              </p:cNvGrpSpPr>
              <p:nvPr/>
            </p:nvGrpSpPr>
            <p:grpSpPr bwMode="auto">
              <a:xfrm>
                <a:off x="3557" y="2590"/>
                <a:ext cx="302" cy="114"/>
                <a:chOff x="3557" y="2590"/>
                <a:chExt cx="302" cy="114"/>
              </a:xfrm>
            </p:grpSpPr>
            <p:sp>
              <p:nvSpPr>
                <p:cNvPr id="57559"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0"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1"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2"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3"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4"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5"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66"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57555"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56"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405" name="Oval 294"/>
          <p:cNvSpPr>
            <a:spLocks noChangeArrowheads="1"/>
          </p:cNvSpPr>
          <p:nvPr/>
        </p:nvSpPr>
        <p:spPr bwMode="auto">
          <a:xfrm>
            <a:off x="3179763" y="4589463"/>
            <a:ext cx="93662" cy="93662"/>
          </a:xfrm>
          <a:prstGeom prst="ellipse">
            <a:avLst/>
          </a:prstGeom>
          <a:solidFill>
            <a:srgbClr val="FFFFFF"/>
          </a:solidFill>
          <a:ln w="30163">
            <a:solidFill>
              <a:srgbClr val="000000"/>
            </a:solidFill>
            <a:round/>
            <a:headEnd/>
            <a:tailEnd/>
          </a:ln>
        </p:spPr>
        <p:txBody>
          <a:bodyPr/>
          <a:lstStyle/>
          <a:p>
            <a:endParaRPr lang="zh-CN" altLang="en-US"/>
          </a:p>
        </p:txBody>
      </p:sp>
      <p:sp>
        <p:nvSpPr>
          <p:cNvPr id="57406" name="Oval 295"/>
          <p:cNvSpPr>
            <a:spLocks noChangeArrowheads="1"/>
          </p:cNvSpPr>
          <p:nvPr/>
        </p:nvSpPr>
        <p:spPr bwMode="auto">
          <a:xfrm>
            <a:off x="4845050" y="4583113"/>
            <a:ext cx="92075" cy="90487"/>
          </a:xfrm>
          <a:prstGeom prst="ellipse">
            <a:avLst/>
          </a:prstGeom>
          <a:solidFill>
            <a:srgbClr val="FFFFFF"/>
          </a:solidFill>
          <a:ln w="30163">
            <a:solidFill>
              <a:srgbClr val="000000"/>
            </a:solidFill>
            <a:round/>
            <a:headEnd/>
            <a:tailEnd/>
          </a:ln>
        </p:spPr>
        <p:txBody>
          <a:bodyPr/>
          <a:lstStyle/>
          <a:p>
            <a:endParaRPr lang="zh-CN" altLang="en-US"/>
          </a:p>
        </p:txBody>
      </p:sp>
      <p:sp>
        <p:nvSpPr>
          <p:cNvPr id="57407" name="Oval 296"/>
          <p:cNvSpPr>
            <a:spLocks noChangeArrowheads="1"/>
          </p:cNvSpPr>
          <p:nvPr/>
        </p:nvSpPr>
        <p:spPr bwMode="auto">
          <a:xfrm>
            <a:off x="5256213" y="4227513"/>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408" name="Oval 297"/>
          <p:cNvSpPr>
            <a:spLocks noChangeArrowheads="1"/>
          </p:cNvSpPr>
          <p:nvPr/>
        </p:nvSpPr>
        <p:spPr bwMode="auto">
          <a:xfrm>
            <a:off x="4376738" y="30559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409" name="Oval 298"/>
          <p:cNvSpPr>
            <a:spLocks noChangeArrowheads="1"/>
          </p:cNvSpPr>
          <p:nvPr/>
        </p:nvSpPr>
        <p:spPr bwMode="auto">
          <a:xfrm>
            <a:off x="2717800" y="4114800"/>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410" name="Oval 299"/>
          <p:cNvSpPr>
            <a:spLocks noChangeArrowheads="1"/>
          </p:cNvSpPr>
          <p:nvPr/>
        </p:nvSpPr>
        <p:spPr bwMode="auto">
          <a:xfrm>
            <a:off x="3708400" y="3079750"/>
            <a:ext cx="90488" cy="90488"/>
          </a:xfrm>
          <a:prstGeom prst="ellipse">
            <a:avLst/>
          </a:prstGeom>
          <a:solidFill>
            <a:srgbClr val="FFFFFF"/>
          </a:solidFill>
          <a:ln w="30163">
            <a:solidFill>
              <a:srgbClr val="000000"/>
            </a:solidFill>
            <a:round/>
            <a:headEnd/>
            <a:tailEnd/>
          </a:ln>
        </p:spPr>
        <p:txBody>
          <a:bodyPr/>
          <a:lstStyle/>
          <a:p>
            <a:endParaRPr lang="zh-CN" altLang="en-US"/>
          </a:p>
        </p:txBody>
      </p:sp>
      <p:sp>
        <p:nvSpPr>
          <p:cNvPr id="57411" name="Rectangle 300"/>
          <p:cNvSpPr>
            <a:spLocks noChangeArrowheads="1"/>
          </p:cNvSpPr>
          <p:nvPr/>
        </p:nvSpPr>
        <p:spPr bwMode="auto">
          <a:xfrm>
            <a:off x="4548188" y="2724150"/>
            <a:ext cx="100965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12" name="Rectangle 301"/>
          <p:cNvSpPr>
            <a:spLocks noChangeArrowheads="1"/>
          </p:cNvSpPr>
          <p:nvPr/>
        </p:nvSpPr>
        <p:spPr bwMode="auto">
          <a:xfrm>
            <a:off x="4570413" y="2886075"/>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222.1.6.1</a:t>
            </a:r>
          </a:p>
        </p:txBody>
      </p:sp>
      <p:sp>
        <p:nvSpPr>
          <p:cNvPr id="57413" name="Rectangle 302"/>
          <p:cNvSpPr>
            <a:spLocks noChangeArrowheads="1"/>
          </p:cNvSpPr>
          <p:nvPr/>
        </p:nvSpPr>
        <p:spPr bwMode="auto">
          <a:xfrm>
            <a:off x="2636838" y="2868613"/>
            <a:ext cx="100647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14" name="Rectangle 303"/>
          <p:cNvSpPr>
            <a:spLocks noChangeArrowheads="1"/>
          </p:cNvSpPr>
          <p:nvPr/>
        </p:nvSpPr>
        <p:spPr bwMode="auto">
          <a:xfrm>
            <a:off x="2755900" y="2855913"/>
            <a:ext cx="10588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222.1.5.1</a:t>
            </a:r>
          </a:p>
        </p:txBody>
      </p:sp>
      <p:sp>
        <p:nvSpPr>
          <p:cNvPr id="57415" name="Rectangle 304"/>
          <p:cNvSpPr>
            <a:spLocks noChangeArrowheads="1"/>
          </p:cNvSpPr>
          <p:nvPr/>
        </p:nvSpPr>
        <p:spPr bwMode="auto">
          <a:xfrm>
            <a:off x="1900238" y="3525838"/>
            <a:ext cx="100965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16" name="Rectangle 305"/>
          <p:cNvSpPr>
            <a:spLocks noChangeArrowheads="1"/>
          </p:cNvSpPr>
          <p:nvPr/>
        </p:nvSpPr>
        <p:spPr bwMode="auto">
          <a:xfrm>
            <a:off x="1866900" y="3776663"/>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222.1.5.2</a:t>
            </a:r>
          </a:p>
        </p:txBody>
      </p:sp>
      <p:sp>
        <p:nvSpPr>
          <p:cNvPr id="57417" name="Rectangle 306"/>
          <p:cNvSpPr>
            <a:spLocks noChangeArrowheads="1"/>
          </p:cNvSpPr>
          <p:nvPr/>
        </p:nvSpPr>
        <p:spPr bwMode="auto">
          <a:xfrm>
            <a:off x="5235575" y="3394075"/>
            <a:ext cx="10080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18" name="Rectangle 307"/>
          <p:cNvSpPr>
            <a:spLocks noChangeArrowheads="1"/>
          </p:cNvSpPr>
          <p:nvPr/>
        </p:nvSpPr>
        <p:spPr bwMode="auto">
          <a:xfrm>
            <a:off x="5254625" y="3900488"/>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222.1.6.2</a:t>
            </a:r>
          </a:p>
        </p:txBody>
      </p:sp>
      <p:sp>
        <p:nvSpPr>
          <p:cNvPr id="57419" name="Rectangle 308"/>
          <p:cNvSpPr>
            <a:spLocks noChangeArrowheads="1"/>
          </p:cNvSpPr>
          <p:nvPr/>
        </p:nvSpPr>
        <p:spPr bwMode="auto">
          <a:xfrm>
            <a:off x="4689475" y="4278313"/>
            <a:ext cx="10096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20" name="Rectangle 309"/>
          <p:cNvSpPr>
            <a:spLocks noChangeArrowheads="1"/>
          </p:cNvSpPr>
          <p:nvPr/>
        </p:nvSpPr>
        <p:spPr bwMode="auto">
          <a:xfrm>
            <a:off x="4543425" y="4730750"/>
            <a:ext cx="10572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222.1.4.1</a:t>
            </a:r>
          </a:p>
        </p:txBody>
      </p:sp>
      <p:sp>
        <p:nvSpPr>
          <p:cNvPr id="57421" name="Rectangle 310"/>
          <p:cNvSpPr>
            <a:spLocks noChangeArrowheads="1"/>
          </p:cNvSpPr>
          <p:nvPr/>
        </p:nvSpPr>
        <p:spPr bwMode="auto">
          <a:xfrm>
            <a:off x="2913063" y="4278313"/>
            <a:ext cx="100647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22" name="Rectangle 311"/>
          <p:cNvSpPr>
            <a:spLocks noChangeArrowheads="1"/>
          </p:cNvSpPr>
          <p:nvPr/>
        </p:nvSpPr>
        <p:spPr bwMode="auto">
          <a:xfrm>
            <a:off x="3000375" y="4713288"/>
            <a:ext cx="105727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222.1.4.2</a:t>
            </a:r>
          </a:p>
        </p:txBody>
      </p:sp>
      <p:sp>
        <p:nvSpPr>
          <p:cNvPr id="57423" name="Rectangle 312"/>
          <p:cNvSpPr>
            <a:spLocks noChangeArrowheads="1"/>
          </p:cNvSpPr>
          <p:nvPr/>
        </p:nvSpPr>
        <p:spPr bwMode="auto">
          <a:xfrm>
            <a:off x="381000" y="3013075"/>
            <a:ext cx="1008063"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24" name="Rectangle 313"/>
          <p:cNvSpPr>
            <a:spLocks noChangeArrowheads="1"/>
          </p:cNvSpPr>
          <p:nvPr/>
        </p:nvSpPr>
        <p:spPr bwMode="auto">
          <a:xfrm>
            <a:off x="381000" y="3074988"/>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222.1.3.3</a:t>
            </a:r>
          </a:p>
        </p:txBody>
      </p:sp>
      <p:sp>
        <p:nvSpPr>
          <p:cNvPr id="57425" name="Rectangle 314"/>
          <p:cNvSpPr>
            <a:spLocks noChangeArrowheads="1"/>
          </p:cNvSpPr>
          <p:nvPr/>
        </p:nvSpPr>
        <p:spPr bwMode="auto">
          <a:xfrm>
            <a:off x="1460500" y="4341813"/>
            <a:ext cx="1008063"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26" name="Rectangle 315"/>
          <p:cNvSpPr>
            <a:spLocks noChangeArrowheads="1"/>
          </p:cNvSpPr>
          <p:nvPr/>
        </p:nvSpPr>
        <p:spPr bwMode="auto">
          <a:xfrm>
            <a:off x="1582738" y="4760913"/>
            <a:ext cx="1057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222.1.3.2</a:t>
            </a:r>
          </a:p>
        </p:txBody>
      </p:sp>
      <p:sp>
        <p:nvSpPr>
          <p:cNvPr id="57427" name="Rectangle 316"/>
          <p:cNvSpPr>
            <a:spLocks noChangeArrowheads="1"/>
          </p:cNvSpPr>
          <p:nvPr/>
        </p:nvSpPr>
        <p:spPr bwMode="auto">
          <a:xfrm>
            <a:off x="381000" y="4121150"/>
            <a:ext cx="1008063"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28" name="Rectangle 317"/>
          <p:cNvSpPr>
            <a:spLocks noChangeArrowheads="1"/>
          </p:cNvSpPr>
          <p:nvPr/>
        </p:nvSpPr>
        <p:spPr bwMode="auto">
          <a:xfrm>
            <a:off x="381000" y="4183063"/>
            <a:ext cx="10588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a:solidFill>
                  <a:srgbClr val="333399"/>
                </a:solidFill>
                <a:latin typeface="Arial" pitchFamily="34" charset="0"/>
              </a:rPr>
              <a:t>222.1.3.1</a:t>
            </a:r>
          </a:p>
        </p:txBody>
      </p:sp>
      <p:sp>
        <p:nvSpPr>
          <p:cNvPr id="57429" name="Oval 318"/>
          <p:cNvSpPr>
            <a:spLocks noChangeArrowheads="1"/>
          </p:cNvSpPr>
          <p:nvPr/>
        </p:nvSpPr>
        <p:spPr bwMode="auto">
          <a:xfrm>
            <a:off x="1317625" y="3998913"/>
            <a:ext cx="93663"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430" name="Oval 319"/>
          <p:cNvSpPr>
            <a:spLocks noChangeArrowheads="1"/>
          </p:cNvSpPr>
          <p:nvPr/>
        </p:nvSpPr>
        <p:spPr bwMode="auto">
          <a:xfrm>
            <a:off x="1309688" y="2890838"/>
            <a:ext cx="93662"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431" name="Oval 320"/>
          <p:cNvSpPr>
            <a:spLocks noChangeArrowheads="1"/>
          </p:cNvSpPr>
          <p:nvPr/>
        </p:nvSpPr>
        <p:spPr bwMode="auto">
          <a:xfrm>
            <a:off x="2011363" y="4537075"/>
            <a:ext cx="92075" cy="92075"/>
          </a:xfrm>
          <a:prstGeom prst="ellipse">
            <a:avLst/>
          </a:prstGeom>
          <a:solidFill>
            <a:srgbClr val="FFFFFF"/>
          </a:solidFill>
          <a:ln w="30163">
            <a:solidFill>
              <a:srgbClr val="000000"/>
            </a:solidFill>
            <a:round/>
            <a:headEnd/>
            <a:tailEnd/>
          </a:ln>
        </p:spPr>
        <p:txBody>
          <a:bodyPr/>
          <a:lstStyle/>
          <a:p>
            <a:endParaRPr lang="zh-CN" altLang="en-US"/>
          </a:p>
        </p:txBody>
      </p:sp>
      <p:sp>
        <p:nvSpPr>
          <p:cNvPr id="57432" name="Rectangle 321"/>
          <p:cNvSpPr>
            <a:spLocks noChangeArrowheads="1"/>
          </p:cNvSpPr>
          <p:nvPr/>
        </p:nvSpPr>
        <p:spPr bwMode="auto">
          <a:xfrm>
            <a:off x="2535238" y="4398963"/>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33" name="Rectangle 322"/>
          <p:cNvSpPr>
            <a:spLocks noChangeArrowheads="1"/>
          </p:cNvSpPr>
          <p:nvPr/>
        </p:nvSpPr>
        <p:spPr bwMode="auto">
          <a:xfrm>
            <a:off x="2854325" y="4176713"/>
            <a:ext cx="276225"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7434" name="Rectangle 323"/>
          <p:cNvSpPr>
            <a:spLocks noChangeArrowheads="1"/>
          </p:cNvSpPr>
          <p:nvPr/>
        </p:nvSpPr>
        <p:spPr bwMode="auto">
          <a:xfrm>
            <a:off x="5805488" y="4340225"/>
            <a:ext cx="4143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35" name="Rectangle 324"/>
          <p:cNvSpPr>
            <a:spLocks noChangeArrowheads="1"/>
          </p:cNvSpPr>
          <p:nvPr/>
        </p:nvSpPr>
        <p:spPr bwMode="auto">
          <a:xfrm>
            <a:off x="4873625" y="417512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R</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7436" name="Rectangle 325"/>
          <p:cNvSpPr>
            <a:spLocks noChangeArrowheads="1"/>
          </p:cNvSpPr>
          <p:nvPr/>
        </p:nvSpPr>
        <p:spPr bwMode="auto">
          <a:xfrm>
            <a:off x="1501775" y="3022600"/>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37" name="Rectangle 326"/>
          <p:cNvSpPr>
            <a:spLocks noChangeArrowheads="1"/>
          </p:cNvSpPr>
          <p:nvPr/>
        </p:nvSpPr>
        <p:spPr bwMode="auto">
          <a:xfrm>
            <a:off x="1592263" y="3079750"/>
            <a:ext cx="9159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222.1.3.</a:t>
            </a:r>
            <a:endParaRPr kumimoji="1" lang="en-US" altLang="zh-CN" sz="2000">
              <a:solidFill>
                <a:srgbClr val="333399"/>
              </a:solidFill>
              <a:latin typeface="Arial" pitchFamily="34" charset="0"/>
            </a:endParaRPr>
          </a:p>
        </p:txBody>
      </p:sp>
      <p:sp>
        <p:nvSpPr>
          <p:cNvPr id="57438" name="Rectangle 327"/>
          <p:cNvSpPr>
            <a:spLocks noChangeArrowheads="1"/>
          </p:cNvSpPr>
          <p:nvPr/>
        </p:nvSpPr>
        <p:spPr bwMode="auto">
          <a:xfrm>
            <a:off x="1535113" y="2725738"/>
            <a:ext cx="71755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39" name="Rectangle 328"/>
          <p:cNvSpPr>
            <a:spLocks noChangeArrowheads="1"/>
          </p:cNvSpPr>
          <p:nvPr/>
        </p:nvSpPr>
        <p:spPr bwMode="auto">
          <a:xfrm>
            <a:off x="1622425" y="2782888"/>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7440" name="Rectangle 329"/>
          <p:cNvSpPr>
            <a:spLocks noChangeArrowheads="1"/>
          </p:cNvSpPr>
          <p:nvPr/>
        </p:nvSpPr>
        <p:spPr bwMode="auto">
          <a:xfrm>
            <a:off x="3959225" y="3816350"/>
            <a:ext cx="4159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41" name="Rectangle 330"/>
          <p:cNvSpPr>
            <a:spLocks noChangeArrowheads="1"/>
          </p:cNvSpPr>
          <p:nvPr/>
        </p:nvSpPr>
        <p:spPr bwMode="auto">
          <a:xfrm>
            <a:off x="4916488" y="3086100"/>
            <a:ext cx="414337"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42" name="Rectangle 331"/>
          <p:cNvSpPr>
            <a:spLocks noChangeArrowheads="1"/>
          </p:cNvSpPr>
          <p:nvPr/>
        </p:nvSpPr>
        <p:spPr bwMode="auto">
          <a:xfrm>
            <a:off x="4914900" y="3292475"/>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3</a:t>
            </a:r>
            <a:endParaRPr kumimoji="1" lang="en-US" altLang="zh-CN" sz="2000" baseline="-25000">
              <a:solidFill>
                <a:srgbClr val="333399"/>
              </a:solidFill>
              <a:latin typeface="Arial" pitchFamily="34" charset="0"/>
            </a:endParaRPr>
          </a:p>
        </p:txBody>
      </p:sp>
      <p:sp>
        <p:nvSpPr>
          <p:cNvPr id="57443" name="Rectangle 332"/>
          <p:cNvSpPr>
            <a:spLocks noChangeArrowheads="1"/>
          </p:cNvSpPr>
          <p:nvPr/>
        </p:nvSpPr>
        <p:spPr bwMode="auto">
          <a:xfrm>
            <a:off x="3298825" y="3451225"/>
            <a:ext cx="41275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44" name="Rectangle 333"/>
          <p:cNvSpPr>
            <a:spLocks noChangeArrowheads="1"/>
          </p:cNvSpPr>
          <p:nvPr/>
        </p:nvSpPr>
        <p:spPr bwMode="auto">
          <a:xfrm>
            <a:off x="3214688" y="3714750"/>
            <a:ext cx="2762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7445" name="Rectangle 334"/>
          <p:cNvSpPr>
            <a:spLocks noChangeArrowheads="1"/>
          </p:cNvSpPr>
          <p:nvPr/>
        </p:nvSpPr>
        <p:spPr bwMode="auto">
          <a:xfrm>
            <a:off x="3832225" y="4222750"/>
            <a:ext cx="91757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222.1.4.</a:t>
            </a:r>
            <a:endParaRPr kumimoji="1" lang="en-US" altLang="zh-CN" sz="2000">
              <a:solidFill>
                <a:srgbClr val="333399"/>
              </a:solidFill>
              <a:latin typeface="Arial" pitchFamily="34" charset="0"/>
            </a:endParaRPr>
          </a:p>
        </p:txBody>
      </p:sp>
      <p:sp>
        <p:nvSpPr>
          <p:cNvPr id="57446" name="Rectangle 335"/>
          <p:cNvSpPr>
            <a:spLocks noChangeArrowheads="1"/>
          </p:cNvSpPr>
          <p:nvPr/>
        </p:nvSpPr>
        <p:spPr bwMode="auto">
          <a:xfrm>
            <a:off x="3592513" y="3451225"/>
            <a:ext cx="8985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47" name="Rectangle 336"/>
          <p:cNvSpPr>
            <a:spLocks noChangeArrowheads="1"/>
          </p:cNvSpPr>
          <p:nvPr/>
        </p:nvSpPr>
        <p:spPr bwMode="auto">
          <a:xfrm>
            <a:off x="3548063" y="3714750"/>
            <a:ext cx="9175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222.1.5.</a:t>
            </a:r>
            <a:endParaRPr kumimoji="1" lang="en-US" altLang="zh-CN" sz="2000">
              <a:solidFill>
                <a:srgbClr val="333399"/>
              </a:solidFill>
              <a:latin typeface="Arial" pitchFamily="34" charset="0"/>
            </a:endParaRPr>
          </a:p>
        </p:txBody>
      </p:sp>
      <p:sp>
        <p:nvSpPr>
          <p:cNvPr id="57448" name="Rectangle 337"/>
          <p:cNvSpPr>
            <a:spLocks noChangeArrowheads="1"/>
          </p:cNvSpPr>
          <p:nvPr/>
        </p:nvSpPr>
        <p:spPr bwMode="auto">
          <a:xfrm>
            <a:off x="5210175" y="3101975"/>
            <a:ext cx="8985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49" name="Rectangle 338"/>
          <p:cNvSpPr>
            <a:spLocks noChangeArrowheads="1"/>
          </p:cNvSpPr>
          <p:nvPr/>
        </p:nvSpPr>
        <p:spPr bwMode="auto">
          <a:xfrm>
            <a:off x="5243513" y="3308350"/>
            <a:ext cx="9144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222.1.6.</a:t>
            </a:r>
            <a:endParaRPr kumimoji="1" lang="en-US" altLang="zh-CN" sz="2000">
              <a:solidFill>
                <a:srgbClr val="333399"/>
              </a:solidFill>
              <a:latin typeface="Arial" pitchFamily="34" charset="0"/>
            </a:endParaRPr>
          </a:p>
        </p:txBody>
      </p:sp>
      <p:sp>
        <p:nvSpPr>
          <p:cNvPr id="57450" name="Line 339"/>
          <p:cNvSpPr>
            <a:spLocks noChangeShapeType="1"/>
          </p:cNvSpPr>
          <p:nvPr/>
        </p:nvSpPr>
        <p:spPr bwMode="auto">
          <a:xfrm>
            <a:off x="1512888"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51" name="Rectangle 340"/>
          <p:cNvSpPr>
            <a:spLocks noChangeArrowheads="1"/>
          </p:cNvSpPr>
          <p:nvPr/>
        </p:nvSpPr>
        <p:spPr bwMode="auto">
          <a:xfrm>
            <a:off x="3498850" y="4206875"/>
            <a:ext cx="276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pic>
        <p:nvPicPr>
          <p:cNvPr id="57452" name="Picture 3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6663" y="4937125"/>
            <a:ext cx="581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453" name="Line 342"/>
          <p:cNvSpPr>
            <a:spLocks noChangeShapeType="1"/>
          </p:cNvSpPr>
          <p:nvPr/>
        </p:nvSpPr>
        <p:spPr bwMode="auto">
          <a:xfrm>
            <a:off x="7677150"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54" name="Line 343"/>
          <p:cNvSpPr>
            <a:spLocks noChangeShapeType="1"/>
          </p:cNvSpPr>
          <p:nvPr/>
        </p:nvSpPr>
        <p:spPr bwMode="auto">
          <a:xfrm rot="-5400000">
            <a:off x="4276725" y="4270375"/>
            <a:ext cx="0" cy="22669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55" name="Line 344"/>
          <p:cNvSpPr>
            <a:spLocks noChangeShapeType="1"/>
          </p:cNvSpPr>
          <p:nvPr/>
        </p:nvSpPr>
        <p:spPr bwMode="auto">
          <a:xfrm>
            <a:off x="5694363" y="4559300"/>
            <a:ext cx="198278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56" name="Oval 345"/>
          <p:cNvSpPr>
            <a:spLocks noChangeArrowheads="1"/>
          </p:cNvSpPr>
          <p:nvPr/>
        </p:nvSpPr>
        <p:spPr bwMode="auto">
          <a:xfrm>
            <a:off x="5907088" y="4489450"/>
            <a:ext cx="119062" cy="119063"/>
          </a:xfrm>
          <a:prstGeom prst="ellipse">
            <a:avLst/>
          </a:prstGeom>
          <a:solidFill>
            <a:srgbClr val="FFFFFF"/>
          </a:solidFill>
          <a:ln w="30163">
            <a:solidFill>
              <a:srgbClr val="000000"/>
            </a:solidFill>
            <a:round/>
            <a:headEnd/>
            <a:tailEnd/>
          </a:ln>
        </p:spPr>
        <p:txBody>
          <a:bodyPr/>
          <a:lstStyle/>
          <a:p>
            <a:endParaRPr lang="zh-CN" altLang="en-US"/>
          </a:p>
        </p:txBody>
      </p:sp>
      <p:sp>
        <p:nvSpPr>
          <p:cNvPr id="57457" name="Rectangle 346"/>
          <p:cNvSpPr>
            <a:spLocks noChangeArrowheads="1"/>
          </p:cNvSpPr>
          <p:nvPr/>
        </p:nvSpPr>
        <p:spPr bwMode="auto">
          <a:xfrm>
            <a:off x="6900863" y="329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2</a:t>
            </a:r>
            <a:endParaRPr kumimoji="1" lang="en-US" altLang="zh-CN" sz="2000" baseline="-25000">
              <a:solidFill>
                <a:srgbClr val="333399"/>
              </a:solidFill>
              <a:latin typeface="Arial" pitchFamily="34" charset="0"/>
            </a:endParaRPr>
          </a:p>
        </p:txBody>
      </p:sp>
      <p:sp>
        <p:nvSpPr>
          <p:cNvPr id="57458" name="Rectangle 347"/>
          <p:cNvSpPr>
            <a:spLocks noChangeArrowheads="1"/>
          </p:cNvSpPr>
          <p:nvPr/>
        </p:nvSpPr>
        <p:spPr bwMode="auto">
          <a:xfrm>
            <a:off x="2417763" y="2022475"/>
            <a:ext cx="6159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en-US" altLang="zh-CN" sz="2000" b="1">
                <a:solidFill>
                  <a:srgbClr val="333399"/>
                </a:solidFill>
                <a:latin typeface="Arial" pitchFamily="34" charset="0"/>
              </a:rPr>
              <a:t>LAN</a:t>
            </a:r>
            <a:r>
              <a:rPr kumimoji="1" lang="en-US" altLang="zh-CN" sz="2000" b="1" baseline="-25000">
                <a:solidFill>
                  <a:srgbClr val="333399"/>
                </a:solidFill>
                <a:latin typeface="Arial" pitchFamily="34" charset="0"/>
              </a:rPr>
              <a:t>1</a:t>
            </a:r>
            <a:endParaRPr kumimoji="1" lang="en-US" altLang="zh-CN" sz="2000" baseline="-25000">
              <a:solidFill>
                <a:srgbClr val="333399"/>
              </a:solidFill>
              <a:latin typeface="Arial" pitchFamily="34" charset="0"/>
            </a:endParaRPr>
          </a:p>
        </p:txBody>
      </p:sp>
      <p:sp>
        <p:nvSpPr>
          <p:cNvPr id="57459" name="Line 348"/>
          <p:cNvSpPr>
            <a:spLocks noChangeShapeType="1"/>
          </p:cNvSpPr>
          <p:nvPr/>
        </p:nvSpPr>
        <p:spPr bwMode="auto">
          <a:xfrm rot="-5400000">
            <a:off x="5056982" y="142081"/>
            <a:ext cx="0" cy="39671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60" name="Rectangle 349"/>
          <p:cNvSpPr>
            <a:spLocks noChangeArrowheads="1"/>
          </p:cNvSpPr>
          <p:nvPr/>
        </p:nvSpPr>
        <p:spPr bwMode="auto">
          <a:xfrm>
            <a:off x="984250" y="5964238"/>
            <a:ext cx="762000"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kumimoji="1" lang="zh-CN" altLang="en-US" sz="2000">
                <a:solidFill>
                  <a:srgbClr val="333399"/>
                </a:solidFill>
                <a:latin typeface="Arial" pitchFamily="34" charset="0"/>
              </a:rPr>
              <a:t>互联网</a:t>
            </a:r>
          </a:p>
        </p:txBody>
      </p:sp>
      <p:sp>
        <p:nvSpPr>
          <p:cNvPr id="57461" name="Line 350"/>
          <p:cNvSpPr>
            <a:spLocks noChangeShapeType="1"/>
          </p:cNvSpPr>
          <p:nvPr/>
        </p:nvSpPr>
        <p:spPr bwMode="auto">
          <a:xfrm flipV="1">
            <a:off x="1373188" y="5541963"/>
            <a:ext cx="423862" cy="422275"/>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62" name="Line 351"/>
          <p:cNvSpPr>
            <a:spLocks noChangeShapeType="1"/>
          </p:cNvSpPr>
          <p:nvPr/>
        </p:nvSpPr>
        <p:spPr bwMode="auto">
          <a:xfrm>
            <a:off x="3378200"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63" name="Oval 352"/>
          <p:cNvSpPr>
            <a:spLocks noChangeArrowheads="1"/>
          </p:cNvSpPr>
          <p:nvPr/>
        </p:nvSpPr>
        <p:spPr bwMode="auto">
          <a:xfrm>
            <a:off x="3322638" y="1730375"/>
            <a:ext cx="93662"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7464" name="Group 353"/>
          <p:cNvGrpSpPr>
            <a:grpSpLocks/>
          </p:cNvGrpSpPr>
          <p:nvPr/>
        </p:nvGrpSpPr>
        <p:grpSpPr bwMode="auto">
          <a:xfrm>
            <a:off x="3105150" y="898525"/>
            <a:ext cx="506413" cy="514350"/>
            <a:chOff x="1813" y="593"/>
            <a:chExt cx="343" cy="352"/>
          </a:xfrm>
        </p:grpSpPr>
        <p:grpSp>
          <p:nvGrpSpPr>
            <p:cNvPr id="57524" name="Group 354"/>
            <p:cNvGrpSpPr>
              <a:grpSpLocks/>
            </p:cNvGrpSpPr>
            <p:nvPr/>
          </p:nvGrpSpPr>
          <p:grpSpPr bwMode="auto">
            <a:xfrm>
              <a:off x="1821" y="599"/>
              <a:ext cx="335" cy="346"/>
              <a:chOff x="1821" y="599"/>
              <a:chExt cx="335" cy="346"/>
            </a:xfrm>
          </p:grpSpPr>
          <p:sp>
            <p:nvSpPr>
              <p:cNvPr id="57538"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39"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40"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41"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42"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43"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44"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45"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546" name="Group 363"/>
              <p:cNvGrpSpPr>
                <a:grpSpLocks/>
              </p:cNvGrpSpPr>
              <p:nvPr/>
            </p:nvGrpSpPr>
            <p:grpSpPr bwMode="auto">
              <a:xfrm>
                <a:off x="1821" y="895"/>
                <a:ext cx="335" cy="50"/>
                <a:chOff x="1821" y="895"/>
                <a:chExt cx="335" cy="50"/>
              </a:xfrm>
            </p:grpSpPr>
            <p:sp>
              <p:nvSpPr>
                <p:cNvPr id="57547"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48"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49"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525" name="Group 367"/>
            <p:cNvGrpSpPr>
              <a:grpSpLocks/>
            </p:cNvGrpSpPr>
            <p:nvPr/>
          </p:nvGrpSpPr>
          <p:grpSpPr bwMode="auto">
            <a:xfrm>
              <a:off x="1813" y="593"/>
              <a:ext cx="335" cy="346"/>
              <a:chOff x="1813" y="593"/>
              <a:chExt cx="335" cy="346"/>
            </a:xfrm>
          </p:grpSpPr>
          <p:sp>
            <p:nvSpPr>
              <p:cNvPr id="57526"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27"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28"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29"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30"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31"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32"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33"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534" name="Group 376"/>
              <p:cNvGrpSpPr>
                <a:grpSpLocks/>
              </p:cNvGrpSpPr>
              <p:nvPr/>
            </p:nvGrpSpPr>
            <p:grpSpPr bwMode="auto">
              <a:xfrm>
                <a:off x="1813" y="888"/>
                <a:ext cx="335" cy="51"/>
                <a:chOff x="1813" y="888"/>
                <a:chExt cx="335" cy="51"/>
              </a:xfrm>
            </p:grpSpPr>
            <p:sp>
              <p:nvSpPr>
                <p:cNvPr id="57535"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36"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37"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7465" name="Line 380"/>
          <p:cNvSpPr>
            <a:spLocks noChangeShapeType="1"/>
          </p:cNvSpPr>
          <p:nvPr/>
        </p:nvSpPr>
        <p:spPr bwMode="auto">
          <a:xfrm>
            <a:off x="6467475" y="1347788"/>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66" name="Line 381"/>
          <p:cNvSpPr>
            <a:spLocks noChangeShapeType="1"/>
          </p:cNvSpPr>
          <p:nvPr/>
        </p:nvSpPr>
        <p:spPr bwMode="auto">
          <a:xfrm>
            <a:off x="4922838" y="1333500"/>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7467" name="Oval 382"/>
          <p:cNvSpPr>
            <a:spLocks noChangeArrowheads="1"/>
          </p:cNvSpPr>
          <p:nvPr/>
        </p:nvSpPr>
        <p:spPr bwMode="auto">
          <a:xfrm>
            <a:off x="4878388" y="1744663"/>
            <a:ext cx="92075"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7468" name="Group 383"/>
          <p:cNvGrpSpPr>
            <a:grpSpLocks/>
          </p:cNvGrpSpPr>
          <p:nvPr/>
        </p:nvGrpSpPr>
        <p:grpSpPr bwMode="auto">
          <a:xfrm>
            <a:off x="4662488" y="898525"/>
            <a:ext cx="506412" cy="514350"/>
            <a:chOff x="2868" y="593"/>
            <a:chExt cx="343" cy="352"/>
          </a:xfrm>
        </p:grpSpPr>
        <p:grpSp>
          <p:nvGrpSpPr>
            <p:cNvPr id="57498" name="Group 384"/>
            <p:cNvGrpSpPr>
              <a:grpSpLocks/>
            </p:cNvGrpSpPr>
            <p:nvPr/>
          </p:nvGrpSpPr>
          <p:grpSpPr bwMode="auto">
            <a:xfrm>
              <a:off x="2877" y="599"/>
              <a:ext cx="334" cy="346"/>
              <a:chOff x="2877" y="599"/>
              <a:chExt cx="334" cy="346"/>
            </a:xfrm>
          </p:grpSpPr>
          <p:sp>
            <p:nvSpPr>
              <p:cNvPr id="57512"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13"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14"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15"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16"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17"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18"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19"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520" name="Group 393"/>
              <p:cNvGrpSpPr>
                <a:grpSpLocks/>
              </p:cNvGrpSpPr>
              <p:nvPr/>
            </p:nvGrpSpPr>
            <p:grpSpPr bwMode="auto">
              <a:xfrm>
                <a:off x="2877" y="895"/>
                <a:ext cx="334" cy="50"/>
                <a:chOff x="2877" y="895"/>
                <a:chExt cx="334" cy="50"/>
              </a:xfrm>
            </p:grpSpPr>
            <p:sp>
              <p:nvSpPr>
                <p:cNvPr id="57521"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22"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23"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499" name="Group 397"/>
            <p:cNvGrpSpPr>
              <a:grpSpLocks/>
            </p:cNvGrpSpPr>
            <p:nvPr/>
          </p:nvGrpSpPr>
          <p:grpSpPr bwMode="auto">
            <a:xfrm>
              <a:off x="2868" y="593"/>
              <a:ext cx="335" cy="346"/>
              <a:chOff x="2868" y="593"/>
              <a:chExt cx="335" cy="346"/>
            </a:xfrm>
          </p:grpSpPr>
          <p:sp>
            <p:nvSpPr>
              <p:cNvPr id="57500"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01"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02"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03"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04"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05"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06"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507"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508" name="Group 406"/>
              <p:cNvGrpSpPr>
                <a:grpSpLocks/>
              </p:cNvGrpSpPr>
              <p:nvPr/>
            </p:nvGrpSpPr>
            <p:grpSpPr bwMode="auto">
              <a:xfrm>
                <a:off x="2868" y="888"/>
                <a:ext cx="335" cy="51"/>
                <a:chOff x="2868" y="888"/>
                <a:chExt cx="335" cy="51"/>
              </a:xfrm>
            </p:grpSpPr>
            <p:sp>
              <p:nvSpPr>
                <p:cNvPr id="57509"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10"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511"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7469" name="Oval 410"/>
          <p:cNvSpPr>
            <a:spLocks noChangeArrowheads="1"/>
          </p:cNvSpPr>
          <p:nvPr/>
        </p:nvSpPr>
        <p:spPr bwMode="auto">
          <a:xfrm>
            <a:off x="6423025" y="1744663"/>
            <a:ext cx="93663" cy="92075"/>
          </a:xfrm>
          <a:prstGeom prst="ellipse">
            <a:avLst/>
          </a:prstGeom>
          <a:solidFill>
            <a:srgbClr val="FFFFFF"/>
          </a:solidFill>
          <a:ln w="30163">
            <a:solidFill>
              <a:srgbClr val="000000"/>
            </a:solidFill>
            <a:round/>
            <a:headEnd/>
            <a:tailEnd/>
          </a:ln>
        </p:spPr>
        <p:txBody>
          <a:bodyPr/>
          <a:lstStyle/>
          <a:p>
            <a:endParaRPr lang="zh-CN" altLang="en-US"/>
          </a:p>
        </p:txBody>
      </p:sp>
      <p:grpSp>
        <p:nvGrpSpPr>
          <p:cNvPr id="57470" name="Group 411"/>
          <p:cNvGrpSpPr>
            <a:grpSpLocks/>
          </p:cNvGrpSpPr>
          <p:nvPr/>
        </p:nvGrpSpPr>
        <p:grpSpPr bwMode="auto">
          <a:xfrm>
            <a:off x="6207125" y="898525"/>
            <a:ext cx="506413" cy="514350"/>
            <a:chOff x="3915" y="593"/>
            <a:chExt cx="343" cy="352"/>
          </a:xfrm>
        </p:grpSpPr>
        <p:grpSp>
          <p:nvGrpSpPr>
            <p:cNvPr id="57472" name="Group 412"/>
            <p:cNvGrpSpPr>
              <a:grpSpLocks/>
            </p:cNvGrpSpPr>
            <p:nvPr/>
          </p:nvGrpSpPr>
          <p:grpSpPr bwMode="auto">
            <a:xfrm>
              <a:off x="3924" y="599"/>
              <a:ext cx="334" cy="346"/>
              <a:chOff x="3924" y="599"/>
              <a:chExt cx="334" cy="346"/>
            </a:xfrm>
          </p:grpSpPr>
          <p:sp>
            <p:nvSpPr>
              <p:cNvPr id="57486"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87"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88"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89"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90"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91"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92"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93"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494" name="Group 421"/>
              <p:cNvGrpSpPr>
                <a:grpSpLocks/>
              </p:cNvGrpSpPr>
              <p:nvPr/>
            </p:nvGrpSpPr>
            <p:grpSpPr bwMode="auto">
              <a:xfrm>
                <a:off x="3924" y="895"/>
                <a:ext cx="334" cy="50"/>
                <a:chOff x="3924" y="895"/>
                <a:chExt cx="334" cy="50"/>
              </a:xfrm>
            </p:grpSpPr>
            <p:sp>
              <p:nvSpPr>
                <p:cNvPr id="57495"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96"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97"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nvGrpSpPr>
            <p:cNvPr id="57473" name="Group 425"/>
            <p:cNvGrpSpPr>
              <a:grpSpLocks/>
            </p:cNvGrpSpPr>
            <p:nvPr/>
          </p:nvGrpSpPr>
          <p:grpSpPr bwMode="auto">
            <a:xfrm>
              <a:off x="3915" y="593"/>
              <a:ext cx="335" cy="346"/>
              <a:chOff x="3915" y="593"/>
              <a:chExt cx="335" cy="346"/>
            </a:xfrm>
          </p:grpSpPr>
          <p:sp>
            <p:nvSpPr>
              <p:cNvPr id="57474"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75"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76"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77"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78"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79"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80"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7481"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482" name="Group 434"/>
              <p:cNvGrpSpPr>
                <a:grpSpLocks/>
              </p:cNvGrpSpPr>
              <p:nvPr/>
            </p:nvGrpSpPr>
            <p:grpSpPr bwMode="auto">
              <a:xfrm>
                <a:off x="3915" y="888"/>
                <a:ext cx="335" cy="51"/>
                <a:chOff x="3915" y="888"/>
                <a:chExt cx="335" cy="51"/>
              </a:xfrm>
            </p:grpSpPr>
            <p:sp>
              <p:nvSpPr>
                <p:cNvPr id="57483"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84"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485"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grpSp>
      </p:grpSp>
      <p:sp>
        <p:nvSpPr>
          <p:cNvPr id="57471" name="Text Box 438"/>
          <p:cNvSpPr txBox="1">
            <a:spLocks noChangeArrowheads="1"/>
          </p:cNvSpPr>
          <p:nvPr/>
        </p:nvSpPr>
        <p:spPr bwMode="auto">
          <a:xfrm>
            <a:off x="250825" y="188913"/>
            <a:ext cx="8424863" cy="2152650"/>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120000"/>
              </a:lnSpc>
            </a:pPr>
            <a:r>
              <a:rPr lang="zh-CN" altLang="en-US">
                <a:solidFill>
                  <a:srgbClr val="333399"/>
                </a:solidFill>
                <a:latin typeface="Arial" pitchFamily="34" charset="0"/>
              </a:rPr>
              <a:t>两个路由器直接相连的接口处，可指明也可不指明 </a:t>
            </a:r>
            <a:r>
              <a:rPr lang="en-US" altLang="zh-CN">
                <a:solidFill>
                  <a:srgbClr val="333399"/>
                </a:solidFill>
                <a:latin typeface="Arial" pitchFamily="34" charset="0"/>
              </a:rPr>
              <a:t>IP </a:t>
            </a:r>
            <a:r>
              <a:rPr lang="zh-CN" altLang="en-US">
                <a:solidFill>
                  <a:srgbClr val="333399"/>
                </a:solidFill>
                <a:latin typeface="Arial" pitchFamily="34" charset="0"/>
              </a:rPr>
              <a:t>地址。如指明 </a:t>
            </a:r>
            <a:r>
              <a:rPr lang="en-US" altLang="zh-CN">
                <a:solidFill>
                  <a:srgbClr val="333399"/>
                </a:solidFill>
                <a:latin typeface="Arial" pitchFamily="34" charset="0"/>
              </a:rPr>
              <a:t>IP </a:t>
            </a:r>
            <a:r>
              <a:rPr lang="zh-CN" altLang="en-US">
                <a:solidFill>
                  <a:srgbClr val="333399"/>
                </a:solidFill>
                <a:latin typeface="Arial" pitchFamily="34" charset="0"/>
              </a:rPr>
              <a:t>地址，则这一段连线就构成了一种只包含一段线路的特殊“网络” 。现在常不指明 </a:t>
            </a:r>
            <a:r>
              <a:rPr lang="en-US" altLang="zh-CN">
                <a:solidFill>
                  <a:srgbClr val="333399"/>
                </a:solidFill>
                <a:latin typeface="Arial" pitchFamily="34" charset="0"/>
              </a:rPr>
              <a:t>IP </a:t>
            </a:r>
            <a:r>
              <a:rPr lang="zh-CN" altLang="en-US">
                <a:solidFill>
                  <a:srgbClr val="333399"/>
                </a:solidFill>
                <a:latin typeface="Arial" pitchFamily="34" charset="0"/>
              </a:rPr>
              <a:t>地址。</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520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p:cNvSpPr>
            <a:spLocks noGrp="1" noChangeArrowheads="1"/>
          </p:cNvSpPr>
          <p:nvPr>
            <p:ph type="title"/>
          </p:nvPr>
        </p:nvSpPr>
        <p:spPr/>
        <p:txBody>
          <a:bodyPr/>
          <a:lstStyle/>
          <a:p>
            <a:pPr algn="ctr" eaLnBrk="1" hangingPunct="1"/>
            <a:r>
              <a:rPr lang="en-US" altLang="zh-CN" smtClean="0"/>
              <a:t>4.2.3  IP </a:t>
            </a:r>
            <a:r>
              <a:rPr lang="zh-CN" altLang="en-US" smtClean="0"/>
              <a:t>地址与硬件地址 </a:t>
            </a:r>
          </a:p>
        </p:txBody>
      </p:sp>
      <p:sp>
        <p:nvSpPr>
          <p:cNvPr id="58371" name="Line 5"/>
          <p:cNvSpPr>
            <a:spLocks noChangeShapeType="1"/>
          </p:cNvSpPr>
          <p:nvPr/>
        </p:nvSpPr>
        <p:spPr bwMode="auto">
          <a:xfrm>
            <a:off x="1706563" y="5249863"/>
            <a:ext cx="521335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72" name="Line 6"/>
          <p:cNvSpPr>
            <a:spLocks noChangeShapeType="1"/>
          </p:cNvSpPr>
          <p:nvPr/>
        </p:nvSpPr>
        <p:spPr bwMode="auto">
          <a:xfrm>
            <a:off x="2403475" y="4275138"/>
            <a:ext cx="3819525"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73" name="Line 7"/>
          <p:cNvSpPr>
            <a:spLocks noChangeShapeType="1"/>
          </p:cNvSpPr>
          <p:nvPr/>
        </p:nvSpPr>
        <p:spPr bwMode="auto">
          <a:xfrm>
            <a:off x="3076575" y="3192463"/>
            <a:ext cx="3165475"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74" name="Rectangle 8"/>
          <p:cNvSpPr>
            <a:spLocks noChangeArrowheads="1"/>
          </p:cNvSpPr>
          <p:nvPr/>
        </p:nvSpPr>
        <p:spPr bwMode="auto">
          <a:xfrm>
            <a:off x="4152900" y="3067050"/>
            <a:ext cx="1041400" cy="1809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75" name="Text Box 9"/>
          <p:cNvSpPr txBox="1">
            <a:spLocks noChangeArrowheads="1"/>
          </p:cNvSpPr>
          <p:nvPr/>
        </p:nvSpPr>
        <p:spPr bwMode="auto">
          <a:xfrm>
            <a:off x="4056063" y="2962275"/>
            <a:ext cx="1271587" cy="395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TCP </a:t>
            </a:r>
            <a:r>
              <a:rPr kumimoji="1" lang="zh-CN" altLang="en-US" sz="2000">
                <a:solidFill>
                  <a:srgbClr val="333399"/>
                </a:solidFill>
                <a:latin typeface="Arial" pitchFamily="34" charset="0"/>
              </a:rPr>
              <a:t>报文</a:t>
            </a:r>
          </a:p>
        </p:txBody>
      </p:sp>
      <p:sp>
        <p:nvSpPr>
          <p:cNvPr id="58376" name="Rectangle 10"/>
          <p:cNvSpPr>
            <a:spLocks noChangeArrowheads="1"/>
          </p:cNvSpPr>
          <p:nvPr/>
        </p:nvSpPr>
        <p:spPr bwMode="auto">
          <a:xfrm>
            <a:off x="3836988" y="4171950"/>
            <a:ext cx="966787" cy="1730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77" name="Text Box 11"/>
          <p:cNvSpPr txBox="1">
            <a:spLocks noChangeArrowheads="1"/>
          </p:cNvSpPr>
          <p:nvPr/>
        </p:nvSpPr>
        <p:spPr bwMode="auto">
          <a:xfrm>
            <a:off x="3713163" y="4040188"/>
            <a:ext cx="1254125"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58378" name="Rectangle 12"/>
          <p:cNvSpPr>
            <a:spLocks noChangeArrowheads="1"/>
          </p:cNvSpPr>
          <p:nvPr/>
        </p:nvSpPr>
        <p:spPr bwMode="auto">
          <a:xfrm>
            <a:off x="3895725" y="5159375"/>
            <a:ext cx="820738" cy="1825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79" name="Text Box 13"/>
          <p:cNvSpPr txBox="1">
            <a:spLocks noChangeArrowheads="1"/>
          </p:cNvSpPr>
          <p:nvPr/>
        </p:nvSpPr>
        <p:spPr bwMode="auto">
          <a:xfrm>
            <a:off x="3798888" y="5013325"/>
            <a:ext cx="1071562" cy="395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MAC </a:t>
            </a:r>
            <a:r>
              <a:rPr kumimoji="1" lang="zh-CN" altLang="en-US" sz="2000">
                <a:solidFill>
                  <a:srgbClr val="333399"/>
                </a:solidFill>
                <a:latin typeface="Arial" pitchFamily="34" charset="0"/>
              </a:rPr>
              <a:t>帧</a:t>
            </a:r>
          </a:p>
        </p:txBody>
      </p:sp>
      <p:sp>
        <p:nvSpPr>
          <p:cNvPr id="58380" name="Line 18"/>
          <p:cNvSpPr>
            <a:spLocks noChangeShapeType="1"/>
          </p:cNvSpPr>
          <p:nvPr/>
        </p:nvSpPr>
        <p:spPr bwMode="auto">
          <a:xfrm>
            <a:off x="2403475" y="4111625"/>
            <a:ext cx="0" cy="4064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81" name="Line 19"/>
          <p:cNvSpPr>
            <a:spLocks noChangeShapeType="1"/>
          </p:cNvSpPr>
          <p:nvPr/>
        </p:nvSpPr>
        <p:spPr bwMode="auto">
          <a:xfrm>
            <a:off x="6223000" y="4111625"/>
            <a:ext cx="0" cy="4064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82" name="Line 20"/>
          <p:cNvSpPr>
            <a:spLocks noChangeShapeType="1"/>
          </p:cNvSpPr>
          <p:nvPr/>
        </p:nvSpPr>
        <p:spPr bwMode="auto">
          <a:xfrm>
            <a:off x="3089275" y="2986088"/>
            <a:ext cx="12700" cy="558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83" name="Line 21"/>
          <p:cNvSpPr>
            <a:spLocks noChangeShapeType="1"/>
          </p:cNvSpPr>
          <p:nvPr/>
        </p:nvSpPr>
        <p:spPr bwMode="auto">
          <a:xfrm>
            <a:off x="6223000" y="2986088"/>
            <a:ext cx="0" cy="558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84" name="Line 22"/>
          <p:cNvSpPr>
            <a:spLocks noChangeShapeType="1"/>
          </p:cNvSpPr>
          <p:nvPr/>
        </p:nvSpPr>
        <p:spPr bwMode="auto">
          <a:xfrm flipV="1">
            <a:off x="6589713" y="4292600"/>
            <a:ext cx="2303462"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85" name="Rectangle 23"/>
          <p:cNvSpPr>
            <a:spLocks noChangeArrowheads="1"/>
          </p:cNvSpPr>
          <p:nvPr/>
        </p:nvSpPr>
        <p:spPr bwMode="auto">
          <a:xfrm>
            <a:off x="3089275" y="2490788"/>
            <a:ext cx="3133725" cy="487362"/>
          </a:xfrm>
          <a:prstGeom prst="rect">
            <a:avLst/>
          </a:prstGeom>
          <a:solidFill>
            <a:srgbClr val="66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86" name="Line 24"/>
          <p:cNvSpPr>
            <a:spLocks noChangeShapeType="1"/>
          </p:cNvSpPr>
          <p:nvPr/>
        </p:nvSpPr>
        <p:spPr bwMode="auto">
          <a:xfrm flipH="1">
            <a:off x="3775075" y="2490788"/>
            <a:ext cx="0" cy="4873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87" name="Text Box 25"/>
          <p:cNvSpPr txBox="1">
            <a:spLocks noChangeArrowheads="1"/>
          </p:cNvSpPr>
          <p:nvPr/>
        </p:nvSpPr>
        <p:spPr bwMode="auto">
          <a:xfrm>
            <a:off x="4279900" y="2492375"/>
            <a:ext cx="145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应用层数据</a:t>
            </a:r>
          </a:p>
        </p:txBody>
      </p:sp>
      <p:sp>
        <p:nvSpPr>
          <p:cNvPr id="58388" name="Text Box 26"/>
          <p:cNvSpPr txBox="1">
            <a:spLocks noChangeArrowheads="1"/>
          </p:cNvSpPr>
          <p:nvPr/>
        </p:nvSpPr>
        <p:spPr bwMode="auto">
          <a:xfrm>
            <a:off x="3063875" y="2493963"/>
            <a:ext cx="6921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a:t>
            </a:r>
          </a:p>
        </p:txBody>
      </p:sp>
      <p:sp>
        <p:nvSpPr>
          <p:cNvPr id="58389" name="Rectangle 27"/>
          <p:cNvSpPr>
            <a:spLocks noChangeArrowheads="1"/>
          </p:cNvSpPr>
          <p:nvPr/>
        </p:nvSpPr>
        <p:spPr bwMode="auto">
          <a:xfrm>
            <a:off x="2403475" y="3544888"/>
            <a:ext cx="3819525" cy="487362"/>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90" name="Line 28"/>
          <p:cNvSpPr>
            <a:spLocks noChangeShapeType="1"/>
          </p:cNvSpPr>
          <p:nvPr/>
        </p:nvSpPr>
        <p:spPr bwMode="auto">
          <a:xfrm>
            <a:off x="3089275" y="3544888"/>
            <a:ext cx="0" cy="4873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91" name="Text Box 29"/>
          <p:cNvSpPr txBox="1">
            <a:spLocks noChangeArrowheads="1"/>
          </p:cNvSpPr>
          <p:nvPr/>
        </p:nvSpPr>
        <p:spPr bwMode="auto">
          <a:xfrm>
            <a:off x="2379663" y="3536950"/>
            <a:ext cx="6905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a:t>
            </a:r>
          </a:p>
        </p:txBody>
      </p:sp>
      <p:sp>
        <p:nvSpPr>
          <p:cNvPr id="58392" name="Rectangle 30"/>
          <p:cNvSpPr>
            <a:spLocks noChangeArrowheads="1"/>
          </p:cNvSpPr>
          <p:nvPr/>
        </p:nvSpPr>
        <p:spPr bwMode="auto">
          <a:xfrm>
            <a:off x="1728788" y="4548188"/>
            <a:ext cx="684212" cy="45720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93" name="Rectangle 31"/>
          <p:cNvSpPr>
            <a:spLocks noChangeArrowheads="1"/>
          </p:cNvSpPr>
          <p:nvPr/>
        </p:nvSpPr>
        <p:spPr bwMode="auto">
          <a:xfrm>
            <a:off x="1719263" y="4518025"/>
            <a:ext cx="5189537" cy="487363"/>
          </a:xfrm>
          <a:prstGeom prst="rect">
            <a:avLst/>
          </a:prstGeom>
          <a:solidFill>
            <a:srgbClr val="CCEC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94" name="Line 32"/>
          <p:cNvSpPr>
            <a:spLocks noChangeShapeType="1"/>
          </p:cNvSpPr>
          <p:nvPr/>
        </p:nvSpPr>
        <p:spPr bwMode="auto">
          <a:xfrm>
            <a:off x="2403475" y="4518025"/>
            <a:ext cx="0" cy="4873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95" name="Line 33"/>
          <p:cNvSpPr>
            <a:spLocks noChangeShapeType="1"/>
          </p:cNvSpPr>
          <p:nvPr/>
        </p:nvSpPr>
        <p:spPr bwMode="auto">
          <a:xfrm>
            <a:off x="6223000" y="4518025"/>
            <a:ext cx="0" cy="4873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396" name="Text Box 34"/>
          <p:cNvSpPr txBox="1">
            <a:spLocks noChangeArrowheads="1"/>
          </p:cNvSpPr>
          <p:nvPr/>
        </p:nvSpPr>
        <p:spPr bwMode="auto">
          <a:xfrm>
            <a:off x="6184900" y="4513263"/>
            <a:ext cx="692150"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尾部</a:t>
            </a:r>
          </a:p>
        </p:txBody>
      </p:sp>
      <p:sp>
        <p:nvSpPr>
          <p:cNvPr id="58397" name="Text Box 35"/>
          <p:cNvSpPr txBox="1">
            <a:spLocks noChangeArrowheads="1"/>
          </p:cNvSpPr>
          <p:nvPr/>
        </p:nvSpPr>
        <p:spPr bwMode="auto">
          <a:xfrm>
            <a:off x="1708150" y="4513263"/>
            <a:ext cx="690563"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a:t>
            </a:r>
          </a:p>
        </p:txBody>
      </p:sp>
      <p:grpSp>
        <p:nvGrpSpPr>
          <p:cNvPr id="218161" name="Group 49"/>
          <p:cNvGrpSpPr>
            <a:grpSpLocks/>
          </p:cNvGrpSpPr>
          <p:nvPr/>
        </p:nvGrpSpPr>
        <p:grpSpPr bwMode="auto">
          <a:xfrm>
            <a:off x="288925" y="3824288"/>
            <a:ext cx="8440738" cy="1692275"/>
            <a:chOff x="182" y="2409"/>
            <a:chExt cx="5317" cy="1066"/>
          </a:xfrm>
        </p:grpSpPr>
        <p:grpSp>
          <p:nvGrpSpPr>
            <p:cNvPr id="58407" name="Group 45"/>
            <p:cNvGrpSpPr>
              <a:grpSpLocks/>
            </p:cNvGrpSpPr>
            <p:nvPr/>
          </p:nvGrpSpPr>
          <p:grpSpPr bwMode="auto">
            <a:xfrm>
              <a:off x="4423" y="2709"/>
              <a:ext cx="1076" cy="766"/>
              <a:chOff x="4423" y="2709"/>
              <a:chExt cx="1076" cy="766"/>
            </a:xfrm>
          </p:grpSpPr>
          <p:sp>
            <p:nvSpPr>
              <p:cNvPr id="58411" name="AutoShape 15"/>
              <p:cNvSpPr>
                <a:spLocks noChangeArrowheads="1"/>
              </p:cNvSpPr>
              <p:nvPr/>
            </p:nvSpPr>
            <p:spPr bwMode="auto">
              <a:xfrm flipV="1">
                <a:off x="4831" y="2709"/>
                <a:ext cx="186" cy="358"/>
              </a:xfrm>
              <a:prstGeom prst="upArrow">
                <a:avLst>
                  <a:gd name="adj1" fmla="val 50000"/>
                  <a:gd name="adj2" fmla="val 81801"/>
                </a:avLst>
              </a:prstGeom>
              <a:solidFill>
                <a:srgbClr val="33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58412" name="Text Box 17"/>
              <p:cNvSpPr txBox="1">
                <a:spLocks noChangeArrowheads="1"/>
              </p:cNvSpPr>
              <p:nvPr/>
            </p:nvSpPr>
            <p:spPr bwMode="auto">
              <a:xfrm>
                <a:off x="4423" y="3033"/>
                <a:ext cx="1076"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链路层</a:t>
                </a:r>
              </a:p>
              <a:p>
                <a:pPr eaLnBrk="1" hangingPunct="1"/>
                <a:r>
                  <a:rPr kumimoji="1" lang="zh-CN" altLang="en-US" sz="2000">
                    <a:solidFill>
                      <a:srgbClr val="333399"/>
                    </a:solidFill>
                    <a:latin typeface="Arial" pitchFamily="34" charset="0"/>
                  </a:rPr>
                  <a:t>使用硬件地址</a:t>
                </a:r>
              </a:p>
            </p:txBody>
          </p:sp>
        </p:grpSp>
        <p:grpSp>
          <p:nvGrpSpPr>
            <p:cNvPr id="58408" name="Group 47"/>
            <p:cNvGrpSpPr>
              <a:grpSpLocks/>
            </p:cNvGrpSpPr>
            <p:nvPr/>
          </p:nvGrpSpPr>
          <p:grpSpPr bwMode="auto">
            <a:xfrm>
              <a:off x="182" y="2409"/>
              <a:ext cx="802" cy="291"/>
              <a:chOff x="182" y="2409"/>
              <a:chExt cx="802" cy="291"/>
            </a:xfrm>
          </p:grpSpPr>
          <p:sp>
            <p:nvSpPr>
              <p:cNvPr id="58409" name="AutoShape 37"/>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CCECFF"/>
              </a:solidFill>
              <a:ln w="9525">
                <a:solidFill>
                  <a:schemeClr val="tx1"/>
                </a:solidFill>
                <a:miter lim="800000"/>
                <a:headEnd/>
                <a:tailEnd/>
              </a:ln>
              <a:effectLst>
                <a:outerShdw dist="35921" dir="2700000" algn="ctr" rotWithShape="0">
                  <a:schemeClr val="bg2"/>
                </a:outerShdw>
              </a:effectLst>
            </p:spPr>
            <p:txBody>
              <a:bodyPr/>
              <a:lstStyle/>
              <a:p>
                <a:pPr algn="ctr"/>
                <a:endParaRPr kumimoji="1" lang="zh-CN" altLang="zh-CN" sz="2000">
                  <a:solidFill>
                    <a:srgbClr val="333399"/>
                  </a:solidFill>
                  <a:latin typeface="Arial" pitchFamily="34" charset="0"/>
                </a:endParaRPr>
              </a:p>
            </p:txBody>
          </p:sp>
          <p:sp>
            <p:nvSpPr>
              <p:cNvPr id="58410" name="Text Box 38"/>
              <p:cNvSpPr txBox="1">
                <a:spLocks noChangeArrowheads="1"/>
              </p:cNvSpPr>
              <p:nvPr/>
            </p:nvSpPr>
            <p:spPr bwMode="auto">
              <a:xfrm>
                <a:off x="190" y="2409"/>
                <a:ext cx="75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硬件地址</a:t>
                </a:r>
              </a:p>
            </p:txBody>
          </p:sp>
        </p:grpSp>
      </p:grpSp>
      <p:grpSp>
        <p:nvGrpSpPr>
          <p:cNvPr id="218160" name="Group 48"/>
          <p:cNvGrpSpPr>
            <a:grpSpLocks/>
          </p:cNvGrpSpPr>
          <p:nvPr/>
        </p:nvGrpSpPr>
        <p:grpSpPr bwMode="auto">
          <a:xfrm>
            <a:off x="1462088" y="2887663"/>
            <a:ext cx="7142162" cy="1412875"/>
            <a:chOff x="921" y="1819"/>
            <a:chExt cx="4499" cy="890"/>
          </a:xfrm>
        </p:grpSpPr>
        <p:grpSp>
          <p:nvGrpSpPr>
            <p:cNvPr id="58401" name="Group 44"/>
            <p:cNvGrpSpPr>
              <a:grpSpLocks/>
            </p:cNvGrpSpPr>
            <p:nvPr/>
          </p:nvGrpSpPr>
          <p:grpSpPr bwMode="auto">
            <a:xfrm>
              <a:off x="4344" y="1854"/>
              <a:ext cx="1076" cy="855"/>
              <a:chOff x="4344" y="1854"/>
              <a:chExt cx="1076" cy="855"/>
            </a:xfrm>
          </p:grpSpPr>
          <p:sp>
            <p:nvSpPr>
              <p:cNvPr id="58405" name="AutoShape 14"/>
              <p:cNvSpPr>
                <a:spLocks noChangeArrowheads="1"/>
              </p:cNvSpPr>
              <p:nvPr/>
            </p:nvSpPr>
            <p:spPr bwMode="auto">
              <a:xfrm>
                <a:off x="4831" y="2352"/>
                <a:ext cx="186" cy="357"/>
              </a:xfrm>
              <a:prstGeom prst="upArrow">
                <a:avLst>
                  <a:gd name="adj1" fmla="val 50000"/>
                  <a:gd name="adj2" fmla="val 69479"/>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58406" name="Text Box 16"/>
              <p:cNvSpPr txBox="1">
                <a:spLocks noChangeArrowheads="1"/>
              </p:cNvSpPr>
              <p:nvPr/>
            </p:nvSpPr>
            <p:spPr bwMode="auto">
              <a:xfrm>
                <a:off x="4344" y="1854"/>
                <a:ext cx="1076"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网络层及以上</a:t>
                </a:r>
              </a:p>
              <a:p>
                <a:pPr eaLnBrk="1" hangingPunct="1"/>
                <a:r>
                  <a:rPr kumimoji="1" lang="zh-CN" altLang="en-US" sz="2000">
                    <a:solidFill>
                      <a:srgbClr val="333399"/>
                    </a:solidFill>
                    <a:latin typeface="Arial" pitchFamily="34" charset="0"/>
                  </a:rPr>
                  <a:t> 使用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地址</a:t>
                </a:r>
              </a:p>
            </p:txBody>
          </p:sp>
        </p:grpSp>
        <p:grpSp>
          <p:nvGrpSpPr>
            <p:cNvPr id="58402" name="Group 46"/>
            <p:cNvGrpSpPr>
              <a:grpSpLocks/>
            </p:cNvGrpSpPr>
            <p:nvPr/>
          </p:nvGrpSpPr>
          <p:grpSpPr bwMode="auto">
            <a:xfrm>
              <a:off x="921" y="1819"/>
              <a:ext cx="654" cy="261"/>
              <a:chOff x="921" y="1819"/>
              <a:chExt cx="654" cy="261"/>
            </a:xfrm>
          </p:grpSpPr>
          <p:sp>
            <p:nvSpPr>
              <p:cNvPr id="58403" name="AutoShape 40"/>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CCFF"/>
              </a:solidFill>
              <a:ln w="9525">
                <a:solidFill>
                  <a:schemeClr val="tx1"/>
                </a:solidFill>
                <a:miter lim="800000"/>
                <a:headEnd/>
                <a:tailEnd/>
              </a:ln>
              <a:effectLst>
                <a:outerShdw dist="35921" dir="2700000" algn="ctr" rotWithShape="0">
                  <a:schemeClr val="bg2"/>
                </a:outerShdw>
              </a:effectLst>
            </p:spPr>
            <p:txBody>
              <a:bodyPr/>
              <a:lstStyle/>
              <a:p>
                <a:pPr algn="ctr"/>
                <a:endParaRPr kumimoji="1" lang="zh-CN" altLang="zh-CN" sz="2000">
                  <a:solidFill>
                    <a:srgbClr val="333399"/>
                  </a:solidFill>
                  <a:latin typeface="Arial" pitchFamily="34" charset="0"/>
                </a:endParaRPr>
              </a:p>
            </p:txBody>
          </p:sp>
          <p:sp>
            <p:nvSpPr>
              <p:cNvPr id="58404" name="Text Box 41"/>
              <p:cNvSpPr txBox="1">
                <a:spLocks noChangeArrowheads="1"/>
              </p:cNvSpPr>
              <p:nvPr/>
            </p:nvSpPr>
            <p:spPr bwMode="auto">
              <a:xfrm>
                <a:off x="927" y="1819"/>
                <a:ext cx="63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地址</a:t>
                </a:r>
              </a:p>
            </p:txBody>
          </p:sp>
        </p:grpSp>
      </p:grpSp>
      <p:sp>
        <p:nvSpPr>
          <p:cNvPr id="58400" name="Rectangle 43"/>
          <p:cNvSpPr>
            <a:spLocks noChangeArrowheads="1"/>
          </p:cNvSpPr>
          <p:nvPr/>
        </p:nvSpPr>
        <p:spPr bwMode="auto">
          <a:xfrm>
            <a:off x="2424113" y="4548188"/>
            <a:ext cx="3776662" cy="433387"/>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218160"/>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4000" fill="hold" nodeType="clickEffect">
                                  <p:stCondLst>
                                    <p:cond delay="0"/>
                                  </p:stCondLst>
                                  <p:childTnLst>
                                    <p:anim calcmode="discrete" valueType="str">
                                      <p:cBhvr>
                                        <p:cTn id="10" dur="1000" fill="hold"/>
                                        <p:tgtEl>
                                          <p:spTgt spid="218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9394" name="Freeform 2"/>
          <p:cNvSpPr>
            <a:spLocks/>
          </p:cNvSpPr>
          <p:nvPr/>
        </p:nvSpPr>
        <p:spPr bwMode="auto">
          <a:xfrm>
            <a:off x="2586038" y="1239838"/>
            <a:ext cx="249237"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5" name="Freeform 3"/>
          <p:cNvSpPr>
            <a:spLocks/>
          </p:cNvSpPr>
          <p:nvPr/>
        </p:nvSpPr>
        <p:spPr bwMode="auto">
          <a:xfrm>
            <a:off x="5330825" y="1239838"/>
            <a:ext cx="169863" cy="531812"/>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6" name="Line 4"/>
          <p:cNvSpPr>
            <a:spLocks noChangeShapeType="1"/>
          </p:cNvSpPr>
          <p:nvPr/>
        </p:nvSpPr>
        <p:spPr bwMode="auto">
          <a:xfrm rot="-5400000">
            <a:off x="83566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7" name="Line 5"/>
          <p:cNvSpPr>
            <a:spLocks noChangeShapeType="1"/>
          </p:cNvSpPr>
          <p:nvPr/>
        </p:nvSpPr>
        <p:spPr bwMode="auto">
          <a:xfrm rot="-5400000">
            <a:off x="2032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8" name="Line 6"/>
          <p:cNvSpPr>
            <a:spLocks noChangeShapeType="1"/>
          </p:cNvSpPr>
          <p:nvPr/>
        </p:nvSpPr>
        <p:spPr bwMode="auto">
          <a:xfrm>
            <a:off x="233363" y="1773238"/>
            <a:ext cx="2587625"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9" name="Text Box 7"/>
          <p:cNvSpPr txBox="1">
            <a:spLocks noChangeArrowheads="1"/>
          </p:cNvSpPr>
          <p:nvPr/>
        </p:nvSpPr>
        <p:spPr bwMode="auto">
          <a:xfrm>
            <a:off x="4889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59400" name="Text Box 8"/>
          <p:cNvSpPr txBox="1">
            <a:spLocks noChangeArrowheads="1"/>
          </p:cNvSpPr>
          <p:nvPr/>
        </p:nvSpPr>
        <p:spPr bwMode="auto">
          <a:xfrm>
            <a:off x="47815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59401" name="Text Box 9"/>
          <p:cNvSpPr txBox="1">
            <a:spLocks noChangeArrowheads="1"/>
          </p:cNvSpPr>
          <p:nvPr/>
        </p:nvSpPr>
        <p:spPr bwMode="auto">
          <a:xfrm>
            <a:off x="351472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59402" name="Text Box 10"/>
          <p:cNvSpPr txBox="1">
            <a:spLocks noChangeArrowheads="1"/>
          </p:cNvSpPr>
          <p:nvPr/>
        </p:nvSpPr>
        <p:spPr bwMode="auto">
          <a:xfrm>
            <a:off x="203676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59403" name="Line 11"/>
          <p:cNvSpPr>
            <a:spLocks noChangeShapeType="1"/>
          </p:cNvSpPr>
          <p:nvPr/>
        </p:nvSpPr>
        <p:spPr bwMode="auto">
          <a:xfrm>
            <a:off x="6037263" y="1773238"/>
            <a:ext cx="29019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404" name="Text Box 12"/>
          <p:cNvSpPr txBox="1">
            <a:spLocks noChangeArrowheads="1"/>
          </p:cNvSpPr>
          <p:nvPr/>
        </p:nvSpPr>
        <p:spPr bwMode="auto">
          <a:xfrm>
            <a:off x="625951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59405" name="Text Box 13"/>
          <p:cNvSpPr txBox="1">
            <a:spLocks noChangeArrowheads="1"/>
          </p:cNvSpPr>
          <p:nvPr/>
        </p:nvSpPr>
        <p:spPr bwMode="auto">
          <a:xfrm>
            <a:off x="76200" y="182563"/>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59406" name="Text Box 14"/>
          <p:cNvSpPr txBox="1">
            <a:spLocks noChangeArrowheads="1"/>
          </p:cNvSpPr>
          <p:nvPr/>
        </p:nvSpPr>
        <p:spPr bwMode="auto">
          <a:xfrm>
            <a:off x="8154988" y="157163"/>
            <a:ext cx="9540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59407" name="Line 15"/>
          <p:cNvSpPr>
            <a:spLocks noChangeShapeType="1"/>
          </p:cNvSpPr>
          <p:nvPr/>
        </p:nvSpPr>
        <p:spPr bwMode="auto">
          <a:xfrm>
            <a:off x="3292475" y="1773238"/>
            <a:ext cx="22733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408" name="Freeform 16"/>
          <p:cNvSpPr>
            <a:spLocks/>
          </p:cNvSpPr>
          <p:nvPr/>
        </p:nvSpPr>
        <p:spPr bwMode="auto">
          <a:xfrm flipH="1">
            <a:off x="6037263" y="1239838"/>
            <a:ext cx="234950"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409" name="Freeform 17"/>
          <p:cNvSpPr>
            <a:spLocks/>
          </p:cNvSpPr>
          <p:nvPr/>
        </p:nvSpPr>
        <p:spPr bwMode="auto">
          <a:xfrm flipH="1">
            <a:off x="3355975" y="1239838"/>
            <a:ext cx="171450" cy="534987"/>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410" name="Text Box 18"/>
          <p:cNvSpPr txBox="1">
            <a:spLocks noChangeArrowheads="1"/>
          </p:cNvSpPr>
          <p:nvPr/>
        </p:nvSpPr>
        <p:spPr bwMode="auto">
          <a:xfrm>
            <a:off x="2555875" y="679450"/>
            <a:ext cx="11826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pic>
        <p:nvPicPr>
          <p:cNvPr id="59411" name="Picture 19"/>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838" y="496888"/>
            <a:ext cx="855662"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12" name="Picture 2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8613" y="985838"/>
            <a:ext cx="771525"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413" name="Picture 2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62925" y="477838"/>
            <a:ext cx="854075"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14" name="Picture 2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78113" y="963613"/>
            <a:ext cx="769937"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9415" name="AutoShape 23"/>
          <p:cNvSpPr>
            <a:spLocks noChangeArrowheads="1"/>
          </p:cNvSpPr>
          <p:nvPr/>
        </p:nvSpPr>
        <p:spPr bwMode="auto">
          <a:xfrm flipV="1">
            <a:off x="1443038" y="608013"/>
            <a:ext cx="1022350" cy="327025"/>
          </a:xfrm>
          <a:prstGeom prst="wedgeRoundRectCallout">
            <a:avLst>
              <a:gd name="adj1" fmla="val -98759"/>
              <a:gd name="adj2" fmla="val -194176"/>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59416" name="Text Box 24"/>
          <p:cNvSpPr txBox="1">
            <a:spLocks noChangeArrowheads="1"/>
          </p:cNvSpPr>
          <p:nvPr/>
        </p:nvSpPr>
        <p:spPr bwMode="auto">
          <a:xfrm>
            <a:off x="1403350" y="554038"/>
            <a:ext cx="1098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硬件地址</a:t>
            </a:r>
          </a:p>
        </p:txBody>
      </p:sp>
      <p:sp>
        <p:nvSpPr>
          <p:cNvPr id="59417" name="Text Box 25"/>
          <p:cNvSpPr txBox="1">
            <a:spLocks noChangeArrowheads="1"/>
          </p:cNvSpPr>
          <p:nvPr/>
        </p:nvSpPr>
        <p:spPr bwMode="auto">
          <a:xfrm>
            <a:off x="5237163" y="685800"/>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59418" name="Text Box 26"/>
          <p:cNvSpPr txBox="1">
            <a:spLocks noChangeArrowheads="1"/>
          </p:cNvSpPr>
          <p:nvPr/>
        </p:nvSpPr>
        <p:spPr bwMode="auto">
          <a:xfrm>
            <a:off x="805497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59419" name="Text Box 27"/>
          <p:cNvSpPr txBox="1">
            <a:spLocks noChangeArrowheads="1"/>
          </p:cNvSpPr>
          <p:nvPr/>
        </p:nvSpPr>
        <p:spPr bwMode="auto">
          <a:xfrm>
            <a:off x="280988" y="5603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59420" name="Text Box 28"/>
          <p:cNvSpPr txBox="1">
            <a:spLocks noChangeArrowheads="1"/>
          </p:cNvSpPr>
          <p:nvPr/>
        </p:nvSpPr>
        <p:spPr bwMode="auto">
          <a:xfrm>
            <a:off x="8364538" y="544513"/>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59421" name="Text Box 29"/>
          <p:cNvSpPr txBox="1">
            <a:spLocks noChangeArrowheads="1"/>
          </p:cNvSpPr>
          <p:nvPr/>
        </p:nvSpPr>
        <p:spPr bwMode="auto">
          <a:xfrm>
            <a:off x="1219200"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59422" name="Text Box 30"/>
          <p:cNvSpPr txBox="1">
            <a:spLocks noChangeArrowheads="1"/>
          </p:cNvSpPr>
          <p:nvPr/>
        </p:nvSpPr>
        <p:spPr bwMode="auto">
          <a:xfrm>
            <a:off x="4043363"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59423" name="Text Box 31"/>
          <p:cNvSpPr txBox="1">
            <a:spLocks noChangeArrowheads="1"/>
          </p:cNvSpPr>
          <p:nvPr/>
        </p:nvSpPr>
        <p:spPr bwMode="auto">
          <a:xfrm>
            <a:off x="7056438"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453740" name="Text Box 108"/>
          <p:cNvSpPr txBox="1">
            <a:spLocks noChangeArrowheads="1"/>
          </p:cNvSpPr>
          <p:nvPr/>
        </p:nvSpPr>
        <p:spPr bwMode="auto">
          <a:xfrm>
            <a:off x="1130300" y="2290763"/>
            <a:ext cx="6359525" cy="1212850"/>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30000"/>
              </a:lnSpc>
            </a:pPr>
            <a:r>
              <a:rPr lang="zh-CN" altLang="en-US">
                <a:solidFill>
                  <a:srgbClr val="333399"/>
                </a:solidFill>
                <a:latin typeface="Arial" pitchFamily="34" charset="0"/>
              </a:rPr>
              <a:t>通信的路径</a:t>
            </a:r>
          </a:p>
          <a:p>
            <a:pPr algn="ctr" eaLnBrk="1" hangingPunct="1">
              <a:lnSpc>
                <a:spcPct val="130000"/>
              </a:lnSpc>
              <a:spcAft>
                <a:spcPct val="30000"/>
              </a:spcAft>
            </a:pPr>
            <a:r>
              <a:rPr lang="en-US" altLang="zh-CN">
                <a:solidFill>
                  <a:srgbClr val="333399"/>
                </a:solidFill>
                <a:latin typeface="Arial" pitchFamily="34" charset="0"/>
              </a:rPr>
              <a:t>H</a:t>
            </a:r>
            <a:r>
              <a:rPr lang="en-US" altLang="zh-CN" baseline="-25000">
                <a:solidFill>
                  <a:srgbClr val="333399"/>
                </a:solidFill>
                <a:latin typeface="Arial" pitchFamily="34" charset="0"/>
              </a:rPr>
              <a:t>1</a:t>
            </a:r>
            <a:r>
              <a:rPr lang="en-US" altLang="zh-CN">
                <a:solidFill>
                  <a:srgbClr val="333399"/>
                </a:solidFill>
                <a:latin typeface="Arial" pitchFamily="34" charset="0"/>
              </a:rPr>
              <a:t>→</a:t>
            </a:r>
            <a:r>
              <a:rPr lang="zh-CN" altLang="en-US">
                <a:solidFill>
                  <a:srgbClr val="333399"/>
                </a:solidFill>
                <a:latin typeface="Arial" pitchFamily="34" charset="0"/>
              </a:rPr>
              <a:t>经过 </a:t>
            </a:r>
            <a:r>
              <a:rPr lang="en-US" altLang="zh-CN">
                <a:solidFill>
                  <a:srgbClr val="333399"/>
                </a:solidFill>
                <a:latin typeface="Arial" pitchFamily="34" charset="0"/>
              </a:rPr>
              <a:t>R</a:t>
            </a:r>
            <a:r>
              <a:rPr lang="en-US" altLang="zh-CN" baseline="-25000">
                <a:solidFill>
                  <a:srgbClr val="333399"/>
                </a:solidFill>
                <a:latin typeface="Arial" pitchFamily="34" charset="0"/>
              </a:rPr>
              <a:t>1 </a:t>
            </a:r>
            <a:r>
              <a:rPr lang="zh-CN" altLang="en-US">
                <a:solidFill>
                  <a:srgbClr val="333399"/>
                </a:solidFill>
                <a:latin typeface="Arial" pitchFamily="34" charset="0"/>
              </a:rPr>
              <a:t>转发→再经过 </a:t>
            </a:r>
            <a:r>
              <a:rPr lang="en-US" altLang="zh-CN">
                <a:solidFill>
                  <a:srgbClr val="333399"/>
                </a:solidFill>
                <a:latin typeface="Arial" pitchFamily="34" charset="0"/>
              </a:rPr>
              <a:t>R</a:t>
            </a:r>
            <a:r>
              <a:rPr lang="en-US" altLang="zh-CN" baseline="-25000">
                <a:solidFill>
                  <a:srgbClr val="333399"/>
                </a:solidFill>
                <a:latin typeface="Arial" pitchFamily="34" charset="0"/>
              </a:rPr>
              <a:t>2 </a:t>
            </a:r>
            <a:r>
              <a:rPr lang="zh-CN" altLang="en-US">
                <a:solidFill>
                  <a:srgbClr val="333399"/>
                </a:solidFill>
                <a:latin typeface="Arial" pitchFamily="34" charset="0"/>
              </a:rPr>
              <a:t>转发→</a:t>
            </a:r>
            <a:r>
              <a:rPr lang="en-US" altLang="zh-CN">
                <a:solidFill>
                  <a:srgbClr val="333399"/>
                </a:solidFill>
                <a:latin typeface="Arial" pitchFamily="34" charset="0"/>
              </a:rPr>
              <a:t>H</a:t>
            </a:r>
            <a:r>
              <a:rPr lang="en-US" altLang="zh-CN" baseline="-25000">
                <a:solidFill>
                  <a:srgbClr val="333399"/>
                </a:solidFill>
                <a:latin typeface="Arial" pitchFamily="34" charset="0"/>
              </a:rPr>
              <a:t>2</a:t>
            </a:r>
            <a:endParaRPr lang="en-US" altLang="zh-CN">
              <a:solidFill>
                <a:srgbClr val="333399"/>
              </a:solidFill>
              <a:latin typeface="Arial" pitchFamily="34" charset="0"/>
            </a:endParaRPr>
          </a:p>
        </p:txBody>
      </p:sp>
      <p:sp>
        <p:nvSpPr>
          <p:cNvPr id="453741" name="Arc 109"/>
          <p:cNvSpPr>
            <a:spLocks/>
          </p:cNvSpPr>
          <p:nvPr/>
        </p:nvSpPr>
        <p:spPr bwMode="auto">
          <a:xfrm rot="2655715" flipV="1">
            <a:off x="930275" y="293688"/>
            <a:ext cx="1584325" cy="1728787"/>
          </a:xfrm>
          <a:custGeom>
            <a:avLst/>
            <a:gdLst>
              <a:gd name="T0" fmla="*/ 0 w 27804"/>
              <a:gd name="T1" fmla="*/ 2147483647 h 26910"/>
              <a:gd name="T2" fmla="*/ 2147483647 w 27804"/>
              <a:gd name="T3" fmla="*/ 2147483647 h 26910"/>
              <a:gd name="T4" fmla="*/ 2147483647 w 27804"/>
              <a:gd name="T5" fmla="*/ 2147483647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3742" name="Arc 110"/>
          <p:cNvSpPr>
            <a:spLocks/>
          </p:cNvSpPr>
          <p:nvPr/>
        </p:nvSpPr>
        <p:spPr bwMode="auto">
          <a:xfrm rot="2655715" flipV="1">
            <a:off x="3708400" y="260350"/>
            <a:ext cx="1584325" cy="1728788"/>
          </a:xfrm>
          <a:custGeom>
            <a:avLst/>
            <a:gdLst>
              <a:gd name="T0" fmla="*/ 0 w 27804"/>
              <a:gd name="T1" fmla="*/ 2147483647 h 26910"/>
              <a:gd name="T2" fmla="*/ 2147483647 w 27804"/>
              <a:gd name="T3" fmla="*/ 2147483647 h 26910"/>
              <a:gd name="T4" fmla="*/ 2147483647 w 27804"/>
              <a:gd name="T5" fmla="*/ 2147483647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3743" name="Arc 111"/>
          <p:cNvSpPr>
            <a:spLocks/>
          </p:cNvSpPr>
          <p:nvPr/>
        </p:nvSpPr>
        <p:spPr bwMode="auto">
          <a:xfrm rot="2655715" flipV="1">
            <a:off x="6486525" y="227013"/>
            <a:ext cx="1584325" cy="1728787"/>
          </a:xfrm>
          <a:custGeom>
            <a:avLst/>
            <a:gdLst>
              <a:gd name="T0" fmla="*/ 0 w 27804"/>
              <a:gd name="T1" fmla="*/ 2147483647 h 26910"/>
              <a:gd name="T2" fmla="*/ 2147483647 w 27804"/>
              <a:gd name="T3" fmla="*/ 2147483647 h 26910"/>
              <a:gd name="T4" fmla="*/ 2147483647 w 27804"/>
              <a:gd name="T5" fmla="*/ 2147483647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3744" name="Text Box 112"/>
          <p:cNvSpPr txBox="1">
            <a:spLocks noChangeArrowheads="1"/>
          </p:cNvSpPr>
          <p:nvPr/>
        </p:nvSpPr>
        <p:spPr bwMode="auto">
          <a:xfrm>
            <a:off x="2051050" y="0"/>
            <a:ext cx="1971675" cy="65722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30000"/>
              </a:lnSpc>
            </a:pPr>
            <a:r>
              <a:rPr lang="zh-CN" altLang="en-US">
                <a:solidFill>
                  <a:srgbClr val="333399"/>
                </a:solidFill>
                <a:latin typeface="Arial" pitchFamily="34" charset="0"/>
              </a:rPr>
              <a:t>查找路由表</a:t>
            </a:r>
          </a:p>
        </p:txBody>
      </p:sp>
      <p:sp>
        <p:nvSpPr>
          <p:cNvPr id="453745" name="Text Box 113"/>
          <p:cNvSpPr txBox="1">
            <a:spLocks noChangeArrowheads="1"/>
          </p:cNvSpPr>
          <p:nvPr/>
        </p:nvSpPr>
        <p:spPr bwMode="auto">
          <a:xfrm>
            <a:off x="4716463" y="44450"/>
            <a:ext cx="1971675" cy="65722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30000"/>
              </a:lnSpc>
            </a:pPr>
            <a:r>
              <a:rPr lang="zh-CN" altLang="en-US">
                <a:solidFill>
                  <a:srgbClr val="333399"/>
                </a:solidFill>
                <a:latin typeface="Arial" pitchFamily="34" charset="0"/>
              </a:rPr>
              <a:t>查找路由表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374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453741"/>
                                        </p:tgtEl>
                                        <p:attrNameLst>
                                          <p:attrName>style.visibility</p:attrName>
                                        </p:attrNameLst>
                                      </p:cBhvr>
                                      <p:to>
                                        <p:strVal val="visible"/>
                                      </p:to>
                                    </p:set>
                                    <p:animEffect transition="in" filter="wipe(left)">
                                      <p:cBhvr>
                                        <p:cTn id="10" dur="1000"/>
                                        <p:tgtEl>
                                          <p:spTgt spid="453741"/>
                                        </p:tgtEl>
                                      </p:cBhvr>
                                    </p:animEffect>
                                  </p:childTnLst>
                                </p:cTn>
                              </p:par>
                            </p:childTnLst>
                          </p:cTn>
                        </p:par>
                        <p:par>
                          <p:cTn id="11" fill="hold" nodeType="afterGroup">
                            <p:stCondLst>
                              <p:cond delay="4000"/>
                            </p:stCondLst>
                            <p:childTnLst>
                              <p:par>
                                <p:cTn id="12" presetID="1" presetClass="exit" presetSubtype="0" fill="hold" grpId="1" nodeType="afterEffect">
                                  <p:stCondLst>
                                    <p:cond delay="500"/>
                                  </p:stCondLst>
                                  <p:childTnLst>
                                    <p:set>
                                      <p:cBhvr>
                                        <p:cTn id="13" dur="1" fill="hold">
                                          <p:stCondLst>
                                            <p:cond delay="0"/>
                                          </p:stCondLst>
                                        </p:cTn>
                                        <p:tgtEl>
                                          <p:spTgt spid="453741"/>
                                        </p:tgtEl>
                                        <p:attrNameLst>
                                          <p:attrName>style.visibility</p:attrName>
                                        </p:attrNameLst>
                                      </p:cBhvr>
                                      <p:to>
                                        <p:strVal val="hidden"/>
                                      </p:to>
                                    </p:set>
                                  </p:childTnLst>
                                </p:cTn>
                              </p:par>
                            </p:childTnLst>
                          </p:cTn>
                        </p:par>
                        <p:par>
                          <p:cTn id="14" fill="hold" nodeType="afterGroup">
                            <p:stCondLst>
                              <p:cond delay="4500"/>
                            </p:stCondLst>
                            <p:childTnLst>
                              <p:par>
                                <p:cTn id="15" presetID="1" presetClass="entr" presetSubtype="0" fill="hold" grpId="0" nodeType="afterEffect">
                                  <p:stCondLst>
                                    <p:cond delay="500"/>
                                  </p:stCondLst>
                                  <p:childTnLst>
                                    <p:set>
                                      <p:cBhvr>
                                        <p:cTn id="16" dur="1" fill="hold">
                                          <p:stCondLst>
                                            <p:cond delay="0"/>
                                          </p:stCondLst>
                                        </p:cTn>
                                        <p:tgtEl>
                                          <p:spTgt spid="453744"/>
                                        </p:tgtEl>
                                        <p:attrNameLst>
                                          <p:attrName>style.visibility</p:attrName>
                                        </p:attrNameLst>
                                      </p:cBhvr>
                                      <p:to>
                                        <p:strVal val="visible"/>
                                      </p:to>
                                    </p:set>
                                  </p:childTnLst>
                                </p:cTn>
                              </p:par>
                            </p:childTnLst>
                          </p:cTn>
                        </p:par>
                        <p:par>
                          <p:cTn id="17" fill="hold" nodeType="afterGroup">
                            <p:stCondLst>
                              <p:cond delay="5000"/>
                            </p:stCondLst>
                            <p:childTnLst>
                              <p:par>
                                <p:cTn id="18" presetID="1" presetClass="exit" presetSubtype="0" fill="hold" grpId="1" nodeType="afterEffect">
                                  <p:stCondLst>
                                    <p:cond delay="1000"/>
                                  </p:stCondLst>
                                  <p:childTnLst>
                                    <p:set>
                                      <p:cBhvr>
                                        <p:cTn id="19" dur="1" fill="hold">
                                          <p:stCondLst>
                                            <p:cond delay="0"/>
                                          </p:stCondLst>
                                        </p:cTn>
                                        <p:tgtEl>
                                          <p:spTgt spid="453744"/>
                                        </p:tgtEl>
                                        <p:attrNameLst>
                                          <p:attrName>style.visibility</p:attrName>
                                        </p:attrNameLst>
                                      </p:cBhvr>
                                      <p:to>
                                        <p:strVal val="hidden"/>
                                      </p:to>
                                    </p:set>
                                  </p:childTnLst>
                                </p:cTn>
                              </p:par>
                            </p:childTnLst>
                          </p:cTn>
                        </p:par>
                        <p:par>
                          <p:cTn id="20" fill="hold" nodeType="afterGroup">
                            <p:stCondLst>
                              <p:cond delay="6000"/>
                            </p:stCondLst>
                            <p:childTnLst>
                              <p:par>
                                <p:cTn id="21" presetID="22" presetClass="entr" presetSubtype="8" fill="hold" grpId="0" nodeType="afterEffect">
                                  <p:stCondLst>
                                    <p:cond delay="0"/>
                                  </p:stCondLst>
                                  <p:childTnLst>
                                    <p:set>
                                      <p:cBhvr>
                                        <p:cTn id="22" dur="1" fill="hold">
                                          <p:stCondLst>
                                            <p:cond delay="0"/>
                                          </p:stCondLst>
                                        </p:cTn>
                                        <p:tgtEl>
                                          <p:spTgt spid="453742"/>
                                        </p:tgtEl>
                                        <p:attrNameLst>
                                          <p:attrName>style.visibility</p:attrName>
                                        </p:attrNameLst>
                                      </p:cBhvr>
                                      <p:to>
                                        <p:strVal val="visible"/>
                                      </p:to>
                                    </p:set>
                                    <p:animEffect transition="in" filter="wipe(left)">
                                      <p:cBhvr>
                                        <p:cTn id="23" dur="1000"/>
                                        <p:tgtEl>
                                          <p:spTgt spid="453742"/>
                                        </p:tgtEl>
                                      </p:cBhvr>
                                    </p:animEffect>
                                  </p:childTnLst>
                                </p:cTn>
                              </p:par>
                            </p:childTnLst>
                          </p:cTn>
                        </p:par>
                        <p:par>
                          <p:cTn id="24" fill="hold" nodeType="afterGroup">
                            <p:stCondLst>
                              <p:cond delay="7000"/>
                            </p:stCondLst>
                            <p:childTnLst>
                              <p:par>
                                <p:cTn id="25" presetID="1" presetClass="exit" presetSubtype="0" fill="hold" grpId="1" nodeType="afterEffect">
                                  <p:stCondLst>
                                    <p:cond delay="500"/>
                                  </p:stCondLst>
                                  <p:childTnLst>
                                    <p:set>
                                      <p:cBhvr>
                                        <p:cTn id="26" dur="1" fill="hold">
                                          <p:stCondLst>
                                            <p:cond delay="0"/>
                                          </p:stCondLst>
                                        </p:cTn>
                                        <p:tgtEl>
                                          <p:spTgt spid="453742"/>
                                        </p:tgtEl>
                                        <p:attrNameLst>
                                          <p:attrName>style.visibility</p:attrName>
                                        </p:attrNameLst>
                                      </p:cBhvr>
                                      <p:to>
                                        <p:strVal val="hidden"/>
                                      </p:to>
                                    </p:set>
                                  </p:childTnLst>
                                </p:cTn>
                              </p:par>
                            </p:childTnLst>
                          </p:cTn>
                        </p:par>
                        <p:par>
                          <p:cTn id="27" fill="hold" nodeType="afterGroup">
                            <p:stCondLst>
                              <p:cond delay="7500"/>
                            </p:stCondLst>
                            <p:childTnLst>
                              <p:par>
                                <p:cTn id="28" presetID="1" presetClass="entr" presetSubtype="0" fill="hold" grpId="0" nodeType="afterEffect">
                                  <p:stCondLst>
                                    <p:cond delay="500"/>
                                  </p:stCondLst>
                                  <p:childTnLst>
                                    <p:set>
                                      <p:cBhvr>
                                        <p:cTn id="29" dur="1" fill="hold">
                                          <p:stCondLst>
                                            <p:cond delay="0"/>
                                          </p:stCondLst>
                                        </p:cTn>
                                        <p:tgtEl>
                                          <p:spTgt spid="453745"/>
                                        </p:tgtEl>
                                        <p:attrNameLst>
                                          <p:attrName>style.visibility</p:attrName>
                                        </p:attrNameLst>
                                      </p:cBhvr>
                                      <p:to>
                                        <p:strVal val="visible"/>
                                      </p:to>
                                    </p:set>
                                  </p:childTnLst>
                                </p:cTn>
                              </p:par>
                            </p:childTnLst>
                          </p:cTn>
                        </p:par>
                        <p:par>
                          <p:cTn id="30" fill="hold" nodeType="afterGroup">
                            <p:stCondLst>
                              <p:cond delay="8000"/>
                            </p:stCondLst>
                            <p:childTnLst>
                              <p:par>
                                <p:cTn id="31" presetID="1" presetClass="exit" presetSubtype="0" fill="hold" grpId="1" nodeType="afterEffect">
                                  <p:stCondLst>
                                    <p:cond delay="1000"/>
                                  </p:stCondLst>
                                  <p:childTnLst>
                                    <p:set>
                                      <p:cBhvr>
                                        <p:cTn id="32" dur="1" fill="hold">
                                          <p:stCondLst>
                                            <p:cond delay="0"/>
                                          </p:stCondLst>
                                        </p:cTn>
                                        <p:tgtEl>
                                          <p:spTgt spid="453745"/>
                                        </p:tgtEl>
                                        <p:attrNameLst>
                                          <p:attrName>style.visibility</p:attrName>
                                        </p:attrNameLst>
                                      </p:cBhvr>
                                      <p:to>
                                        <p:strVal val="hidden"/>
                                      </p:to>
                                    </p:set>
                                  </p:childTnLst>
                                </p:cTn>
                              </p:par>
                            </p:childTnLst>
                          </p:cTn>
                        </p:par>
                        <p:par>
                          <p:cTn id="33" fill="hold" nodeType="afterGroup">
                            <p:stCondLst>
                              <p:cond delay="9000"/>
                            </p:stCondLst>
                            <p:childTnLst>
                              <p:par>
                                <p:cTn id="34" presetID="22" presetClass="entr" presetSubtype="8" fill="hold" grpId="0" nodeType="afterEffect">
                                  <p:stCondLst>
                                    <p:cond delay="0"/>
                                  </p:stCondLst>
                                  <p:childTnLst>
                                    <p:set>
                                      <p:cBhvr>
                                        <p:cTn id="35" dur="1" fill="hold">
                                          <p:stCondLst>
                                            <p:cond delay="0"/>
                                          </p:stCondLst>
                                        </p:cTn>
                                        <p:tgtEl>
                                          <p:spTgt spid="453743"/>
                                        </p:tgtEl>
                                        <p:attrNameLst>
                                          <p:attrName>style.visibility</p:attrName>
                                        </p:attrNameLst>
                                      </p:cBhvr>
                                      <p:to>
                                        <p:strVal val="visible"/>
                                      </p:to>
                                    </p:set>
                                    <p:animEffect transition="in" filter="wipe(left)">
                                      <p:cBhvr>
                                        <p:cTn id="36" dur="1000"/>
                                        <p:tgtEl>
                                          <p:spTgt spid="453743"/>
                                        </p:tgtEl>
                                      </p:cBhvr>
                                    </p:animEffect>
                                  </p:childTnLst>
                                </p:cTn>
                              </p:par>
                            </p:childTnLst>
                          </p:cTn>
                        </p:par>
                        <p:par>
                          <p:cTn id="37" fill="hold" nodeType="afterGroup">
                            <p:stCondLst>
                              <p:cond delay="10000"/>
                            </p:stCondLst>
                            <p:childTnLst>
                              <p:par>
                                <p:cTn id="38" presetID="1" presetClass="exit" presetSubtype="0" fill="hold" grpId="1" nodeType="afterEffect">
                                  <p:stCondLst>
                                    <p:cond delay="1000"/>
                                  </p:stCondLst>
                                  <p:childTnLst>
                                    <p:set>
                                      <p:cBhvr>
                                        <p:cTn id="39" dur="1" fill="hold">
                                          <p:stCondLst>
                                            <p:cond delay="0"/>
                                          </p:stCondLst>
                                        </p:cTn>
                                        <p:tgtEl>
                                          <p:spTgt spid="4537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740" grpId="0" animBg="1"/>
      <p:bldP spid="453741" grpId="0" animBg="1"/>
      <p:bldP spid="453741" grpId="1" animBg="1"/>
      <p:bldP spid="453742" grpId="0" animBg="1"/>
      <p:bldP spid="453742" grpId="1" animBg="1"/>
      <p:bldP spid="453743" grpId="0" animBg="1"/>
      <p:bldP spid="453743" grpId="1" animBg="1"/>
      <p:bldP spid="453744" grpId="0" animBg="1"/>
      <p:bldP spid="453744" grpId="1" animBg="1"/>
      <p:bldP spid="453745" grpId="0" animBg="1"/>
      <p:bldP spid="453745" grpId="1" animBg="1"/>
    </p:bldLst>
  </p:timing>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0418" name="Freeform 45"/>
          <p:cNvSpPr>
            <a:spLocks/>
          </p:cNvSpPr>
          <p:nvPr/>
        </p:nvSpPr>
        <p:spPr bwMode="auto">
          <a:xfrm>
            <a:off x="2586038" y="1239838"/>
            <a:ext cx="249237"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19" name="Freeform 46"/>
          <p:cNvSpPr>
            <a:spLocks/>
          </p:cNvSpPr>
          <p:nvPr/>
        </p:nvSpPr>
        <p:spPr bwMode="auto">
          <a:xfrm>
            <a:off x="5330825" y="1239838"/>
            <a:ext cx="169863" cy="531812"/>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20" name="Line 47"/>
          <p:cNvSpPr>
            <a:spLocks noChangeShapeType="1"/>
          </p:cNvSpPr>
          <p:nvPr/>
        </p:nvSpPr>
        <p:spPr bwMode="auto">
          <a:xfrm rot="-5400000">
            <a:off x="83566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21" name="Line 48"/>
          <p:cNvSpPr>
            <a:spLocks noChangeShapeType="1"/>
          </p:cNvSpPr>
          <p:nvPr/>
        </p:nvSpPr>
        <p:spPr bwMode="auto">
          <a:xfrm rot="-5400000">
            <a:off x="2032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22" name="Line 49"/>
          <p:cNvSpPr>
            <a:spLocks noChangeShapeType="1"/>
          </p:cNvSpPr>
          <p:nvPr/>
        </p:nvSpPr>
        <p:spPr bwMode="auto">
          <a:xfrm>
            <a:off x="233363" y="1773238"/>
            <a:ext cx="2587625"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23" name="Text Box 50"/>
          <p:cNvSpPr txBox="1">
            <a:spLocks noChangeArrowheads="1"/>
          </p:cNvSpPr>
          <p:nvPr/>
        </p:nvSpPr>
        <p:spPr bwMode="auto">
          <a:xfrm>
            <a:off x="4889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0424" name="Text Box 51"/>
          <p:cNvSpPr txBox="1">
            <a:spLocks noChangeArrowheads="1"/>
          </p:cNvSpPr>
          <p:nvPr/>
        </p:nvSpPr>
        <p:spPr bwMode="auto">
          <a:xfrm>
            <a:off x="47815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0425" name="Text Box 52"/>
          <p:cNvSpPr txBox="1">
            <a:spLocks noChangeArrowheads="1"/>
          </p:cNvSpPr>
          <p:nvPr/>
        </p:nvSpPr>
        <p:spPr bwMode="auto">
          <a:xfrm>
            <a:off x="351472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0426" name="Text Box 53"/>
          <p:cNvSpPr txBox="1">
            <a:spLocks noChangeArrowheads="1"/>
          </p:cNvSpPr>
          <p:nvPr/>
        </p:nvSpPr>
        <p:spPr bwMode="auto">
          <a:xfrm>
            <a:off x="203676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0427" name="Line 54"/>
          <p:cNvSpPr>
            <a:spLocks noChangeShapeType="1"/>
          </p:cNvSpPr>
          <p:nvPr/>
        </p:nvSpPr>
        <p:spPr bwMode="auto">
          <a:xfrm>
            <a:off x="6037263" y="1773238"/>
            <a:ext cx="29019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28" name="Text Box 55"/>
          <p:cNvSpPr txBox="1">
            <a:spLocks noChangeArrowheads="1"/>
          </p:cNvSpPr>
          <p:nvPr/>
        </p:nvSpPr>
        <p:spPr bwMode="auto">
          <a:xfrm>
            <a:off x="625951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0429" name="Text Box 56"/>
          <p:cNvSpPr txBox="1">
            <a:spLocks noChangeArrowheads="1"/>
          </p:cNvSpPr>
          <p:nvPr/>
        </p:nvSpPr>
        <p:spPr bwMode="auto">
          <a:xfrm>
            <a:off x="76200" y="182563"/>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0430" name="Text Box 57"/>
          <p:cNvSpPr txBox="1">
            <a:spLocks noChangeArrowheads="1"/>
          </p:cNvSpPr>
          <p:nvPr/>
        </p:nvSpPr>
        <p:spPr bwMode="auto">
          <a:xfrm>
            <a:off x="8154988" y="157163"/>
            <a:ext cx="9540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0431" name="Line 58"/>
          <p:cNvSpPr>
            <a:spLocks noChangeShapeType="1"/>
          </p:cNvSpPr>
          <p:nvPr/>
        </p:nvSpPr>
        <p:spPr bwMode="auto">
          <a:xfrm>
            <a:off x="3292475" y="1773238"/>
            <a:ext cx="22733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32" name="Freeform 59"/>
          <p:cNvSpPr>
            <a:spLocks/>
          </p:cNvSpPr>
          <p:nvPr/>
        </p:nvSpPr>
        <p:spPr bwMode="auto">
          <a:xfrm flipH="1">
            <a:off x="6037263" y="1239838"/>
            <a:ext cx="234950"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33" name="Freeform 60"/>
          <p:cNvSpPr>
            <a:spLocks/>
          </p:cNvSpPr>
          <p:nvPr/>
        </p:nvSpPr>
        <p:spPr bwMode="auto">
          <a:xfrm flipH="1">
            <a:off x="3355975" y="1239838"/>
            <a:ext cx="171450" cy="534987"/>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34" name="Text Box 61"/>
          <p:cNvSpPr txBox="1">
            <a:spLocks noChangeArrowheads="1"/>
          </p:cNvSpPr>
          <p:nvPr/>
        </p:nvSpPr>
        <p:spPr bwMode="auto">
          <a:xfrm>
            <a:off x="2555875" y="679450"/>
            <a:ext cx="11826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pic>
        <p:nvPicPr>
          <p:cNvPr id="60435" name="Picture 6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838" y="496888"/>
            <a:ext cx="855662"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436" name="Picture 6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8613" y="985838"/>
            <a:ext cx="771525"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37" name="Picture 6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62925" y="477838"/>
            <a:ext cx="854075"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438" name="Picture 6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78113" y="963613"/>
            <a:ext cx="769937"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439" name="AutoShape 66"/>
          <p:cNvSpPr>
            <a:spLocks noChangeArrowheads="1"/>
          </p:cNvSpPr>
          <p:nvPr/>
        </p:nvSpPr>
        <p:spPr bwMode="auto">
          <a:xfrm flipV="1">
            <a:off x="1443038" y="608013"/>
            <a:ext cx="1022350" cy="327025"/>
          </a:xfrm>
          <a:prstGeom prst="wedgeRoundRectCallout">
            <a:avLst>
              <a:gd name="adj1" fmla="val -98759"/>
              <a:gd name="adj2" fmla="val -194176"/>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0440" name="Text Box 67"/>
          <p:cNvSpPr txBox="1">
            <a:spLocks noChangeArrowheads="1"/>
          </p:cNvSpPr>
          <p:nvPr/>
        </p:nvSpPr>
        <p:spPr bwMode="auto">
          <a:xfrm>
            <a:off x="1403350" y="554038"/>
            <a:ext cx="1098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硬件地址</a:t>
            </a:r>
          </a:p>
        </p:txBody>
      </p:sp>
      <p:sp>
        <p:nvSpPr>
          <p:cNvPr id="60441" name="Text Box 68"/>
          <p:cNvSpPr txBox="1">
            <a:spLocks noChangeArrowheads="1"/>
          </p:cNvSpPr>
          <p:nvPr/>
        </p:nvSpPr>
        <p:spPr bwMode="auto">
          <a:xfrm>
            <a:off x="5237163" y="685800"/>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60442" name="Text Box 70"/>
          <p:cNvSpPr txBox="1">
            <a:spLocks noChangeArrowheads="1"/>
          </p:cNvSpPr>
          <p:nvPr/>
        </p:nvSpPr>
        <p:spPr bwMode="auto">
          <a:xfrm>
            <a:off x="805497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0443" name="Text Box 71"/>
          <p:cNvSpPr txBox="1">
            <a:spLocks noChangeArrowheads="1"/>
          </p:cNvSpPr>
          <p:nvPr/>
        </p:nvSpPr>
        <p:spPr bwMode="auto">
          <a:xfrm>
            <a:off x="280988" y="5603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0444" name="Text Box 72"/>
          <p:cNvSpPr txBox="1">
            <a:spLocks noChangeArrowheads="1"/>
          </p:cNvSpPr>
          <p:nvPr/>
        </p:nvSpPr>
        <p:spPr bwMode="auto">
          <a:xfrm>
            <a:off x="8364538" y="544513"/>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0445" name="Text Box 73"/>
          <p:cNvSpPr txBox="1">
            <a:spLocks noChangeArrowheads="1"/>
          </p:cNvSpPr>
          <p:nvPr/>
        </p:nvSpPr>
        <p:spPr bwMode="auto">
          <a:xfrm>
            <a:off x="1219200"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0446" name="Text Box 74"/>
          <p:cNvSpPr txBox="1">
            <a:spLocks noChangeArrowheads="1"/>
          </p:cNvSpPr>
          <p:nvPr/>
        </p:nvSpPr>
        <p:spPr bwMode="auto">
          <a:xfrm>
            <a:off x="4043363"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0447" name="Text Box 75"/>
          <p:cNvSpPr txBox="1">
            <a:spLocks noChangeArrowheads="1"/>
          </p:cNvSpPr>
          <p:nvPr/>
        </p:nvSpPr>
        <p:spPr bwMode="auto">
          <a:xfrm>
            <a:off x="7056438"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0448" name="Freeform 77"/>
          <p:cNvSpPr>
            <a:spLocks/>
          </p:cNvSpPr>
          <p:nvPr/>
        </p:nvSpPr>
        <p:spPr bwMode="auto">
          <a:xfrm>
            <a:off x="2362200" y="5160963"/>
            <a:ext cx="395288"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49" name="Freeform 78"/>
          <p:cNvSpPr>
            <a:spLocks/>
          </p:cNvSpPr>
          <p:nvPr/>
        </p:nvSpPr>
        <p:spPr bwMode="auto">
          <a:xfrm>
            <a:off x="4951413" y="5159375"/>
            <a:ext cx="395287"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50" name="Line 79"/>
          <p:cNvSpPr>
            <a:spLocks noChangeShapeType="1"/>
          </p:cNvSpPr>
          <p:nvPr/>
        </p:nvSpPr>
        <p:spPr bwMode="auto">
          <a:xfrm rot="-5400000">
            <a:off x="8113713"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51" name="Line 80"/>
          <p:cNvSpPr>
            <a:spLocks noChangeShapeType="1"/>
          </p:cNvSpPr>
          <p:nvPr/>
        </p:nvSpPr>
        <p:spPr bwMode="auto">
          <a:xfrm rot="-5400000">
            <a:off x="192088"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52" name="AutoShape 81"/>
          <p:cNvSpPr>
            <a:spLocks noChangeArrowheads="1"/>
          </p:cNvSpPr>
          <p:nvPr/>
        </p:nvSpPr>
        <p:spPr bwMode="auto">
          <a:xfrm>
            <a:off x="2286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53" name="AutoShape 82"/>
          <p:cNvSpPr>
            <a:spLocks noChangeArrowheads="1"/>
          </p:cNvSpPr>
          <p:nvPr/>
        </p:nvSpPr>
        <p:spPr bwMode="auto">
          <a:xfrm>
            <a:off x="2667000" y="3382963"/>
            <a:ext cx="68580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54" name="AutoShape 83"/>
          <p:cNvSpPr>
            <a:spLocks noChangeArrowheads="1"/>
          </p:cNvSpPr>
          <p:nvPr/>
        </p:nvSpPr>
        <p:spPr bwMode="auto">
          <a:xfrm>
            <a:off x="81534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55" name="AutoShape 84"/>
          <p:cNvSpPr>
            <a:spLocks noChangeArrowheads="1"/>
          </p:cNvSpPr>
          <p:nvPr/>
        </p:nvSpPr>
        <p:spPr bwMode="auto">
          <a:xfrm>
            <a:off x="5332413" y="3611563"/>
            <a:ext cx="68580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0456" name="Group 85"/>
          <p:cNvGrpSpPr>
            <a:grpSpLocks/>
          </p:cNvGrpSpPr>
          <p:nvPr/>
        </p:nvGrpSpPr>
        <p:grpSpPr bwMode="auto">
          <a:xfrm>
            <a:off x="36513" y="2420938"/>
            <a:ext cx="9121775" cy="2438400"/>
            <a:chOff x="96" y="1056"/>
            <a:chExt cx="5472" cy="1536"/>
          </a:xfrm>
        </p:grpSpPr>
        <p:sp>
          <p:nvSpPr>
            <p:cNvPr id="60526" name="Oval 86"/>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a:p>
          </p:txBody>
        </p:sp>
        <p:sp>
          <p:nvSpPr>
            <p:cNvPr id="60527" name="Oval 87"/>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a:p>
          </p:txBody>
        </p:sp>
        <p:sp>
          <p:nvSpPr>
            <p:cNvPr id="60528" name="Oval 88"/>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a:p>
          </p:txBody>
        </p:sp>
        <p:sp>
          <p:nvSpPr>
            <p:cNvPr id="60529" name="Oval 89"/>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a:p>
          </p:txBody>
        </p:sp>
        <p:sp>
          <p:nvSpPr>
            <p:cNvPr id="60530" name="Oval 90"/>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a:p>
          </p:txBody>
        </p:sp>
        <p:sp>
          <p:nvSpPr>
            <p:cNvPr id="60531" name="Oval 91"/>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a:p>
          </p:txBody>
        </p:sp>
        <p:sp>
          <p:nvSpPr>
            <p:cNvPr id="60532" name="Oval 92"/>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a:p>
          </p:txBody>
        </p:sp>
        <p:sp>
          <p:nvSpPr>
            <p:cNvPr id="60533" name="Oval 93"/>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0457" name="Line 94"/>
          <p:cNvSpPr>
            <a:spLocks noChangeShapeType="1"/>
          </p:cNvSpPr>
          <p:nvPr/>
        </p:nvSpPr>
        <p:spPr bwMode="auto">
          <a:xfrm>
            <a:off x="152400" y="5440363"/>
            <a:ext cx="2590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0458" name="Group 95"/>
          <p:cNvGrpSpPr>
            <a:grpSpLocks/>
          </p:cNvGrpSpPr>
          <p:nvPr/>
        </p:nvGrpSpPr>
        <p:grpSpPr bwMode="auto">
          <a:xfrm>
            <a:off x="228600" y="2420938"/>
            <a:ext cx="685800" cy="1447800"/>
            <a:chOff x="672" y="528"/>
            <a:chExt cx="432" cy="912"/>
          </a:xfrm>
        </p:grpSpPr>
        <p:sp>
          <p:nvSpPr>
            <p:cNvPr id="60523"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524"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525"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0459" name="Text Box 99"/>
          <p:cNvSpPr txBox="1">
            <a:spLocks noChangeArrowheads="1"/>
          </p:cNvSpPr>
          <p:nvPr/>
        </p:nvSpPr>
        <p:spPr bwMode="auto">
          <a:xfrm>
            <a:off x="265113" y="34305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0460" name="Text Box 100"/>
          <p:cNvSpPr txBox="1">
            <a:spLocks noChangeArrowheads="1"/>
          </p:cNvSpPr>
          <p:nvPr/>
        </p:nvSpPr>
        <p:spPr bwMode="auto">
          <a:xfrm>
            <a:off x="215900" y="48498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0461" name="Text Box 101"/>
          <p:cNvSpPr txBox="1">
            <a:spLocks noChangeArrowheads="1"/>
          </p:cNvSpPr>
          <p:nvPr/>
        </p:nvSpPr>
        <p:spPr bwMode="auto">
          <a:xfrm>
            <a:off x="4824413" y="4811713"/>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0462" name="Text Box 102"/>
          <p:cNvSpPr txBox="1">
            <a:spLocks noChangeArrowheads="1"/>
          </p:cNvSpPr>
          <p:nvPr/>
        </p:nvSpPr>
        <p:spPr bwMode="auto">
          <a:xfrm>
            <a:off x="33274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0463" name="Text Box 103"/>
          <p:cNvSpPr txBox="1">
            <a:spLocks noChangeArrowheads="1"/>
          </p:cNvSpPr>
          <p:nvPr/>
        </p:nvSpPr>
        <p:spPr bwMode="auto">
          <a:xfrm>
            <a:off x="21336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0464" name="Line 104"/>
          <p:cNvSpPr>
            <a:spLocks noChangeShapeType="1"/>
          </p:cNvSpPr>
          <p:nvPr/>
        </p:nvSpPr>
        <p:spPr bwMode="auto">
          <a:xfrm>
            <a:off x="838200" y="3611563"/>
            <a:ext cx="19050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65" name="Line 105"/>
          <p:cNvSpPr>
            <a:spLocks noChangeShapeType="1"/>
          </p:cNvSpPr>
          <p:nvPr/>
        </p:nvSpPr>
        <p:spPr bwMode="auto">
          <a:xfrm>
            <a:off x="5943600" y="5440363"/>
            <a:ext cx="2971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66" name="Text Box 106"/>
          <p:cNvSpPr txBox="1">
            <a:spLocks noChangeArrowheads="1"/>
          </p:cNvSpPr>
          <p:nvPr/>
        </p:nvSpPr>
        <p:spPr bwMode="auto">
          <a:xfrm>
            <a:off x="6007100" y="47990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0467" name="Text Box 107"/>
          <p:cNvSpPr txBox="1">
            <a:spLocks noChangeArrowheads="1"/>
          </p:cNvSpPr>
          <p:nvPr/>
        </p:nvSpPr>
        <p:spPr bwMode="auto">
          <a:xfrm>
            <a:off x="8128000" y="4814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0468" name="Text Box 108"/>
          <p:cNvSpPr txBox="1">
            <a:spLocks noChangeArrowheads="1"/>
          </p:cNvSpPr>
          <p:nvPr/>
        </p:nvSpPr>
        <p:spPr bwMode="auto">
          <a:xfrm>
            <a:off x="6007100" y="37099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0469" name="Text Box 109"/>
          <p:cNvSpPr txBox="1">
            <a:spLocks noChangeArrowheads="1"/>
          </p:cNvSpPr>
          <p:nvPr/>
        </p:nvSpPr>
        <p:spPr bwMode="auto">
          <a:xfrm>
            <a:off x="107950" y="20605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0470" name="Text Box 110"/>
          <p:cNvSpPr txBox="1">
            <a:spLocks noChangeArrowheads="1"/>
          </p:cNvSpPr>
          <p:nvPr/>
        </p:nvSpPr>
        <p:spPr bwMode="auto">
          <a:xfrm>
            <a:off x="8032750" y="20351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0471" name="AutoShape 111"/>
          <p:cNvSpPr>
            <a:spLocks noChangeArrowheads="1"/>
          </p:cNvSpPr>
          <p:nvPr/>
        </p:nvSpPr>
        <p:spPr bwMode="auto">
          <a:xfrm>
            <a:off x="2667000" y="3259138"/>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72" name="Text Box 112"/>
          <p:cNvSpPr txBox="1">
            <a:spLocks noChangeArrowheads="1"/>
          </p:cNvSpPr>
          <p:nvPr/>
        </p:nvSpPr>
        <p:spPr bwMode="auto">
          <a:xfrm>
            <a:off x="2616200" y="2887663"/>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0473" name="Text Box 113"/>
          <p:cNvSpPr txBox="1">
            <a:spLocks noChangeArrowheads="1"/>
          </p:cNvSpPr>
          <p:nvPr/>
        </p:nvSpPr>
        <p:spPr bwMode="auto">
          <a:xfrm>
            <a:off x="4140200" y="4186238"/>
            <a:ext cx="2393950" cy="4667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IP </a:t>
            </a:r>
            <a:r>
              <a:rPr kumimoji="1" lang="zh-CN" altLang="en-US" sz="2400">
                <a:solidFill>
                  <a:srgbClr val="333399"/>
                </a:solidFill>
                <a:latin typeface="Arial" pitchFamily="34" charset="0"/>
              </a:rPr>
              <a:t>层上的互联网</a:t>
            </a:r>
          </a:p>
        </p:txBody>
      </p:sp>
      <p:sp>
        <p:nvSpPr>
          <p:cNvPr id="60474" name="Text Box 114"/>
          <p:cNvSpPr txBox="1">
            <a:spLocks noChangeArrowheads="1"/>
          </p:cNvSpPr>
          <p:nvPr/>
        </p:nvSpPr>
        <p:spPr bwMode="auto">
          <a:xfrm>
            <a:off x="990600" y="594836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nvGrpSpPr>
          <p:cNvPr id="60475" name="Group 115"/>
          <p:cNvGrpSpPr>
            <a:grpSpLocks/>
          </p:cNvGrpSpPr>
          <p:nvPr/>
        </p:nvGrpSpPr>
        <p:grpSpPr bwMode="auto">
          <a:xfrm>
            <a:off x="8153400" y="2420938"/>
            <a:ext cx="685800" cy="1447800"/>
            <a:chOff x="672" y="528"/>
            <a:chExt cx="432" cy="912"/>
          </a:xfrm>
        </p:grpSpPr>
        <p:sp>
          <p:nvSpPr>
            <p:cNvPr id="60520"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521"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522"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0476" name="Text Box 119"/>
          <p:cNvSpPr txBox="1">
            <a:spLocks noChangeArrowheads="1"/>
          </p:cNvSpPr>
          <p:nvPr/>
        </p:nvSpPr>
        <p:spPr bwMode="auto">
          <a:xfrm>
            <a:off x="8202613" y="3435350"/>
            <a:ext cx="4841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0477" name="Text Box 120"/>
          <p:cNvSpPr txBox="1">
            <a:spLocks noChangeArrowheads="1"/>
          </p:cNvSpPr>
          <p:nvPr/>
        </p:nvSpPr>
        <p:spPr bwMode="auto">
          <a:xfrm>
            <a:off x="332105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0478" name="Text Box 121"/>
          <p:cNvSpPr txBox="1">
            <a:spLocks noChangeArrowheads="1"/>
          </p:cNvSpPr>
          <p:nvPr/>
        </p:nvSpPr>
        <p:spPr bwMode="auto">
          <a:xfrm>
            <a:off x="2286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0479" name="Line 122"/>
          <p:cNvSpPr>
            <a:spLocks noChangeShapeType="1"/>
          </p:cNvSpPr>
          <p:nvPr/>
        </p:nvSpPr>
        <p:spPr bwMode="auto">
          <a:xfrm>
            <a:off x="3276600" y="3611563"/>
            <a:ext cx="20574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80" name="AutoShape 123"/>
          <p:cNvSpPr>
            <a:spLocks noChangeArrowheads="1"/>
          </p:cNvSpPr>
          <p:nvPr/>
        </p:nvSpPr>
        <p:spPr bwMode="auto">
          <a:xfrm>
            <a:off x="5332413" y="3230563"/>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81" name="Line 124"/>
          <p:cNvSpPr>
            <a:spLocks noChangeShapeType="1"/>
          </p:cNvSpPr>
          <p:nvPr/>
        </p:nvSpPr>
        <p:spPr bwMode="auto">
          <a:xfrm>
            <a:off x="5943600" y="3611563"/>
            <a:ext cx="22098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82" name="Text Box 125"/>
          <p:cNvSpPr txBox="1">
            <a:spLocks noChangeArrowheads="1"/>
          </p:cNvSpPr>
          <p:nvPr/>
        </p:nvSpPr>
        <p:spPr bwMode="auto">
          <a:xfrm>
            <a:off x="4953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0483" name="Line 126"/>
          <p:cNvSpPr>
            <a:spLocks noChangeShapeType="1"/>
          </p:cNvSpPr>
          <p:nvPr/>
        </p:nvSpPr>
        <p:spPr bwMode="auto">
          <a:xfrm>
            <a:off x="3352800" y="5440363"/>
            <a:ext cx="19050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84" name="Freeform 127"/>
          <p:cNvSpPr>
            <a:spLocks/>
          </p:cNvSpPr>
          <p:nvPr/>
        </p:nvSpPr>
        <p:spPr bwMode="auto">
          <a:xfrm flipH="1">
            <a:off x="5921375" y="5156200"/>
            <a:ext cx="341313" cy="284163"/>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85" name="Freeform 128"/>
          <p:cNvSpPr>
            <a:spLocks/>
          </p:cNvSpPr>
          <p:nvPr/>
        </p:nvSpPr>
        <p:spPr bwMode="auto">
          <a:xfrm flipH="1">
            <a:off x="3233738" y="5162550"/>
            <a:ext cx="423862"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486" name="Text Box 129"/>
          <p:cNvSpPr txBox="1">
            <a:spLocks noChangeArrowheads="1"/>
          </p:cNvSpPr>
          <p:nvPr/>
        </p:nvSpPr>
        <p:spPr bwMode="auto">
          <a:xfrm>
            <a:off x="5218113" y="2862263"/>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grpSp>
        <p:nvGrpSpPr>
          <p:cNvPr id="60487" name="Group 130"/>
          <p:cNvGrpSpPr>
            <a:grpSpLocks/>
          </p:cNvGrpSpPr>
          <p:nvPr/>
        </p:nvGrpSpPr>
        <p:grpSpPr bwMode="auto">
          <a:xfrm>
            <a:off x="1143000" y="3154363"/>
            <a:ext cx="1447800" cy="381000"/>
            <a:chOff x="1632" y="2688"/>
            <a:chExt cx="912" cy="240"/>
          </a:xfrm>
        </p:grpSpPr>
        <p:sp>
          <p:nvSpPr>
            <p:cNvPr id="60518" name="Rectangle 131"/>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  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0519" name="AutoShape 132"/>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0488" name="Group 133"/>
          <p:cNvGrpSpPr>
            <a:grpSpLocks/>
          </p:cNvGrpSpPr>
          <p:nvPr/>
        </p:nvGrpSpPr>
        <p:grpSpPr bwMode="auto">
          <a:xfrm>
            <a:off x="3733800" y="3154363"/>
            <a:ext cx="1447800" cy="381000"/>
            <a:chOff x="1632" y="2688"/>
            <a:chExt cx="912" cy="240"/>
          </a:xfrm>
        </p:grpSpPr>
        <p:sp>
          <p:nvSpPr>
            <p:cNvPr id="60516" name="Rectangle 134"/>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0517" name="AutoShape 135"/>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0489" name="Group 136"/>
          <p:cNvGrpSpPr>
            <a:grpSpLocks/>
          </p:cNvGrpSpPr>
          <p:nvPr/>
        </p:nvGrpSpPr>
        <p:grpSpPr bwMode="auto">
          <a:xfrm>
            <a:off x="6477000" y="3154363"/>
            <a:ext cx="1447800" cy="381000"/>
            <a:chOff x="1632" y="2688"/>
            <a:chExt cx="912" cy="240"/>
          </a:xfrm>
        </p:grpSpPr>
        <p:sp>
          <p:nvSpPr>
            <p:cNvPr id="60514" name="Rectangle 137"/>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0515" name="AutoShape 138"/>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0490" name="Group 139"/>
          <p:cNvGrpSpPr>
            <a:grpSpLocks/>
          </p:cNvGrpSpPr>
          <p:nvPr/>
        </p:nvGrpSpPr>
        <p:grpSpPr bwMode="auto">
          <a:xfrm>
            <a:off x="609600" y="5592763"/>
            <a:ext cx="1981200" cy="381000"/>
            <a:chOff x="480" y="3120"/>
            <a:chExt cx="1248" cy="240"/>
          </a:xfrm>
        </p:grpSpPr>
        <p:sp>
          <p:nvSpPr>
            <p:cNvPr id="60512"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p>
          </p:txBody>
        </p:sp>
        <p:sp>
          <p:nvSpPr>
            <p:cNvPr id="60513"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0491" name="Group 142"/>
          <p:cNvGrpSpPr>
            <a:grpSpLocks/>
          </p:cNvGrpSpPr>
          <p:nvPr/>
        </p:nvGrpSpPr>
        <p:grpSpPr bwMode="auto">
          <a:xfrm>
            <a:off x="3505200" y="5592763"/>
            <a:ext cx="1981200" cy="381000"/>
            <a:chOff x="480" y="3120"/>
            <a:chExt cx="1248" cy="240"/>
          </a:xfrm>
        </p:grpSpPr>
        <p:sp>
          <p:nvSpPr>
            <p:cNvPr id="60510"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p>
          </p:txBody>
        </p:sp>
        <p:sp>
          <p:nvSpPr>
            <p:cNvPr id="60511"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0492" name="Group 145"/>
          <p:cNvGrpSpPr>
            <a:grpSpLocks/>
          </p:cNvGrpSpPr>
          <p:nvPr/>
        </p:nvGrpSpPr>
        <p:grpSpPr bwMode="auto">
          <a:xfrm>
            <a:off x="6400800" y="5592763"/>
            <a:ext cx="1981200" cy="381000"/>
            <a:chOff x="480" y="3120"/>
            <a:chExt cx="1248" cy="240"/>
          </a:xfrm>
        </p:grpSpPr>
        <p:sp>
          <p:nvSpPr>
            <p:cNvPr id="60508"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p>
          </p:txBody>
        </p:sp>
        <p:sp>
          <p:nvSpPr>
            <p:cNvPr id="60509"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0493" name="Text Box 148"/>
          <p:cNvSpPr txBox="1">
            <a:spLocks noChangeArrowheads="1"/>
          </p:cNvSpPr>
          <p:nvPr/>
        </p:nvSpPr>
        <p:spPr bwMode="auto">
          <a:xfrm>
            <a:off x="6858000"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0494" name="Text Box 149"/>
          <p:cNvSpPr txBox="1">
            <a:spLocks noChangeArrowheads="1"/>
          </p:cNvSpPr>
          <p:nvPr/>
        </p:nvSpPr>
        <p:spPr bwMode="auto">
          <a:xfrm>
            <a:off x="3976688"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0495" name="AutoShape 150"/>
          <p:cNvSpPr>
            <a:spLocks noChangeArrowheads="1"/>
          </p:cNvSpPr>
          <p:nvPr/>
        </p:nvSpPr>
        <p:spPr bwMode="auto">
          <a:xfrm flipV="1">
            <a:off x="2057400" y="2292350"/>
            <a:ext cx="1219200" cy="377825"/>
          </a:xfrm>
          <a:prstGeom prst="wedgeRoundRectCallout">
            <a:avLst>
              <a:gd name="adj1" fmla="val -75782"/>
              <a:gd name="adj2" fmla="val -20378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0496" name="Text Box 151"/>
          <p:cNvSpPr txBox="1">
            <a:spLocks noChangeArrowheads="1"/>
          </p:cNvSpPr>
          <p:nvPr/>
        </p:nvSpPr>
        <p:spPr bwMode="auto">
          <a:xfrm>
            <a:off x="2095500" y="23161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 </a:t>
            </a:r>
            <a:r>
              <a:rPr kumimoji="1" lang="zh-CN" altLang="en-US" sz="1800">
                <a:solidFill>
                  <a:srgbClr val="333399"/>
                </a:solidFill>
                <a:latin typeface="Arial" pitchFamily="34" charset="0"/>
              </a:rPr>
              <a:t>数据报</a:t>
            </a:r>
          </a:p>
        </p:txBody>
      </p:sp>
      <p:sp>
        <p:nvSpPr>
          <p:cNvPr id="220318" name="Text Box 158"/>
          <p:cNvSpPr txBox="1">
            <a:spLocks noChangeArrowheads="1"/>
          </p:cNvSpPr>
          <p:nvPr/>
        </p:nvSpPr>
        <p:spPr bwMode="auto">
          <a:xfrm>
            <a:off x="1547813" y="44450"/>
            <a:ext cx="5883275" cy="588963"/>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3200">
                <a:solidFill>
                  <a:srgbClr val="333399"/>
                </a:solidFill>
              </a:rPr>
              <a:t>从协议栈的层次上看数据的流动</a:t>
            </a:r>
          </a:p>
        </p:txBody>
      </p:sp>
      <p:sp>
        <p:nvSpPr>
          <p:cNvPr id="220319" name="Line 159"/>
          <p:cNvSpPr>
            <a:spLocks noChangeShapeType="1"/>
          </p:cNvSpPr>
          <p:nvPr/>
        </p:nvSpPr>
        <p:spPr bwMode="auto">
          <a:xfrm>
            <a:off x="468313" y="2708275"/>
            <a:ext cx="0" cy="2665413"/>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21" name="Line 161"/>
          <p:cNvSpPr>
            <a:spLocks noChangeShapeType="1"/>
          </p:cNvSpPr>
          <p:nvPr/>
        </p:nvSpPr>
        <p:spPr bwMode="auto">
          <a:xfrm>
            <a:off x="468313" y="5445125"/>
            <a:ext cx="1871662"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23" name="Line 163"/>
          <p:cNvSpPr>
            <a:spLocks noChangeShapeType="1"/>
          </p:cNvSpPr>
          <p:nvPr/>
        </p:nvSpPr>
        <p:spPr bwMode="auto">
          <a:xfrm flipV="1">
            <a:off x="2843213" y="3500438"/>
            <a:ext cx="0" cy="1800225"/>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24" name="Line 164"/>
          <p:cNvSpPr>
            <a:spLocks noChangeShapeType="1"/>
          </p:cNvSpPr>
          <p:nvPr/>
        </p:nvSpPr>
        <p:spPr bwMode="auto">
          <a:xfrm>
            <a:off x="3059113" y="3500438"/>
            <a:ext cx="0" cy="1800225"/>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25" name="Line 165"/>
          <p:cNvSpPr>
            <a:spLocks noChangeShapeType="1"/>
          </p:cNvSpPr>
          <p:nvPr/>
        </p:nvSpPr>
        <p:spPr bwMode="auto">
          <a:xfrm>
            <a:off x="3421063" y="5445125"/>
            <a:ext cx="1871662"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28" name="Line 168"/>
          <p:cNvSpPr>
            <a:spLocks noChangeShapeType="1"/>
          </p:cNvSpPr>
          <p:nvPr/>
        </p:nvSpPr>
        <p:spPr bwMode="auto">
          <a:xfrm flipV="1">
            <a:off x="5508625" y="3500438"/>
            <a:ext cx="0" cy="1800225"/>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29" name="Line 169"/>
          <p:cNvSpPr>
            <a:spLocks noChangeShapeType="1"/>
          </p:cNvSpPr>
          <p:nvPr/>
        </p:nvSpPr>
        <p:spPr bwMode="auto">
          <a:xfrm>
            <a:off x="5724525" y="3500438"/>
            <a:ext cx="0" cy="1800225"/>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30" name="Line 170"/>
          <p:cNvSpPr>
            <a:spLocks noChangeShapeType="1"/>
          </p:cNvSpPr>
          <p:nvPr/>
        </p:nvSpPr>
        <p:spPr bwMode="auto">
          <a:xfrm>
            <a:off x="6372225" y="5445125"/>
            <a:ext cx="1871663"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0331" name="Line 171"/>
          <p:cNvSpPr>
            <a:spLocks noChangeShapeType="1"/>
          </p:cNvSpPr>
          <p:nvPr/>
        </p:nvSpPr>
        <p:spPr bwMode="auto">
          <a:xfrm flipV="1">
            <a:off x="8388350" y="2779713"/>
            <a:ext cx="0" cy="2665412"/>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507" name="Text Box 172"/>
          <p:cNvSpPr txBox="1">
            <a:spLocks noChangeArrowheads="1"/>
          </p:cNvSpPr>
          <p:nvPr/>
        </p:nvSpPr>
        <p:spPr bwMode="auto">
          <a:xfrm>
            <a:off x="2392363" y="6197600"/>
            <a:ext cx="9604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t>P118</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0318"/>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1" fill="hold" grpId="0" nodeType="afterEffect">
                                  <p:stCondLst>
                                    <p:cond delay="0"/>
                                  </p:stCondLst>
                                  <p:childTnLst>
                                    <p:set>
                                      <p:cBhvr>
                                        <p:cTn id="9" dur="1" fill="hold">
                                          <p:stCondLst>
                                            <p:cond delay="0"/>
                                          </p:stCondLst>
                                        </p:cTn>
                                        <p:tgtEl>
                                          <p:spTgt spid="220319"/>
                                        </p:tgtEl>
                                        <p:attrNameLst>
                                          <p:attrName>style.visibility</p:attrName>
                                        </p:attrNameLst>
                                      </p:cBhvr>
                                      <p:to>
                                        <p:strVal val="visible"/>
                                      </p:to>
                                    </p:set>
                                    <p:animEffect transition="in" filter="wipe(up)">
                                      <p:cBhvr>
                                        <p:cTn id="10" dur="1000"/>
                                        <p:tgtEl>
                                          <p:spTgt spid="220319"/>
                                        </p:tgtEl>
                                      </p:cBhvr>
                                    </p:animEffect>
                                  </p:childTnLst>
                                </p:cTn>
                              </p:par>
                            </p:childTnLst>
                          </p:cTn>
                        </p:par>
                        <p:par>
                          <p:cTn id="11" fill="hold" nodeType="afterGroup">
                            <p:stCondLst>
                              <p:cond delay="4000"/>
                            </p:stCondLst>
                            <p:childTnLst>
                              <p:par>
                                <p:cTn id="12" presetID="22" presetClass="entr" presetSubtype="8" fill="hold" grpId="0" nodeType="afterEffect">
                                  <p:stCondLst>
                                    <p:cond delay="0"/>
                                  </p:stCondLst>
                                  <p:childTnLst>
                                    <p:set>
                                      <p:cBhvr>
                                        <p:cTn id="13" dur="1" fill="hold">
                                          <p:stCondLst>
                                            <p:cond delay="0"/>
                                          </p:stCondLst>
                                        </p:cTn>
                                        <p:tgtEl>
                                          <p:spTgt spid="220321"/>
                                        </p:tgtEl>
                                        <p:attrNameLst>
                                          <p:attrName>style.visibility</p:attrName>
                                        </p:attrNameLst>
                                      </p:cBhvr>
                                      <p:to>
                                        <p:strVal val="visible"/>
                                      </p:to>
                                    </p:set>
                                    <p:animEffect transition="in" filter="wipe(left)">
                                      <p:cBhvr>
                                        <p:cTn id="14" dur="1000"/>
                                        <p:tgtEl>
                                          <p:spTgt spid="220321"/>
                                        </p:tgtEl>
                                      </p:cBhvr>
                                    </p:animEffect>
                                  </p:childTnLst>
                                </p:cTn>
                              </p:par>
                            </p:childTnLst>
                          </p:cTn>
                        </p:par>
                        <p:par>
                          <p:cTn id="15" fill="hold" nodeType="afterGroup">
                            <p:stCondLst>
                              <p:cond delay="5000"/>
                            </p:stCondLst>
                            <p:childTnLst>
                              <p:par>
                                <p:cTn id="16" presetID="22" presetClass="entr" presetSubtype="4" fill="hold" grpId="0" nodeType="afterEffect">
                                  <p:stCondLst>
                                    <p:cond delay="0"/>
                                  </p:stCondLst>
                                  <p:childTnLst>
                                    <p:set>
                                      <p:cBhvr>
                                        <p:cTn id="17" dur="1" fill="hold">
                                          <p:stCondLst>
                                            <p:cond delay="0"/>
                                          </p:stCondLst>
                                        </p:cTn>
                                        <p:tgtEl>
                                          <p:spTgt spid="220323"/>
                                        </p:tgtEl>
                                        <p:attrNameLst>
                                          <p:attrName>style.visibility</p:attrName>
                                        </p:attrNameLst>
                                      </p:cBhvr>
                                      <p:to>
                                        <p:strVal val="visible"/>
                                      </p:to>
                                    </p:set>
                                    <p:animEffect transition="in" filter="wipe(down)">
                                      <p:cBhvr>
                                        <p:cTn id="18" dur="1000"/>
                                        <p:tgtEl>
                                          <p:spTgt spid="220323"/>
                                        </p:tgtEl>
                                      </p:cBhvr>
                                    </p:animEffect>
                                  </p:childTnLst>
                                </p:cTn>
                              </p:par>
                            </p:childTnLst>
                          </p:cTn>
                        </p:par>
                        <p:par>
                          <p:cTn id="19" fill="hold" nodeType="afterGroup">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220324"/>
                                        </p:tgtEl>
                                        <p:attrNameLst>
                                          <p:attrName>style.visibility</p:attrName>
                                        </p:attrNameLst>
                                      </p:cBhvr>
                                      <p:to>
                                        <p:strVal val="visible"/>
                                      </p:to>
                                    </p:set>
                                    <p:animEffect transition="in" filter="wipe(up)">
                                      <p:cBhvr>
                                        <p:cTn id="22" dur="1000"/>
                                        <p:tgtEl>
                                          <p:spTgt spid="220324"/>
                                        </p:tgtEl>
                                      </p:cBhvr>
                                    </p:animEffect>
                                  </p:childTnLst>
                                </p:cTn>
                              </p:par>
                            </p:childTnLst>
                          </p:cTn>
                        </p:par>
                        <p:par>
                          <p:cTn id="23" fill="hold" nodeType="afterGroup">
                            <p:stCondLst>
                              <p:cond delay="7000"/>
                            </p:stCondLst>
                            <p:childTnLst>
                              <p:par>
                                <p:cTn id="24" presetID="22" presetClass="entr" presetSubtype="8" fill="hold" grpId="0" nodeType="afterEffect">
                                  <p:stCondLst>
                                    <p:cond delay="0"/>
                                  </p:stCondLst>
                                  <p:childTnLst>
                                    <p:set>
                                      <p:cBhvr>
                                        <p:cTn id="25" dur="1" fill="hold">
                                          <p:stCondLst>
                                            <p:cond delay="0"/>
                                          </p:stCondLst>
                                        </p:cTn>
                                        <p:tgtEl>
                                          <p:spTgt spid="220325"/>
                                        </p:tgtEl>
                                        <p:attrNameLst>
                                          <p:attrName>style.visibility</p:attrName>
                                        </p:attrNameLst>
                                      </p:cBhvr>
                                      <p:to>
                                        <p:strVal val="visible"/>
                                      </p:to>
                                    </p:set>
                                    <p:animEffect transition="in" filter="wipe(left)">
                                      <p:cBhvr>
                                        <p:cTn id="26" dur="1000"/>
                                        <p:tgtEl>
                                          <p:spTgt spid="220325"/>
                                        </p:tgtEl>
                                      </p:cBhvr>
                                    </p:animEffect>
                                  </p:childTnLst>
                                </p:cTn>
                              </p:par>
                            </p:childTnLst>
                          </p:cTn>
                        </p:par>
                        <p:par>
                          <p:cTn id="27" fill="hold" nodeType="afterGroup">
                            <p:stCondLst>
                              <p:cond delay="8000"/>
                            </p:stCondLst>
                            <p:childTnLst>
                              <p:par>
                                <p:cTn id="28" presetID="22" presetClass="entr" presetSubtype="4" fill="hold" grpId="0" nodeType="afterEffect">
                                  <p:stCondLst>
                                    <p:cond delay="0"/>
                                  </p:stCondLst>
                                  <p:childTnLst>
                                    <p:set>
                                      <p:cBhvr>
                                        <p:cTn id="29" dur="1" fill="hold">
                                          <p:stCondLst>
                                            <p:cond delay="0"/>
                                          </p:stCondLst>
                                        </p:cTn>
                                        <p:tgtEl>
                                          <p:spTgt spid="220328"/>
                                        </p:tgtEl>
                                        <p:attrNameLst>
                                          <p:attrName>style.visibility</p:attrName>
                                        </p:attrNameLst>
                                      </p:cBhvr>
                                      <p:to>
                                        <p:strVal val="visible"/>
                                      </p:to>
                                    </p:set>
                                    <p:animEffect transition="in" filter="wipe(down)">
                                      <p:cBhvr>
                                        <p:cTn id="30" dur="1000"/>
                                        <p:tgtEl>
                                          <p:spTgt spid="220328"/>
                                        </p:tgtEl>
                                      </p:cBhvr>
                                    </p:animEffect>
                                  </p:childTnLst>
                                </p:cTn>
                              </p:par>
                            </p:childTnLst>
                          </p:cTn>
                        </p:par>
                        <p:par>
                          <p:cTn id="31" fill="hold" nodeType="afterGroup">
                            <p:stCondLst>
                              <p:cond delay="9000"/>
                            </p:stCondLst>
                            <p:childTnLst>
                              <p:par>
                                <p:cTn id="32" presetID="22" presetClass="entr" presetSubtype="1" fill="hold" grpId="0" nodeType="afterEffect">
                                  <p:stCondLst>
                                    <p:cond delay="0"/>
                                  </p:stCondLst>
                                  <p:childTnLst>
                                    <p:set>
                                      <p:cBhvr>
                                        <p:cTn id="33" dur="1" fill="hold">
                                          <p:stCondLst>
                                            <p:cond delay="0"/>
                                          </p:stCondLst>
                                        </p:cTn>
                                        <p:tgtEl>
                                          <p:spTgt spid="220329"/>
                                        </p:tgtEl>
                                        <p:attrNameLst>
                                          <p:attrName>style.visibility</p:attrName>
                                        </p:attrNameLst>
                                      </p:cBhvr>
                                      <p:to>
                                        <p:strVal val="visible"/>
                                      </p:to>
                                    </p:set>
                                    <p:animEffect transition="in" filter="wipe(up)">
                                      <p:cBhvr>
                                        <p:cTn id="34" dur="1000"/>
                                        <p:tgtEl>
                                          <p:spTgt spid="220329"/>
                                        </p:tgtEl>
                                      </p:cBhvr>
                                    </p:animEffect>
                                  </p:childTnLst>
                                </p:cTn>
                              </p:par>
                            </p:childTnLst>
                          </p:cTn>
                        </p:par>
                        <p:par>
                          <p:cTn id="35" fill="hold" nodeType="afterGroup">
                            <p:stCondLst>
                              <p:cond delay="10000"/>
                            </p:stCondLst>
                            <p:childTnLst>
                              <p:par>
                                <p:cTn id="36" presetID="22" presetClass="entr" presetSubtype="8" fill="hold" grpId="0" nodeType="afterEffect">
                                  <p:stCondLst>
                                    <p:cond delay="0"/>
                                  </p:stCondLst>
                                  <p:childTnLst>
                                    <p:set>
                                      <p:cBhvr>
                                        <p:cTn id="37" dur="1" fill="hold">
                                          <p:stCondLst>
                                            <p:cond delay="0"/>
                                          </p:stCondLst>
                                        </p:cTn>
                                        <p:tgtEl>
                                          <p:spTgt spid="220330"/>
                                        </p:tgtEl>
                                        <p:attrNameLst>
                                          <p:attrName>style.visibility</p:attrName>
                                        </p:attrNameLst>
                                      </p:cBhvr>
                                      <p:to>
                                        <p:strVal val="visible"/>
                                      </p:to>
                                    </p:set>
                                    <p:animEffect transition="in" filter="wipe(left)">
                                      <p:cBhvr>
                                        <p:cTn id="38" dur="1000"/>
                                        <p:tgtEl>
                                          <p:spTgt spid="220330"/>
                                        </p:tgtEl>
                                      </p:cBhvr>
                                    </p:animEffect>
                                  </p:childTnLst>
                                </p:cTn>
                              </p:par>
                            </p:childTnLst>
                          </p:cTn>
                        </p:par>
                        <p:par>
                          <p:cTn id="39" fill="hold" nodeType="afterGroup">
                            <p:stCondLst>
                              <p:cond delay="11000"/>
                            </p:stCondLst>
                            <p:childTnLst>
                              <p:par>
                                <p:cTn id="40" presetID="22" presetClass="entr" presetSubtype="4" fill="hold" grpId="0" nodeType="afterEffect">
                                  <p:stCondLst>
                                    <p:cond delay="0"/>
                                  </p:stCondLst>
                                  <p:childTnLst>
                                    <p:set>
                                      <p:cBhvr>
                                        <p:cTn id="41" dur="1" fill="hold">
                                          <p:stCondLst>
                                            <p:cond delay="0"/>
                                          </p:stCondLst>
                                        </p:cTn>
                                        <p:tgtEl>
                                          <p:spTgt spid="220331"/>
                                        </p:tgtEl>
                                        <p:attrNameLst>
                                          <p:attrName>style.visibility</p:attrName>
                                        </p:attrNameLst>
                                      </p:cBhvr>
                                      <p:to>
                                        <p:strVal val="visible"/>
                                      </p:to>
                                    </p:set>
                                    <p:animEffect transition="in" filter="wipe(down)">
                                      <p:cBhvr>
                                        <p:cTn id="42" dur="1000"/>
                                        <p:tgtEl>
                                          <p:spTgt spid="220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318" grpId="0" animBg="1"/>
      <p:bldP spid="220319" grpId="0" animBg="1"/>
      <p:bldP spid="220321" grpId="0" animBg="1"/>
      <p:bldP spid="220323" grpId="0" animBg="1"/>
      <p:bldP spid="220324" grpId="0" animBg="1"/>
      <p:bldP spid="220325" grpId="0" animBg="1"/>
      <p:bldP spid="220328" grpId="0" animBg="1"/>
      <p:bldP spid="220329" grpId="0" animBg="1"/>
      <p:bldP spid="220330" grpId="0" animBg="1"/>
      <p:bldP spid="220331" grpId="0" animBg="1"/>
    </p:bldLst>
  </p:timing>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1442" name="Freeform 2"/>
          <p:cNvSpPr>
            <a:spLocks/>
          </p:cNvSpPr>
          <p:nvPr/>
        </p:nvSpPr>
        <p:spPr bwMode="auto">
          <a:xfrm>
            <a:off x="2586038" y="1239838"/>
            <a:ext cx="249237"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43" name="Freeform 3"/>
          <p:cNvSpPr>
            <a:spLocks/>
          </p:cNvSpPr>
          <p:nvPr/>
        </p:nvSpPr>
        <p:spPr bwMode="auto">
          <a:xfrm>
            <a:off x="5330825" y="1239838"/>
            <a:ext cx="169863" cy="531812"/>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44" name="Line 4"/>
          <p:cNvSpPr>
            <a:spLocks noChangeShapeType="1"/>
          </p:cNvSpPr>
          <p:nvPr/>
        </p:nvSpPr>
        <p:spPr bwMode="auto">
          <a:xfrm rot="-5400000">
            <a:off x="83566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45" name="Line 5"/>
          <p:cNvSpPr>
            <a:spLocks noChangeShapeType="1"/>
          </p:cNvSpPr>
          <p:nvPr/>
        </p:nvSpPr>
        <p:spPr bwMode="auto">
          <a:xfrm rot="-5400000">
            <a:off x="2032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46" name="Line 6"/>
          <p:cNvSpPr>
            <a:spLocks noChangeShapeType="1"/>
          </p:cNvSpPr>
          <p:nvPr/>
        </p:nvSpPr>
        <p:spPr bwMode="auto">
          <a:xfrm>
            <a:off x="233363" y="1773238"/>
            <a:ext cx="2587625"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47" name="Text Box 7"/>
          <p:cNvSpPr txBox="1">
            <a:spLocks noChangeArrowheads="1"/>
          </p:cNvSpPr>
          <p:nvPr/>
        </p:nvSpPr>
        <p:spPr bwMode="auto">
          <a:xfrm>
            <a:off x="4889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1448" name="Text Box 8"/>
          <p:cNvSpPr txBox="1">
            <a:spLocks noChangeArrowheads="1"/>
          </p:cNvSpPr>
          <p:nvPr/>
        </p:nvSpPr>
        <p:spPr bwMode="auto">
          <a:xfrm>
            <a:off x="47815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1449" name="Text Box 9"/>
          <p:cNvSpPr txBox="1">
            <a:spLocks noChangeArrowheads="1"/>
          </p:cNvSpPr>
          <p:nvPr/>
        </p:nvSpPr>
        <p:spPr bwMode="auto">
          <a:xfrm>
            <a:off x="351472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1450" name="Text Box 10"/>
          <p:cNvSpPr txBox="1">
            <a:spLocks noChangeArrowheads="1"/>
          </p:cNvSpPr>
          <p:nvPr/>
        </p:nvSpPr>
        <p:spPr bwMode="auto">
          <a:xfrm>
            <a:off x="203676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1451" name="Line 11"/>
          <p:cNvSpPr>
            <a:spLocks noChangeShapeType="1"/>
          </p:cNvSpPr>
          <p:nvPr/>
        </p:nvSpPr>
        <p:spPr bwMode="auto">
          <a:xfrm>
            <a:off x="6037263" y="1773238"/>
            <a:ext cx="29019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52" name="Text Box 12"/>
          <p:cNvSpPr txBox="1">
            <a:spLocks noChangeArrowheads="1"/>
          </p:cNvSpPr>
          <p:nvPr/>
        </p:nvSpPr>
        <p:spPr bwMode="auto">
          <a:xfrm>
            <a:off x="625951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1453" name="Text Box 13"/>
          <p:cNvSpPr txBox="1">
            <a:spLocks noChangeArrowheads="1"/>
          </p:cNvSpPr>
          <p:nvPr/>
        </p:nvSpPr>
        <p:spPr bwMode="auto">
          <a:xfrm>
            <a:off x="76200" y="182563"/>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1454" name="Text Box 14"/>
          <p:cNvSpPr txBox="1">
            <a:spLocks noChangeArrowheads="1"/>
          </p:cNvSpPr>
          <p:nvPr/>
        </p:nvSpPr>
        <p:spPr bwMode="auto">
          <a:xfrm>
            <a:off x="8154988" y="157163"/>
            <a:ext cx="9540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1455" name="Line 15"/>
          <p:cNvSpPr>
            <a:spLocks noChangeShapeType="1"/>
          </p:cNvSpPr>
          <p:nvPr/>
        </p:nvSpPr>
        <p:spPr bwMode="auto">
          <a:xfrm>
            <a:off x="3292475" y="1773238"/>
            <a:ext cx="22733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56" name="Freeform 16"/>
          <p:cNvSpPr>
            <a:spLocks/>
          </p:cNvSpPr>
          <p:nvPr/>
        </p:nvSpPr>
        <p:spPr bwMode="auto">
          <a:xfrm flipH="1">
            <a:off x="6037263" y="1239838"/>
            <a:ext cx="234950"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57" name="Freeform 17"/>
          <p:cNvSpPr>
            <a:spLocks/>
          </p:cNvSpPr>
          <p:nvPr/>
        </p:nvSpPr>
        <p:spPr bwMode="auto">
          <a:xfrm flipH="1">
            <a:off x="3355975" y="1239838"/>
            <a:ext cx="171450" cy="534987"/>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58" name="Text Box 18"/>
          <p:cNvSpPr txBox="1">
            <a:spLocks noChangeArrowheads="1"/>
          </p:cNvSpPr>
          <p:nvPr/>
        </p:nvSpPr>
        <p:spPr bwMode="auto">
          <a:xfrm>
            <a:off x="2555875" y="679450"/>
            <a:ext cx="11826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pic>
        <p:nvPicPr>
          <p:cNvPr id="61459" name="Picture 19"/>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838" y="496888"/>
            <a:ext cx="855662"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460" name="Picture 2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8613" y="985838"/>
            <a:ext cx="771525"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1461" name="Picture 2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62925" y="477838"/>
            <a:ext cx="854075"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462" name="Picture 2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78113" y="963613"/>
            <a:ext cx="769937"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1463" name="AutoShape 23"/>
          <p:cNvSpPr>
            <a:spLocks noChangeArrowheads="1"/>
          </p:cNvSpPr>
          <p:nvPr/>
        </p:nvSpPr>
        <p:spPr bwMode="auto">
          <a:xfrm flipV="1">
            <a:off x="1443038" y="608013"/>
            <a:ext cx="1022350" cy="327025"/>
          </a:xfrm>
          <a:prstGeom prst="wedgeRoundRectCallout">
            <a:avLst>
              <a:gd name="adj1" fmla="val -98759"/>
              <a:gd name="adj2" fmla="val -194176"/>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1464" name="Text Box 24"/>
          <p:cNvSpPr txBox="1">
            <a:spLocks noChangeArrowheads="1"/>
          </p:cNvSpPr>
          <p:nvPr/>
        </p:nvSpPr>
        <p:spPr bwMode="auto">
          <a:xfrm>
            <a:off x="1403350" y="554038"/>
            <a:ext cx="1098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硬件地址</a:t>
            </a:r>
          </a:p>
        </p:txBody>
      </p:sp>
      <p:sp>
        <p:nvSpPr>
          <p:cNvPr id="61465" name="Text Box 25"/>
          <p:cNvSpPr txBox="1">
            <a:spLocks noChangeArrowheads="1"/>
          </p:cNvSpPr>
          <p:nvPr/>
        </p:nvSpPr>
        <p:spPr bwMode="auto">
          <a:xfrm>
            <a:off x="5237163" y="685800"/>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61466" name="Text Box 26"/>
          <p:cNvSpPr txBox="1">
            <a:spLocks noChangeArrowheads="1"/>
          </p:cNvSpPr>
          <p:nvPr/>
        </p:nvSpPr>
        <p:spPr bwMode="auto">
          <a:xfrm>
            <a:off x="805497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1467" name="Text Box 27"/>
          <p:cNvSpPr txBox="1">
            <a:spLocks noChangeArrowheads="1"/>
          </p:cNvSpPr>
          <p:nvPr/>
        </p:nvSpPr>
        <p:spPr bwMode="auto">
          <a:xfrm>
            <a:off x="280988" y="5603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1468" name="Text Box 28"/>
          <p:cNvSpPr txBox="1">
            <a:spLocks noChangeArrowheads="1"/>
          </p:cNvSpPr>
          <p:nvPr/>
        </p:nvSpPr>
        <p:spPr bwMode="auto">
          <a:xfrm>
            <a:off x="8364538" y="544513"/>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1469" name="Text Box 29"/>
          <p:cNvSpPr txBox="1">
            <a:spLocks noChangeArrowheads="1"/>
          </p:cNvSpPr>
          <p:nvPr/>
        </p:nvSpPr>
        <p:spPr bwMode="auto">
          <a:xfrm>
            <a:off x="1219200"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1470" name="Text Box 30"/>
          <p:cNvSpPr txBox="1">
            <a:spLocks noChangeArrowheads="1"/>
          </p:cNvSpPr>
          <p:nvPr/>
        </p:nvSpPr>
        <p:spPr bwMode="auto">
          <a:xfrm>
            <a:off x="4043363"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1471" name="Text Box 31"/>
          <p:cNvSpPr txBox="1">
            <a:spLocks noChangeArrowheads="1"/>
          </p:cNvSpPr>
          <p:nvPr/>
        </p:nvSpPr>
        <p:spPr bwMode="auto">
          <a:xfrm>
            <a:off x="7056438"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1472" name="Freeform 32"/>
          <p:cNvSpPr>
            <a:spLocks/>
          </p:cNvSpPr>
          <p:nvPr/>
        </p:nvSpPr>
        <p:spPr bwMode="auto">
          <a:xfrm>
            <a:off x="2362200" y="5160963"/>
            <a:ext cx="395288"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73" name="Freeform 33"/>
          <p:cNvSpPr>
            <a:spLocks/>
          </p:cNvSpPr>
          <p:nvPr/>
        </p:nvSpPr>
        <p:spPr bwMode="auto">
          <a:xfrm>
            <a:off x="4951413" y="5159375"/>
            <a:ext cx="395287"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74" name="Line 34"/>
          <p:cNvSpPr>
            <a:spLocks noChangeShapeType="1"/>
          </p:cNvSpPr>
          <p:nvPr/>
        </p:nvSpPr>
        <p:spPr bwMode="auto">
          <a:xfrm rot="-5400000">
            <a:off x="8113713"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75" name="Line 35"/>
          <p:cNvSpPr>
            <a:spLocks noChangeShapeType="1"/>
          </p:cNvSpPr>
          <p:nvPr/>
        </p:nvSpPr>
        <p:spPr bwMode="auto">
          <a:xfrm rot="-5400000">
            <a:off x="192088"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76" name="AutoShape 36"/>
          <p:cNvSpPr>
            <a:spLocks noChangeArrowheads="1"/>
          </p:cNvSpPr>
          <p:nvPr/>
        </p:nvSpPr>
        <p:spPr bwMode="auto">
          <a:xfrm>
            <a:off x="2286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77" name="AutoShape 37"/>
          <p:cNvSpPr>
            <a:spLocks noChangeArrowheads="1"/>
          </p:cNvSpPr>
          <p:nvPr/>
        </p:nvSpPr>
        <p:spPr bwMode="auto">
          <a:xfrm>
            <a:off x="2667000" y="3382963"/>
            <a:ext cx="68580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78" name="AutoShape 38"/>
          <p:cNvSpPr>
            <a:spLocks noChangeArrowheads="1"/>
          </p:cNvSpPr>
          <p:nvPr/>
        </p:nvSpPr>
        <p:spPr bwMode="auto">
          <a:xfrm>
            <a:off x="81534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79" name="AutoShape 39"/>
          <p:cNvSpPr>
            <a:spLocks noChangeArrowheads="1"/>
          </p:cNvSpPr>
          <p:nvPr/>
        </p:nvSpPr>
        <p:spPr bwMode="auto">
          <a:xfrm>
            <a:off x="5332413" y="3611563"/>
            <a:ext cx="68580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1480" name="Group 40"/>
          <p:cNvGrpSpPr>
            <a:grpSpLocks/>
          </p:cNvGrpSpPr>
          <p:nvPr/>
        </p:nvGrpSpPr>
        <p:grpSpPr bwMode="auto">
          <a:xfrm>
            <a:off x="36513" y="2420938"/>
            <a:ext cx="9121775" cy="2438400"/>
            <a:chOff x="96" y="1056"/>
            <a:chExt cx="5472" cy="1536"/>
          </a:xfrm>
        </p:grpSpPr>
        <p:sp>
          <p:nvSpPr>
            <p:cNvPr id="61543" name="Oval 41"/>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a:p>
          </p:txBody>
        </p:sp>
        <p:sp>
          <p:nvSpPr>
            <p:cNvPr id="61544" name="Oval 42"/>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a:p>
          </p:txBody>
        </p:sp>
        <p:sp>
          <p:nvSpPr>
            <p:cNvPr id="61545" name="Oval 43"/>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a:p>
          </p:txBody>
        </p:sp>
        <p:sp>
          <p:nvSpPr>
            <p:cNvPr id="61546" name="Oval 44"/>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a:p>
          </p:txBody>
        </p:sp>
        <p:sp>
          <p:nvSpPr>
            <p:cNvPr id="61547" name="Oval 45"/>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a:p>
          </p:txBody>
        </p:sp>
        <p:sp>
          <p:nvSpPr>
            <p:cNvPr id="61548" name="Oval 46"/>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a:p>
          </p:txBody>
        </p:sp>
        <p:sp>
          <p:nvSpPr>
            <p:cNvPr id="61549" name="Oval 47"/>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a:p>
          </p:txBody>
        </p:sp>
        <p:sp>
          <p:nvSpPr>
            <p:cNvPr id="61550" name="Oval 48"/>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1481" name="Line 49"/>
          <p:cNvSpPr>
            <a:spLocks noChangeShapeType="1"/>
          </p:cNvSpPr>
          <p:nvPr/>
        </p:nvSpPr>
        <p:spPr bwMode="auto">
          <a:xfrm>
            <a:off x="152400" y="5440363"/>
            <a:ext cx="2590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1482" name="Group 50"/>
          <p:cNvGrpSpPr>
            <a:grpSpLocks/>
          </p:cNvGrpSpPr>
          <p:nvPr/>
        </p:nvGrpSpPr>
        <p:grpSpPr bwMode="auto">
          <a:xfrm>
            <a:off x="228600" y="2420938"/>
            <a:ext cx="685800" cy="1447800"/>
            <a:chOff x="672" y="528"/>
            <a:chExt cx="432" cy="912"/>
          </a:xfrm>
        </p:grpSpPr>
        <p:sp>
          <p:nvSpPr>
            <p:cNvPr id="61540" name="AutoShape 5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41" name="AutoShape 5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42" name="AutoShape 5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1483" name="Text Box 54"/>
          <p:cNvSpPr txBox="1">
            <a:spLocks noChangeArrowheads="1"/>
          </p:cNvSpPr>
          <p:nvPr/>
        </p:nvSpPr>
        <p:spPr bwMode="auto">
          <a:xfrm>
            <a:off x="265113" y="34305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1484" name="Text Box 55"/>
          <p:cNvSpPr txBox="1">
            <a:spLocks noChangeArrowheads="1"/>
          </p:cNvSpPr>
          <p:nvPr/>
        </p:nvSpPr>
        <p:spPr bwMode="auto">
          <a:xfrm>
            <a:off x="215900" y="48498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1485" name="Text Box 56"/>
          <p:cNvSpPr txBox="1">
            <a:spLocks noChangeArrowheads="1"/>
          </p:cNvSpPr>
          <p:nvPr/>
        </p:nvSpPr>
        <p:spPr bwMode="auto">
          <a:xfrm>
            <a:off x="4824413" y="4811713"/>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1486" name="Text Box 57"/>
          <p:cNvSpPr txBox="1">
            <a:spLocks noChangeArrowheads="1"/>
          </p:cNvSpPr>
          <p:nvPr/>
        </p:nvSpPr>
        <p:spPr bwMode="auto">
          <a:xfrm>
            <a:off x="33274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1487" name="Text Box 58"/>
          <p:cNvSpPr txBox="1">
            <a:spLocks noChangeArrowheads="1"/>
          </p:cNvSpPr>
          <p:nvPr/>
        </p:nvSpPr>
        <p:spPr bwMode="auto">
          <a:xfrm>
            <a:off x="21336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1488" name="Line 59"/>
          <p:cNvSpPr>
            <a:spLocks noChangeShapeType="1"/>
          </p:cNvSpPr>
          <p:nvPr/>
        </p:nvSpPr>
        <p:spPr bwMode="auto">
          <a:xfrm>
            <a:off x="838200" y="3611563"/>
            <a:ext cx="19050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89" name="Line 60"/>
          <p:cNvSpPr>
            <a:spLocks noChangeShapeType="1"/>
          </p:cNvSpPr>
          <p:nvPr/>
        </p:nvSpPr>
        <p:spPr bwMode="auto">
          <a:xfrm>
            <a:off x="5943600" y="5440363"/>
            <a:ext cx="2971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90" name="Text Box 61"/>
          <p:cNvSpPr txBox="1">
            <a:spLocks noChangeArrowheads="1"/>
          </p:cNvSpPr>
          <p:nvPr/>
        </p:nvSpPr>
        <p:spPr bwMode="auto">
          <a:xfrm>
            <a:off x="6007100" y="47990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1491" name="Text Box 62"/>
          <p:cNvSpPr txBox="1">
            <a:spLocks noChangeArrowheads="1"/>
          </p:cNvSpPr>
          <p:nvPr/>
        </p:nvSpPr>
        <p:spPr bwMode="auto">
          <a:xfrm>
            <a:off x="8128000" y="4814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1492" name="Text Box 63"/>
          <p:cNvSpPr txBox="1">
            <a:spLocks noChangeArrowheads="1"/>
          </p:cNvSpPr>
          <p:nvPr/>
        </p:nvSpPr>
        <p:spPr bwMode="auto">
          <a:xfrm>
            <a:off x="6007100" y="37099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1493" name="Text Box 64"/>
          <p:cNvSpPr txBox="1">
            <a:spLocks noChangeArrowheads="1"/>
          </p:cNvSpPr>
          <p:nvPr/>
        </p:nvSpPr>
        <p:spPr bwMode="auto">
          <a:xfrm>
            <a:off x="107950" y="20605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1494" name="Text Box 65"/>
          <p:cNvSpPr txBox="1">
            <a:spLocks noChangeArrowheads="1"/>
          </p:cNvSpPr>
          <p:nvPr/>
        </p:nvSpPr>
        <p:spPr bwMode="auto">
          <a:xfrm>
            <a:off x="8032750" y="20351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1495" name="AutoShape 66"/>
          <p:cNvSpPr>
            <a:spLocks noChangeArrowheads="1"/>
          </p:cNvSpPr>
          <p:nvPr/>
        </p:nvSpPr>
        <p:spPr bwMode="auto">
          <a:xfrm>
            <a:off x="2667000" y="3259138"/>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496" name="Text Box 67"/>
          <p:cNvSpPr txBox="1">
            <a:spLocks noChangeArrowheads="1"/>
          </p:cNvSpPr>
          <p:nvPr/>
        </p:nvSpPr>
        <p:spPr bwMode="auto">
          <a:xfrm>
            <a:off x="2616200" y="2887663"/>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1497" name="Text Box 68"/>
          <p:cNvSpPr txBox="1">
            <a:spLocks noChangeArrowheads="1"/>
          </p:cNvSpPr>
          <p:nvPr/>
        </p:nvSpPr>
        <p:spPr bwMode="auto">
          <a:xfrm>
            <a:off x="4140200" y="4186238"/>
            <a:ext cx="2393950" cy="4667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IP </a:t>
            </a:r>
            <a:r>
              <a:rPr kumimoji="1" lang="zh-CN" altLang="en-US" sz="2400">
                <a:solidFill>
                  <a:srgbClr val="333399"/>
                </a:solidFill>
                <a:latin typeface="Arial" pitchFamily="34" charset="0"/>
              </a:rPr>
              <a:t>层上的互联网</a:t>
            </a:r>
          </a:p>
        </p:txBody>
      </p:sp>
      <p:sp>
        <p:nvSpPr>
          <p:cNvPr id="61498" name="Text Box 69"/>
          <p:cNvSpPr txBox="1">
            <a:spLocks noChangeArrowheads="1"/>
          </p:cNvSpPr>
          <p:nvPr/>
        </p:nvSpPr>
        <p:spPr bwMode="auto">
          <a:xfrm>
            <a:off x="990600" y="594836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nvGrpSpPr>
          <p:cNvPr id="61499" name="Group 70"/>
          <p:cNvGrpSpPr>
            <a:grpSpLocks/>
          </p:cNvGrpSpPr>
          <p:nvPr/>
        </p:nvGrpSpPr>
        <p:grpSpPr bwMode="auto">
          <a:xfrm>
            <a:off x="8153400" y="2420938"/>
            <a:ext cx="685800" cy="1447800"/>
            <a:chOff x="672" y="528"/>
            <a:chExt cx="432" cy="912"/>
          </a:xfrm>
        </p:grpSpPr>
        <p:sp>
          <p:nvSpPr>
            <p:cNvPr id="61537" name="AutoShape 7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38" name="AutoShape 7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39" name="AutoShape 7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1500" name="Text Box 74"/>
          <p:cNvSpPr txBox="1">
            <a:spLocks noChangeArrowheads="1"/>
          </p:cNvSpPr>
          <p:nvPr/>
        </p:nvSpPr>
        <p:spPr bwMode="auto">
          <a:xfrm>
            <a:off x="8202613" y="3435350"/>
            <a:ext cx="4841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1501" name="Text Box 75"/>
          <p:cNvSpPr txBox="1">
            <a:spLocks noChangeArrowheads="1"/>
          </p:cNvSpPr>
          <p:nvPr/>
        </p:nvSpPr>
        <p:spPr bwMode="auto">
          <a:xfrm>
            <a:off x="332105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1502" name="Text Box 76"/>
          <p:cNvSpPr txBox="1">
            <a:spLocks noChangeArrowheads="1"/>
          </p:cNvSpPr>
          <p:nvPr/>
        </p:nvSpPr>
        <p:spPr bwMode="auto">
          <a:xfrm>
            <a:off x="2286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1503" name="Line 77"/>
          <p:cNvSpPr>
            <a:spLocks noChangeShapeType="1"/>
          </p:cNvSpPr>
          <p:nvPr/>
        </p:nvSpPr>
        <p:spPr bwMode="auto">
          <a:xfrm>
            <a:off x="3276600" y="3611563"/>
            <a:ext cx="20574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04" name="AutoShape 78"/>
          <p:cNvSpPr>
            <a:spLocks noChangeArrowheads="1"/>
          </p:cNvSpPr>
          <p:nvPr/>
        </p:nvSpPr>
        <p:spPr bwMode="auto">
          <a:xfrm>
            <a:off x="5332413" y="3230563"/>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05" name="Line 79"/>
          <p:cNvSpPr>
            <a:spLocks noChangeShapeType="1"/>
          </p:cNvSpPr>
          <p:nvPr/>
        </p:nvSpPr>
        <p:spPr bwMode="auto">
          <a:xfrm>
            <a:off x="5943600" y="3611563"/>
            <a:ext cx="22098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06" name="Text Box 80"/>
          <p:cNvSpPr txBox="1">
            <a:spLocks noChangeArrowheads="1"/>
          </p:cNvSpPr>
          <p:nvPr/>
        </p:nvSpPr>
        <p:spPr bwMode="auto">
          <a:xfrm>
            <a:off x="4953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1507" name="Line 81"/>
          <p:cNvSpPr>
            <a:spLocks noChangeShapeType="1"/>
          </p:cNvSpPr>
          <p:nvPr/>
        </p:nvSpPr>
        <p:spPr bwMode="auto">
          <a:xfrm>
            <a:off x="3352800" y="5440363"/>
            <a:ext cx="19050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08" name="Freeform 82"/>
          <p:cNvSpPr>
            <a:spLocks/>
          </p:cNvSpPr>
          <p:nvPr/>
        </p:nvSpPr>
        <p:spPr bwMode="auto">
          <a:xfrm flipH="1">
            <a:off x="5921375" y="5156200"/>
            <a:ext cx="341313" cy="284163"/>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09" name="Freeform 83"/>
          <p:cNvSpPr>
            <a:spLocks/>
          </p:cNvSpPr>
          <p:nvPr/>
        </p:nvSpPr>
        <p:spPr bwMode="auto">
          <a:xfrm flipH="1">
            <a:off x="3233738" y="5162550"/>
            <a:ext cx="423862"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510" name="Text Box 84"/>
          <p:cNvSpPr txBox="1">
            <a:spLocks noChangeArrowheads="1"/>
          </p:cNvSpPr>
          <p:nvPr/>
        </p:nvSpPr>
        <p:spPr bwMode="auto">
          <a:xfrm>
            <a:off x="5218113" y="2862263"/>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grpSp>
        <p:nvGrpSpPr>
          <p:cNvPr id="61511" name="Group 85"/>
          <p:cNvGrpSpPr>
            <a:grpSpLocks/>
          </p:cNvGrpSpPr>
          <p:nvPr/>
        </p:nvGrpSpPr>
        <p:grpSpPr bwMode="auto">
          <a:xfrm>
            <a:off x="1143000" y="3154363"/>
            <a:ext cx="1447800" cy="381000"/>
            <a:chOff x="1632" y="2688"/>
            <a:chExt cx="912" cy="240"/>
          </a:xfrm>
        </p:grpSpPr>
        <p:sp>
          <p:nvSpPr>
            <p:cNvPr id="61535" name="Rectangle 86"/>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  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1536" name="AutoShape 87"/>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1512" name="Group 88"/>
          <p:cNvGrpSpPr>
            <a:grpSpLocks/>
          </p:cNvGrpSpPr>
          <p:nvPr/>
        </p:nvGrpSpPr>
        <p:grpSpPr bwMode="auto">
          <a:xfrm>
            <a:off x="3733800" y="3154363"/>
            <a:ext cx="1447800" cy="381000"/>
            <a:chOff x="1632" y="2688"/>
            <a:chExt cx="912" cy="240"/>
          </a:xfrm>
        </p:grpSpPr>
        <p:sp>
          <p:nvSpPr>
            <p:cNvPr id="61533" name="Rectangle 89"/>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1534" name="AutoShape 90"/>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1513" name="Group 91"/>
          <p:cNvGrpSpPr>
            <a:grpSpLocks/>
          </p:cNvGrpSpPr>
          <p:nvPr/>
        </p:nvGrpSpPr>
        <p:grpSpPr bwMode="auto">
          <a:xfrm>
            <a:off x="6477000" y="3154363"/>
            <a:ext cx="1447800" cy="381000"/>
            <a:chOff x="1632" y="2688"/>
            <a:chExt cx="912" cy="240"/>
          </a:xfrm>
        </p:grpSpPr>
        <p:sp>
          <p:nvSpPr>
            <p:cNvPr id="61531" name="Rectangle 92"/>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1532" name="AutoShape 93"/>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1514" name="Group 94"/>
          <p:cNvGrpSpPr>
            <a:grpSpLocks/>
          </p:cNvGrpSpPr>
          <p:nvPr/>
        </p:nvGrpSpPr>
        <p:grpSpPr bwMode="auto">
          <a:xfrm>
            <a:off x="609600" y="5592763"/>
            <a:ext cx="1981200" cy="381000"/>
            <a:chOff x="480" y="3120"/>
            <a:chExt cx="1248" cy="240"/>
          </a:xfrm>
        </p:grpSpPr>
        <p:sp>
          <p:nvSpPr>
            <p:cNvPr id="61529" name="Rectangle 95"/>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p>
          </p:txBody>
        </p:sp>
        <p:sp>
          <p:nvSpPr>
            <p:cNvPr id="61530" name="AutoShape 96"/>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1515" name="Group 97"/>
          <p:cNvGrpSpPr>
            <a:grpSpLocks/>
          </p:cNvGrpSpPr>
          <p:nvPr/>
        </p:nvGrpSpPr>
        <p:grpSpPr bwMode="auto">
          <a:xfrm>
            <a:off x="3505200" y="5592763"/>
            <a:ext cx="1981200" cy="381000"/>
            <a:chOff x="480" y="3120"/>
            <a:chExt cx="1248" cy="240"/>
          </a:xfrm>
        </p:grpSpPr>
        <p:sp>
          <p:nvSpPr>
            <p:cNvPr id="61527" name="Rectangle 98"/>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p>
          </p:txBody>
        </p:sp>
        <p:sp>
          <p:nvSpPr>
            <p:cNvPr id="61528" name="AutoShape 99"/>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1516" name="Group 100"/>
          <p:cNvGrpSpPr>
            <a:grpSpLocks/>
          </p:cNvGrpSpPr>
          <p:nvPr/>
        </p:nvGrpSpPr>
        <p:grpSpPr bwMode="auto">
          <a:xfrm>
            <a:off x="6400800" y="5592763"/>
            <a:ext cx="1981200" cy="381000"/>
            <a:chOff x="480" y="3120"/>
            <a:chExt cx="1248" cy="240"/>
          </a:xfrm>
        </p:grpSpPr>
        <p:sp>
          <p:nvSpPr>
            <p:cNvPr id="61525" name="Rectangle 101"/>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p>
          </p:txBody>
        </p:sp>
        <p:sp>
          <p:nvSpPr>
            <p:cNvPr id="61526" name="AutoShape 102"/>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1517" name="Text Box 103"/>
          <p:cNvSpPr txBox="1">
            <a:spLocks noChangeArrowheads="1"/>
          </p:cNvSpPr>
          <p:nvPr/>
        </p:nvSpPr>
        <p:spPr bwMode="auto">
          <a:xfrm>
            <a:off x="6858000"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1518" name="Text Box 104"/>
          <p:cNvSpPr txBox="1">
            <a:spLocks noChangeArrowheads="1"/>
          </p:cNvSpPr>
          <p:nvPr/>
        </p:nvSpPr>
        <p:spPr bwMode="auto">
          <a:xfrm>
            <a:off x="3976688"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1519" name="AutoShape 105"/>
          <p:cNvSpPr>
            <a:spLocks noChangeArrowheads="1"/>
          </p:cNvSpPr>
          <p:nvPr/>
        </p:nvSpPr>
        <p:spPr bwMode="auto">
          <a:xfrm flipV="1">
            <a:off x="2057400" y="2292350"/>
            <a:ext cx="1219200" cy="377825"/>
          </a:xfrm>
          <a:prstGeom prst="wedgeRoundRectCallout">
            <a:avLst>
              <a:gd name="adj1" fmla="val -75782"/>
              <a:gd name="adj2" fmla="val -20378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1520" name="Text Box 106"/>
          <p:cNvSpPr txBox="1">
            <a:spLocks noChangeArrowheads="1"/>
          </p:cNvSpPr>
          <p:nvPr/>
        </p:nvSpPr>
        <p:spPr bwMode="auto">
          <a:xfrm>
            <a:off x="2095500" y="23161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 </a:t>
            </a:r>
            <a:r>
              <a:rPr kumimoji="1" lang="zh-CN" altLang="en-US" sz="1800">
                <a:solidFill>
                  <a:srgbClr val="333399"/>
                </a:solidFill>
                <a:latin typeface="Arial" pitchFamily="34" charset="0"/>
              </a:rPr>
              <a:t>数据报</a:t>
            </a:r>
          </a:p>
        </p:txBody>
      </p:sp>
      <p:sp>
        <p:nvSpPr>
          <p:cNvPr id="455787" name="Text Box 107"/>
          <p:cNvSpPr txBox="1">
            <a:spLocks noChangeArrowheads="1"/>
          </p:cNvSpPr>
          <p:nvPr/>
        </p:nvSpPr>
        <p:spPr bwMode="auto">
          <a:xfrm>
            <a:off x="1116013" y="44450"/>
            <a:ext cx="6719887" cy="598488"/>
          </a:xfrm>
          <a:prstGeom prst="rect">
            <a:avLst/>
          </a:prstGeom>
          <a:solidFill>
            <a:srgbClr val="FFFF99"/>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3200">
                <a:solidFill>
                  <a:srgbClr val="333399"/>
                </a:solidFill>
              </a:rPr>
              <a:t>从虚拟的</a:t>
            </a:r>
            <a:r>
              <a:rPr lang="zh-CN" altLang="en-US" sz="3200">
                <a:solidFill>
                  <a:srgbClr val="333399"/>
                </a:solidFill>
                <a:latin typeface="Arial" pitchFamily="34" charset="0"/>
              </a:rPr>
              <a:t> </a:t>
            </a:r>
            <a:r>
              <a:rPr lang="en-US" altLang="zh-CN" sz="3200">
                <a:solidFill>
                  <a:srgbClr val="333399"/>
                </a:solidFill>
                <a:latin typeface="Arial" pitchFamily="34" charset="0"/>
              </a:rPr>
              <a:t>IP</a:t>
            </a:r>
            <a:r>
              <a:rPr lang="en-US" altLang="zh-CN" sz="3200">
                <a:solidFill>
                  <a:srgbClr val="333399"/>
                </a:solidFill>
              </a:rPr>
              <a:t> </a:t>
            </a:r>
            <a:r>
              <a:rPr lang="zh-CN" altLang="en-US" sz="3200">
                <a:solidFill>
                  <a:srgbClr val="333399"/>
                </a:solidFill>
              </a:rPr>
              <a:t>层上看</a:t>
            </a:r>
            <a:r>
              <a:rPr lang="zh-CN" altLang="en-US" sz="3200">
                <a:solidFill>
                  <a:srgbClr val="333399"/>
                </a:solidFill>
                <a:latin typeface="Arial" pitchFamily="34" charset="0"/>
              </a:rPr>
              <a:t> </a:t>
            </a:r>
            <a:r>
              <a:rPr lang="en-US" altLang="zh-CN" sz="3200">
                <a:solidFill>
                  <a:srgbClr val="333399"/>
                </a:solidFill>
                <a:latin typeface="Arial" pitchFamily="34" charset="0"/>
              </a:rPr>
              <a:t>IP </a:t>
            </a:r>
            <a:r>
              <a:rPr lang="zh-CN" altLang="en-US" sz="3200">
                <a:solidFill>
                  <a:srgbClr val="333399"/>
                </a:solidFill>
              </a:rPr>
              <a:t>数据报的流动</a:t>
            </a:r>
          </a:p>
        </p:txBody>
      </p:sp>
      <p:sp>
        <p:nvSpPr>
          <p:cNvPr id="455797" name="Line 117"/>
          <p:cNvSpPr>
            <a:spLocks noChangeShapeType="1"/>
          </p:cNvSpPr>
          <p:nvPr/>
        </p:nvSpPr>
        <p:spPr bwMode="auto">
          <a:xfrm>
            <a:off x="611188" y="3500438"/>
            <a:ext cx="2376487"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5798" name="Line 118"/>
          <p:cNvSpPr>
            <a:spLocks noChangeShapeType="1"/>
          </p:cNvSpPr>
          <p:nvPr/>
        </p:nvSpPr>
        <p:spPr bwMode="auto">
          <a:xfrm>
            <a:off x="3203575" y="3500438"/>
            <a:ext cx="2376488"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5799" name="Line 119"/>
          <p:cNvSpPr>
            <a:spLocks noChangeShapeType="1"/>
          </p:cNvSpPr>
          <p:nvPr/>
        </p:nvSpPr>
        <p:spPr bwMode="auto">
          <a:xfrm>
            <a:off x="5940425" y="3500438"/>
            <a:ext cx="2376488"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5787"/>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455797"/>
                                        </p:tgtEl>
                                        <p:attrNameLst>
                                          <p:attrName>style.visibility</p:attrName>
                                        </p:attrNameLst>
                                      </p:cBhvr>
                                      <p:to>
                                        <p:strVal val="visible"/>
                                      </p:to>
                                    </p:set>
                                    <p:animEffect transition="in" filter="wipe(left)">
                                      <p:cBhvr>
                                        <p:cTn id="10" dur="1000"/>
                                        <p:tgtEl>
                                          <p:spTgt spid="455797"/>
                                        </p:tgtEl>
                                      </p:cBhvr>
                                    </p:animEffect>
                                  </p:childTnLst>
                                </p:cTn>
                              </p:par>
                            </p:childTnLst>
                          </p:cTn>
                        </p:par>
                        <p:par>
                          <p:cTn id="11" fill="hold" nodeType="afterGroup">
                            <p:stCondLst>
                              <p:cond delay="4000"/>
                            </p:stCondLst>
                            <p:childTnLst>
                              <p:par>
                                <p:cTn id="12" presetID="22" presetClass="entr" presetSubtype="8" fill="hold" grpId="0" nodeType="afterEffect">
                                  <p:stCondLst>
                                    <p:cond delay="500"/>
                                  </p:stCondLst>
                                  <p:childTnLst>
                                    <p:set>
                                      <p:cBhvr>
                                        <p:cTn id="13" dur="1" fill="hold">
                                          <p:stCondLst>
                                            <p:cond delay="0"/>
                                          </p:stCondLst>
                                        </p:cTn>
                                        <p:tgtEl>
                                          <p:spTgt spid="455798"/>
                                        </p:tgtEl>
                                        <p:attrNameLst>
                                          <p:attrName>style.visibility</p:attrName>
                                        </p:attrNameLst>
                                      </p:cBhvr>
                                      <p:to>
                                        <p:strVal val="visible"/>
                                      </p:to>
                                    </p:set>
                                    <p:animEffect transition="in" filter="wipe(left)">
                                      <p:cBhvr>
                                        <p:cTn id="14" dur="1000"/>
                                        <p:tgtEl>
                                          <p:spTgt spid="455798"/>
                                        </p:tgtEl>
                                      </p:cBhvr>
                                    </p:animEffect>
                                  </p:childTnLst>
                                </p:cTn>
                              </p:par>
                            </p:childTnLst>
                          </p:cTn>
                        </p:par>
                        <p:par>
                          <p:cTn id="15" fill="hold" nodeType="afterGroup">
                            <p:stCondLst>
                              <p:cond delay="5500"/>
                            </p:stCondLst>
                            <p:childTnLst>
                              <p:par>
                                <p:cTn id="16" presetID="22" presetClass="entr" presetSubtype="8" fill="hold" grpId="0" nodeType="afterEffect">
                                  <p:stCondLst>
                                    <p:cond delay="500"/>
                                  </p:stCondLst>
                                  <p:childTnLst>
                                    <p:set>
                                      <p:cBhvr>
                                        <p:cTn id="17" dur="1" fill="hold">
                                          <p:stCondLst>
                                            <p:cond delay="0"/>
                                          </p:stCondLst>
                                        </p:cTn>
                                        <p:tgtEl>
                                          <p:spTgt spid="455799"/>
                                        </p:tgtEl>
                                        <p:attrNameLst>
                                          <p:attrName>style.visibility</p:attrName>
                                        </p:attrNameLst>
                                      </p:cBhvr>
                                      <p:to>
                                        <p:strVal val="visible"/>
                                      </p:to>
                                    </p:set>
                                    <p:animEffect transition="in" filter="wipe(left)">
                                      <p:cBhvr>
                                        <p:cTn id="18" dur="1000"/>
                                        <p:tgtEl>
                                          <p:spTgt spid="4557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787" grpId="0" animBg="1"/>
      <p:bldP spid="455797" grpId="0" animBg="1"/>
      <p:bldP spid="455798" grpId="0" animBg="1"/>
      <p:bldP spid="455799" grpId="0" animBg="1"/>
    </p:bldLst>
  </p:timing>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2466" name="Freeform 2"/>
          <p:cNvSpPr>
            <a:spLocks/>
          </p:cNvSpPr>
          <p:nvPr/>
        </p:nvSpPr>
        <p:spPr bwMode="auto">
          <a:xfrm>
            <a:off x="2586038" y="1239838"/>
            <a:ext cx="249237"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67" name="Freeform 3"/>
          <p:cNvSpPr>
            <a:spLocks/>
          </p:cNvSpPr>
          <p:nvPr/>
        </p:nvSpPr>
        <p:spPr bwMode="auto">
          <a:xfrm>
            <a:off x="5330825" y="1239838"/>
            <a:ext cx="169863" cy="531812"/>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68" name="Line 4"/>
          <p:cNvSpPr>
            <a:spLocks noChangeShapeType="1"/>
          </p:cNvSpPr>
          <p:nvPr/>
        </p:nvSpPr>
        <p:spPr bwMode="auto">
          <a:xfrm rot="-5400000">
            <a:off x="83566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69" name="Line 5"/>
          <p:cNvSpPr>
            <a:spLocks noChangeShapeType="1"/>
          </p:cNvSpPr>
          <p:nvPr/>
        </p:nvSpPr>
        <p:spPr bwMode="auto">
          <a:xfrm rot="-5400000">
            <a:off x="203201" y="1504950"/>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70" name="Line 6"/>
          <p:cNvSpPr>
            <a:spLocks noChangeShapeType="1"/>
          </p:cNvSpPr>
          <p:nvPr/>
        </p:nvSpPr>
        <p:spPr bwMode="auto">
          <a:xfrm>
            <a:off x="233363" y="1773238"/>
            <a:ext cx="2587625"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71" name="Text Box 7"/>
          <p:cNvSpPr txBox="1">
            <a:spLocks noChangeArrowheads="1"/>
          </p:cNvSpPr>
          <p:nvPr/>
        </p:nvSpPr>
        <p:spPr bwMode="auto">
          <a:xfrm>
            <a:off x="4889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2472" name="Text Box 8"/>
          <p:cNvSpPr txBox="1">
            <a:spLocks noChangeArrowheads="1"/>
          </p:cNvSpPr>
          <p:nvPr/>
        </p:nvSpPr>
        <p:spPr bwMode="auto">
          <a:xfrm>
            <a:off x="4781550"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2473" name="Text Box 9"/>
          <p:cNvSpPr txBox="1">
            <a:spLocks noChangeArrowheads="1"/>
          </p:cNvSpPr>
          <p:nvPr/>
        </p:nvSpPr>
        <p:spPr bwMode="auto">
          <a:xfrm>
            <a:off x="351472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2474" name="Text Box 10"/>
          <p:cNvSpPr txBox="1">
            <a:spLocks noChangeArrowheads="1"/>
          </p:cNvSpPr>
          <p:nvPr/>
        </p:nvSpPr>
        <p:spPr bwMode="auto">
          <a:xfrm>
            <a:off x="203676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2475" name="Line 11"/>
          <p:cNvSpPr>
            <a:spLocks noChangeShapeType="1"/>
          </p:cNvSpPr>
          <p:nvPr/>
        </p:nvSpPr>
        <p:spPr bwMode="auto">
          <a:xfrm>
            <a:off x="6037263" y="1773238"/>
            <a:ext cx="29019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76" name="Text Box 12"/>
          <p:cNvSpPr txBox="1">
            <a:spLocks noChangeArrowheads="1"/>
          </p:cNvSpPr>
          <p:nvPr/>
        </p:nvSpPr>
        <p:spPr bwMode="auto">
          <a:xfrm>
            <a:off x="6259513" y="1258888"/>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2477" name="Text Box 13"/>
          <p:cNvSpPr txBox="1">
            <a:spLocks noChangeArrowheads="1"/>
          </p:cNvSpPr>
          <p:nvPr/>
        </p:nvSpPr>
        <p:spPr bwMode="auto">
          <a:xfrm>
            <a:off x="76200" y="182563"/>
            <a:ext cx="9540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2478" name="Text Box 14"/>
          <p:cNvSpPr txBox="1">
            <a:spLocks noChangeArrowheads="1"/>
          </p:cNvSpPr>
          <p:nvPr/>
        </p:nvSpPr>
        <p:spPr bwMode="auto">
          <a:xfrm>
            <a:off x="8154988" y="157163"/>
            <a:ext cx="9540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2479" name="Line 15"/>
          <p:cNvSpPr>
            <a:spLocks noChangeShapeType="1"/>
          </p:cNvSpPr>
          <p:nvPr/>
        </p:nvSpPr>
        <p:spPr bwMode="auto">
          <a:xfrm>
            <a:off x="3292475" y="1773238"/>
            <a:ext cx="22733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80" name="Freeform 16"/>
          <p:cNvSpPr>
            <a:spLocks/>
          </p:cNvSpPr>
          <p:nvPr/>
        </p:nvSpPr>
        <p:spPr bwMode="auto">
          <a:xfrm flipH="1">
            <a:off x="6037263" y="1239838"/>
            <a:ext cx="234950" cy="533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81" name="Freeform 17"/>
          <p:cNvSpPr>
            <a:spLocks/>
          </p:cNvSpPr>
          <p:nvPr/>
        </p:nvSpPr>
        <p:spPr bwMode="auto">
          <a:xfrm flipH="1">
            <a:off x="3355975" y="1239838"/>
            <a:ext cx="171450" cy="534987"/>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82" name="Text Box 18"/>
          <p:cNvSpPr txBox="1">
            <a:spLocks noChangeArrowheads="1"/>
          </p:cNvSpPr>
          <p:nvPr/>
        </p:nvSpPr>
        <p:spPr bwMode="auto">
          <a:xfrm>
            <a:off x="2555875" y="679450"/>
            <a:ext cx="11826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pic>
        <p:nvPicPr>
          <p:cNvPr id="62483" name="Picture 19"/>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838" y="496888"/>
            <a:ext cx="855662"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484" name="Picture 2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8613" y="985838"/>
            <a:ext cx="771525"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485" name="Picture 2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62925" y="477838"/>
            <a:ext cx="854075"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486" name="Picture 2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78113" y="963613"/>
            <a:ext cx="769937"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487" name="AutoShape 23"/>
          <p:cNvSpPr>
            <a:spLocks noChangeArrowheads="1"/>
          </p:cNvSpPr>
          <p:nvPr/>
        </p:nvSpPr>
        <p:spPr bwMode="auto">
          <a:xfrm flipV="1">
            <a:off x="1443038" y="608013"/>
            <a:ext cx="1022350" cy="327025"/>
          </a:xfrm>
          <a:prstGeom prst="wedgeRoundRectCallout">
            <a:avLst>
              <a:gd name="adj1" fmla="val -98759"/>
              <a:gd name="adj2" fmla="val -194176"/>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2488" name="Text Box 24"/>
          <p:cNvSpPr txBox="1">
            <a:spLocks noChangeArrowheads="1"/>
          </p:cNvSpPr>
          <p:nvPr/>
        </p:nvSpPr>
        <p:spPr bwMode="auto">
          <a:xfrm>
            <a:off x="1403350" y="554038"/>
            <a:ext cx="1098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硬件地址</a:t>
            </a:r>
          </a:p>
        </p:txBody>
      </p:sp>
      <p:sp>
        <p:nvSpPr>
          <p:cNvPr id="62489" name="Text Box 25"/>
          <p:cNvSpPr txBox="1">
            <a:spLocks noChangeArrowheads="1"/>
          </p:cNvSpPr>
          <p:nvPr/>
        </p:nvSpPr>
        <p:spPr bwMode="auto">
          <a:xfrm>
            <a:off x="5237163" y="685800"/>
            <a:ext cx="11826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62490" name="Text Box 26"/>
          <p:cNvSpPr txBox="1">
            <a:spLocks noChangeArrowheads="1"/>
          </p:cNvSpPr>
          <p:nvPr/>
        </p:nvSpPr>
        <p:spPr bwMode="auto">
          <a:xfrm>
            <a:off x="8054975" y="1258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2491" name="Text Box 27"/>
          <p:cNvSpPr txBox="1">
            <a:spLocks noChangeArrowheads="1"/>
          </p:cNvSpPr>
          <p:nvPr/>
        </p:nvSpPr>
        <p:spPr bwMode="auto">
          <a:xfrm>
            <a:off x="280988" y="5603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2492" name="Text Box 28"/>
          <p:cNvSpPr txBox="1">
            <a:spLocks noChangeArrowheads="1"/>
          </p:cNvSpPr>
          <p:nvPr/>
        </p:nvSpPr>
        <p:spPr bwMode="auto">
          <a:xfrm>
            <a:off x="8364538" y="544513"/>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2493" name="Text Box 29"/>
          <p:cNvSpPr txBox="1">
            <a:spLocks noChangeArrowheads="1"/>
          </p:cNvSpPr>
          <p:nvPr/>
        </p:nvSpPr>
        <p:spPr bwMode="auto">
          <a:xfrm>
            <a:off x="1219200"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2494" name="Text Box 30"/>
          <p:cNvSpPr txBox="1">
            <a:spLocks noChangeArrowheads="1"/>
          </p:cNvSpPr>
          <p:nvPr/>
        </p:nvSpPr>
        <p:spPr bwMode="auto">
          <a:xfrm>
            <a:off x="4043363"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2495" name="Text Box 31"/>
          <p:cNvSpPr txBox="1">
            <a:spLocks noChangeArrowheads="1"/>
          </p:cNvSpPr>
          <p:nvPr/>
        </p:nvSpPr>
        <p:spPr bwMode="auto">
          <a:xfrm>
            <a:off x="7056438" y="137795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局域网</a:t>
            </a:r>
            <a:endParaRPr kumimoji="1" lang="zh-CN" altLang="en-US" sz="1800" baseline="-25000">
              <a:solidFill>
                <a:srgbClr val="333399"/>
              </a:solidFill>
              <a:latin typeface="Arial" pitchFamily="34" charset="0"/>
            </a:endParaRPr>
          </a:p>
        </p:txBody>
      </p:sp>
      <p:sp>
        <p:nvSpPr>
          <p:cNvPr id="62496" name="Freeform 32"/>
          <p:cNvSpPr>
            <a:spLocks/>
          </p:cNvSpPr>
          <p:nvPr/>
        </p:nvSpPr>
        <p:spPr bwMode="auto">
          <a:xfrm>
            <a:off x="2362200" y="5160963"/>
            <a:ext cx="395288"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97" name="Freeform 33"/>
          <p:cNvSpPr>
            <a:spLocks/>
          </p:cNvSpPr>
          <p:nvPr/>
        </p:nvSpPr>
        <p:spPr bwMode="auto">
          <a:xfrm>
            <a:off x="4951413" y="5159375"/>
            <a:ext cx="395287"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98" name="Line 34"/>
          <p:cNvSpPr>
            <a:spLocks noChangeShapeType="1"/>
          </p:cNvSpPr>
          <p:nvPr/>
        </p:nvSpPr>
        <p:spPr bwMode="auto">
          <a:xfrm rot="-5400000">
            <a:off x="8113713"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499" name="Line 35"/>
          <p:cNvSpPr>
            <a:spLocks noChangeShapeType="1"/>
          </p:cNvSpPr>
          <p:nvPr/>
        </p:nvSpPr>
        <p:spPr bwMode="auto">
          <a:xfrm rot="-5400000">
            <a:off x="192088"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00" name="AutoShape 36"/>
          <p:cNvSpPr>
            <a:spLocks noChangeArrowheads="1"/>
          </p:cNvSpPr>
          <p:nvPr/>
        </p:nvSpPr>
        <p:spPr bwMode="auto">
          <a:xfrm>
            <a:off x="2286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01" name="AutoShape 37"/>
          <p:cNvSpPr>
            <a:spLocks noChangeArrowheads="1"/>
          </p:cNvSpPr>
          <p:nvPr/>
        </p:nvSpPr>
        <p:spPr bwMode="auto">
          <a:xfrm>
            <a:off x="2667000" y="3382963"/>
            <a:ext cx="68580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02" name="AutoShape 38"/>
          <p:cNvSpPr>
            <a:spLocks noChangeArrowheads="1"/>
          </p:cNvSpPr>
          <p:nvPr/>
        </p:nvSpPr>
        <p:spPr bwMode="auto">
          <a:xfrm>
            <a:off x="81534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03" name="AutoShape 39"/>
          <p:cNvSpPr>
            <a:spLocks noChangeArrowheads="1"/>
          </p:cNvSpPr>
          <p:nvPr/>
        </p:nvSpPr>
        <p:spPr bwMode="auto">
          <a:xfrm>
            <a:off x="5332413" y="3611563"/>
            <a:ext cx="68580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2504" name="Group 40"/>
          <p:cNvGrpSpPr>
            <a:grpSpLocks/>
          </p:cNvGrpSpPr>
          <p:nvPr/>
        </p:nvGrpSpPr>
        <p:grpSpPr bwMode="auto">
          <a:xfrm>
            <a:off x="36513" y="2420938"/>
            <a:ext cx="9121775" cy="2438400"/>
            <a:chOff x="96" y="1056"/>
            <a:chExt cx="5472" cy="1536"/>
          </a:xfrm>
        </p:grpSpPr>
        <p:sp>
          <p:nvSpPr>
            <p:cNvPr id="62567" name="Oval 41"/>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a:p>
          </p:txBody>
        </p:sp>
        <p:sp>
          <p:nvSpPr>
            <p:cNvPr id="62568" name="Oval 42"/>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a:p>
          </p:txBody>
        </p:sp>
        <p:sp>
          <p:nvSpPr>
            <p:cNvPr id="62569" name="Oval 43"/>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a:p>
          </p:txBody>
        </p:sp>
        <p:sp>
          <p:nvSpPr>
            <p:cNvPr id="62570" name="Oval 44"/>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a:p>
          </p:txBody>
        </p:sp>
        <p:sp>
          <p:nvSpPr>
            <p:cNvPr id="62571" name="Oval 45"/>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a:p>
          </p:txBody>
        </p:sp>
        <p:sp>
          <p:nvSpPr>
            <p:cNvPr id="62572" name="Oval 46"/>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a:p>
          </p:txBody>
        </p:sp>
        <p:sp>
          <p:nvSpPr>
            <p:cNvPr id="62573" name="Oval 47"/>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a:p>
          </p:txBody>
        </p:sp>
        <p:sp>
          <p:nvSpPr>
            <p:cNvPr id="62574" name="Oval 48"/>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505" name="Line 49"/>
          <p:cNvSpPr>
            <a:spLocks noChangeShapeType="1"/>
          </p:cNvSpPr>
          <p:nvPr/>
        </p:nvSpPr>
        <p:spPr bwMode="auto">
          <a:xfrm>
            <a:off x="152400" y="5440363"/>
            <a:ext cx="2590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2506" name="Group 50"/>
          <p:cNvGrpSpPr>
            <a:grpSpLocks/>
          </p:cNvGrpSpPr>
          <p:nvPr/>
        </p:nvGrpSpPr>
        <p:grpSpPr bwMode="auto">
          <a:xfrm>
            <a:off x="228600" y="2420938"/>
            <a:ext cx="685800" cy="1447800"/>
            <a:chOff x="672" y="528"/>
            <a:chExt cx="432" cy="912"/>
          </a:xfrm>
        </p:grpSpPr>
        <p:sp>
          <p:nvSpPr>
            <p:cNvPr id="62564" name="AutoShape 5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65" name="AutoShape 5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66" name="AutoShape 5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2507" name="Text Box 54"/>
          <p:cNvSpPr txBox="1">
            <a:spLocks noChangeArrowheads="1"/>
          </p:cNvSpPr>
          <p:nvPr/>
        </p:nvSpPr>
        <p:spPr bwMode="auto">
          <a:xfrm>
            <a:off x="265113" y="34305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2508" name="Text Box 55"/>
          <p:cNvSpPr txBox="1">
            <a:spLocks noChangeArrowheads="1"/>
          </p:cNvSpPr>
          <p:nvPr/>
        </p:nvSpPr>
        <p:spPr bwMode="auto">
          <a:xfrm>
            <a:off x="215900" y="48498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2509" name="Text Box 56"/>
          <p:cNvSpPr txBox="1">
            <a:spLocks noChangeArrowheads="1"/>
          </p:cNvSpPr>
          <p:nvPr/>
        </p:nvSpPr>
        <p:spPr bwMode="auto">
          <a:xfrm>
            <a:off x="4824413" y="4811713"/>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2510" name="Text Box 57"/>
          <p:cNvSpPr txBox="1">
            <a:spLocks noChangeArrowheads="1"/>
          </p:cNvSpPr>
          <p:nvPr/>
        </p:nvSpPr>
        <p:spPr bwMode="auto">
          <a:xfrm>
            <a:off x="33274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2511" name="Text Box 58"/>
          <p:cNvSpPr txBox="1">
            <a:spLocks noChangeArrowheads="1"/>
          </p:cNvSpPr>
          <p:nvPr/>
        </p:nvSpPr>
        <p:spPr bwMode="auto">
          <a:xfrm>
            <a:off x="21336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2512" name="Line 59"/>
          <p:cNvSpPr>
            <a:spLocks noChangeShapeType="1"/>
          </p:cNvSpPr>
          <p:nvPr/>
        </p:nvSpPr>
        <p:spPr bwMode="auto">
          <a:xfrm>
            <a:off x="838200" y="3611563"/>
            <a:ext cx="19050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13" name="Line 60"/>
          <p:cNvSpPr>
            <a:spLocks noChangeShapeType="1"/>
          </p:cNvSpPr>
          <p:nvPr/>
        </p:nvSpPr>
        <p:spPr bwMode="auto">
          <a:xfrm>
            <a:off x="5943600" y="5440363"/>
            <a:ext cx="2971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14" name="Text Box 61"/>
          <p:cNvSpPr txBox="1">
            <a:spLocks noChangeArrowheads="1"/>
          </p:cNvSpPr>
          <p:nvPr/>
        </p:nvSpPr>
        <p:spPr bwMode="auto">
          <a:xfrm>
            <a:off x="6007100" y="47990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2515" name="Text Box 62"/>
          <p:cNvSpPr txBox="1">
            <a:spLocks noChangeArrowheads="1"/>
          </p:cNvSpPr>
          <p:nvPr/>
        </p:nvSpPr>
        <p:spPr bwMode="auto">
          <a:xfrm>
            <a:off x="8128000" y="4814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2516" name="Text Box 63"/>
          <p:cNvSpPr txBox="1">
            <a:spLocks noChangeArrowheads="1"/>
          </p:cNvSpPr>
          <p:nvPr/>
        </p:nvSpPr>
        <p:spPr bwMode="auto">
          <a:xfrm>
            <a:off x="6007100" y="37099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2517" name="Text Box 64"/>
          <p:cNvSpPr txBox="1">
            <a:spLocks noChangeArrowheads="1"/>
          </p:cNvSpPr>
          <p:nvPr/>
        </p:nvSpPr>
        <p:spPr bwMode="auto">
          <a:xfrm>
            <a:off x="107950" y="20605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2518" name="Text Box 65"/>
          <p:cNvSpPr txBox="1">
            <a:spLocks noChangeArrowheads="1"/>
          </p:cNvSpPr>
          <p:nvPr/>
        </p:nvSpPr>
        <p:spPr bwMode="auto">
          <a:xfrm>
            <a:off x="8032750" y="20351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2519" name="AutoShape 66"/>
          <p:cNvSpPr>
            <a:spLocks noChangeArrowheads="1"/>
          </p:cNvSpPr>
          <p:nvPr/>
        </p:nvSpPr>
        <p:spPr bwMode="auto">
          <a:xfrm>
            <a:off x="2667000" y="3259138"/>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20" name="Text Box 67"/>
          <p:cNvSpPr txBox="1">
            <a:spLocks noChangeArrowheads="1"/>
          </p:cNvSpPr>
          <p:nvPr/>
        </p:nvSpPr>
        <p:spPr bwMode="auto">
          <a:xfrm>
            <a:off x="2616200" y="2887663"/>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2521" name="Text Box 68"/>
          <p:cNvSpPr txBox="1">
            <a:spLocks noChangeArrowheads="1"/>
          </p:cNvSpPr>
          <p:nvPr/>
        </p:nvSpPr>
        <p:spPr bwMode="auto">
          <a:xfrm>
            <a:off x="4140200" y="4186238"/>
            <a:ext cx="2393950" cy="4667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IP </a:t>
            </a:r>
            <a:r>
              <a:rPr kumimoji="1" lang="zh-CN" altLang="en-US" sz="2400">
                <a:solidFill>
                  <a:srgbClr val="333399"/>
                </a:solidFill>
                <a:latin typeface="Arial" pitchFamily="34" charset="0"/>
              </a:rPr>
              <a:t>层上的互联网</a:t>
            </a:r>
          </a:p>
        </p:txBody>
      </p:sp>
      <p:sp>
        <p:nvSpPr>
          <p:cNvPr id="62522" name="Text Box 69"/>
          <p:cNvSpPr txBox="1">
            <a:spLocks noChangeArrowheads="1"/>
          </p:cNvSpPr>
          <p:nvPr/>
        </p:nvSpPr>
        <p:spPr bwMode="auto">
          <a:xfrm>
            <a:off x="990600" y="594836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nvGrpSpPr>
          <p:cNvPr id="62523" name="Group 70"/>
          <p:cNvGrpSpPr>
            <a:grpSpLocks/>
          </p:cNvGrpSpPr>
          <p:nvPr/>
        </p:nvGrpSpPr>
        <p:grpSpPr bwMode="auto">
          <a:xfrm>
            <a:off x="8153400" y="2420938"/>
            <a:ext cx="685800" cy="1447800"/>
            <a:chOff x="672" y="528"/>
            <a:chExt cx="432" cy="912"/>
          </a:xfrm>
        </p:grpSpPr>
        <p:sp>
          <p:nvSpPr>
            <p:cNvPr id="62561" name="AutoShape 7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62" name="AutoShape 7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63" name="AutoShape 7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2524" name="Text Box 74"/>
          <p:cNvSpPr txBox="1">
            <a:spLocks noChangeArrowheads="1"/>
          </p:cNvSpPr>
          <p:nvPr/>
        </p:nvSpPr>
        <p:spPr bwMode="auto">
          <a:xfrm>
            <a:off x="8202613" y="3435350"/>
            <a:ext cx="4841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2525" name="Text Box 75"/>
          <p:cNvSpPr txBox="1">
            <a:spLocks noChangeArrowheads="1"/>
          </p:cNvSpPr>
          <p:nvPr/>
        </p:nvSpPr>
        <p:spPr bwMode="auto">
          <a:xfrm>
            <a:off x="332105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2526" name="Text Box 76"/>
          <p:cNvSpPr txBox="1">
            <a:spLocks noChangeArrowheads="1"/>
          </p:cNvSpPr>
          <p:nvPr/>
        </p:nvSpPr>
        <p:spPr bwMode="auto">
          <a:xfrm>
            <a:off x="2286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2527" name="Line 77"/>
          <p:cNvSpPr>
            <a:spLocks noChangeShapeType="1"/>
          </p:cNvSpPr>
          <p:nvPr/>
        </p:nvSpPr>
        <p:spPr bwMode="auto">
          <a:xfrm>
            <a:off x="3276600" y="3611563"/>
            <a:ext cx="20574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28" name="AutoShape 78"/>
          <p:cNvSpPr>
            <a:spLocks noChangeArrowheads="1"/>
          </p:cNvSpPr>
          <p:nvPr/>
        </p:nvSpPr>
        <p:spPr bwMode="auto">
          <a:xfrm>
            <a:off x="5332413" y="3230563"/>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29" name="Line 79"/>
          <p:cNvSpPr>
            <a:spLocks noChangeShapeType="1"/>
          </p:cNvSpPr>
          <p:nvPr/>
        </p:nvSpPr>
        <p:spPr bwMode="auto">
          <a:xfrm>
            <a:off x="5943600" y="3611563"/>
            <a:ext cx="22098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30" name="Text Box 80"/>
          <p:cNvSpPr txBox="1">
            <a:spLocks noChangeArrowheads="1"/>
          </p:cNvSpPr>
          <p:nvPr/>
        </p:nvSpPr>
        <p:spPr bwMode="auto">
          <a:xfrm>
            <a:off x="4953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2531" name="Line 81"/>
          <p:cNvSpPr>
            <a:spLocks noChangeShapeType="1"/>
          </p:cNvSpPr>
          <p:nvPr/>
        </p:nvSpPr>
        <p:spPr bwMode="auto">
          <a:xfrm>
            <a:off x="3352800" y="5440363"/>
            <a:ext cx="19050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32" name="Freeform 82"/>
          <p:cNvSpPr>
            <a:spLocks/>
          </p:cNvSpPr>
          <p:nvPr/>
        </p:nvSpPr>
        <p:spPr bwMode="auto">
          <a:xfrm flipH="1">
            <a:off x="5921375" y="5156200"/>
            <a:ext cx="341313" cy="284163"/>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33" name="Freeform 83"/>
          <p:cNvSpPr>
            <a:spLocks/>
          </p:cNvSpPr>
          <p:nvPr/>
        </p:nvSpPr>
        <p:spPr bwMode="auto">
          <a:xfrm flipH="1">
            <a:off x="3233738" y="5162550"/>
            <a:ext cx="423862"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534" name="Text Box 84"/>
          <p:cNvSpPr txBox="1">
            <a:spLocks noChangeArrowheads="1"/>
          </p:cNvSpPr>
          <p:nvPr/>
        </p:nvSpPr>
        <p:spPr bwMode="auto">
          <a:xfrm>
            <a:off x="5218113" y="2862263"/>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grpSp>
        <p:nvGrpSpPr>
          <p:cNvPr id="62535" name="Group 85"/>
          <p:cNvGrpSpPr>
            <a:grpSpLocks/>
          </p:cNvGrpSpPr>
          <p:nvPr/>
        </p:nvGrpSpPr>
        <p:grpSpPr bwMode="auto">
          <a:xfrm>
            <a:off x="1143000" y="3154363"/>
            <a:ext cx="1447800" cy="381000"/>
            <a:chOff x="1632" y="2688"/>
            <a:chExt cx="912" cy="240"/>
          </a:xfrm>
        </p:grpSpPr>
        <p:sp>
          <p:nvSpPr>
            <p:cNvPr id="62559" name="Rectangle 86"/>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  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2560" name="AutoShape 87"/>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2536" name="Group 88"/>
          <p:cNvGrpSpPr>
            <a:grpSpLocks/>
          </p:cNvGrpSpPr>
          <p:nvPr/>
        </p:nvGrpSpPr>
        <p:grpSpPr bwMode="auto">
          <a:xfrm>
            <a:off x="3733800" y="3154363"/>
            <a:ext cx="1447800" cy="381000"/>
            <a:chOff x="1632" y="2688"/>
            <a:chExt cx="912" cy="240"/>
          </a:xfrm>
        </p:grpSpPr>
        <p:sp>
          <p:nvSpPr>
            <p:cNvPr id="62557" name="Rectangle 89"/>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2558" name="AutoShape 90"/>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2537" name="Group 91"/>
          <p:cNvGrpSpPr>
            <a:grpSpLocks/>
          </p:cNvGrpSpPr>
          <p:nvPr/>
        </p:nvGrpSpPr>
        <p:grpSpPr bwMode="auto">
          <a:xfrm>
            <a:off x="6477000" y="3154363"/>
            <a:ext cx="1447800" cy="381000"/>
            <a:chOff x="1632" y="2688"/>
            <a:chExt cx="912" cy="240"/>
          </a:xfrm>
        </p:grpSpPr>
        <p:sp>
          <p:nvSpPr>
            <p:cNvPr id="62555" name="Rectangle 92"/>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2556" name="AutoShape 93"/>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2538" name="Group 94"/>
          <p:cNvGrpSpPr>
            <a:grpSpLocks/>
          </p:cNvGrpSpPr>
          <p:nvPr/>
        </p:nvGrpSpPr>
        <p:grpSpPr bwMode="auto">
          <a:xfrm>
            <a:off x="609600" y="5592763"/>
            <a:ext cx="1981200" cy="381000"/>
            <a:chOff x="480" y="3120"/>
            <a:chExt cx="1248" cy="240"/>
          </a:xfrm>
        </p:grpSpPr>
        <p:sp>
          <p:nvSpPr>
            <p:cNvPr id="62553" name="Rectangle 95"/>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p>
          </p:txBody>
        </p:sp>
        <p:sp>
          <p:nvSpPr>
            <p:cNvPr id="62554" name="AutoShape 96"/>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2539" name="Group 97"/>
          <p:cNvGrpSpPr>
            <a:grpSpLocks/>
          </p:cNvGrpSpPr>
          <p:nvPr/>
        </p:nvGrpSpPr>
        <p:grpSpPr bwMode="auto">
          <a:xfrm>
            <a:off x="3505200" y="5592763"/>
            <a:ext cx="1981200" cy="381000"/>
            <a:chOff x="480" y="3120"/>
            <a:chExt cx="1248" cy="240"/>
          </a:xfrm>
        </p:grpSpPr>
        <p:sp>
          <p:nvSpPr>
            <p:cNvPr id="62551" name="Rectangle 98"/>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p>
          </p:txBody>
        </p:sp>
        <p:sp>
          <p:nvSpPr>
            <p:cNvPr id="62552" name="AutoShape 99"/>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2540" name="Group 100"/>
          <p:cNvGrpSpPr>
            <a:grpSpLocks/>
          </p:cNvGrpSpPr>
          <p:nvPr/>
        </p:nvGrpSpPr>
        <p:grpSpPr bwMode="auto">
          <a:xfrm>
            <a:off x="6400800" y="5592763"/>
            <a:ext cx="1981200" cy="381000"/>
            <a:chOff x="480" y="3120"/>
            <a:chExt cx="1248" cy="240"/>
          </a:xfrm>
        </p:grpSpPr>
        <p:sp>
          <p:nvSpPr>
            <p:cNvPr id="62549" name="Rectangle 101"/>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p>
          </p:txBody>
        </p:sp>
        <p:sp>
          <p:nvSpPr>
            <p:cNvPr id="62550" name="AutoShape 102"/>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2541" name="Text Box 103"/>
          <p:cNvSpPr txBox="1">
            <a:spLocks noChangeArrowheads="1"/>
          </p:cNvSpPr>
          <p:nvPr/>
        </p:nvSpPr>
        <p:spPr bwMode="auto">
          <a:xfrm>
            <a:off x="6858000"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2542" name="Text Box 104"/>
          <p:cNvSpPr txBox="1">
            <a:spLocks noChangeArrowheads="1"/>
          </p:cNvSpPr>
          <p:nvPr/>
        </p:nvSpPr>
        <p:spPr bwMode="auto">
          <a:xfrm>
            <a:off x="3976688"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2543" name="AutoShape 105"/>
          <p:cNvSpPr>
            <a:spLocks noChangeArrowheads="1"/>
          </p:cNvSpPr>
          <p:nvPr/>
        </p:nvSpPr>
        <p:spPr bwMode="auto">
          <a:xfrm flipV="1">
            <a:off x="2057400" y="2292350"/>
            <a:ext cx="1219200" cy="377825"/>
          </a:xfrm>
          <a:prstGeom prst="wedgeRoundRectCallout">
            <a:avLst>
              <a:gd name="adj1" fmla="val -75782"/>
              <a:gd name="adj2" fmla="val -20378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2544" name="Text Box 106"/>
          <p:cNvSpPr txBox="1">
            <a:spLocks noChangeArrowheads="1"/>
          </p:cNvSpPr>
          <p:nvPr/>
        </p:nvSpPr>
        <p:spPr bwMode="auto">
          <a:xfrm>
            <a:off x="2095500" y="23161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 </a:t>
            </a:r>
            <a:r>
              <a:rPr kumimoji="1" lang="zh-CN" altLang="en-US" sz="1800">
                <a:solidFill>
                  <a:srgbClr val="333399"/>
                </a:solidFill>
                <a:latin typeface="Arial" pitchFamily="34" charset="0"/>
              </a:rPr>
              <a:t>数据报</a:t>
            </a:r>
          </a:p>
        </p:txBody>
      </p:sp>
      <p:sp>
        <p:nvSpPr>
          <p:cNvPr id="457835" name="Text Box 107"/>
          <p:cNvSpPr txBox="1">
            <a:spLocks noChangeArrowheads="1"/>
          </p:cNvSpPr>
          <p:nvPr/>
        </p:nvSpPr>
        <p:spPr bwMode="auto">
          <a:xfrm>
            <a:off x="1931988" y="52388"/>
            <a:ext cx="4989512" cy="598487"/>
          </a:xfrm>
          <a:prstGeom prst="rect">
            <a:avLst/>
          </a:prstGeom>
          <a:solidFill>
            <a:srgbClr val="FFFF99"/>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3200">
                <a:solidFill>
                  <a:srgbClr val="333399"/>
                </a:solidFill>
              </a:rPr>
              <a:t>在链路上看</a:t>
            </a:r>
            <a:r>
              <a:rPr lang="zh-CN" altLang="en-US" sz="3200">
                <a:solidFill>
                  <a:srgbClr val="333399"/>
                </a:solidFill>
                <a:latin typeface="Arial" pitchFamily="34" charset="0"/>
              </a:rPr>
              <a:t> </a:t>
            </a:r>
            <a:r>
              <a:rPr lang="en-US" altLang="zh-CN" sz="3200">
                <a:solidFill>
                  <a:srgbClr val="333399"/>
                </a:solidFill>
                <a:latin typeface="Arial" pitchFamily="34" charset="0"/>
              </a:rPr>
              <a:t>MAC </a:t>
            </a:r>
            <a:r>
              <a:rPr lang="zh-CN" altLang="en-US" sz="3200">
                <a:solidFill>
                  <a:srgbClr val="333399"/>
                </a:solidFill>
              </a:rPr>
              <a:t>帧的流动</a:t>
            </a:r>
          </a:p>
        </p:txBody>
      </p:sp>
      <p:sp>
        <p:nvSpPr>
          <p:cNvPr id="457836" name="Line 108"/>
          <p:cNvSpPr>
            <a:spLocks noChangeShapeType="1"/>
          </p:cNvSpPr>
          <p:nvPr/>
        </p:nvSpPr>
        <p:spPr bwMode="auto">
          <a:xfrm>
            <a:off x="466725" y="5445125"/>
            <a:ext cx="1801813"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7837" name="Line 109"/>
          <p:cNvSpPr>
            <a:spLocks noChangeShapeType="1"/>
          </p:cNvSpPr>
          <p:nvPr/>
        </p:nvSpPr>
        <p:spPr bwMode="auto">
          <a:xfrm>
            <a:off x="3635375" y="5445125"/>
            <a:ext cx="1296988"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7838" name="Line 110"/>
          <p:cNvSpPr>
            <a:spLocks noChangeShapeType="1"/>
          </p:cNvSpPr>
          <p:nvPr/>
        </p:nvSpPr>
        <p:spPr bwMode="auto">
          <a:xfrm>
            <a:off x="6227763" y="5445125"/>
            <a:ext cx="2160587"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7835"/>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457836"/>
                                        </p:tgtEl>
                                        <p:attrNameLst>
                                          <p:attrName>style.visibility</p:attrName>
                                        </p:attrNameLst>
                                      </p:cBhvr>
                                      <p:to>
                                        <p:strVal val="visible"/>
                                      </p:to>
                                    </p:set>
                                    <p:animEffect transition="in" filter="wipe(left)">
                                      <p:cBhvr>
                                        <p:cTn id="10" dur="1000"/>
                                        <p:tgtEl>
                                          <p:spTgt spid="457836"/>
                                        </p:tgtEl>
                                      </p:cBhvr>
                                    </p:animEffect>
                                  </p:childTnLst>
                                </p:cTn>
                              </p:par>
                            </p:childTnLst>
                          </p:cTn>
                        </p:par>
                        <p:par>
                          <p:cTn id="11" fill="hold" nodeType="afterGroup">
                            <p:stCondLst>
                              <p:cond delay="4000"/>
                            </p:stCondLst>
                            <p:childTnLst>
                              <p:par>
                                <p:cTn id="12" presetID="22" presetClass="entr" presetSubtype="8" fill="hold" grpId="0" nodeType="afterEffect">
                                  <p:stCondLst>
                                    <p:cond delay="500"/>
                                  </p:stCondLst>
                                  <p:childTnLst>
                                    <p:set>
                                      <p:cBhvr>
                                        <p:cTn id="13" dur="1" fill="hold">
                                          <p:stCondLst>
                                            <p:cond delay="0"/>
                                          </p:stCondLst>
                                        </p:cTn>
                                        <p:tgtEl>
                                          <p:spTgt spid="457837"/>
                                        </p:tgtEl>
                                        <p:attrNameLst>
                                          <p:attrName>style.visibility</p:attrName>
                                        </p:attrNameLst>
                                      </p:cBhvr>
                                      <p:to>
                                        <p:strVal val="visible"/>
                                      </p:to>
                                    </p:set>
                                    <p:animEffect transition="in" filter="wipe(left)">
                                      <p:cBhvr>
                                        <p:cTn id="14" dur="1000"/>
                                        <p:tgtEl>
                                          <p:spTgt spid="457837"/>
                                        </p:tgtEl>
                                      </p:cBhvr>
                                    </p:animEffect>
                                  </p:childTnLst>
                                </p:cTn>
                              </p:par>
                            </p:childTnLst>
                          </p:cTn>
                        </p:par>
                        <p:par>
                          <p:cTn id="15" fill="hold" nodeType="afterGroup">
                            <p:stCondLst>
                              <p:cond delay="5500"/>
                            </p:stCondLst>
                            <p:childTnLst>
                              <p:par>
                                <p:cTn id="16" presetID="22" presetClass="entr" presetSubtype="8" fill="hold" grpId="0" nodeType="afterEffect">
                                  <p:stCondLst>
                                    <p:cond delay="500"/>
                                  </p:stCondLst>
                                  <p:childTnLst>
                                    <p:set>
                                      <p:cBhvr>
                                        <p:cTn id="17" dur="1" fill="hold">
                                          <p:stCondLst>
                                            <p:cond delay="0"/>
                                          </p:stCondLst>
                                        </p:cTn>
                                        <p:tgtEl>
                                          <p:spTgt spid="457838"/>
                                        </p:tgtEl>
                                        <p:attrNameLst>
                                          <p:attrName>style.visibility</p:attrName>
                                        </p:attrNameLst>
                                      </p:cBhvr>
                                      <p:to>
                                        <p:strVal val="visible"/>
                                      </p:to>
                                    </p:set>
                                    <p:animEffect transition="in" filter="wipe(left)">
                                      <p:cBhvr>
                                        <p:cTn id="18" dur="1000"/>
                                        <p:tgtEl>
                                          <p:spTgt spid="457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835" grpId="0" animBg="1"/>
      <p:bldP spid="457836" grpId="0" animBg="1"/>
      <p:bldP spid="457837" grpId="0" animBg="1"/>
      <p:bldP spid="457838" grpId="0" animBg="1"/>
    </p:bldLst>
  </p:timing>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3490" name="Freeform 32"/>
          <p:cNvSpPr>
            <a:spLocks/>
          </p:cNvSpPr>
          <p:nvPr/>
        </p:nvSpPr>
        <p:spPr bwMode="auto">
          <a:xfrm>
            <a:off x="2362200" y="5160963"/>
            <a:ext cx="395288"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491" name="Freeform 33"/>
          <p:cNvSpPr>
            <a:spLocks/>
          </p:cNvSpPr>
          <p:nvPr/>
        </p:nvSpPr>
        <p:spPr bwMode="auto">
          <a:xfrm>
            <a:off x="4951413" y="5159375"/>
            <a:ext cx="395287"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492" name="Line 34"/>
          <p:cNvSpPr>
            <a:spLocks noChangeShapeType="1"/>
          </p:cNvSpPr>
          <p:nvPr/>
        </p:nvSpPr>
        <p:spPr bwMode="auto">
          <a:xfrm rot="-5400000">
            <a:off x="8113713"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493" name="Line 35"/>
          <p:cNvSpPr>
            <a:spLocks noChangeShapeType="1"/>
          </p:cNvSpPr>
          <p:nvPr/>
        </p:nvSpPr>
        <p:spPr bwMode="auto">
          <a:xfrm rot="-5400000">
            <a:off x="192088"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494" name="AutoShape 36"/>
          <p:cNvSpPr>
            <a:spLocks noChangeArrowheads="1"/>
          </p:cNvSpPr>
          <p:nvPr/>
        </p:nvSpPr>
        <p:spPr bwMode="auto">
          <a:xfrm>
            <a:off x="2286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495" name="AutoShape 37"/>
          <p:cNvSpPr>
            <a:spLocks noChangeArrowheads="1"/>
          </p:cNvSpPr>
          <p:nvPr/>
        </p:nvSpPr>
        <p:spPr bwMode="auto">
          <a:xfrm>
            <a:off x="2667000" y="3382963"/>
            <a:ext cx="68580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496" name="AutoShape 38"/>
          <p:cNvSpPr>
            <a:spLocks noChangeArrowheads="1"/>
          </p:cNvSpPr>
          <p:nvPr/>
        </p:nvSpPr>
        <p:spPr bwMode="auto">
          <a:xfrm>
            <a:off x="81534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497" name="AutoShape 39"/>
          <p:cNvSpPr>
            <a:spLocks noChangeArrowheads="1"/>
          </p:cNvSpPr>
          <p:nvPr/>
        </p:nvSpPr>
        <p:spPr bwMode="auto">
          <a:xfrm>
            <a:off x="5332413" y="3611563"/>
            <a:ext cx="68580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3498" name="Group 40"/>
          <p:cNvGrpSpPr>
            <a:grpSpLocks/>
          </p:cNvGrpSpPr>
          <p:nvPr/>
        </p:nvGrpSpPr>
        <p:grpSpPr bwMode="auto">
          <a:xfrm>
            <a:off x="36513" y="2420938"/>
            <a:ext cx="9121775" cy="2438400"/>
            <a:chOff x="96" y="1056"/>
            <a:chExt cx="5472" cy="1536"/>
          </a:xfrm>
        </p:grpSpPr>
        <p:sp>
          <p:nvSpPr>
            <p:cNvPr id="63560" name="Oval 41"/>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a:p>
          </p:txBody>
        </p:sp>
        <p:sp>
          <p:nvSpPr>
            <p:cNvPr id="63561" name="Oval 42"/>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a:p>
          </p:txBody>
        </p:sp>
        <p:sp>
          <p:nvSpPr>
            <p:cNvPr id="63562" name="Oval 43"/>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a:p>
          </p:txBody>
        </p:sp>
        <p:sp>
          <p:nvSpPr>
            <p:cNvPr id="63563" name="Oval 44"/>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a:p>
          </p:txBody>
        </p:sp>
        <p:sp>
          <p:nvSpPr>
            <p:cNvPr id="63564" name="Oval 45"/>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a:p>
          </p:txBody>
        </p:sp>
        <p:sp>
          <p:nvSpPr>
            <p:cNvPr id="63565" name="Oval 46"/>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a:p>
          </p:txBody>
        </p:sp>
        <p:sp>
          <p:nvSpPr>
            <p:cNvPr id="63566" name="Oval 47"/>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a:p>
          </p:txBody>
        </p:sp>
        <p:sp>
          <p:nvSpPr>
            <p:cNvPr id="63567" name="Oval 48"/>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3499" name="Line 49"/>
          <p:cNvSpPr>
            <a:spLocks noChangeShapeType="1"/>
          </p:cNvSpPr>
          <p:nvPr/>
        </p:nvSpPr>
        <p:spPr bwMode="auto">
          <a:xfrm>
            <a:off x="152400" y="5440363"/>
            <a:ext cx="2590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3500" name="Group 50"/>
          <p:cNvGrpSpPr>
            <a:grpSpLocks/>
          </p:cNvGrpSpPr>
          <p:nvPr/>
        </p:nvGrpSpPr>
        <p:grpSpPr bwMode="auto">
          <a:xfrm>
            <a:off x="228600" y="2420938"/>
            <a:ext cx="685800" cy="1447800"/>
            <a:chOff x="672" y="528"/>
            <a:chExt cx="432" cy="912"/>
          </a:xfrm>
        </p:grpSpPr>
        <p:sp>
          <p:nvSpPr>
            <p:cNvPr id="63557" name="AutoShape 5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58" name="AutoShape 5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59" name="AutoShape 5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3501" name="Text Box 54"/>
          <p:cNvSpPr txBox="1">
            <a:spLocks noChangeArrowheads="1"/>
          </p:cNvSpPr>
          <p:nvPr/>
        </p:nvSpPr>
        <p:spPr bwMode="auto">
          <a:xfrm>
            <a:off x="265113" y="34305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3502" name="Text Box 55"/>
          <p:cNvSpPr txBox="1">
            <a:spLocks noChangeArrowheads="1"/>
          </p:cNvSpPr>
          <p:nvPr/>
        </p:nvSpPr>
        <p:spPr bwMode="auto">
          <a:xfrm>
            <a:off x="215900" y="48498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3503" name="Text Box 56"/>
          <p:cNvSpPr txBox="1">
            <a:spLocks noChangeArrowheads="1"/>
          </p:cNvSpPr>
          <p:nvPr/>
        </p:nvSpPr>
        <p:spPr bwMode="auto">
          <a:xfrm>
            <a:off x="4824413" y="4811713"/>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3504" name="Text Box 57"/>
          <p:cNvSpPr txBox="1">
            <a:spLocks noChangeArrowheads="1"/>
          </p:cNvSpPr>
          <p:nvPr/>
        </p:nvSpPr>
        <p:spPr bwMode="auto">
          <a:xfrm>
            <a:off x="33274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3505" name="Text Box 58"/>
          <p:cNvSpPr txBox="1">
            <a:spLocks noChangeArrowheads="1"/>
          </p:cNvSpPr>
          <p:nvPr/>
        </p:nvSpPr>
        <p:spPr bwMode="auto">
          <a:xfrm>
            <a:off x="21336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3506" name="Line 59"/>
          <p:cNvSpPr>
            <a:spLocks noChangeShapeType="1"/>
          </p:cNvSpPr>
          <p:nvPr/>
        </p:nvSpPr>
        <p:spPr bwMode="auto">
          <a:xfrm>
            <a:off x="838200" y="3611563"/>
            <a:ext cx="19050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07" name="Line 60"/>
          <p:cNvSpPr>
            <a:spLocks noChangeShapeType="1"/>
          </p:cNvSpPr>
          <p:nvPr/>
        </p:nvSpPr>
        <p:spPr bwMode="auto">
          <a:xfrm>
            <a:off x="5943600" y="5440363"/>
            <a:ext cx="2971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08" name="Text Box 61"/>
          <p:cNvSpPr txBox="1">
            <a:spLocks noChangeArrowheads="1"/>
          </p:cNvSpPr>
          <p:nvPr/>
        </p:nvSpPr>
        <p:spPr bwMode="auto">
          <a:xfrm>
            <a:off x="6007100" y="47990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3509" name="Text Box 62"/>
          <p:cNvSpPr txBox="1">
            <a:spLocks noChangeArrowheads="1"/>
          </p:cNvSpPr>
          <p:nvPr/>
        </p:nvSpPr>
        <p:spPr bwMode="auto">
          <a:xfrm>
            <a:off x="8128000" y="4814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3510" name="Text Box 63"/>
          <p:cNvSpPr txBox="1">
            <a:spLocks noChangeArrowheads="1"/>
          </p:cNvSpPr>
          <p:nvPr/>
        </p:nvSpPr>
        <p:spPr bwMode="auto">
          <a:xfrm>
            <a:off x="6007100" y="37099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3511" name="Text Box 64"/>
          <p:cNvSpPr txBox="1">
            <a:spLocks noChangeArrowheads="1"/>
          </p:cNvSpPr>
          <p:nvPr/>
        </p:nvSpPr>
        <p:spPr bwMode="auto">
          <a:xfrm>
            <a:off x="107950" y="20605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3512" name="Text Box 65"/>
          <p:cNvSpPr txBox="1">
            <a:spLocks noChangeArrowheads="1"/>
          </p:cNvSpPr>
          <p:nvPr/>
        </p:nvSpPr>
        <p:spPr bwMode="auto">
          <a:xfrm>
            <a:off x="8032750" y="20351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3513" name="AutoShape 66"/>
          <p:cNvSpPr>
            <a:spLocks noChangeArrowheads="1"/>
          </p:cNvSpPr>
          <p:nvPr/>
        </p:nvSpPr>
        <p:spPr bwMode="auto">
          <a:xfrm>
            <a:off x="2667000" y="3259138"/>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14" name="Text Box 67"/>
          <p:cNvSpPr txBox="1">
            <a:spLocks noChangeArrowheads="1"/>
          </p:cNvSpPr>
          <p:nvPr/>
        </p:nvSpPr>
        <p:spPr bwMode="auto">
          <a:xfrm>
            <a:off x="2616200" y="2887663"/>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3515" name="Text Box 68"/>
          <p:cNvSpPr txBox="1">
            <a:spLocks noChangeArrowheads="1"/>
          </p:cNvSpPr>
          <p:nvPr/>
        </p:nvSpPr>
        <p:spPr bwMode="auto">
          <a:xfrm>
            <a:off x="4140200" y="4186238"/>
            <a:ext cx="2393950" cy="4667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IP </a:t>
            </a:r>
            <a:r>
              <a:rPr kumimoji="1" lang="zh-CN" altLang="en-US" sz="2400">
                <a:solidFill>
                  <a:srgbClr val="333399"/>
                </a:solidFill>
                <a:latin typeface="Arial" pitchFamily="34" charset="0"/>
              </a:rPr>
              <a:t>层上的互联网</a:t>
            </a:r>
          </a:p>
        </p:txBody>
      </p:sp>
      <p:sp>
        <p:nvSpPr>
          <p:cNvPr id="63516" name="Text Box 69"/>
          <p:cNvSpPr txBox="1">
            <a:spLocks noChangeArrowheads="1"/>
          </p:cNvSpPr>
          <p:nvPr/>
        </p:nvSpPr>
        <p:spPr bwMode="auto">
          <a:xfrm>
            <a:off x="990600" y="594836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nvGrpSpPr>
          <p:cNvPr id="63517" name="Group 70"/>
          <p:cNvGrpSpPr>
            <a:grpSpLocks/>
          </p:cNvGrpSpPr>
          <p:nvPr/>
        </p:nvGrpSpPr>
        <p:grpSpPr bwMode="auto">
          <a:xfrm>
            <a:off x="8153400" y="2420938"/>
            <a:ext cx="685800" cy="1447800"/>
            <a:chOff x="672" y="528"/>
            <a:chExt cx="432" cy="912"/>
          </a:xfrm>
        </p:grpSpPr>
        <p:sp>
          <p:nvSpPr>
            <p:cNvPr id="63554" name="AutoShape 7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55" name="AutoShape 7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56" name="AutoShape 7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3518" name="Text Box 74"/>
          <p:cNvSpPr txBox="1">
            <a:spLocks noChangeArrowheads="1"/>
          </p:cNvSpPr>
          <p:nvPr/>
        </p:nvSpPr>
        <p:spPr bwMode="auto">
          <a:xfrm>
            <a:off x="8202613" y="3435350"/>
            <a:ext cx="4841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3519" name="Text Box 75"/>
          <p:cNvSpPr txBox="1">
            <a:spLocks noChangeArrowheads="1"/>
          </p:cNvSpPr>
          <p:nvPr/>
        </p:nvSpPr>
        <p:spPr bwMode="auto">
          <a:xfrm>
            <a:off x="332105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3520" name="Text Box 76"/>
          <p:cNvSpPr txBox="1">
            <a:spLocks noChangeArrowheads="1"/>
          </p:cNvSpPr>
          <p:nvPr/>
        </p:nvSpPr>
        <p:spPr bwMode="auto">
          <a:xfrm>
            <a:off x="2286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3521" name="Line 77"/>
          <p:cNvSpPr>
            <a:spLocks noChangeShapeType="1"/>
          </p:cNvSpPr>
          <p:nvPr/>
        </p:nvSpPr>
        <p:spPr bwMode="auto">
          <a:xfrm>
            <a:off x="3276600" y="3611563"/>
            <a:ext cx="20574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22" name="AutoShape 78"/>
          <p:cNvSpPr>
            <a:spLocks noChangeArrowheads="1"/>
          </p:cNvSpPr>
          <p:nvPr/>
        </p:nvSpPr>
        <p:spPr bwMode="auto">
          <a:xfrm>
            <a:off x="5332413" y="3230563"/>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23" name="Line 79"/>
          <p:cNvSpPr>
            <a:spLocks noChangeShapeType="1"/>
          </p:cNvSpPr>
          <p:nvPr/>
        </p:nvSpPr>
        <p:spPr bwMode="auto">
          <a:xfrm>
            <a:off x="5943600" y="3611563"/>
            <a:ext cx="22098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24" name="Text Box 80"/>
          <p:cNvSpPr txBox="1">
            <a:spLocks noChangeArrowheads="1"/>
          </p:cNvSpPr>
          <p:nvPr/>
        </p:nvSpPr>
        <p:spPr bwMode="auto">
          <a:xfrm>
            <a:off x="4953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3525" name="Line 81"/>
          <p:cNvSpPr>
            <a:spLocks noChangeShapeType="1"/>
          </p:cNvSpPr>
          <p:nvPr/>
        </p:nvSpPr>
        <p:spPr bwMode="auto">
          <a:xfrm>
            <a:off x="3352800" y="5440363"/>
            <a:ext cx="19050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26" name="Freeform 82"/>
          <p:cNvSpPr>
            <a:spLocks/>
          </p:cNvSpPr>
          <p:nvPr/>
        </p:nvSpPr>
        <p:spPr bwMode="auto">
          <a:xfrm flipH="1">
            <a:off x="5921375" y="5156200"/>
            <a:ext cx="341313" cy="284163"/>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27" name="Freeform 83"/>
          <p:cNvSpPr>
            <a:spLocks/>
          </p:cNvSpPr>
          <p:nvPr/>
        </p:nvSpPr>
        <p:spPr bwMode="auto">
          <a:xfrm flipH="1">
            <a:off x="3233738" y="5162550"/>
            <a:ext cx="423862"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28" name="Text Box 84"/>
          <p:cNvSpPr txBox="1">
            <a:spLocks noChangeArrowheads="1"/>
          </p:cNvSpPr>
          <p:nvPr/>
        </p:nvSpPr>
        <p:spPr bwMode="auto">
          <a:xfrm>
            <a:off x="5218113" y="2862263"/>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grpSp>
        <p:nvGrpSpPr>
          <p:cNvPr id="456818" name="Group 114"/>
          <p:cNvGrpSpPr>
            <a:grpSpLocks/>
          </p:cNvGrpSpPr>
          <p:nvPr/>
        </p:nvGrpSpPr>
        <p:grpSpPr bwMode="auto">
          <a:xfrm>
            <a:off x="1143000" y="3154363"/>
            <a:ext cx="6781800" cy="381000"/>
            <a:chOff x="720" y="1987"/>
            <a:chExt cx="4272" cy="240"/>
          </a:xfrm>
        </p:grpSpPr>
        <p:grpSp>
          <p:nvGrpSpPr>
            <p:cNvPr id="63545" name="Group 85"/>
            <p:cNvGrpSpPr>
              <a:grpSpLocks/>
            </p:cNvGrpSpPr>
            <p:nvPr/>
          </p:nvGrpSpPr>
          <p:grpSpPr bwMode="auto">
            <a:xfrm>
              <a:off x="720" y="1987"/>
              <a:ext cx="912" cy="240"/>
              <a:chOff x="1632" y="2688"/>
              <a:chExt cx="912" cy="240"/>
            </a:xfrm>
          </p:grpSpPr>
          <p:sp>
            <p:nvSpPr>
              <p:cNvPr id="63552" name="Rectangle 86"/>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  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3553" name="AutoShape 87"/>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3546" name="Group 88"/>
            <p:cNvGrpSpPr>
              <a:grpSpLocks/>
            </p:cNvGrpSpPr>
            <p:nvPr/>
          </p:nvGrpSpPr>
          <p:grpSpPr bwMode="auto">
            <a:xfrm>
              <a:off x="2352" y="1987"/>
              <a:ext cx="912" cy="240"/>
              <a:chOff x="1632" y="2688"/>
              <a:chExt cx="912" cy="240"/>
            </a:xfrm>
          </p:grpSpPr>
          <p:sp>
            <p:nvSpPr>
              <p:cNvPr id="63550" name="Rectangle 89"/>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3551" name="AutoShape 90"/>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3547" name="Group 91"/>
            <p:cNvGrpSpPr>
              <a:grpSpLocks/>
            </p:cNvGrpSpPr>
            <p:nvPr/>
          </p:nvGrpSpPr>
          <p:grpSpPr bwMode="auto">
            <a:xfrm>
              <a:off x="4080" y="1987"/>
              <a:ext cx="912" cy="240"/>
              <a:chOff x="1632" y="2688"/>
              <a:chExt cx="912" cy="240"/>
            </a:xfrm>
          </p:grpSpPr>
          <p:sp>
            <p:nvSpPr>
              <p:cNvPr id="63548" name="Rectangle 92"/>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3549" name="AutoShape 93"/>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63530" name="Group 94"/>
          <p:cNvGrpSpPr>
            <a:grpSpLocks/>
          </p:cNvGrpSpPr>
          <p:nvPr/>
        </p:nvGrpSpPr>
        <p:grpSpPr bwMode="auto">
          <a:xfrm>
            <a:off x="609600" y="5592763"/>
            <a:ext cx="1981200" cy="381000"/>
            <a:chOff x="480" y="3120"/>
            <a:chExt cx="1248" cy="240"/>
          </a:xfrm>
        </p:grpSpPr>
        <p:sp>
          <p:nvSpPr>
            <p:cNvPr id="63543" name="Rectangle 95"/>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p>
          </p:txBody>
        </p:sp>
        <p:sp>
          <p:nvSpPr>
            <p:cNvPr id="63544" name="AutoShape 96"/>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3531" name="Group 97"/>
          <p:cNvGrpSpPr>
            <a:grpSpLocks/>
          </p:cNvGrpSpPr>
          <p:nvPr/>
        </p:nvGrpSpPr>
        <p:grpSpPr bwMode="auto">
          <a:xfrm>
            <a:off x="3505200" y="5592763"/>
            <a:ext cx="1981200" cy="381000"/>
            <a:chOff x="480" y="3120"/>
            <a:chExt cx="1248" cy="240"/>
          </a:xfrm>
        </p:grpSpPr>
        <p:sp>
          <p:nvSpPr>
            <p:cNvPr id="63541" name="Rectangle 98"/>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p>
          </p:txBody>
        </p:sp>
        <p:sp>
          <p:nvSpPr>
            <p:cNvPr id="63542" name="AutoShape 99"/>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3532" name="Group 100"/>
          <p:cNvGrpSpPr>
            <a:grpSpLocks/>
          </p:cNvGrpSpPr>
          <p:nvPr/>
        </p:nvGrpSpPr>
        <p:grpSpPr bwMode="auto">
          <a:xfrm>
            <a:off x="6400800" y="5592763"/>
            <a:ext cx="1981200" cy="381000"/>
            <a:chOff x="480" y="3120"/>
            <a:chExt cx="1248" cy="240"/>
          </a:xfrm>
        </p:grpSpPr>
        <p:sp>
          <p:nvSpPr>
            <p:cNvPr id="63539" name="Rectangle 101"/>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p>
          </p:txBody>
        </p:sp>
        <p:sp>
          <p:nvSpPr>
            <p:cNvPr id="63540" name="AutoShape 102"/>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3533" name="Text Box 103"/>
          <p:cNvSpPr txBox="1">
            <a:spLocks noChangeArrowheads="1"/>
          </p:cNvSpPr>
          <p:nvPr/>
        </p:nvSpPr>
        <p:spPr bwMode="auto">
          <a:xfrm>
            <a:off x="6858000"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3534" name="Text Box 104"/>
          <p:cNvSpPr txBox="1">
            <a:spLocks noChangeArrowheads="1"/>
          </p:cNvSpPr>
          <p:nvPr/>
        </p:nvSpPr>
        <p:spPr bwMode="auto">
          <a:xfrm>
            <a:off x="3976688"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3535" name="AutoShape 105"/>
          <p:cNvSpPr>
            <a:spLocks noChangeArrowheads="1"/>
          </p:cNvSpPr>
          <p:nvPr/>
        </p:nvSpPr>
        <p:spPr bwMode="auto">
          <a:xfrm flipV="1">
            <a:off x="2057400" y="2292350"/>
            <a:ext cx="1219200" cy="377825"/>
          </a:xfrm>
          <a:prstGeom prst="wedgeRoundRectCallout">
            <a:avLst>
              <a:gd name="adj1" fmla="val -75782"/>
              <a:gd name="adj2" fmla="val -20378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3536" name="Text Box 106"/>
          <p:cNvSpPr txBox="1">
            <a:spLocks noChangeArrowheads="1"/>
          </p:cNvSpPr>
          <p:nvPr/>
        </p:nvSpPr>
        <p:spPr bwMode="auto">
          <a:xfrm>
            <a:off x="2095500" y="23161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 </a:t>
            </a:r>
            <a:r>
              <a:rPr kumimoji="1" lang="zh-CN" altLang="en-US" sz="1800">
                <a:solidFill>
                  <a:srgbClr val="333399"/>
                </a:solidFill>
                <a:latin typeface="Arial" pitchFamily="34" charset="0"/>
              </a:rPr>
              <a:t>数据报</a:t>
            </a:r>
          </a:p>
        </p:txBody>
      </p:sp>
      <p:sp>
        <p:nvSpPr>
          <p:cNvPr id="63537" name="Rectangle 111"/>
          <p:cNvSpPr>
            <a:spLocks noChangeArrowheads="1"/>
          </p:cNvSpPr>
          <p:nvPr/>
        </p:nvSpPr>
        <p:spPr bwMode="auto">
          <a:xfrm>
            <a:off x="0" y="0"/>
            <a:ext cx="9144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538" name="Text Box 112"/>
          <p:cNvSpPr txBox="1">
            <a:spLocks noChangeArrowheads="1"/>
          </p:cNvSpPr>
          <p:nvPr/>
        </p:nvSpPr>
        <p:spPr bwMode="auto">
          <a:xfrm>
            <a:off x="357188" y="173038"/>
            <a:ext cx="8467725" cy="1639887"/>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20000"/>
              </a:lnSpc>
            </a:pPr>
            <a:r>
              <a:rPr lang="zh-CN" altLang="en-US">
                <a:solidFill>
                  <a:srgbClr val="333399"/>
                </a:solidFill>
                <a:latin typeface="Arial" pitchFamily="34" charset="0"/>
              </a:rPr>
              <a:t>在 </a:t>
            </a:r>
            <a:r>
              <a:rPr lang="en-US" altLang="zh-CN">
                <a:solidFill>
                  <a:srgbClr val="333399"/>
                </a:solidFill>
                <a:latin typeface="Arial" pitchFamily="34" charset="0"/>
              </a:rPr>
              <a:t>IP </a:t>
            </a:r>
            <a:r>
              <a:rPr lang="zh-CN" altLang="en-US">
                <a:solidFill>
                  <a:srgbClr val="333399"/>
                </a:solidFill>
                <a:latin typeface="Arial" pitchFamily="34" charset="0"/>
              </a:rPr>
              <a:t>层抽象的互联网上只能看到 </a:t>
            </a:r>
            <a:r>
              <a:rPr lang="en-US" altLang="zh-CN">
                <a:solidFill>
                  <a:srgbClr val="333399"/>
                </a:solidFill>
                <a:latin typeface="Arial" pitchFamily="34" charset="0"/>
              </a:rPr>
              <a:t>IP </a:t>
            </a:r>
            <a:r>
              <a:rPr lang="zh-CN" altLang="en-US">
                <a:solidFill>
                  <a:srgbClr val="333399"/>
                </a:solidFill>
                <a:latin typeface="Arial" pitchFamily="34" charset="0"/>
              </a:rPr>
              <a:t>数据报</a:t>
            </a:r>
          </a:p>
          <a:p>
            <a:pPr algn="ctr" eaLnBrk="1" hangingPunct="1">
              <a:lnSpc>
                <a:spcPct val="120000"/>
              </a:lnSpc>
            </a:pPr>
            <a:r>
              <a:rPr lang="zh-CN" altLang="en-US">
                <a:solidFill>
                  <a:srgbClr val="333399"/>
                </a:solidFill>
                <a:latin typeface="Arial" pitchFamily="34" charset="0"/>
              </a:rPr>
              <a:t>图中的  </a:t>
            </a:r>
            <a:r>
              <a:rPr lang="en-US" altLang="zh-CN">
                <a:solidFill>
                  <a:srgbClr val="333399"/>
                </a:solidFill>
                <a:latin typeface="Arial" pitchFamily="34" charset="0"/>
              </a:rPr>
              <a:t>IP</a:t>
            </a:r>
            <a:r>
              <a:rPr lang="en-US" altLang="zh-CN" baseline="-25000">
                <a:solidFill>
                  <a:srgbClr val="333399"/>
                </a:solidFill>
                <a:latin typeface="Arial" pitchFamily="34" charset="0"/>
              </a:rPr>
              <a:t>1</a:t>
            </a:r>
            <a:r>
              <a:rPr lang="en-US" altLang="zh-CN" b="1">
                <a:solidFill>
                  <a:srgbClr val="333399"/>
                </a:solidFill>
                <a:latin typeface="Arial" pitchFamily="34" charset="0"/>
              </a:rPr>
              <a:t>→</a:t>
            </a:r>
            <a:r>
              <a:rPr lang="en-US" altLang="zh-CN">
                <a:solidFill>
                  <a:srgbClr val="333399"/>
                </a:solidFill>
                <a:latin typeface="Arial" pitchFamily="34" charset="0"/>
              </a:rPr>
              <a:t>IP</a:t>
            </a:r>
            <a:r>
              <a:rPr lang="en-US" altLang="zh-CN" baseline="-25000">
                <a:solidFill>
                  <a:srgbClr val="333399"/>
                </a:solidFill>
                <a:latin typeface="Arial" pitchFamily="34" charset="0"/>
              </a:rPr>
              <a:t>2</a:t>
            </a:r>
            <a:r>
              <a:rPr lang="en-US" altLang="zh-CN">
                <a:solidFill>
                  <a:srgbClr val="333399"/>
                </a:solidFill>
                <a:latin typeface="Arial" pitchFamily="34" charset="0"/>
              </a:rPr>
              <a:t>  </a:t>
            </a:r>
            <a:r>
              <a:rPr lang="zh-CN" altLang="en-US">
                <a:solidFill>
                  <a:srgbClr val="333399"/>
                </a:solidFill>
                <a:latin typeface="Arial" pitchFamily="34" charset="0"/>
              </a:rPr>
              <a:t>表示从源地址 </a:t>
            </a:r>
            <a:r>
              <a:rPr lang="en-US" altLang="zh-CN">
                <a:solidFill>
                  <a:srgbClr val="333399"/>
                </a:solidFill>
                <a:latin typeface="Arial" pitchFamily="34" charset="0"/>
                <a:ea typeface="宋体" pitchFamily="2" charset="-122"/>
              </a:rPr>
              <a:t>IP</a:t>
            </a:r>
            <a:r>
              <a:rPr lang="en-US" altLang="zh-CN" baseline="-25000">
                <a:solidFill>
                  <a:srgbClr val="333399"/>
                </a:solidFill>
                <a:latin typeface="Arial" pitchFamily="34" charset="0"/>
                <a:ea typeface="宋体" pitchFamily="2" charset="-122"/>
              </a:rPr>
              <a:t>1</a:t>
            </a:r>
            <a:r>
              <a:rPr lang="en-US" altLang="zh-CN">
                <a:solidFill>
                  <a:srgbClr val="333399"/>
                </a:solidFill>
                <a:latin typeface="Arial" pitchFamily="34" charset="0"/>
              </a:rPr>
              <a:t> </a:t>
            </a:r>
            <a:r>
              <a:rPr lang="zh-CN" altLang="en-US">
                <a:solidFill>
                  <a:srgbClr val="333399"/>
                </a:solidFill>
                <a:latin typeface="Arial" pitchFamily="34" charset="0"/>
              </a:rPr>
              <a:t>到目的地址 </a:t>
            </a:r>
            <a:r>
              <a:rPr lang="en-US" altLang="zh-CN">
                <a:solidFill>
                  <a:srgbClr val="333399"/>
                </a:solidFill>
                <a:latin typeface="Arial" pitchFamily="34" charset="0"/>
              </a:rPr>
              <a:t>IP</a:t>
            </a:r>
            <a:r>
              <a:rPr lang="en-US" altLang="zh-CN" baseline="-25000">
                <a:solidFill>
                  <a:srgbClr val="333399"/>
                </a:solidFill>
                <a:latin typeface="Arial" pitchFamily="34" charset="0"/>
              </a:rPr>
              <a:t>2</a:t>
            </a:r>
            <a:r>
              <a:rPr lang="en-US" altLang="zh-CN">
                <a:solidFill>
                  <a:srgbClr val="333399"/>
                </a:solidFill>
                <a:latin typeface="Arial" pitchFamily="34" charset="0"/>
              </a:rPr>
              <a:t> </a:t>
            </a:r>
          </a:p>
          <a:p>
            <a:pPr algn="ctr" eaLnBrk="1" hangingPunct="1">
              <a:lnSpc>
                <a:spcPct val="120000"/>
              </a:lnSpc>
            </a:pPr>
            <a:r>
              <a:rPr lang="zh-CN" altLang="en-US">
                <a:solidFill>
                  <a:srgbClr val="333399"/>
                </a:solidFill>
                <a:latin typeface="Arial" pitchFamily="34" charset="0"/>
              </a:rPr>
              <a:t>两个路由器的 </a:t>
            </a:r>
            <a:r>
              <a:rPr lang="en-US" altLang="zh-CN">
                <a:solidFill>
                  <a:srgbClr val="333399"/>
                </a:solidFill>
                <a:latin typeface="Arial" pitchFamily="34" charset="0"/>
              </a:rPr>
              <a:t>IP </a:t>
            </a:r>
            <a:r>
              <a:rPr lang="zh-CN" altLang="en-US">
                <a:solidFill>
                  <a:srgbClr val="333399"/>
                </a:solidFill>
                <a:latin typeface="Arial" pitchFamily="34" charset="0"/>
              </a:rPr>
              <a:t>地址并不出现在 </a:t>
            </a:r>
            <a:r>
              <a:rPr lang="en-US" altLang="zh-CN">
                <a:solidFill>
                  <a:srgbClr val="333399"/>
                </a:solidFill>
                <a:latin typeface="Arial" pitchFamily="34" charset="0"/>
              </a:rPr>
              <a:t>IP </a:t>
            </a:r>
            <a:r>
              <a:rPr lang="zh-CN" altLang="en-US">
                <a:solidFill>
                  <a:srgbClr val="333399"/>
                </a:solidFill>
                <a:latin typeface="Arial" pitchFamily="34" charset="0"/>
              </a:rPr>
              <a:t>数据报的首部中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568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4514" name="Freeform 2"/>
          <p:cNvSpPr>
            <a:spLocks/>
          </p:cNvSpPr>
          <p:nvPr/>
        </p:nvSpPr>
        <p:spPr bwMode="auto">
          <a:xfrm>
            <a:off x="2362200" y="5160963"/>
            <a:ext cx="395288"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15" name="Freeform 3"/>
          <p:cNvSpPr>
            <a:spLocks/>
          </p:cNvSpPr>
          <p:nvPr/>
        </p:nvSpPr>
        <p:spPr bwMode="auto">
          <a:xfrm>
            <a:off x="4951413" y="5159375"/>
            <a:ext cx="395287"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16" name="Line 4"/>
          <p:cNvSpPr>
            <a:spLocks noChangeShapeType="1"/>
          </p:cNvSpPr>
          <p:nvPr/>
        </p:nvSpPr>
        <p:spPr bwMode="auto">
          <a:xfrm rot="-5400000">
            <a:off x="8113713"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17" name="Line 5"/>
          <p:cNvSpPr>
            <a:spLocks noChangeShapeType="1"/>
          </p:cNvSpPr>
          <p:nvPr/>
        </p:nvSpPr>
        <p:spPr bwMode="auto">
          <a:xfrm rot="-5400000">
            <a:off x="192088"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18" name="AutoShape 6"/>
          <p:cNvSpPr>
            <a:spLocks noChangeArrowheads="1"/>
          </p:cNvSpPr>
          <p:nvPr/>
        </p:nvSpPr>
        <p:spPr bwMode="auto">
          <a:xfrm>
            <a:off x="2286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19" name="AutoShape 7"/>
          <p:cNvSpPr>
            <a:spLocks noChangeArrowheads="1"/>
          </p:cNvSpPr>
          <p:nvPr/>
        </p:nvSpPr>
        <p:spPr bwMode="auto">
          <a:xfrm>
            <a:off x="2667000" y="3382963"/>
            <a:ext cx="68580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20" name="AutoShape 8"/>
          <p:cNvSpPr>
            <a:spLocks noChangeArrowheads="1"/>
          </p:cNvSpPr>
          <p:nvPr/>
        </p:nvSpPr>
        <p:spPr bwMode="auto">
          <a:xfrm>
            <a:off x="81534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21" name="AutoShape 9"/>
          <p:cNvSpPr>
            <a:spLocks noChangeArrowheads="1"/>
          </p:cNvSpPr>
          <p:nvPr/>
        </p:nvSpPr>
        <p:spPr bwMode="auto">
          <a:xfrm>
            <a:off x="5332413" y="3611563"/>
            <a:ext cx="68580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4522" name="Group 10"/>
          <p:cNvGrpSpPr>
            <a:grpSpLocks/>
          </p:cNvGrpSpPr>
          <p:nvPr/>
        </p:nvGrpSpPr>
        <p:grpSpPr bwMode="auto">
          <a:xfrm>
            <a:off x="36513" y="2420938"/>
            <a:ext cx="9121775" cy="2438400"/>
            <a:chOff x="96" y="1056"/>
            <a:chExt cx="5472" cy="1536"/>
          </a:xfrm>
        </p:grpSpPr>
        <p:sp>
          <p:nvSpPr>
            <p:cNvPr id="64583" name="Oval 11"/>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a:p>
          </p:txBody>
        </p:sp>
        <p:sp>
          <p:nvSpPr>
            <p:cNvPr id="64584" name="Oval 12"/>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a:p>
          </p:txBody>
        </p:sp>
        <p:sp>
          <p:nvSpPr>
            <p:cNvPr id="64585" name="Oval 13"/>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a:p>
          </p:txBody>
        </p:sp>
        <p:sp>
          <p:nvSpPr>
            <p:cNvPr id="64586" name="Oval 14"/>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a:p>
          </p:txBody>
        </p:sp>
        <p:sp>
          <p:nvSpPr>
            <p:cNvPr id="64587" name="Oval 15"/>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a:p>
          </p:txBody>
        </p:sp>
        <p:sp>
          <p:nvSpPr>
            <p:cNvPr id="64588" name="Oval 16"/>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a:p>
          </p:txBody>
        </p:sp>
        <p:sp>
          <p:nvSpPr>
            <p:cNvPr id="64589" name="Oval 17"/>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a:p>
          </p:txBody>
        </p:sp>
        <p:sp>
          <p:nvSpPr>
            <p:cNvPr id="64590" name="Oval 18"/>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4523" name="Line 19"/>
          <p:cNvSpPr>
            <a:spLocks noChangeShapeType="1"/>
          </p:cNvSpPr>
          <p:nvPr/>
        </p:nvSpPr>
        <p:spPr bwMode="auto">
          <a:xfrm>
            <a:off x="152400" y="5440363"/>
            <a:ext cx="2590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4524" name="Group 20"/>
          <p:cNvGrpSpPr>
            <a:grpSpLocks/>
          </p:cNvGrpSpPr>
          <p:nvPr/>
        </p:nvGrpSpPr>
        <p:grpSpPr bwMode="auto">
          <a:xfrm>
            <a:off x="228600" y="2420938"/>
            <a:ext cx="685800" cy="1447800"/>
            <a:chOff x="672" y="528"/>
            <a:chExt cx="432" cy="912"/>
          </a:xfrm>
        </p:grpSpPr>
        <p:sp>
          <p:nvSpPr>
            <p:cNvPr id="64580" name="AutoShape 2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81" name="AutoShape 2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82" name="AutoShape 2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4525" name="Text Box 24"/>
          <p:cNvSpPr txBox="1">
            <a:spLocks noChangeArrowheads="1"/>
          </p:cNvSpPr>
          <p:nvPr/>
        </p:nvSpPr>
        <p:spPr bwMode="auto">
          <a:xfrm>
            <a:off x="265113" y="34305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4526" name="Text Box 25"/>
          <p:cNvSpPr txBox="1">
            <a:spLocks noChangeArrowheads="1"/>
          </p:cNvSpPr>
          <p:nvPr/>
        </p:nvSpPr>
        <p:spPr bwMode="auto">
          <a:xfrm>
            <a:off x="215900" y="48498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4527" name="Text Box 26"/>
          <p:cNvSpPr txBox="1">
            <a:spLocks noChangeArrowheads="1"/>
          </p:cNvSpPr>
          <p:nvPr/>
        </p:nvSpPr>
        <p:spPr bwMode="auto">
          <a:xfrm>
            <a:off x="4824413" y="4811713"/>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4528" name="Text Box 27"/>
          <p:cNvSpPr txBox="1">
            <a:spLocks noChangeArrowheads="1"/>
          </p:cNvSpPr>
          <p:nvPr/>
        </p:nvSpPr>
        <p:spPr bwMode="auto">
          <a:xfrm>
            <a:off x="33274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4529" name="Text Box 28"/>
          <p:cNvSpPr txBox="1">
            <a:spLocks noChangeArrowheads="1"/>
          </p:cNvSpPr>
          <p:nvPr/>
        </p:nvSpPr>
        <p:spPr bwMode="auto">
          <a:xfrm>
            <a:off x="21336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4530" name="Line 29"/>
          <p:cNvSpPr>
            <a:spLocks noChangeShapeType="1"/>
          </p:cNvSpPr>
          <p:nvPr/>
        </p:nvSpPr>
        <p:spPr bwMode="auto">
          <a:xfrm>
            <a:off x="838200" y="3611563"/>
            <a:ext cx="19050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31" name="Line 30"/>
          <p:cNvSpPr>
            <a:spLocks noChangeShapeType="1"/>
          </p:cNvSpPr>
          <p:nvPr/>
        </p:nvSpPr>
        <p:spPr bwMode="auto">
          <a:xfrm>
            <a:off x="5943600" y="5440363"/>
            <a:ext cx="2971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32" name="Text Box 31"/>
          <p:cNvSpPr txBox="1">
            <a:spLocks noChangeArrowheads="1"/>
          </p:cNvSpPr>
          <p:nvPr/>
        </p:nvSpPr>
        <p:spPr bwMode="auto">
          <a:xfrm>
            <a:off x="6007100" y="47990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4533" name="Text Box 32"/>
          <p:cNvSpPr txBox="1">
            <a:spLocks noChangeArrowheads="1"/>
          </p:cNvSpPr>
          <p:nvPr/>
        </p:nvSpPr>
        <p:spPr bwMode="auto">
          <a:xfrm>
            <a:off x="8128000" y="4814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4534" name="Text Box 33"/>
          <p:cNvSpPr txBox="1">
            <a:spLocks noChangeArrowheads="1"/>
          </p:cNvSpPr>
          <p:nvPr/>
        </p:nvSpPr>
        <p:spPr bwMode="auto">
          <a:xfrm>
            <a:off x="6007100" y="37099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4535" name="Text Box 34"/>
          <p:cNvSpPr txBox="1">
            <a:spLocks noChangeArrowheads="1"/>
          </p:cNvSpPr>
          <p:nvPr/>
        </p:nvSpPr>
        <p:spPr bwMode="auto">
          <a:xfrm>
            <a:off x="107950" y="20605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4536" name="Text Box 35"/>
          <p:cNvSpPr txBox="1">
            <a:spLocks noChangeArrowheads="1"/>
          </p:cNvSpPr>
          <p:nvPr/>
        </p:nvSpPr>
        <p:spPr bwMode="auto">
          <a:xfrm>
            <a:off x="8032750" y="20351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4537" name="AutoShape 36"/>
          <p:cNvSpPr>
            <a:spLocks noChangeArrowheads="1"/>
          </p:cNvSpPr>
          <p:nvPr/>
        </p:nvSpPr>
        <p:spPr bwMode="auto">
          <a:xfrm>
            <a:off x="2667000" y="3259138"/>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38" name="Text Box 37"/>
          <p:cNvSpPr txBox="1">
            <a:spLocks noChangeArrowheads="1"/>
          </p:cNvSpPr>
          <p:nvPr/>
        </p:nvSpPr>
        <p:spPr bwMode="auto">
          <a:xfrm>
            <a:off x="2616200" y="2887663"/>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4539" name="Text Box 38"/>
          <p:cNvSpPr txBox="1">
            <a:spLocks noChangeArrowheads="1"/>
          </p:cNvSpPr>
          <p:nvPr/>
        </p:nvSpPr>
        <p:spPr bwMode="auto">
          <a:xfrm>
            <a:off x="4140200" y="4186238"/>
            <a:ext cx="2393950" cy="4667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IP </a:t>
            </a:r>
            <a:r>
              <a:rPr kumimoji="1" lang="zh-CN" altLang="en-US" sz="2400">
                <a:solidFill>
                  <a:srgbClr val="333399"/>
                </a:solidFill>
                <a:latin typeface="Arial" pitchFamily="34" charset="0"/>
              </a:rPr>
              <a:t>层上的互联网</a:t>
            </a:r>
          </a:p>
        </p:txBody>
      </p:sp>
      <p:sp>
        <p:nvSpPr>
          <p:cNvPr id="64540" name="Text Box 39"/>
          <p:cNvSpPr txBox="1">
            <a:spLocks noChangeArrowheads="1"/>
          </p:cNvSpPr>
          <p:nvPr/>
        </p:nvSpPr>
        <p:spPr bwMode="auto">
          <a:xfrm>
            <a:off x="990600" y="594836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nvGrpSpPr>
          <p:cNvPr id="64541" name="Group 40"/>
          <p:cNvGrpSpPr>
            <a:grpSpLocks/>
          </p:cNvGrpSpPr>
          <p:nvPr/>
        </p:nvGrpSpPr>
        <p:grpSpPr bwMode="auto">
          <a:xfrm>
            <a:off x="8153400" y="2420938"/>
            <a:ext cx="685800" cy="1447800"/>
            <a:chOff x="672" y="528"/>
            <a:chExt cx="432" cy="912"/>
          </a:xfrm>
        </p:grpSpPr>
        <p:sp>
          <p:nvSpPr>
            <p:cNvPr id="64577" name="AutoShape 4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78" name="AutoShape 4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79" name="AutoShape 4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4542" name="Text Box 44"/>
          <p:cNvSpPr txBox="1">
            <a:spLocks noChangeArrowheads="1"/>
          </p:cNvSpPr>
          <p:nvPr/>
        </p:nvSpPr>
        <p:spPr bwMode="auto">
          <a:xfrm>
            <a:off x="8202613" y="3435350"/>
            <a:ext cx="4841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4543" name="Text Box 45"/>
          <p:cNvSpPr txBox="1">
            <a:spLocks noChangeArrowheads="1"/>
          </p:cNvSpPr>
          <p:nvPr/>
        </p:nvSpPr>
        <p:spPr bwMode="auto">
          <a:xfrm>
            <a:off x="332105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4544" name="Text Box 46"/>
          <p:cNvSpPr txBox="1">
            <a:spLocks noChangeArrowheads="1"/>
          </p:cNvSpPr>
          <p:nvPr/>
        </p:nvSpPr>
        <p:spPr bwMode="auto">
          <a:xfrm>
            <a:off x="2286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4545" name="Line 47"/>
          <p:cNvSpPr>
            <a:spLocks noChangeShapeType="1"/>
          </p:cNvSpPr>
          <p:nvPr/>
        </p:nvSpPr>
        <p:spPr bwMode="auto">
          <a:xfrm>
            <a:off x="3276600" y="3611563"/>
            <a:ext cx="20574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46" name="AutoShape 48"/>
          <p:cNvSpPr>
            <a:spLocks noChangeArrowheads="1"/>
          </p:cNvSpPr>
          <p:nvPr/>
        </p:nvSpPr>
        <p:spPr bwMode="auto">
          <a:xfrm>
            <a:off x="5332413" y="3230563"/>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47" name="Line 49"/>
          <p:cNvSpPr>
            <a:spLocks noChangeShapeType="1"/>
          </p:cNvSpPr>
          <p:nvPr/>
        </p:nvSpPr>
        <p:spPr bwMode="auto">
          <a:xfrm>
            <a:off x="5943600" y="3611563"/>
            <a:ext cx="22098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48" name="Text Box 50"/>
          <p:cNvSpPr txBox="1">
            <a:spLocks noChangeArrowheads="1"/>
          </p:cNvSpPr>
          <p:nvPr/>
        </p:nvSpPr>
        <p:spPr bwMode="auto">
          <a:xfrm>
            <a:off x="4953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4549" name="Line 51"/>
          <p:cNvSpPr>
            <a:spLocks noChangeShapeType="1"/>
          </p:cNvSpPr>
          <p:nvPr/>
        </p:nvSpPr>
        <p:spPr bwMode="auto">
          <a:xfrm>
            <a:off x="3352800" y="5440363"/>
            <a:ext cx="19050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50" name="Freeform 52"/>
          <p:cNvSpPr>
            <a:spLocks/>
          </p:cNvSpPr>
          <p:nvPr/>
        </p:nvSpPr>
        <p:spPr bwMode="auto">
          <a:xfrm flipH="1">
            <a:off x="5921375" y="5156200"/>
            <a:ext cx="341313" cy="284163"/>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51" name="Freeform 53"/>
          <p:cNvSpPr>
            <a:spLocks/>
          </p:cNvSpPr>
          <p:nvPr/>
        </p:nvSpPr>
        <p:spPr bwMode="auto">
          <a:xfrm flipH="1">
            <a:off x="3233738" y="5162550"/>
            <a:ext cx="423862"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52" name="Text Box 54"/>
          <p:cNvSpPr txBox="1">
            <a:spLocks noChangeArrowheads="1"/>
          </p:cNvSpPr>
          <p:nvPr/>
        </p:nvSpPr>
        <p:spPr bwMode="auto">
          <a:xfrm>
            <a:off x="5218113" y="2862263"/>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grpSp>
        <p:nvGrpSpPr>
          <p:cNvPr id="64553" name="Group 55"/>
          <p:cNvGrpSpPr>
            <a:grpSpLocks/>
          </p:cNvGrpSpPr>
          <p:nvPr/>
        </p:nvGrpSpPr>
        <p:grpSpPr bwMode="auto">
          <a:xfrm>
            <a:off x="1143000" y="3154363"/>
            <a:ext cx="1447800" cy="381000"/>
            <a:chOff x="1632" y="2688"/>
            <a:chExt cx="912" cy="240"/>
          </a:xfrm>
        </p:grpSpPr>
        <p:sp>
          <p:nvSpPr>
            <p:cNvPr id="64575" name="Rectangle 56"/>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  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4576" name="AutoShape 57"/>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4554" name="Group 58"/>
          <p:cNvGrpSpPr>
            <a:grpSpLocks/>
          </p:cNvGrpSpPr>
          <p:nvPr/>
        </p:nvGrpSpPr>
        <p:grpSpPr bwMode="auto">
          <a:xfrm>
            <a:off x="3733800" y="3154363"/>
            <a:ext cx="1447800" cy="381000"/>
            <a:chOff x="1632" y="2688"/>
            <a:chExt cx="912" cy="240"/>
          </a:xfrm>
        </p:grpSpPr>
        <p:sp>
          <p:nvSpPr>
            <p:cNvPr id="64573" name="Rectangle 59"/>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4574" name="AutoShape 60"/>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4555" name="Group 61"/>
          <p:cNvGrpSpPr>
            <a:grpSpLocks/>
          </p:cNvGrpSpPr>
          <p:nvPr/>
        </p:nvGrpSpPr>
        <p:grpSpPr bwMode="auto">
          <a:xfrm>
            <a:off x="6477000" y="3154363"/>
            <a:ext cx="1447800" cy="381000"/>
            <a:chOff x="1632" y="2688"/>
            <a:chExt cx="912" cy="240"/>
          </a:xfrm>
        </p:grpSpPr>
        <p:sp>
          <p:nvSpPr>
            <p:cNvPr id="64571" name="Rectangle 62"/>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4572" name="AutoShape 63"/>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4556" name="Group 64"/>
          <p:cNvGrpSpPr>
            <a:grpSpLocks/>
          </p:cNvGrpSpPr>
          <p:nvPr/>
        </p:nvGrpSpPr>
        <p:grpSpPr bwMode="auto">
          <a:xfrm>
            <a:off x="609600" y="5592763"/>
            <a:ext cx="1981200" cy="381000"/>
            <a:chOff x="480" y="3120"/>
            <a:chExt cx="1248" cy="240"/>
          </a:xfrm>
        </p:grpSpPr>
        <p:sp>
          <p:nvSpPr>
            <p:cNvPr id="64569" name="Rectangle 65"/>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p>
          </p:txBody>
        </p:sp>
        <p:sp>
          <p:nvSpPr>
            <p:cNvPr id="64570" name="AutoShape 66"/>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4557" name="Group 67"/>
          <p:cNvGrpSpPr>
            <a:grpSpLocks/>
          </p:cNvGrpSpPr>
          <p:nvPr/>
        </p:nvGrpSpPr>
        <p:grpSpPr bwMode="auto">
          <a:xfrm>
            <a:off x="3505200" y="5592763"/>
            <a:ext cx="1981200" cy="381000"/>
            <a:chOff x="480" y="3120"/>
            <a:chExt cx="1248" cy="240"/>
          </a:xfrm>
        </p:grpSpPr>
        <p:sp>
          <p:nvSpPr>
            <p:cNvPr id="64567" name="Rectangle 68"/>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p>
          </p:txBody>
        </p:sp>
        <p:sp>
          <p:nvSpPr>
            <p:cNvPr id="64568" name="AutoShape 69"/>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4558" name="Group 70"/>
          <p:cNvGrpSpPr>
            <a:grpSpLocks/>
          </p:cNvGrpSpPr>
          <p:nvPr/>
        </p:nvGrpSpPr>
        <p:grpSpPr bwMode="auto">
          <a:xfrm>
            <a:off x="6400800" y="5592763"/>
            <a:ext cx="1981200" cy="381000"/>
            <a:chOff x="480" y="3120"/>
            <a:chExt cx="1248" cy="240"/>
          </a:xfrm>
        </p:grpSpPr>
        <p:sp>
          <p:nvSpPr>
            <p:cNvPr id="64565" name="Rectangle 71"/>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p>
          </p:txBody>
        </p:sp>
        <p:sp>
          <p:nvSpPr>
            <p:cNvPr id="64566" name="AutoShape 72"/>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4559" name="Text Box 73"/>
          <p:cNvSpPr txBox="1">
            <a:spLocks noChangeArrowheads="1"/>
          </p:cNvSpPr>
          <p:nvPr/>
        </p:nvSpPr>
        <p:spPr bwMode="auto">
          <a:xfrm>
            <a:off x="6858000"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4560" name="Text Box 74"/>
          <p:cNvSpPr txBox="1">
            <a:spLocks noChangeArrowheads="1"/>
          </p:cNvSpPr>
          <p:nvPr/>
        </p:nvSpPr>
        <p:spPr bwMode="auto">
          <a:xfrm>
            <a:off x="3976688" y="6018213"/>
            <a:ext cx="984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4561" name="AutoShape 75"/>
          <p:cNvSpPr>
            <a:spLocks noChangeArrowheads="1"/>
          </p:cNvSpPr>
          <p:nvPr/>
        </p:nvSpPr>
        <p:spPr bwMode="auto">
          <a:xfrm flipV="1">
            <a:off x="2057400" y="2292350"/>
            <a:ext cx="1219200" cy="377825"/>
          </a:xfrm>
          <a:prstGeom prst="wedgeRoundRectCallout">
            <a:avLst>
              <a:gd name="adj1" fmla="val -75782"/>
              <a:gd name="adj2" fmla="val -20378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4562" name="Text Box 76"/>
          <p:cNvSpPr txBox="1">
            <a:spLocks noChangeArrowheads="1"/>
          </p:cNvSpPr>
          <p:nvPr/>
        </p:nvSpPr>
        <p:spPr bwMode="auto">
          <a:xfrm>
            <a:off x="2095500" y="23161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 </a:t>
            </a:r>
            <a:r>
              <a:rPr kumimoji="1" lang="zh-CN" altLang="en-US" sz="1800">
                <a:solidFill>
                  <a:srgbClr val="333399"/>
                </a:solidFill>
                <a:latin typeface="Arial" pitchFamily="34" charset="0"/>
              </a:rPr>
              <a:t>数据报</a:t>
            </a:r>
          </a:p>
        </p:txBody>
      </p:sp>
      <p:sp>
        <p:nvSpPr>
          <p:cNvPr id="64563" name="Rectangle 80"/>
          <p:cNvSpPr>
            <a:spLocks noChangeArrowheads="1"/>
          </p:cNvSpPr>
          <p:nvPr/>
        </p:nvSpPr>
        <p:spPr bwMode="auto">
          <a:xfrm>
            <a:off x="0" y="0"/>
            <a:ext cx="9144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564" name="Text Box 81"/>
          <p:cNvSpPr txBox="1">
            <a:spLocks noChangeArrowheads="1"/>
          </p:cNvSpPr>
          <p:nvPr/>
        </p:nvSpPr>
        <p:spPr bwMode="auto">
          <a:xfrm>
            <a:off x="268288" y="692150"/>
            <a:ext cx="8647112" cy="61436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20000"/>
              </a:lnSpc>
            </a:pPr>
            <a:r>
              <a:rPr lang="zh-CN" altLang="en-US">
                <a:solidFill>
                  <a:srgbClr val="333399"/>
                </a:solidFill>
                <a:latin typeface="Arial" pitchFamily="34" charset="0"/>
              </a:rPr>
              <a:t>路由器只根据目的站的 </a:t>
            </a:r>
            <a:r>
              <a:rPr lang="en-US" altLang="zh-CN">
                <a:solidFill>
                  <a:srgbClr val="333399"/>
                </a:solidFill>
                <a:latin typeface="Arial" pitchFamily="34" charset="0"/>
              </a:rPr>
              <a:t>IP </a:t>
            </a:r>
            <a:r>
              <a:rPr lang="zh-CN" altLang="en-US">
                <a:solidFill>
                  <a:srgbClr val="333399"/>
                </a:solidFill>
                <a:latin typeface="Arial" pitchFamily="34" charset="0"/>
              </a:rPr>
              <a:t>地址的网络号进行路由选择 </a:t>
            </a: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5538" name="Freeform 2"/>
          <p:cNvSpPr>
            <a:spLocks/>
          </p:cNvSpPr>
          <p:nvPr/>
        </p:nvSpPr>
        <p:spPr bwMode="auto">
          <a:xfrm>
            <a:off x="2362200" y="5160963"/>
            <a:ext cx="395288"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39" name="Freeform 3"/>
          <p:cNvSpPr>
            <a:spLocks/>
          </p:cNvSpPr>
          <p:nvPr/>
        </p:nvSpPr>
        <p:spPr bwMode="auto">
          <a:xfrm>
            <a:off x="4951413" y="5159375"/>
            <a:ext cx="395287"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40" name="Line 4"/>
          <p:cNvSpPr>
            <a:spLocks noChangeShapeType="1"/>
          </p:cNvSpPr>
          <p:nvPr/>
        </p:nvSpPr>
        <p:spPr bwMode="auto">
          <a:xfrm rot="-5400000">
            <a:off x="8113713"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41" name="Line 5"/>
          <p:cNvSpPr>
            <a:spLocks noChangeShapeType="1"/>
          </p:cNvSpPr>
          <p:nvPr/>
        </p:nvSpPr>
        <p:spPr bwMode="auto">
          <a:xfrm rot="-5400000">
            <a:off x="192088"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42" name="AutoShape 6"/>
          <p:cNvSpPr>
            <a:spLocks noChangeArrowheads="1"/>
          </p:cNvSpPr>
          <p:nvPr/>
        </p:nvSpPr>
        <p:spPr bwMode="auto">
          <a:xfrm>
            <a:off x="2286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43" name="AutoShape 7"/>
          <p:cNvSpPr>
            <a:spLocks noChangeArrowheads="1"/>
          </p:cNvSpPr>
          <p:nvPr/>
        </p:nvSpPr>
        <p:spPr bwMode="auto">
          <a:xfrm>
            <a:off x="2667000" y="3382963"/>
            <a:ext cx="68580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44" name="AutoShape 8"/>
          <p:cNvSpPr>
            <a:spLocks noChangeArrowheads="1"/>
          </p:cNvSpPr>
          <p:nvPr/>
        </p:nvSpPr>
        <p:spPr bwMode="auto">
          <a:xfrm>
            <a:off x="81534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45" name="AutoShape 9"/>
          <p:cNvSpPr>
            <a:spLocks noChangeArrowheads="1"/>
          </p:cNvSpPr>
          <p:nvPr/>
        </p:nvSpPr>
        <p:spPr bwMode="auto">
          <a:xfrm>
            <a:off x="5332413" y="3611563"/>
            <a:ext cx="68580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5546" name="Group 10"/>
          <p:cNvGrpSpPr>
            <a:grpSpLocks/>
          </p:cNvGrpSpPr>
          <p:nvPr/>
        </p:nvGrpSpPr>
        <p:grpSpPr bwMode="auto">
          <a:xfrm>
            <a:off x="36513" y="2420938"/>
            <a:ext cx="9121775" cy="2438400"/>
            <a:chOff x="96" y="1056"/>
            <a:chExt cx="5472" cy="1536"/>
          </a:xfrm>
        </p:grpSpPr>
        <p:sp>
          <p:nvSpPr>
            <p:cNvPr id="65608" name="Oval 11"/>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a:p>
          </p:txBody>
        </p:sp>
        <p:sp>
          <p:nvSpPr>
            <p:cNvPr id="65609" name="Oval 12"/>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a:p>
          </p:txBody>
        </p:sp>
        <p:sp>
          <p:nvSpPr>
            <p:cNvPr id="65610" name="Oval 13"/>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a:p>
          </p:txBody>
        </p:sp>
        <p:sp>
          <p:nvSpPr>
            <p:cNvPr id="65611" name="Oval 14"/>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a:p>
          </p:txBody>
        </p:sp>
        <p:sp>
          <p:nvSpPr>
            <p:cNvPr id="65612" name="Oval 15"/>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a:p>
          </p:txBody>
        </p:sp>
        <p:sp>
          <p:nvSpPr>
            <p:cNvPr id="65613" name="Oval 16"/>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a:p>
          </p:txBody>
        </p:sp>
        <p:sp>
          <p:nvSpPr>
            <p:cNvPr id="65614" name="Oval 17"/>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a:p>
          </p:txBody>
        </p:sp>
        <p:sp>
          <p:nvSpPr>
            <p:cNvPr id="65615" name="Oval 18"/>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5547" name="Line 19"/>
          <p:cNvSpPr>
            <a:spLocks noChangeShapeType="1"/>
          </p:cNvSpPr>
          <p:nvPr/>
        </p:nvSpPr>
        <p:spPr bwMode="auto">
          <a:xfrm>
            <a:off x="152400" y="5440363"/>
            <a:ext cx="2590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5548" name="Group 20"/>
          <p:cNvGrpSpPr>
            <a:grpSpLocks/>
          </p:cNvGrpSpPr>
          <p:nvPr/>
        </p:nvGrpSpPr>
        <p:grpSpPr bwMode="auto">
          <a:xfrm>
            <a:off x="228600" y="2420938"/>
            <a:ext cx="685800" cy="1447800"/>
            <a:chOff x="672" y="528"/>
            <a:chExt cx="432" cy="912"/>
          </a:xfrm>
        </p:grpSpPr>
        <p:sp>
          <p:nvSpPr>
            <p:cNvPr id="65605" name="AutoShape 2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606" name="AutoShape 2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607" name="AutoShape 2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5549" name="Text Box 24"/>
          <p:cNvSpPr txBox="1">
            <a:spLocks noChangeArrowheads="1"/>
          </p:cNvSpPr>
          <p:nvPr/>
        </p:nvSpPr>
        <p:spPr bwMode="auto">
          <a:xfrm>
            <a:off x="265113" y="34305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5550" name="Text Box 25"/>
          <p:cNvSpPr txBox="1">
            <a:spLocks noChangeArrowheads="1"/>
          </p:cNvSpPr>
          <p:nvPr/>
        </p:nvSpPr>
        <p:spPr bwMode="auto">
          <a:xfrm>
            <a:off x="215900" y="48498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5551" name="Text Box 26"/>
          <p:cNvSpPr txBox="1">
            <a:spLocks noChangeArrowheads="1"/>
          </p:cNvSpPr>
          <p:nvPr/>
        </p:nvSpPr>
        <p:spPr bwMode="auto">
          <a:xfrm>
            <a:off x="4824413" y="4811713"/>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5552" name="Text Box 27"/>
          <p:cNvSpPr txBox="1">
            <a:spLocks noChangeArrowheads="1"/>
          </p:cNvSpPr>
          <p:nvPr/>
        </p:nvSpPr>
        <p:spPr bwMode="auto">
          <a:xfrm>
            <a:off x="33274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5553" name="Text Box 28"/>
          <p:cNvSpPr txBox="1">
            <a:spLocks noChangeArrowheads="1"/>
          </p:cNvSpPr>
          <p:nvPr/>
        </p:nvSpPr>
        <p:spPr bwMode="auto">
          <a:xfrm>
            <a:off x="21336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5554" name="Line 29"/>
          <p:cNvSpPr>
            <a:spLocks noChangeShapeType="1"/>
          </p:cNvSpPr>
          <p:nvPr/>
        </p:nvSpPr>
        <p:spPr bwMode="auto">
          <a:xfrm>
            <a:off x="838200" y="3611563"/>
            <a:ext cx="19050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55" name="Line 30"/>
          <p:cNvSpPr>
            <a:spLocks noChangeShapeType="1"/>
          </p:cNvSpPr>
          <p:nvPr/>
        </p:nvSpPr>
        <p:spPr bwMode="auto">
          <a:xfrm>
            <a:off x="5943600" y="5440363"/>
            <a:ext cx="2971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56" name="Text Box 31"/>
          <p:cNvSpPr txBox="1">
            <a:spLocks noChangeArrowheads="1"/>
          </p:cNvSpPr>
          <p:nvPr/>
        </p:nvSpPr>
        <p:spPr bwMode="auto">
          <a:xfrm>
            <a:off x="6007100" y="47990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5557" name="Text Box 32"/>
          <p:cNvSpPr txBox="1">
            <a:spLocks noChangeArrowheads="1"/>
          </p:cNvSpPr>
          <p:nvPr/>
        </p:nvSpPr>
        <p:spPr bwMode="auto">
          <a:xfrm>
            <a:off x="8128000" y="4814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5558" name="Text Box 33"/>
          <p:cNvSpPr txBox="1">
            <a:spLocks noChangeArrowheads="1"/>
          </p:cNvSpPr>
          <p:nvPr/>
        </p:nvSpPr>
        <p:spPr bwMode="auto">
          <a:xfrm>
            <a:off x="6007100" y="37099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5559" name="Text Box 34"/>
          <p:cNvSpPr txBox="1">
            <a:spLocks noChangeArrowheads="1"/>
          </p:cNvSpPr>
          <p:nvPr/>
        </p:nvSpPr>
        <p:spPr bwMode="auto">
          <a:xfrm>
            <a:off x="107950" y="20605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5560" name="Text Box 35"/>
          <p:cNvSpPr txBox="1">
            <a:spLocks noChangeArrowheads="1"/>
          </p:cNvSpPr>
          <p:nvPr/>
        </p:nvSpPr>
        <p:spPr bwMode="auto">
          <a:xfrm>
            <a:off x="8032750" y="20351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5561" name="AutoShape 36"/>
          <p:cNvSpPr>
            <a:spLocks noChangeArrowheads="1"/>
          </p:cNvSpPr>
          <p:nvPr/>
        </p:nvSpPr>
        <p:spPr bwMode="auto">
          <a:xfrm>
            <a:off x="2667000" y="3259138"/>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62" name="Text Box 37"/>
          <p:cNvSpPr txBox="1">
            <a:spLocks noChangeArrowheads="1"/>
          </p:cNvSpPr>
          <p:nvPr/>
        </p:nvSpPr>
        <p:spPr bwMode="auto">
          <a:xfrm>
            <a:off x="2616200" y="2887663"/>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5563" name="Text Box 38"/>
          <p:cNvSpPr txBox="1">
            <a:spLocks noChangeArrowheads="1"/>
          </p:cNvSpPr>
          <p:nvPr/>
        </p:nvSpPr>
        <p:spPr bwMode="auto">
          <a:xfrm>
            <a:off x="4140200" y="4186238"/>
            <a:ext cx="2393950" cy="4667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IP </a:t>
            </a:r>
            <a:r>
              <a:rPr kumimoji="1" lang="zh-CN" altLang="en-US" sz="2400">
                <a:solidFill>
                  <a:srgbClr val="333399"/>
                </a:solidFill>
                <a:latin typeface="Arial" pitchFamily="34" charset="0"/>
              </a:rPr>
              <a:t>层上的互联网</a:t>
            </a:r>
          </a:p>
        </p:txBody>
      </p:sp>
      <p:grpSp>
        <p:nvGrpSpPr>
          <p:cNvPr id="65564" name="Group 39"/>
          <p:cNvGrpSpPr>
            <a:grpSpLocks/>
          </p:cNvGrpSpPr>
          <p:nvPr/>
        </p:nvGrpSpPr>
        <p:grpSpPr bwMode="auto">
          <a:xfrm>
            <a:off x="8153400" y="2420938"/>
            <a:ext cx="685800" cy="1447800"/>
            <a:chOff x="672" y="528"/>
            <a:chExt cx="432" cy="912"/>
          </a:xfrm>
        </p:grpSpPr>
        <p:sp>
          <p:nvSpPr>
            <p:cNvPr id="65602" name="AutoShape 40"/>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603" name="AutoShape 41"/>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604" name="AutoShape 42"/>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5565" name="Text Box 43"/>
          <p:cNvSpPr txBox="1">
            <a:spLocks noChangeArrowheads="1"/>
          </p:cNvSpPr>
          <p:nvPr/>
        </p:nvSpPr>
        <p:spPr bwMode="auto">
          <a:xfrm>
            <a:off x="8202613" y="3435350"/>
            <a:ext cx="4841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5566" name="Text Box 44"/>
          <p:cNvSpPr txBox="1">
            <a:spLocks noChangeArrowheads="1"/>
          </p:cNvSpPr>
          <p:nvPr/>
        </p:nvSpPr>
        <p:spPr bwMode="auto">
          <a:xfrm>
            <a:off x="332105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5567" name="Text Box 45"/>
          <p:cNvSpPr txBox="1">
            <a:spLocks noChangeArrowheads="1"/>
          </p:cNvSpPr>
          <p:nvPr/>
        </p:nvSpPr>
        <p:spPr bwMode="auto">
          <a:xfrm>
            <a:off x="2286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5568" name="Line 46"/>
          <p:cNvSpPr>
            <a:spLocks noChangeShapeType="1"/>
          </p:cNvSpPr>
          <p:nvPr/>
        </p:nvSpPr>
        <p:spPr bwMode="auto">
          <a:xfrm>
            <a:off x="3276600" y="3611563"/>
            <a:ext cx="20574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69" name="AutoShape 47"/>
          <p:cNvSpPr>
            <a:spLocks noChangeArrowheads="1"/>
          </p:cNvSpPr>
          <p:nvPr/>
        </p:nvSpPr>
        <p:spPr bwMode="auto">
          <a:xfrm>
            <a:off x="5332413" y="3230563"/>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70" name="Line 48"/>
          <p:cNvSpPr>
            <a:spLocks noChangeShapeType="1"/>
          </p:cNvSpPr>
          <p:nvPr/>
        </p:nvSpPr>
        <p:spPr bwMode="auto">
          <a:xfrm>
            <a:off x="5943600" y="3611563"/>
            <a:ext cx="22098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71" name="Text Box 49"/>
          <p:cNvSpPr txBox="1">
            <a:spLocks noChangeArrowheads="1"/>
          </p:cNvSpPr>
          <p:nvPr/>
        </p:nvSpPr>
        <p:spPr bwMode="auto">
          <a:xfrm>
            <a:off x="4953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5572" name="Line 50"/>
          <p:cNvSpPr>
            <a:spLocks noChangeShapeType="1"/>
          </p:cNvSpPr>
          <p:nvPr/>
        </p:nvSpPr>
        <p:spPr bwMode="auto">
          <a:xfrm>
            <a:off x="3352800" y="5440363"/>
            <a:ext cx="19050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73" name="Freeform 51"/>
          <p:cNvSpPr>
            <a:spLocks/>
          </p:cNvSpPr>
          <p:nvPr/>
        </p:nvSpPr>
        <p:spPr bwMode="auto">
          <a:xfrm flipH="1">
            <a:off x="5921375" y="5156200"/>
            <a:ext cx="341313" cy="284163"/>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74" name="Freeform 52"/>
          <p:cNvSpPr>
            <a:spLocks/>
          </p:cNvSpPr>
          <p:nvPr/>
        </p:nvSpPr>
        <p:spPr bwMode="auto">
          <a:xfrm flipH="1">
            <a:off x="3233738" y="5162550"/>
            <a:ext cx="423862"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75" name="Text Box 53"/>
          <p:cNvSpPr txBox="1">
            <a:spLocks noChangeArrowheads="1"/>
          </p:cNvSpPr>
          <p:nvPr/>
        </p:nvSpPr>
        <p:spPr bwMode="auto">
          <a:xfrm>
            <a:off x="5218113" y="2862263"/>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grpSp>
        <p:nvGrpSpPr>
          <p:cNvPr id="65576" name="Group 54"/>
          <p:cNvGrpSpPr>
            <a:grpSpLocks/>
          </p:cNvGrpSpPr>
          <p:nvPr/>
        </p:nvGrpSpPr>
        <p:grpSpPr bwMode="auto">
          <a:xfrm>
            <a:off x="1143000" y="3154363"/>
            <a:ext cx="1447800" cy="381000"/>
            <a:chOff x="1632" y="2688"/>
            <a:chExt cx="912" cy="240"/>
          </a:xfrm>
        </p:grpSpPr>
        <p:sp>
          <p:nvSpPr>
            <p:cNvPr id="65600" name="Rectangle 55"/>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  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5601" name="AutoShape 56"/>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5577" name="Group 57"/>
          <p:cNvGrpSpPr>
            <a:grpSpLocks/>
          </p:cNvGrpSpPr>
          <p:nvPr/>
        </p:nvGrpSpPr>
        <p:grpSpPr bwMode="auto">
          <a:xfrm>
            <a:off x="3733800" y="3154363"/>
            <a:ext cx="1447800" cy="381000"/>
            <a:chOff x="1632" y="2688"/>
            <a:chExt cx="912" cy="240"/>
          </a:xfrm>
        </p:grpSpPr>
        <p:sp>
          <p:nvSpPr>
            <p:cNvPr id="65598" name="Rectangle 58"/>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5599" name="AutoShape 59"/>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5578" name="Group 60"/>
          <p:cNvGrpSpPr>
            <a:grpSpLocks/>
          </p:cNvGrpSpPr>
          <p:nvPr/>
        </p:nvGrpSpPr>
        <p:grpSpPr bwMode="auto">
          <a:xfrm>
            <a:off x="6477000" y="3154363"/>
            <a:ext cx="1447800" cy="381000"/>
            <a:chOff x="1632" y="2688"/>
            <a:chExt cx="912" cy="240"/>
          </a:xfrm>
        </p:grpSpPr>
        <p:sp>
          <p:nvSpPr>
            <p:cNvPr id="65596" name="Rectangle 61"/>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5597" name="AutoShape 62"/>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462911" name="Group 63"/>
          <p:cNvGrpSpPr>
            <a:grpSpLocks/>
          </p:cNvGrpSpPr>
          <p:nvPr/>
        </p:nvGrpSpPr>
        <p:grpSpPr bwMode="auto">
          <a:xfrm>
            <a:off x="609600" y="5592763"/>
            <a:ext cx="7772400" cy="792162"/>
            <a:chOff x="384" y="3523"/>
            <a:chExt cx="4896" cy="499"/>
          </a:xfrm>
        </p:grpSpPr>
        <p:sp>
          <p:nvSpPr>
            <p:cNvPr id="65584" name="Text Box 64"/>
            <p:cNvSpPr txBox="1">
              <a:spLocks noChangeArrowheads="1"/>
            </p:cNvSpPr>
            <p:nvPr/>
          </p:nvSpPr>
          <p:spPr bwMode="auto">
            <a:xfrm>
              <a:off x="624" y="3747"/>
              <a:ext cx="6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nvGrpSpPr>
            <p:cNvPr id="65585" name="Group 65"/>
            <p:cNvGrpSpPr>
              <a:grpSpLocks/>
            </p:cNvGrpSpPr>
            <p:nvPr/>
          </p:nvGrpSpPr>
          <p:grpSpPr bwMode="auto">
            <a:xfrm>
              <a:off x="384" y="3523"/>
              <a:ext cx="1248" cy="240"/>
              <a:chOff x="480" y="3120"/>
              <a:chExt cx="1248" cy="240"/>
            </a:xfrm>
          </p:grpSpPr>
          <p:sp>
            <p:nvSpPr>
              <p:cNvPr id="65594" name="Rectangle 6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p>
            </p:txBody>
          </p:sp>
          <p:sp>
            <p:nvSpPr>
              <p:cNvPr id="65595" name="AutoShape 6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5586" name="Group 68"/>
            <p:cNvGrpSpPr>
              <a:grpSpLocks/>
            </p:cNvGrpSpPr>
            <p:nvPr/>
          </p:nvGrpSpPr>
          <p:grpSpPr bwMode="auto">
            <a:xfrm>
              <a:off x="2208" y="3523"/>
              <a:ext cx="1248" cy="240"/>
              <a:chOff x="480" y="3120"/>
              <a:chExt cx="1248" cy="240"/>
            </a:xfrm>
          </p:grpSpPr>
          <p:sp>
            <p:nvSpPr>
              <p:cNvPr id="65592" name="Rectangle 69"/>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p>
            </p:txBody>
          </p:sp>
          <p:sp>
            <p:nvSpPr>
              <p:cNvPr id="65593" name="AutoShape 70"/>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5587" name="Group 71"/>
            <p:cNvGrpSpPr>
              <a:grpSpLocks/>
            </p:cNvGrpSpPr>
            <p:nvPr/>
          </p:nvGrpSpPr>
          <p:grpSpPr bwMode="auto">
            <a:xfrm>
              <a:off x="4032" y="3523"/>
              <a:ext cx="1248" cy="240"/>
              <a:chOff x="480" y="3120"/>
              <a:chExt cx="1248" cy="240"/>
            </a:xfrm>
          </p:grpSpPr>
          <p:sp>
            <p:nvSpPr>
              <p:cNvPr id="65590" name="Rectangle 72"/>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p>
            </p:txBody>
          </p:sp>
          <p:sp>
            <p:nvSpPr>
              <p:cNvPr id="65591" name="AutoShape 73"/>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5588" name="Text Box 74"/>
            <p:cNvSpPr txBox="1">
              <a:spLocks noChangeArrowheads="1"/>
            </p:cNvSpPr>
            <p:nvPr/>
          </p:nvSpPr>
          <p:spPr bwMode="auto">
            <a:xfrm>
              <a:off x="4320" y="3791"/>
              <a:ext cx="6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5589" name="Text Box 75"/>
            <p:cNvSpPr txBox="1">
              <a:spLocks noChangeArrowheads="1"/>
            </p:cNvSpPr>
            <p:nvPr/>
          </p:nvSpPr>
          <p:spPr bwMode="auto">
            <a:xfrm>
              <a:off x="2505" y="3791"/>
              <a:ext cx="6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sp>
        <p:nvSpPr>
          <p:cNvPr id="65580" name="AutoShape 76"/>
          <p:cNvSpPr>
            <a:spLocks noChangeArrowheads="1"/>
          </p:cNvSpPr>
          <p:nvPr/>
        </p:nvSpPr>
        <p:spPr bwMode="auto">
          <a:xfrm flipV="1">
            <a:off x="2057400" y="2292350"/>
            <a:ext cx="1219200" cy="377825"/>
          </a:xfrm>
          <a:prstGeom prst="wedgeRoundRectCallout">
            <a:avLst>
              <a:gd name="adj1" fmla="val -75782"/>
              <a:gd name="adj2" fmla="val -20378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5581" name="Text Box 77"/>
          <p:cNvSpPr txBox="1">
            <a:spLocks noChangeArrowheads="1"/>
          </p:cNvSpPr>
          <p:nvPr/>
        </p:nvSpPr>
        <p:spPr bwMode="auto">
          <a:xfrm>
            <a:off x="2095500" y="23161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 </a:t>
            </a:r>
            <a:r>
              <a:rPr kumimoji="1" lang="zh-CN" altLang="en-US" sz="1800">
                <a:solidFill>
                  <a:srgbClr val="333399"/>
                </a:solidFill>
                <a:latin typeface="Arial" pitchFamily="34" charset="0"/>
              </a:rPr>
              <a:t>数据报</a:t>
            </a:r>
          </a:p>
        </p:txBody>
      </p:sp>
      <p:sp>
        <p:nvSpPr>
          <p:cNvPr id="65582" name="Rectangle 78"/>
          <p:cNvSpPr>
            <a:spLocks noChangeArrowheads="1"/>
          </p:cNvSpPr>
          <p:nvPr/>
        </p:nvSpPr>
        <p:spPr bwMode="auto">
          <a:xfrm>
            <a:off x="0" y="0"/>
            <a:ext cx="9144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583" name="Text Box 79"/>
          <p:cNvSpPr txBox="1">
            <a:spLocks noChangeArrowheads="1"/>
          </p:cNvSpPr>
          <p:nvPr/>
        </p:nvSpPr>
        <p:spPr bwMode="auto">
          <a:xfrm>
            <a:off x="1552575" y="404813"/>
            <a:ext cx="6078538" cy="11271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20000"/>
              </a:lnSpc>
            </a:pPr>
            <a:r>
              <a:rPr lang="zh-CN" altLang="en-US">
                <a:solidFill>
                  <a:srgbClr val="333399"/>
                </a:solidFill>
                <a:latin typeface="Arial" pitchFamily="34" charset="0"/>
              </a:rPr>
              <a:t>在具体的物理网络的链路层</a:t>
            </a:r>
          </a:p>
          <a:p>
            <a:pPr algn="ctr" eaLnBrk="1" hangingPunct="1">
              <a:lnSpc>
                <a:spcPct val="120000"/>
              </a:lnSpc>
            </a:pPr>
            <a:r>
              <a:rPr lang="zh-CN" altLang="en-US">
                <a:solidFill>
                  <a:srgbClr val="333399"/>
                </a:solidFill>
                <a:latin typeface="Arial" pitchFamily="34" charset="0"/>
              </a:rPr>
              <a:t>只能看见 </a:t>
            </a:r>
            <a:r>
              <a:rPr lang="en-US" altLang="zh-CN">
                <a:solidFill>
                  <a:srgbClr val="333399"/>
                </a:solidFill>
                <a:latin typeface="Arial" pitchFamily="34" charset="0"/>
              </a:rPr>
              <a:t>MAC </a:t>
            </a:r>
            <a:r>
              <a:rPr lang="zh-CN" altLang="en-US">
                <a:solidFill>
                  <a:srgbClr val="333399"/>
                </a:solidFill>
                <a:latin typeface="Arial" pitchFamily="34" charset="0"/>
              </a:rPr>
              <a:t>帧而看不见 </a:t>
            </a:r>
            <a:r>
              <a:rPr lang="en-US" altLang="zh-CN">
                <a:solidFill>
                  <a:srgbClr val="333399"/>
                </a:solidFill>
                <a:latin typeface="Arial" pitchFamily="34" charset="0"/>
              </a:rPr>
              <a:t>IP </a:t>
            </a:r>
            <a:r>
              <a:rPr lang="zh-CN" altLang="en-US">
                <a:solidFill>
                  <a:srgbClr val="333399"/>
                </a:solidFill>
                <a:latin typeface="Arial" pitchFamily="34" charset="0"/>
              </a:rPr>
              <a:t>数据报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629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6562" name="Freeform 2"/>
          <p:cNvSpPr>
            <a:spLocks/>
          </p:cNvSpPr>
          <p:nvPr/>
        </p:nvSpPr>
        <p:spPr bwMode="auto">
          <a:xfrm>
            <a:off x="2362200" y="5160963"/>
            <a:ext cx="395288"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63" name="Freeform 3"/>
          <p:cNvSpPr>
            <a:spLocks/>
          </p:cNvSpPr>
          <p:nvPr/>
        </p:nvSpPr>
        <p:spPr bwMode="auto">
          <a:xfrm>
            <a:off x="4951413" y="5159375"/>
            <a:ext cx="395287"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64" name="Line 4"/>
          <p:cNvSpPr>
            <a:spLocks noChangeShapeType="1"/>
          </p:cNvSpPr>
          <p:nvPr/>
        </p:nvSpPr>
        <p:spPr bwMode="auto">
          <a:xfrm rot="-5400000">
            <a:off x="8113713"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65" name="Line 5"/>
          <p:cNvSpPr>
            <a:spLocks noChangeShapeType="1"/>
          </p:cNvSpPr>
          <p:nvPr/>
        </p:nvSpPr>
        <p:spPr bwMode="auto">
          <a:xfrm rot="-5400000">
            <a:off x="192088" y="5172075"/>
            <a:ext cx="533400"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66" name="AutoShape 6"/>
          <p:cNvSpPr>
            <a:spLocks noChangeArrowheads="1"/>
          </p:cNvSpPr>
          <p:nvPr/>
        </p:nvSpPr>
        <p:spPr bwMode="auto">
          <a:xfrm>
            <a:off x="2286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67" name="AutoShape 7"/>
          <p:cNvSpPr>
            <a:spLocks noChangeArrowheads="1"/>
          </p:cNvSpPr>
          <p:nvPr/>
        </p:nvSpPr>
        <p:spPr bwMode="auto">
          <a:xfrm>
            <a:off x="2667000" y="3382963"/>
            <a:ext cx="68580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68" name="AutoShape 8"/>
          <p:cNvSpPr>
            <a:spLocks noChangeArrowheads="1"/>
          </p:cNvSpPr>
          <p:nvPr/>
        </p:nvSpPr>
        <p:spPr bwMode="auto">
          <a:xfrm>
            <a:off x="8153400" y="3306763"/>
            <a:ext cx="68580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69" name="AutoShape 9"/>
          <p:cNvSpPr>
            <a:spLocks noChangeArrowheads="1"/>
          </p:cNvSpPr>
          <p:nvPr/>
        </p:nvSpPr>
        <p:spPr bwMode="auto">
          <a:xfrm>
            <a:off x="5332413" y="3611563"/>
            <a:ext cx="68580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6570" name="Group 10"/>
          <p:cNvGrpSpPr>
            <a:grpSpLocks/>
          </p:cNvGrpSpPr>
          <p:nvPr/>
        </p:nvGrpSpPr>
        <p:grpSpPr bwMode="auto">
          <a:xfrm>
            <a:off x="36513" y="2420938"/>
            <a:ext cx="9121775" cy="2438400"/>
            <a:chOff x="96" y="1056"/>
            <a:chExt cx="5472" cy="1536"/>
          </a:xfrm>
        </p:grpSpPr>
        <p:sp>
          <p:nvSpPr>
            <p:cNvPr id="66632" name="Oval 11"/>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p>
              <a:endParaRPr lang="zh-CN" altLang="en-US"/>
            </a:p>
          </p:txBody>
        </p:sp>
        <p:sp>
          <p:nvSpPr>
            <p:cNvPr id="66633" name="Oval 12"/>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p>
              <a:endParaRPr lang="zh-CN" altLang="en-US"/>
            </a:p>
          </p:txBody>
        </p:sp>
        <p:sp>
          <p:nvSpPr>
            <p:cNvPr id="66634" name="Oval 13"/>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p>
              <a:endParaRPr lang="zh-CN" altLang="en-US"/>
            </a:p>
          </p:txBody>
        </p:sp>
        <p:sp>
          <p:nvSpPr>
            <p:cNvPr id="66635" name="Oval 14"/>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p>
              <a:endParaRPr lang="zh-CN" altLang="en-US"/>
            </a:p>
          </p:txBody>
        </p:sp>
        <p:sp>
          <p:nvSpPr>
            <p:cNvPr id="66636" name="Oval 15"/>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p>
              <a:endParaRPr lang="zh-CN" altLang="en-US"/>
            </a:p>
          </p:txBody>
        </p:sp>
        <p:sp>
          <p:nvSpPr>
            <p:cNvPr id="66637" name="Oval 16"/>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p>
              <a:endParaRPr lang="zh-CN" altLang="en-US"/>
            </a:p>
          </p:txBody>
        </p:sp>
        <p:sp>
          <p:nvSpPr>
            <p:cNvPr id="66638" name="Oval 17"/>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p>
              <a:endParaRPr lang="zh-CN" altLang="en-US"/>
            </a:p>
          </p:txBody>
        </p:sp>
        <p:sp>
          <p:nvSpPr>
            <p:cNvPr id="66639" name="Oval 18"/>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6571" name="Line 19"/>
          <p:cNvSpPr>
            <a:spLocks noChangeShapeType="1"/>
          </p:cNvSpPr>
          <p:nvPr/>
        </p:nvSpPr>
        <p:spPr bwMode="auto">
          <a:xfrm>
            <a:off x="152400" y="5440363"/>
            <a:ext cx="2590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6572" name="Group 20"/>
          <p:cNvGrpSpPr>
            <a:grpSpLocks/>
          </p:cNvGrpSpPr>
          <p:nvPr/>
        </p:nvGrpSpPr>
        <p:grpSpPr bwMode="auto">
          <a:xfrm>
            <a:off x="228600" y="2420938"/>
            <a:ext cx="685800" cy="1447800"/>
            <a:chOff x="672" y="528"/>
            <a:chExt cx="432" cy="912"/>
          </a:xfrm>
        </p:grpSpPr>
        <p:sp>
          <p:nvSpPr>
            <p:cNvPr id="66629" name="AutoShape 2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630" name="AutoShape 2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631" name="AutoShape 2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6573" name="Text Box 24"/>
          <p:cNvSpPr txBox="1">
            <a:spLocks noChangeArrowheads="1"/>
          </p:cNvSpPr>
          <p:nvPr/>
        </p:nvSpPr>
        <p:spPr bwMode="auto">
          <a:xfrm>
            <a:off x="265113" y="3430588"/>
            <a:ext cx="4841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6574" name="Text Box 25"/>
          <p:cNvSpPr txBox="1">
            <a:spLocks noChangeArrowheads="1"/>
          </p:cNvSpPr>
          <p:nvPr/>
        </p:nvSpPr>
        <p:spPr bwMode="auto">
          <a:xfrm>
            <a:off x="215900" y="48498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6575" name="Text Box 26"/>
          <p:cNvSpPr txBox="1">
            <a:spLocks noChangeArrowheads="1"/>
          </p:cNvSpPr>
          <p:nvPr/>
        </p:nvSpPr>
        <p:spPr bwMode="auto">
          <a:xfrm>
            <a:off x="4824413" y="4811713"/>
            <a:ext cx="5857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6576" name="Text Box 27"/>
          <p:cNvSpPr txBox="1">
            <a:spLocks noChangeArrowheads="1"/>
          </p:cNvSpPr>
          <p:nvPr/>
        </p:nvSpPr>
        <p:spPr bwMode="auto">
          <a:xfrm>
            <a:off x="33274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6577" name="Text Box 28"/>
          <p:cNvSpPr txBox="1">
            <a:spLocks noChangeArrowheads="1"/>
          </p:cNvSpPr>
          <p:nvPr/>
        </p:nvSpPr>
        <p:spPr bwMode="auto">
          <a:xfrm>
            <a:off x="2133600" y="480536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6578" name="Line 29"/>
          <p:cNvSpPr>
            <a:spLocks noChangeShapeType="1"/>
          </p:cNvSpPr>
          <p:nvPr/>
        </p:nvSpPr>
        <p:spPr bwMode="auto">
          <a:xfrm>
            <a:off x="838200" y="3611563"/>
            <a:ext cx="19050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79" name="Line 30"/>
          <p:cNvSpPr>
            <a:spLocks noChangeShapeType="1"/>
          </p:cNvSpPr>
          <p:nvPr/>
        </p:nvSpPr>
        <p:spPr bwMode="auto">
          <a:xfrm>
            <a:off x="5943600" y="5440363"/>
            <a:ext cx="29718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80" name="Text Box 31"/>
          <p:cNvSpPr txBox="1">
            <a:spLocks noChangeArrowheads="1"/>
          </p:cNvSpPr>
          <p:nvPr/>
        </p:nvSpPr>
        <p:spPr bwMode="auto">
          <a:xfrm>
            <a:off x="6007100" y="4799013"/>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6581" name="Text Box 32"/>
          <p:cNvSpPr txBox="1">
            <a:spLocks noChangeArrowheads="1"/>
          </p:cNvSpPr>
          <p:nvPr/>
        </p:nvSpPr>
        <p:spPr bwMode="auto">
          <a:xfrm>
            <a:off x="8128000" y="4814888"/>
            <a:ext cx="5857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6582" name="Text Box 33"/>
          <p:cNvSpPr txBox="1">
            <a:spLocks noChangeArrowheads="1"/>
          </p:cNvSpPr>
          <p:nvPr/>
        </p:nvSpPr>
        <p:spPr bwMode="auto">
          <a:xfrm>
            <a:off x="6007100" y="37099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6</a:t>
            </a:r>
            <a:endParaRPr kumimoji="1" lang="en-US" altLang="zh-CN" sz="1800">
              <a:solidFill>
                <a:srgbClr val="333399"/>
              </a:solidFill>
              <a:latin typeface="Arial" pitchFamily="34" charset="0"/>
            </a:endParaRPr>
          </a:p>
        </p:txBody>
      </p:sp>
      <p:sp>
        <p:nvSpPr>
          <p:cNvPr id="66583" name="Text Box 34"/>
          <p:cNvSpPr txBox="1">
            <a:spLocks noChangeArrowheads="1"/>
          </p:cNvSpPr>
          <p:nvPr/>
        </p:nvSpPr>
        <p:spPr bwMode="auto">
          <a:xfrm>
            <a:off x="107950" y="20605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6584" name="Text Box 35"/>
          <p:cNvSpPr txBox="1">
            <a:spLocks noChangeArrowheads="1"/>
          </p:cNvSpPr>
          <p:nvPr/>
        </p:nvSpPr>
        <p:spPr bwMode="auto">
          <a:xfrm>
            <a:off x="8032750" y="2035175"/>
            <a:ext cx="9540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主机 </a:t>
            </a:r>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6585" name="AutoShape 36"/>
          <p:cNvSpPr>
            <a:spLocks noChangeArrowheads="1"/>
          </p:cNvSpPr>
          <p:nvPr/>
        </p:nvSpPr>
        <p:spPr bwMode="auto">
          <a:xfrm>
            <a:off x="2667000" y="3259138"/>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86" name="Text Box 37"/>
          <p:cNvSpPr txBox="1">
            <a:spLocks noChangeArrowheads="1"/>
          </p:cNvSpPr>
          <p:nvPr/>
        </p:nvSpPr>
        <p:spPr bwMode="auto">
          <a:xfrm>
            <a:off x="2616200" y="2887663"/>
            <a:ext cx="11826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endParaRPr kumimoji="1" lang="en-US" altLang="zh-CN" sz="1800">
              <a:solidFill>
                <a:srgbClr val="333399"/>
              </a:solidFill>
              <a:latin typeface="Arial" pitchFamily="34" charset="0"/>
            </a:endParaRPr>
          </a:p>
        </p:txBody>
      </p:sp>
      <p:sp>
        <p:nvSpPr>
          <p:cNvPr id="66587" name="Text Box 38"/>
          <p:cNvSpPr txBox="1">
            <a:spLocks noChangeArrowheads="1"/>
          </p:cNvSpPr>
          <p:nvPr/>
        </p:nvSpPr>
        <p:spPr bwMode="auto">
          <a:xfrm>
            <a:off x="4140200" y="4186238"/>
            <a:ext cx="2393950" cy="46672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IP </a:t>
            </a:r>
            <a:r>
              <a:rPr kumimoji="1" lang="zh-CN" altLang="en-US" sz="2400">
                <a:solidFill>
                  <a:srgbClr val="333399"/>
                </a:solidFill>
                <a:latin typeface="Arial" pitchFamily="34" charset="0"/>
              </a:rPr>
              <a:t>层上的互联网</a:t>
            </a:r>
          </a:p>
        </p:txBody>
      </p:sp>
      <p:grpSp>
        <p:nvGrpSpPr>
          <p:cNvPr id="66588" name="Group 40"/>
          <p:cNvGrpSpPr>
            <a:grpSpLocks/>
          </p:cNvGrpSpPr>
          <p:nvPr/>
        </p:nvGrpSpPr>
        <p:grpSpPr bwMode="auto">
          <a:xfrm>
            <a:off x="8153400" y="2420938"/>
            <a:ext cx="685800" cy="1447800"/>
            <a:chOff x="672" y="528"/>
            <a:chExt cx="432" cy="912"/>
          </a:xfrm>
        </p:grpSpPr>
        <p:sp>
          <p:nvSpPr>
            <p:cNvPr id="66626" name="AutoShape 41"/>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627" name="AutoShape 42"/>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628" name="AutoShape 43"/>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6589" name="Text Box 44"/>
          <p:cNvSpPr txBox="1">
            <a:spLocks noChangeArrowheads="1"/>
          </p:cNvSpPr>
          <p:nvPr/>
        </p:nvSpPr>
        <p:spPr bwMode="auto">
          <a:xfrm>
            <a:off x="8202613" y="3435350"/>
            <a:ext cx="4841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sp>
        <p:nvSpPr>
          <p:cNvPr id="66590" name="Text Box 45"/>
          <p:cNvSpPr txBox="1">
            <a:spLocks noChangeArrowheads="1"/>
          </p:cNvSpPr>
          <p:nvPr/>
        </p:nvSpPr>
        <p:spPr bwMode="auto">
          <a:xfrm>
            <a:off x="332105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4</a:t>
            </a:r>
            <a:endParaRPr kumimoji="1" lang="en-US" altLang="zh-CN" sz="1800">
              <a:solidFill>
                <a:srgbClr val="333399"/>
              </a:solidFill>
              <a:latin typeface="Arial" pitchFamily="34" charset="0"/>
            </a:endParaRPr>
          </a:p>
        </p:txBody>
      </p:sp>
      <p:sp>
        <p:nvSpPr>
          <p:cNvPr id="66591" name="Text Box 46"/>
          <p:cNvSpPr txBox="1">
            <a:spLocks noChangeArrowheads="1"/>
          </p:cNvSpPr>
          <p:nvPr/>
        </p:nvSpPr>
        <p:spPr bwMode="auto">
          <a:xfrm>
            <a:off x="2286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3</a:t>
            </a:r>
            <a:endParaRPr kumimoji="1" lang="en-US" altLang="zh-CN" sz="1800">
              <a:solidFill>
                <a:srgbClr val="333399"/>
              </a:solidFill>
              <a:latin typeface="Arial" pitchFamily="34" charset="0"/>
            </a:endParaRPr>
          </a:p>
        </p:txBody>
      </p:sp>
      <p:sp>
        <p:nvSpPr>
          <p:cNvPr id="66592" name="Line 47"/>
          <p:cNvSpPr>
            <a:spLocks noChangeShapeType="1"/>
          </p:cNvSpPr>
          <p:nvPr/>
        </p:nvSpPr>
        <p:spPr bwMode="auto">
          <a:xfrm>
            <a:off x="3276600" y="3611563"/>
            <a:ext cx="20574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93" name="AutoShape 48"/>
          <p:cNvSpPr>
            <a:spLocks noChangeArrowheads="1"/>
          </p:cNvSpPr>
          <p:nvPr/>
        </p:nvSpPr>
        <p:spPr bwMode="auto">
          <a:xfrm>
            <a:off x="5332413" y="3230563"/>
            <a:ext cx="68580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94" name="Line 49"/>
          <p:cNvSpPr>
            <a:spLocks noChangeShapeType="1"/>
          </p:cNvSpPr>
          <p:nvPr/>
        </p:nvSpPr>
        <p:spPr bwMode="auto">
          <a:xfrm>
            <a:off x="5943600" y="3611563"/>
            <a:ext cx="220980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95" name="Text Box 50"/>
          <p:cNvSpPr txBox="1">
            <a:spLocks noChangeArrowheads="1"/>
          </p:cNvSpPr>
          <p:nvPr/>
        </p:nvSpPr>
        <p:spPr bwMode="auto">
          <a:xfrm>
            <a:off x="4953000" y="3697288"/>
            <a:ext cx="4841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5</a:t>
            </a:r>
            <a:endParaRPr kumimoji="1" lang="en-US" altLang="zh-CN" sz="1800">
              <a:solidFill>
                <a:srgbClr val="333399"/>
              </a:solidFill>
              <a:latin typeface="Arial" pitchFamily="34" charset="0"/>
            </a:endParaRPr>
          </a:p>
        </p:txBody>
      </p:sp>
      <p:sp>
        <p:nvSpPr>
          <p:cNvPr id="66596" name="Line 51"/>
          <p:cNvSpPr>
            <a:spLocks noChangeShapeType="1"/>
          </p:cNvSpPr>
          <p:nvPr/>
        </p:nvSpPr>
        <p:spPr bwMode="auto">
          <a:xfrm>
            <a:off x="3352800" y="5440363"/>
            <a:ext cx="19050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97" name="Freeform 52"/>
          <p:cNvSpPr>
            <a:spLocks/>
          </p:cNvSpPr>
          <p:nvPr/>
        </p:nvSpPr>
        <p:spPr bwMode="auto">
          <a:xfrm flipH="1">
            <a:off x="5921375" y="5156200"/>
            <a:ext cx="341313" cy="284163"/>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98" name="Freeform 53"/>
          <p:cNvSpPr>
            <a:spLocks/>
          </p:cNvSpPr>
          <p:nvPr/>
        </p:nvSpPr>
        <p:spPr bwMode="auto">
          <a:xfrm flipH="1">
            <a:off x="3233738" y="5162550"/>
            <a:ext cx="423862" cy="279400"/>
          </a:xfrm>
          <a:custGeom>
            <a:avLst/>
            <a:gdLst>
              <a:gd name="T0" fmla="*/ 0 w 249"/>
              <a:gd name="T1" fmla="*/ 2147483647 h 176"/>
              <a:gd name="T2" fmla="*/ 2147483647 w 249"/>
              <a:gd name="T3" fmla="*/ 0 h 176"/>
              <a:gd name="T4" fmla="*/ 2147483647 w 249"/>
              <a:gd name="T5" fmla="*/ 2147483647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599" name="Text Box 54"/>
          <p:cNvSpPr txBox="1">
            <a:spLocks noChangeArrowheads="1"/>
          </p:cNvSpPr>
          <p:nvPr/>
        </p:nvSpPr>
        <p:spPr bwMode="auto">
          <a:xfrm>
            <a:off x="5218113" y="2862263"/>
            <a:ext cx="11826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1800">
                <a:solidFill>
                  <a:srgbClr val="333399"/>
                </a:solidFill>
                <a:latin typeface="Arial" pitchFamily="34" charset="0"/>
              </a:rPr>
              <a:t>路由器 </a:t>
            </a:r>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endParaRPr kumimoji="1" lang="en-US" altLang="zh-CN" sz="1800">
              <a:solidFill>
                <a:srgbClr val="333399"/>
              </a:solidFill>
              <a:latin typeface="Arial" pitchFamily="34" charset="0"/>
            </a:endParaRPr>
          </a:p>
        </p:txBody>
      </p:sp>
      <p:grpSp>
        <p:nvGrpSpPr>
          <p:cNvPr id="66600" name="Group 55"/>
          <p:cNvGrpSpPr>
            <a:grpSpLocks/>
          </p:cNvGrpSpPr>
          <p:nvPr/>
        </p:nvGrpSpPr>
        <p:grpSpPr bwMode="auto">
          <a:xfrm>
            <a:off x="1143000" y="3154363"/>
            <a:ext cx="1447800" cy="381000"/>
            <a:chOff x="1632" y="2688"/>
            <a:chExt cx="912" cy="240"/>
          </a:xfrm>
        </p:grpSpPr>
        <p:sp>
          <p:nvSpPr>
            <p:cNvPr id="66624" name="Rectangle 56"/>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  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6625" name="AutoShape 57"/>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6601" name="Group 58"/>
          <p:cNvGrpSpPr>
            <a:grpSpLocks/>
          </p:cNvGrpSpPr>
          <p:nvPr/>
        </p:nvGrpSpPr>
        <p:grpSpPr bwMode="auto">
          <a:xfrm>
            <a:off x="3733800" y="3154363"/>
            <a:ext cx="1447800" cy="381000"/>
            <a:chOff x="1632" y="2688"/>
            <a:chExt cx="912" cy="240"/>
          </a:xfrm>
        </p:grpSpPr>
        <p:sp>
          <p:nvSpPr>
            <p:cNvPr id="66622" name="Rectangle 59"/>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6623" name="AutoShape 60"/>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6602" name="Group 61"/>
          <p:cNvGrpSpPr>
            <a:grpSpLocks/>
          </p:cNvGrpSpPr>
          <p:nvPr/>
        </p:nvGrpSpPr>
        <p:grpSpPr bwMode="auto">
          <a:xfrm>
            <a:off x="6477000" y="3154363"/>
            <a:ext cx="1447800" cy="381000"/>
            <a:chOff x="1632" y="2688"/>
            <a:chExt cx="912" cy="240"/>
          </a:xfrm>
        </p:grpSpPr>
        <p:sp>
          <p:nvSpPr>
            <p:cNvPr id="66620" name="Rectangle 62"/>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a:solidFill>
                    <a:srgbClr val="333399"/>
                  </a:solidFill>
                  <a:latin typeface="Arial" pitchFamily="34" charset="0"/>
                </a:rPr>
                <a:t>IP</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 IP</a:t>
              </a:r>
              <a:r>
                <a:rPr kumimoji="1" lang="en-US" altLang="zh-CN" sz="1800" baseline="-25000">
                  <a:solidFill>
                    <a:srgbClr val="333399"/>
                  </a:solidFill>
                  <a:latin typeface="Arial" pitchFamily="34" charset="0"/>
                </a:rPr>
                <a:t>2</a:t>
              </a:r>
            </a:p>
          </p:txBody>
        </p:sp>
        <p:sp>
          <p:nvSpPr>
            <p:cNvPr id="66621" name="AutoShape 63"/>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6603" name="Group 82"/>
          <p:cNvGrpSpPr>
            <a:grpSpLocks/>
          </p:cNvGrpSpPr>
          <p:nvPr/>
        </p:nvGrpSpPr>
        <p:grpSpPr bwMode="auto">
          <a:xfrm>
            <a:off x="609600" y="5592763"/>
            <a:ext cx="7772400" cy="792162"/>
            <a:chOff x="384" y="3523"/>
            <a:chExt cx="4896" cy="499"/>
          </a:xfrm>
        </p:grpSpPr>
        <p:sp>
          <p:nvSpPr>
            <p:cNvPr id="66608" name="Text Box 39"/>
            <p:cNvSpPr txBox="1">
              <a:spLocks noChangeArrowheads="1"/>
            </p:cNvSpPr>
            <p:nvPr/>
          </p:nvSpPr>
          <p:spPr bwMode="auto">
            <a:xfrm>
              <a:off x="624" y="3747"/>
              <a:ext cx="6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nvGrpSpPr>
            <p:cNvPr id="66609" name="Group 64"/>
            <p:cNvGrpSpPr>
              <a:grpSpLocks/>
            </p:cNvGrpSpPr>
            <p:nvPr/>
          </p:nvGrpSpPr>
          <p:grpSpPr bwMode="auto">
            <a:xfrm>
              <a:off x="384" y="3523"/>
              <a:ext cx="1248" cy="240"/>
              <a:chOff x="480" y="3120"/>
              <a:chExt cx="1248" cy="240"/>
            </a:xfrm>
          </p:grpSpPr>
          <p:sp>
            <p:nvSpPr>
              <p:cNvPr id="66618" name="Rectangle 65"/>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1</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3</a:t>
                </a:r>
              </a:p>
            </p:txBody>
          </p:sp>
          <p:sp>
            <p:nvSpPr>
              <p:cNvPr id="66619" name="AutoShape 66"/>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6610" name="Group 67"/>
            <p:cNvGrpSpPr>
              <a:grpSpLocks/>
            </p:cNvGrpSpPr>
            <p:nvPr/>
          </p:nvGrpSpPr>
          <p:grpSpPr bwMode="auto">
            <a:xfrm>
              <a:off x="2208" y="3523"/>
              <a:ext cx="1248" cy="240"/>
              <a:chOff x="480" y="3120"/>
              <a:chExt cx="1248" cy="240"/>
            </a:xfrm>
          </p:grpSpPr>
          <p:sp>
            <p:nvSpPr>
              <p:cNvPr id="66616" name="Rectangle 68"/>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4</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5</a:t>
                </a:r>
              </a:p>
            </p:txBody>
          </p:sp>
          <p:sp>
            <p:nvSpPr>
              <p:cNvPr id="66617" name="AutoShape 69"/>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66611" name="Group 70"/>
            <p:cNvGrpSpPr>
              <a:grpSpLocks/>
            </p:cNvGrpSpPr>
            <p:nvPr/>
          </p:nvGrpSpPr>
          <p:grpSpPr bwMode="auto">
            <a:xfrm>
              <a:off x="4032" y="3523"/>
              <a:ext cx="1248" cy="240"/>
              <a:chOff x="480" y="3120"/>
              <a:chExt cx="1248" cy="240"/>
            </a:xfrm>
          </p:grpSpPr>
          <p:sp>
            <p:nvSpPr>
              <p:cNvPr id="66614" name="Rectangle 71"/>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a:solidFill>
                      <a:srgbClr val="333399"/>
                    </a:solidFill>
                    <a:latin typeface="Arial" pitchFamily="34" charset="0"/>
                  </a:rPr>
                  <a:t>从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6</a:t>
                </a:r>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到 </a:t>
                </a:r>
                <a:r>
                  <a:rPr kumimoji="1" lang="en-US" altLang="zh-CN" sz="1800">
                    <a:solidFill>
                      <a:srgbClr val="333399"/>
                    </a:solidFill>
                    <a:latin typeface="Arial" pitchFamily="34" charset="0"/>
                  </a:rPr>
                  <a:t>HA</a:t>
                </a:r>
                <a:r>
                  <a:rPr kumimoji="1" lang="en-US" altLang="zh-CN" sz="1800" baseline="-25000">
                    <a:solidFill>
                      <a:srgbClr val="333399"/>
                    </a:solidFill>
                    <a:latin typeface="Arial" pitchFamily="34" charset="0"/>
                  </a:rPr>
                  <a:t>2</a:t>
                </a:r>
              </a:p>
            </p:txBody>
          </p:sp>
          <p:sp>
            <p:nvSpPr>
              <p:cNvPr id="66615" name="AutoShape 72"/>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6612" name="Text Box 73"/>
            <p:cNvSpPr txBox="1">
              <a:spLocks noChangeArrowheads="1"/>
            </p:cNvSpPr>
            <p:nvPr/>
          </p:nvSpPr>
          <p:spPr bwMode="auto">
            <a:xfrm>
              <a:off x="4320" y="3791"/>
              <a:ext cx="6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sp>
          <p:nvSpPr>
            <p:cNvPr id="66613" name="Text Box 74"/>
            <p:cNvSpPr txBox="1">
              <a:spLocks noChangeArrowheads="1"/>
            </p:cNvSpPr>
            <p:nvPr/>
          </p:nvSpPr>
          <p:spPr bwMode="auto">
            <a:xfrm>
              <a:off x="2505" y="3791"/>
              <a:ext cx="6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MAC </a:t>
              </a:r>
              <a:r>
                <a:rPr kumimoji="1" lang="zh-CN" altLang="en-US" sz="1800">
                  <a:solidFill>
                    <a:srgbClr val="333399"/>
                  </a:solidFill>
                  <a:latin typeface="Arial" pitchFamily="34" charset="0"/>
                </a:rPr>
                <a:t>帧</a:t>
              </a:r>
            </a:p>
          </p:txBody>
        </p:sp>
      </p:grpSp>
      <p:sp>
        <p:nvSpPr>
          <p:cNvPr id="66604" name="AutoShape 75"/>
          <p:cNvSpPr>
            <a:spLocks noChangeArrowheads="1"/>
          </p:cNvSpPr>
          <p:nvPr/>
        </p:nvSpPr>
        <p:spPr bwMode="auto">
          <a:xfrm flipV="1">
            <a:off x="2057400" y="2292350"/>
            <a:ext cx="1219200" cy="377825"/>
          </a:xfrm>
          <a:prstGeom prst="wedgeRoundRectCallout">
            <a:avLst>
              <a:gd name="adj1" fmla="val -75782"/>
              <a:gd name="adj2" fmla="val -20378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a:solidFill>
                <a:srgbClr val="333399"/>
              </a:solidFill>
              <a:latin typeface="Arial" pitchFamily="34" charset="0"/>
            </a:endParaRPr>
          </a:p>
        </p:txBody>
      </p:sp>
      <p:sp>
        <p:nvSpPr>
          <p:cNvPr id="66605" name="Text Box 76"/>
          <p:cNvSpPr txBox="1">
            <a:spLocks noChangeArrowheads="1"/>
          </p:cNvSpPr>
          <p:nvPr/>
        </p:nvSpPr>
        <p:spPr bwMode="auto">
          <a:xfrm>
            <a:off x="2095500" y="23161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IP </a:t>
            </a:r>
            <a:r>
              <a:rPr kumimoji="1" lang="zh-CN" altLang="en-US" sz="1800">
                <a:solidFill>
                  <a:srgbClr val="333399"/>
                </a:solidFill>
                <a:latin typeface="Arial" pitchFamily="34" charset="0"/>
              </a:rPr>
              <a:t>数据报</a:t>
            </a:r>
          </a:p>
        </p:txBody>
      </p:sp>
      <p:sp>
        <p:nvSpPr>
          <p:cNvPr id="66606" name="Rectangle 80"/>
          <p:cNvSpPr>
            <a:spLocks noChangeArrowheads="1"/>
          </p:cNvSpPr>
          <p:nvPr/>
        </p:nvSpPr>
        <p:spPr bwMode="auto">
          <a:xfrm>
            <a:off x="0" y="0"/>
            <a:ext cx="9144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6607" name="Text Box 81"/>
          <p:cNvSpPr txBox="1">
            <a:spLocks noChangeArrowheads="1"/>
          </p:cNvSpPr>
          <p:nvPr/>
        </p:nvSpPr>
        <p:spPr bwMode="auto">
          <a:xfrm>
            <a:off x="1066800" y="-26988"/>
            <a:ext cx="7048500" cy="1981201"/>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10000"/>
              </a:lnSpc>
            </a:pPr>
            <a:r>
              <a:rPr lang="en-US" altLang="zh-CN">
                <a:solidFill>
                  <a:srgbClr val="333399"/>
                </a:solidFill>
                <a:latin typeface="Arial" pitchFamily="34" charset="0"/>
              </a:rPr>
              <a:t>IP</a:t>
            </a:r>
            <a:r>
              <a:rPr lang="zh-CN" altLang="en-US">
                <a:solidFill>
                  <a:srgbClr val="333399"/>
                </a:solidFill>
                <a:latin typeface="Arial" pitchFamily="34" charset="0"/>
              </a:rPr>
              <a:t>层抽象的互联网屏蔽了下层很复杂的细节</a:t>
            </a:r>
          </a:p>
          <a:p>
            <a:pPr algn="ctr" eaLnBrk="1" hangingPunct="1">
              <a:lnSpc>
                <a:spcPct val="110000"/>
              </a:lnSpc>
            </a:pPr>
            <a:r>
              <a:rPr lang="zh-CN" altLang="en-US">
                <a:solidFill>
                  <a:srgbClr val="333399"/>
                </a:solidFill>
                <a:latin typeface="Arial" pitchFamily="34" charset="0"/>
              </a:rPr>
              <a:t>在抽象的网络层上讨论问题，就能够使用</a:t>
            </a:r>
          </a:p>
          <a:p>
            <a:pPr algn="ctr" eaLnBrk="1" hangingPunct="1">
              <a:lnSpc>
                <a:spcPct val="110000"/>
              </a:lnSpc>
            </a:pPr>
            <a:r>
              <a:rPr lang="zh-CN" altLang="en-US">
                <a:solidFill>
                  <a:srgbClr val="333399"/>
                </a:solidFill>
                <a:latin typeface="Arial" pitchFamily="34" charset="0"/>
              </a:rPr>
              <a:t>统一的、抽象的 </a:t>
            </a:r>
            <a:r>
              <a:rPr lang="en-US" altLang="zh-CN">
                <a:solidFill>
                  <a:srgbClr val="333399"/>
                </a:solidFill>
                <a:latin typeface="Arial" pitchFamily="34" charset="0"/>
              </a:rPr>
              <a:t>IP </a:t>
            </a:r>
            <a:r>
              <a:rPr lang="zh-CN" altLang="en-US">
                <a:solidFill>
                  <a:srgbClr val="333399"/>
                </a:solidFill>
                <a:latin typeface="Arial" pitchFamily="34" charset="0"/>
              </a:rPr>
              <a:t>地址</a:t>
            </a:r>
          </a:p>
          <a:p>
            <a:pPr algn="ctr" eaLnBrk="1" hangingPunct="1">
              <a:lnSpc>
                <a:spcPct val="110000"/>
              </a:lnSpc>
            </a:pPr>
            <a:r>
              <a:rPr lang="zh-CN" altLang="en-US">
                <a:solidFill>
                  <a:srgbClr val="333399"/>
                </a:solidFill>
                <a:latin typeface="Arial" pitchFamily="34" charset="0"/>
              </a:rPr>
              <a:t>研究主机和主机或主机和路由器之间的通信 </a:t>
            </a:r>
          </a:p>
        </p:txBody>
      </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p:txBody>
          <a:bodyPr/>
          <a:lstStyle/>
          <a:p>
            <a:pPr algn="ctr" eaLnBrk="1" hangingPunct="1"/>
            <a:r>
              <a:rPr lang="en-US" altLang="zh-CN" smtClean="0"/>
              <a:t>4.2.4  </a:t>
            </a:r>
            <a:r>
              <a:rPr lang="zh-CN" altLang="en-US" smtClean="0"/>
              <a:t>地址解析协议 </a:t>
            </a:r>
            <a:r>
              <a:rPr lang="en-US" altLang="zh-CN" smtClean="0"/>
              <a:t>ARP </a:t>
            </a:r>
            <a:r>
              <a:rPr lang="zh-CN" altLang="en-US" smtClean="0"/>
              <a:t>和</a:t>
            </a:r>
            <a:br>
              <a:rPr lang="zh-CN" altLang="en-US" smtClean="0"/>
            </a:br>
            <a:r>
              <a:rPr lang="zh-CN" altLang="en-US" smtClean="0"/>
              <a:t>逆地址解析协议 </a:t>
            </a:r>
            <a:r>
              <a:rPr lang="en-US" altLang="zh-CN" smtClean="0"/>
              <a:t>RARP </a:t>
            </a:r>
          </a:p>
        </p:txBody>
      </p:sp>
      <p:sp>
        <p:nvSpPr>
          <p:cNvPr id="67587" name="Text Box 5"/>
          <p:cNvSpPr txBox="1">
            <a:spLocks noChangeArrowheads="1"/>
          </p:cNvSpPr>
          <p:nvPr/>
        </p:nvSpPr>
        <p:spPr bwMode="auto">
          <a:xfrm>
            <a:off x="866775" y="2952750"/>
            <a:ext cx="1328738"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chemeClr val="folHlink"/>
                </a:solidFill>
                <a:latin typeface="Arial" pitchFamily="34" charset="0"/>
              </a:rPr>
              <a:t>IP </a:t>
            </a:r>
            <a:r>
              <a:rPr lang="zh-CN" altLang="en-US">
                <a:solidFill>
                  <a:schemeClr val="folHlink"/>
                </a:solidFill>
                <a:latin typeface="Arial" pitchFamily="34" charset="0"/>
              </a:rPr>
              <a:t>地址</a:t>
            </a:r>
          </a:p>
        </p:txBody>
      </p:sp>
      <p:sp>
        <p:nvSpPr>
          <p:cNvPr id="67588" name="Text Box 6"/>
          <p:cNvSpPr txBox="1">
            <a:spLocks noChangeArrowheads="1"/>
          </p:cNvSpPr>
          <p:nvPr/>
        </p:nvSpPr>
        <p:spPr bwMode="auto">
          <a:xfrm>
            <a:off x="6632575" y="2884488"/>
            <a:ext cx="16065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chemeClr val="folHlink"/>
                </a:solidFill>
                <a:latin typeface="Arial" pitchFamily="34" charset="0"/>
              </a:rPr>
              <a:t>物理地址</a:t>
            </a:r>
          </a:p>
        </p:txBody>
      </p:sp>
      <p:sp>
        <p:nvSpPr>
          <p:cNvPr id="67589" name="Rectangle 7"/>
          <p:cNvSpPr>
            <a:spLocks noChangeArrowheads="1"/>
          </p:cNvSpPr>
          <p:nvPr/>
        </p:nvSpPr>
        <p:spPr bwMode="auto">
          <a:xfrm>
            <a:off x="3290888" y="2708275"/>
            <a:ext cx="2170112" cy="944563"/>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a:solidFill>
                  <a:schemeClr val="folHlink"/>
                </a:solidFill>
                <a:latin typeface="Arial" pitchFamily="34" charset="0"/>
              </a:rPr>
              <a:t>ARP</a:t>
            </a:r>
          </a:p>
        </p:txBody>
      </p:sp>
      <p:sp>
        <p:nvSpPr>
          <p:cNvPr id="67590" name="AutoShape 8"/>
          <p:cNvSpPr>
            <a:spLocks noChangeArrowheads="1"/>
          </p:cNvSpPr>
          <p:nvPr/>
        </p:nvSpPr>
        <p:spPr bwMode="auto">
          <a:xfrm>
            <a:off x="2271713" y="3024188"/>
            <a:ext cx="1149350" cy="315912"/>
          </a:xfrm>
          <a:prstGeom prst="rightArrow">
            <a:avLst>
              <a:gd name="adj1" fmla="val 50000"/>
              <a:gd name="adj2" fmla="val 90955"/>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591" name="AutoShape 9"/>
          <p:cNvSpPr>
            <a:spLocks noChangeArrowheads="1"/>
          </p:cNvSpPr>
          <p:nvPr/>
        </p:nvSpPr>
        <p:spPr bwMode="auto">
          <a:xfrm>
            <a:off x="5464175" y="3024188"/>
            <a:ext cx="1147763" cy="315912"/>
          </a:xfrm>
          <a:prstGeom prst="rightArrow">
            <a:avLst>
              <a:gd name="adj1" fmla="val 50000"/>
              <a:gd name="adj2" fmla="val 90829"/>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592" name="Text Box 10"/>
          <p:cNvSpPr txBox="1">
            <a:spLocks noChangeArrowheads="1"/>
          </p:cNvSpPr>
          <p:nvPr/>
        </p:nvSpPr>
        <p:spPr bwMode="auto">
          <a:xfrm>
            <a:off x="611188" y="4495800"/>
            <a:ext cx="16065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chemeClr val="folHlink"/>
                </a:solidFill>
                <a:latin typeface="Arial" pitchFamily="34" charset="0"/>
              </a:rPr>
              <a:t>物理地址</a:t>
            </a:r>
          </a:p>
        </p:txBody>
      </p:sp>
      <p:sp>
        <p:nvSpPr>
          <p:cNvPr id="67593" name="Text Box 11"/>
          <p:cNvSpPr txBox="1">
            <a:spLocks noChangeArrowheads="1"/>
          </p:cNvSpPr>
          <p:nvPr/>
        </p:nvSpPr>
        <p:spPr bwMode="auto">
          <a:xfrm>
            <a:off x="6632575" y="4495800"/>
            <a:ext cx="13271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chemeClr val="folHlink"/>
                </a:solidFill>
                <a:latin typeface="Arial" pitchFamily="34" charset="0"/>
              </a:rPr>
              <a:t>IP </a:t>
            </a:r>
            <a:r>
              <a:rPr lang="zh-CN" altLang="en-US">
                <a:solidFill>
                  <a:schemeClr val="folHlink"/>
                </a:solidFill>
                <a:latin typeface="Arial" pitchFamily="34" charset="0"/>
              </a:rPr>
              <a:t>地址</a:t>
            </a:r>
          </a:p>
        </p:txBody>
      </p:sp>
      <p:sp>
        <p:nvSpPr>
          <p:cNvPr id="67594" name="Rectangle 12"/>
          <p:cNvSpPr>
            <a:spLocks noChangeArrowheads="1"/>
          </p:cNvSpPr>
          <p:nvPr/>
        </p:nvSpPr>
        <p:spPr bwMode="auto">
          <a:xfrm>
            <a:off x="3290888" y="4284663"/>
            <a:ext cx="2170112" cy="9445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a:solidFill>
                  <a:schemeClr val="folHlink"/>
                </a:solidFill>
                <a:latin typeface="Arial" pitchFamily="34" charset="0"/>
              </a:rPr>
              <a:t>RARP</a:t>
            </a:r>
          </a:p>
        </p:txBody>
      </p:sp>
      <p:sp>
        <p:nvSpPr>
          <p:cNvPr id="67595" name="AutoShape 13"/>
          <p:cNvSpPr>
            <a:spLocks noChangeArrowheads="1"/>
          </p:cNvSpPr>
          <p:nvPr/>
        </p:nvSpPr>
        <p:spPr bwMode="auto">
          <a:xfrm>
            <a:off x="2271713" y="4600575"/>
            <a:ext cx="1149350" cy="315913"/>
          </a:xfrm>
          <a:prstGeom prst="rightArrow">
            <a:avLst>
              <a:gd name="adj1" fmla="val 50000"/>
              <a:gd name="adj2" fmla="val 90955"/>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596" name="AutoShape 14"/>
          <p:cNvSpPr>
            <a:spLocks noChangeArrowheads="1"/>
          </p:cNvSpPr>
          <p:nvPr/>
        </p:nvSpPr>
        <p:spPr bwMode="auto">
          <a:xfrm>
            <a:off x="5464175" y="4600575"/>
            <a:ext cx="1147763" cy="315913"/>
          </a:xfrm>
          <a:prstGeom prst="rightArrow">
            <a:avLst>
              <a:gd name="adj1" fmla="val 50000"/>
              <a:gd name="adj2" fmla="val 90829"/>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Grp="1" noChangeArrowheads="1"/>
          </p:cNvSpPr>
          <p:nvPr>
            <p:ph type="title"/>
          </p:nvPr>
        </p:nvSpPr>
        <p:spPr/>
        <p:txBody>
          <a:bodyPr/>
          <a:lstStyle/>
          <a:p>
            <a:pPr algn="ctr" eaLnBrk="1" hangingPunct="1"/>
            <a:r>
              <a:rPr lang="zh-CN" altLang="en-US" smtClean="0"/>
              <a:t>地址解析协议 </a:t>
            </a:r>
            <a:r>
              <a:rPr lang="en-US" altLang="zh-CN" smtClean="0"/>
              <a:t>ARP</a:t>
            </a:r>
          </a:p>
        </p:txBody>
      </p:sp>
      <p:sp>
        <p:nvSpPr>
          <p:cNvPr id="974851" name="Rectangle 3"/>
          <p:cNvSpPr>
            <a:spLocks noGrp="1" noChangeArrowheads="1"/>
          </p:cNvSpPr>
          <p:nvPr>
            <p:ph type="body" idx="1"/>
          </p:nvPr>
        </p:nvSpPr>
        <p:spPr>
          <a:xfrm>
            <a:off x="539750" y="1917700"/>
            <a:ext cx="8424863" cy="4319588"/>
          </a:xfrm>
        </p:spPr>
        <p:txBody>
          <a:bodyPr/>
          <a:lstStyle/>
          <a:p>
            <a:pPr eaLnBrk="1" hangingPunct="1">
              <a:lnSpc>
                <a:spcPct val="90000"/>
              </a:lnSpc>
            </a:pPr>
            <a:r>
              <a:rPr lang="zh-CN" altLang="en-US" sz="2800" smtClean="0"/>
              <a:t>不管网络层使用的是什么协议，在实际网络的链路上传送数据帧时，最终还是必须使用硬件地址。 </a:t>
            </a:r>
          </a:p>
          <a:p>
            <a:pPr eaLnBrk="1" hangingPunct="1">
              <a:lnSpc>
                <a:spcPct val="90000"/>
              </a:lnSpc>
            </a:pPr>
            <a:r>
              <a:rPr lang="zh-CN" altLang="en-US" sz="2800" smtClean="0"/>
              <a:t>每一个主机都设有一个 </a:t>
            </a:r>
            <a:r>
              <a:rPr lang="en-US" altLang="zh-CN" sz="2800" smtClean="0"/>
              <a:t>ARP </a:t>
            </a:r>
            <a:r>
              <a:rPr lang="zh-CN" altLang="en-US" sz="2800" smtClean="0"/>
              <a:t>高速缓存</a:t>
            </a:r>
            <a:r>
              <a:rPr lang="en-US" altLang="zh-CN" sz="2800" smtClean="0"/>
              <a:t>(ARP cache)</a:t>
            </a:r>
            <a:r>
              <a:rPr lang="zh-CN" altLang="en-US" sz="2800" smtClean="0"/>
              <a:t>，里面有所在的局域网上的各主机和路由器的 </a:t>
            </a:r>
            <a:r>
              <a:rPr lang="en-US" altLang="zh-CN" sz="2800" smtClean="0"/>
              <a:t>IP </a:t>
            </a:r>
            <a:r>
              <a:rPr lang="zh-CN" altLang="en-US" sz="2800" smtClean="0"/>
              <a:t>地址到硬件地址的映射表。</a:t>
            </a:r>
          </a:p>
          <a:p>
            <a:pPr eaLnBrk="1" hangingPunct="1">
              <a:lnSpc>
                <a:spcPct val="90000"/>
              </a:lnSpc>
            </a:pPr>
            <a:r>
              <a:rPr lang="zh-CN" altLang="en-US" sz="2800" smtClean="0"/>
              <a:t>当主机 </a:t>
            </a:r>
            <a:r>
              <a:rPr lang="en-US" altLang="zh-CN" sz="2800" smtClean="0"/>
              <a:t>A </a:t>
            </a:r>
            <a:r>
              <a:rPr lang="zh-CN" altLang="en-US" sz="2800" smtClean="0"/>
              <a:t>欲向本局域网上的某个主机 </a:t>
            </a:r>
            <a:r>
              <a:rPr lang="en-US" altLang="zh-CN" sz="2800" smtClean="0"/>
              <a:t>B </a:t>
            </a:r>
            <a:r>
              <a:rPr lang="zh-CN" altLang="en-US" sz="2800" smtClean="0"/>
              <a:t>发送 </a:t>
            </a:r>
            <a:r>
              <a:rPr lang="en-US" altLang="zh-CN" sz="2800" smtClean="0"/>
              <a:t>IP </a:t>
            </a:r>
            <a:r>
              <a:rPr lang="zh-CN" altLang="en-US" sz="2800" smtClean="0"/>
              <a:t>数据报时，就先在其 </a:t>
            </a:r>
            <a:r>
              <a:rPr lang="en-US" altLang="zh-CN" sz="2800" smtClean="0"/>
              <a:t>ARP </a:t>
            </a:r>
            <a:r>
              <a:rPr lang="zh-CN" altLang="en-US" sz="2800" smtClean="0"/>
              <a:t>高速缓存中查看有无主机 </a:t>
            </a:r>
            <a:r>
              <a:rPr lang="en-US" altLang="zh-CN" sz="2800" smtClean="0"/>
              <a:t>B </a:t>
            </a:r>
            <a:r>
              <a:rPr lang="zh-CN" altLang="en-US" sz="2800" smtClean="0"/>
              <a:t>的 </a:t>
            </a:r>
            <a:r>
              <a:rPr lang="en-US" altLang="zh-CN" sz="2800" smtClean="0"/>
              <a:t>IP </a:t>
            </a:r>
            <a:r>
              <a:rPr lang="zh-CN" altLang="en-US" sz="2800" smtClean="0"/>
              <a:t>地址。如有，就可查出其对应的硬件地址，再将此硬件地址写入 </a:t>
            </a:r>
            <a:r>
              <a:rPr lang="en-US" altLang="zh-CN" sz="2800" smtClean="0"/>
              <a:t>MAC </a:t>
            </a:r>
            <a:r>
              <a:rPr lang="zh-CN" altLang="en-US" sz="2800" smtClean="0"/>
              <a:t>帧，然后通过局域网将该 </a:t>
            </a:r>
            <a:r>
              <a:rPr lang="en-US" altLang="zh-CN" sz="2800" smtClean="0"/>
              <a:t>MAC </a:t>
            </a:r>
            <a:r>
              <a:rPr lang="zh-CN" altLang="en-US" sz="2800" smtClean="0"/>
              <a:t>帧发往此硬件地址。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7485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9634" name="Rectangle 105"/>
          <p:cNvSpPr>
            <a:spLocks noChangeArrowheads="1"/>
          </p:cNvSpPr>
          <p:nvPr/>
        </p:nvSpPr>
        <p:spPr bwMode="auto">
          <a:xfrm>
            <a:off x="0" y="0"/>
            <a:ext cx="9144000" cy="350043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9635" name="Group 94"/>
          <p:cNvGrpSpPr>
            <a:grpSpLocks/>
          </p:cNvGrpSpPr>
          <p:nvPr/>
        </p:nvGrpSpPr>
        <p:grpSpPr bwMode="auto">
          <a:xfrm>
            <a:off x="3703638" y="4794250"/>
            <a:ext cx="1590675" cy="409575"/>
            <a:chOff x="249" y="663"/>
            <a:chExt cx="1002" cy="258"/>
          </a:xfrm>
        </p:grpSpPr>
        <p:sp>
          <p:nvSpPr>
            <p:cNvPr id="69695" name="AutoShape 95"/>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696" name="Text Box 96"/>
            <p:cNvSpPr txBox="1">
              <a:spLocks noChangeArrowheads="1"/>
            </p:cNvSpPr>
            <p:nvPr/>
          </p:nvSpPr>
          <p:spPr bwMode="auto">
            <a:xfrm flipH="1">
              <a:off x="386" y="663"/>
              <a:ext cx="865" cy="258"/>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ARP </a:t>
              </a:r>
              <a:r>
                <a:rPr kumimoji="1" lang="zh-CN" altLang="en-US" sz="2000">
                  <a:solidFill>
                    <a:srgbClr val="333399"/>
                  </a:solidFill>
                  <a:latin typeface="Arial" pitchFamily="34" charset="0"/>
                </a:rPr>
                <a:t>响应</a:t>
              </a:r>
            </a:p>
          </p:txBody>
        </p:sp>
      </p:grpSp>
      <p:sp>
        <p:nvSpPr>
          <p:cNvPr id="69636" name="Line 7"/>
          <p:cNvSpPr>
            <a:spLocks noChangeShapeType="1"/>
          </p:cNvSpPr>
          <p:nvPr/>
        </p:nvSpPr>
        <p:spPr bwMode="auto">
          <a:xfrm rot="5400000">
            <a:off x="1776412"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37" name="Line 8"/>
          <p:cNvSpPr>
            <a:spLocks noChangeShapeType="1"/>
          </p:cNvSpPr>
          <p:nvPr/>
        </p:nvSpPr>
        <p:spPr bwMode="auto">
          <a:xfrm rot="5400000">
            <a:off x="3791744" y="2302669"/>
            <a:ext cx="588962"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38" name="Line 9"/>
          <p:cNvSpPr>
            <a:spLocks noChangeShapeType="1"/>
          </p:cNvSpPr>
          <p:nvPr/>
        </p:nvSpPr>
        <p:spPr bwMode="auto">
          <a:xfrm rot="5400000">
            <a:off x="5524500"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39" name="Line 10"/>
          <p:cNvSpPr>
            <a:spLocks noChangeShapeType="1"/>
          </p:cNvSpPr>
          <p:nvPr/>
        </p:nvSpPr>
        <p:spPr bwMode="auto">
          <a:xfrm rot="5400000">
            <a:off x="7567612"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40" name="Line 11"/>
          <p:cNvSpPr>
            <a:spLocks noChangeShapeType="1"/>
          </p:cNvSpPr>
          <p:nvPr/>
        </p:nvSpPr>
        <p:spPr bwMode="auto">
          <a:xfrm rot="5400000">
            <a:off x="468312"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69641" name="Picture 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8000" y="2459038"/>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42"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44925" y="2459038"/>
            <a:ext cx="501650"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43"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64188" y="2459038"/>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44"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1588" y="2459038"/>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645" name="Line 16"/>
          <p:cNvSpPr>
            <a:spLocks noChangeShapeType="1"/>
          </p:cNvSpPr>
          <p:nvPr/>
        </p:nvSpPr>
        <p:spPr bwMode="auto">
          <a:xfrm>
            <a:off x="0" y="2017713"/>
            <a:ext cx="8583613" cy="20637"/>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46" name="Text Box 17"/>
          <p:cNvSpPr txBox="1">
            <a:spLocks noChangeArrowheads="1"/>
          </p:cNvSpPr>
          <p:nvPr/>
        </p:nvSpPr>
        <p:spPr bwMode="auto">
          <a:xfrm>
            <a:off x="2268538" y="2528888"/>
            <a:ext cx="355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a:t>
            </a:r>
          </a:p>
        </p:txBody>
      </p:sp>
      <p:sp>
        <p:nvSpPr>
          <p:cNvPr id="69647" name="Text Box 18"/>
          <p:cNvSpPr txBox="1">
            <a:spLocks noChangeArrowheads="1"/>
          </p:cNvSpPr>
          <p:nvPr/>
        </p:nvSpPr>
        <p:spPr bwMode="auto">
          <a:xfrm>
            <a:off x="4257675" y="2405063"/>
            <a:ext cx="354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Y</a:t>
            </a:r>
          </a:p>
        </p:txBody>
      </p:sp>
      <p:sp>
        <p:nvSpPr>
          <p:cNvPr id="69648" name="Text Box 19"/>
          <p:cNvSpPr txBox="1">
            <a:spLocks noChangeArrowheads="1"/>
          </p:cNvSpPr>
          <p:nvPr/>
        </p:nvSpPr>
        <p:spPr bwMode="auto">
          <a:xfrm>
            <a:off x="941388" y="2405063"/>
            <a:ext cx="354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X</a:t>
            </a:r>
          </a:p>
        </p:txBody>
      </p:sp>
      <p:sp>
        <p:nvSpPr>
          <p:cNvPr id="69649" name="Text Box 20"/>
          <p:cNvSpPr txBox="1">
            <a:spLocks noChangeArrowheads="1"/>
          </p:cNvSpPr>
          <p:nvPr/>
        </p:nvSpPr>
        <p:spPr bwMode="auto">
          <a:xfrm>
            <a:off x="5997575" y="2528888"/>
            <a:ext cx="354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B</a:t>
            </a:r>
          </a:p>
        </p:txBody>
      </p:sp>
      <p:sp>
        <p:nvSpPr>
          <p:cNvPr id="69650" name="Text Box 21"/>
          <p:cNvSpPr txBox="1">
            <a:spLocks noChangeArrowheads="1"/>
          </p:cNvSpPr>
          <p:nvPr/>
        </p:nvSpPr>
        <p:spPr bwMode="auto">
          <a:xfrm>
            <a:off x="8047038" y="2405063"/>
            <a:ext cx="3413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Z</a:t>
            </a:r>
          </a:p>
        </p:txBody>
      </p:sp>
      <p:sp>
        <p:nvSpPr>
          <p:cNvPr id="219181" name="Text Box 45"/>
          <p:cNvSpPr txBox="1">
            <a:spLocks noChangeArrowheads="1"/>
          </p:cNvSpPr>
          <p:nvPr/>
        </p:nvSpPr>
        <p:spPr bwMode="auto">
          <a:xfrm>
            <a:off x="822325" y="3789363"/>
            <a:ext cx="2460625" cy="758825"/>
          </a:xfrm>
          <a:prstGeom prst="rect">
            <a:avLst/>
          </a:prstGeom>
          <a:solidFill>
            <a:srgbClr val="CCE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zh-CN" altLang="en-US" sz="2400">
                <a:solidFill>
                  <a:srgbClr val="333399"/>
                </a:solidFill>
                <a:latin typeface="Arial" pitchFamily="34" charset="0"/>
              </a:rPr>
              <a:t>主机 </a:t>
            </a:r>
            <a:r>
              <a:rPr kumimoji="1" lang="en-US" altLang="zh-CN" sz="2400">
                <a:solidFill>
                  <a:srgbClr val="333399"/>
                </a:solidFill>
                <a:latin typeface="Arial" pitchFamily="34" charset="0"/>
              </a:rPr>
              <a:t>B </a:t>
            </a:r>
            <a:r>
              <a:rPr kumimoji="1" lang="zh-CN" altLang="en-US" sz="2400">
                <a:solidFill>
                  <a:srgbClr val="333399"/>
                </a:solidFill>
                <a:latin typeface="Arial" pitchFamily="34" charset="0"/>
              </a:rPr>
              <a:t>向 </a:t>
            </a:r>
            <a:r>
              <a:rPr kumimoji="1" lang="en-US" altLang="zh-CN" sz="2400">
                <a:solidFill>
                  <a:srgbClr val="333399"/>
                </a:solidFill>
                <a:latin typeface="Arial" pitchFamily="34" charset="0"/>
              </a:rPr>
              <a:t>A </a:t>
            </a:r>
            <a:r>
              <a:rPr kumimoji="1" lang="zh-CN" altLang="en-US" sz="2400">
                <a:solidFill>
                  <a:srgbClr val="333399"/>
                </a:solidFill>
                <a:latin typeface="Arial" pitchFamily="34" charset="0"/>
              </a:rPr>
              <a:t>发送</a:t>
            </a:r>
          </a:p>
          <a:p>
            <a:pPr algn="ctr" eaLnBrk="1" hangingPunct="1">
              <a:lnSpc>
                <a:spcPct val="90000"/>
              </a:lnSpc>
            </a:pPr>
            <a:r>
              <a:rPr kumimoji="1" lang="en-US" altLang="zh-CN" sz="2400">
                <a:solidFill>
                  <a:srgbClr val="333399"/>
                </a:solidFill>
                <a:latin typeface="Arial" pitchFamily="34" charset="0"/>
              </a:rPr>
              <a:t>ARP </a:t>
            </a:r>
            <a:r>
              <a:rPr kumimoji="1" lang="zh-CN" altLang="en-US" sz="2400">
                <a:solidFill>
                  <a:srgbClr val="333399"/>
                </a:solidFill>
                <a:latin typeface="Arial" pitchFamily="34" charset="0"/>
              </a:rPr>
              <a:t>响应分组 </a:t>
            </a:r>
          </a:p>
        </p:txBody>
      </p:sp>
      <p:sp>
        <p:nvSpPr>
          <p:cNvPr id="219182" name="Text Box 46"/>
          <p:cNvSpPr txBox="1">
            <a:spLocks noChangeArrowheads="1"/>
          </p:cNvSpPr>
          <p:nvPr/>
        </p:nvSpPr>
        <p:spPr bwMode="auto">
          <a:xfrm>
            <a:off x="227013" y="219075"/>
            <a:ext cx="2393950" cy="758825"/>
          </a:xfrm>
          <a:prstGeom prst="rect">
            <a:avLst/>
          </a:prstGeom>
          <a:solidFill>
            <a:srgbClr val="CCE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zh-CN" altLang="en-US" sz="2400">
                <a:solidFill>
                  <a:srgbClr val="333399"/>
                </a:solidFill>
                <a:latin typeface="Arial" pitchFamily="34" charset="0"/>
              </a:rPr>
              <a:t>主机 </a:t>
            </a:r>
            <a:r>
              <a:rPr kumimoji="1" lang="en-US" altLang="zh-CN" sz="2400">
                <a:solidFill>
                  <a:srgbClr val="333399"/>
                </a:solidFill>
                <a:latin typeface="Arial" pitchFamily="34" charset="0"/>
              </a:rPr>
              <a:t>A </a:t>
            </a:r>
            <a:r>
              <a:rPr kumimoji="1" lang="zh-CN" altLang="en-US" sz="2400">
                <a:solidFill>
                  <a:srgbClr val="333399"/>
                </a:solidFill>
                <a:latin typeface="Arial" pitchFamily="34" charset="0"/>
              </a:rPr>
              <a:t>广播发送</a:t>
            </a:r>
          </a:p>
          <a:p>
            <a:pPr algn="ctr" eaLnBrk="1" hangingPunct="1">
              <a:lnSpc>
                <a:spcPct val="90000"/>
              </a:lnSpc>
            </a:pPr>
            <a:r>
              <a:rPr kumimoji="1" lang="en-US" altLang="zh-CN" sz="2400">
                <a:solidFill>
                  <a:srgbClr val="333399"/>
                </a:solidFill>
                <a:latin typeface="Arial" pitchFamily="34" charset="0"/>
              </a:rPr>
              <a:t>ARP </a:t>
            </a:r>
            <a:r>
              <a:rPr kumimoji="1" lang="zh-CN" altLang="en-US" sz="2400">
                <a:solidFill>
                  <a:srgbClr val="333399"/>
                </a:solidFill>
                <a:latin typeface="Arial" pitchFamily="34" charset="0"/>
              </a:rPr>
              <a:t>请求分组 </a:t>
            </a:r>
          </a:p>
        </p:txBody>
      </p:sp>
      <p:sp>
        <p:nvSpPr>
          <p:cNvPr id="69653" name="Text Box 48"/>
          <p:cNvSpPr txBox="1">
            <a:spLocks noChangeArrowheads="1"/>
          </p:cNvSpPr>
          <p:nvPr/>
        </p:nvSpPr>
        <p:spPr bwMode="auto">
          <a:xfrm>
            <a:off x="2540000" y="1473200"/>
            <a:ext cx="1298575" cy="409575"/>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ARP </a:t>
            </a:r>
            <a:r>
              <a:rPr kumimoji="1" lang="zh-CN" altLang="en-US" sz="2000">
                <a:solidFill>
                  <a:srgbClr val="333399"/>
                </a:solidFill>
                <a:latin typeface="Arial" pitchFamily="34" charset="0"/>
              </a:rPr>
              <a:t>请求</a:t>
            </a:r>
          </a:p>
        </p:txBody>
      </p:sp>
      <p:sp>
        <p:nvSpPr>
          <p:cNvPr id="69654" name="AutoShape 49"/>
          <p:cNvSpPr>
            <a:spLocks noChangeArrowheads="1"/>
          </p:cNvSpPr>
          <p:nvPr/>
        </p:nvSpPr>
        <p:spPr bwMode="auto">
          <a:xfrm>
            <a:off x="3849688" y="1570038"/>
            <a:ext cx="217487" cy="204787"/>
          </a:xfrm>
          <a:prstGeom prst="rightArrow">
            <a:avLst>
              <a:gd name="adj1" fmla="val 50000"/>
              <a:gd name="adj2" fmla="val 2655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655" name="Text Box 50"/>
          <p:cNvSpPr txBox="1">
            <a:spLocks noChangeArrowheads="1"/>
          </p:cNvSpPr>
          <p:nvPr/>
        </p:nvSpPr>
        <p:spPr bwMode="auto">
          <a:xfrm>
            <a:off x="4464050" y="1473200"/>
            <a:ext cx="1298575" cy="409575"/>
          </a:xfrm>
          <a:prstGeom prst="rect">
            <a:avLst/>
          </a:prstGeom>
          <a:solidFill>
            <a:srgbClr val="FFCCFF"/>
          </a:solidFill>
          <a:ln w="12700">
            <a:solidFill>
              <a:schemeClr val="tx1"/>
            </a:solidFill>
            <a:miter lim="800000"/>
            <a:headEnd/>
            <a:tailEnd/>
          </a:ln>
          <a:effectLst>
            <a:outerShdw dist="35921" dir="2700000"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ARP </a:t>
            </a:r>
            <a:r>
              <a:rPr kumimoji="1" lang="zh-CN" altLang="en-US" sz="2000">
                <a:solidFill>
                  <a:srgbClr val="333399"/>
                </a:solidFill>
                <a:latin typeface="Arial" pitchFamily="34" charset="0"/>
              </a:rPr>
              <a:t>请求</a:t>
            </a:r>
          </a:p>
        </p:txBody>
      </p:sp>
      <p:sp>
        <p:nvSpPr>
          <p:cNvPr id="69656" name="AutoShape 51"/>
          <p:cNvSpPr>
            <a:spLocks noChangeArrowheads="1"/>
          </p:cNvSpPr>
          <p:nvPr/>
        </p:nvSpPr>
        <p:spPr bwMode="auto">
          <a:xfrm>
            <a:off x="5743575" y="1595438"/>
            <a:ext cx="217488" cy="220662"/>
          </a:xfrm>
          <a:prstGeom prst="rightArrow">
            <a:avLst>
              <a:gd name="adj1" fmla="val 50000"/>
              <a:gd name="adj2" fmla="val 25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657" name="Text Box 52"/>
          <p:cNvSpPr txBox="1">
            <a:spLocks noChangeArrowheads="1"/>
          </p:cNvSpPr>
          <p:nvPr/>
        </p:nvSpPr>
        <p:spPr bwMode="auto">
          <a:xfrm>
            <a:off x="6350000" y="1473200"/>
            <a:ext cx="1298575" cy="409575"/>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ARP </a:t>
            </a:r>
            <a:r>
              <a:rPr kumimoji="1" lang="zh-CN" altLang="en-US" sz="2000">
                <a:solidFill>
                  <a:srgbClr val="333399"/>
                </a:solidFill>
                <a:latin typeface="Arial" pitchFamily="34" charset="0"/>
              </a:rPr>
              <a:t>请求</a:t>
            </a:r>
          </a:p>
        </p:txBody>
      </p:sp>
      <p:sp>
        <p:nvSpPr>
          <p:cNvPr id="69658" name="AutoShape 53"/>
          <p:cNvSpPr>
            <a:spLocks noChangeArrowheads="1"/>
          </p:cNvSpPr>
          <p:nvPr/>
        </p:nvSpPr>
        <p:spPr bwMode="auto">
          <a:xfrm>
            <a:off x="7650163" y="1558925"/>
            <a:ext cx="217487" cy="220663"/>
          </a:xfrm>
          <a:prstGeom prst="rightArrow">
            <a:avLst>
              <a:gd name="adj1" fmla="val 50000"/>
              <a:gd name="adj2" fmla="val 25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69659" name="Group 93"/>
          <p:cNvGrpSpPr>
            <a:grpSpLocks/>
          </p:cNvGrpSpPr>
          <p:nvPr/>
        </p:nvGrpSpPr>
        <p:grpSpPr bwMode="auto">
          <a:xfrm>
            <a:off x="395288" y="1485900"/>
            <a:ext cx="1590675" cy="409575"/>
            <a:chOff x="249" y="663"/>
            <a:chExt cx="1002" cy="258"/>
          </a:xfrm>
        </p:grpSpPr>
        <p:sp>
          <p:nvSpPr>
            <p:cNvPr id="69693" name="AutoShape 5"/>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694" name="Text Box 54"/>
            <p:cNvSpPr txBox="1">
              <a:spLocks noChangeArrowheads="1"/>
            </p:cNvSpPr>
            <p:nvPr/>
          </p:nvSpPr>
          <p:spPr bwMode="auto">
            <a:xfrm flipH="1">
              <a:off x="386" y="663"/>
              <a:ext cx="865" cy="258"/>
            </a:xfrm>
            <a:prstGeom prst="rect">
              <a:avLst/>
            </a:prstGeom>
            <a:solidFill>
              <a:srgbClr val="FFC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ARP </a:t>
              </a:r>
              <a:r>
                <a:rPr kumimoji="1" lang="zh-CN" altLang="en-US" sz="2000">
                  <a:solidFill>
                    <a:srgbClr val="333399"/>
                  </a:solidFill>
                  <a:latin typeface="Arial" pitchFamily="34" charset="0"/>
                </a:rPr>
                <a:t>请求</a:t>
              </a:r>
            </a:p>
          </p:txBody>
        </p:sp>
      </p:grpSp>
      <p:sp>
        <p:nvSpPr>
          <p:cNvPr id="69660" name="Text Box 55"/>
          <p:cNvSpPr txBox="1">
            <a:spLocks noChangeArrowheads="1"/>
          </p:cNvSpPr>
          <p:nvPr/>
        </p:nvSpPr>
        <p:spPr bwMode="auto">
          <a:xfrm>
            <a:off x="2106613" y="2241550"/>
            <a:ext cx="1241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209.0.0.5</a:t>
            </a:r>
          </a:p>
        </p:txBody>
      </p:sp>
      <p:sp>
        <p:nvSpPr>
          <p:cNvPr id="69661" name="Text Box 56"/>
          <p:cNvSpPr txBox="1">
            <a:spLocks noChangeArrowheads="1"/>
          </p:cNvSpPr>
          <p:nvPr/>
        </p:nvSpPr>
        <p:spPr bwMode="auto">
          <a:xfrm>
            <a:off x="5778500" y="2135188"/>
            <a:ext cx="1241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209.0.0.6</a:t>
            </a:r>
          </a:p>
        </p:txBody>
      </p:sp>
      <p:sp>
        <p:nvSpPr>
          <p:cNvPr id="69662" name="Text Box 57"/>
          <p:cNvSpPr txBox="1">
            <a:spLocks noChangeArrowheads="1"/>
          </p:cNvSpPr>
          <p:nvPr/>
        </p:nvSpPr>
        <p:spPr bwMode="auto">
          <a:xfrm>
            <a:off x="971550" y="2960688"/>
            <a:ext cx="24145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00-00-C0-15-AD-18</a:t>
            </a:r>
          </a:p>
        </p:txBody>
      </p:sp>
      <p:sp>
        <p:nvSpPr>
          <p:cNvPr id="219194" name="Text Box 58"/>
          <p:cNvSpPr txBox="1">
            <a:spLocks noChangeArrowheads="1"/>
          </p:cNvSpPr>
          <p:nvPr/>
        </p:nvSpPr>
        <p:spPr bwMode="auto">
          <a:xfrm>
            <a:off x="4716463" y="6237288"/>
            <a:ext cx="24145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08-00-2B-00-EE-0A</a:t>
            </a:r>
          </a:p>
        </p:txBody>
      </p:sp>
      <p:sp>
        <p:nvSpPr>
          <p:cNvPr id="69664" name="AutoShape 59"/>
          <p:cNvSpPr>
            <a:spLocks noChangeArrowheads="1"/>
          </p:cNvSpPr>
          <p:nvPr/>
        </p:nvSpPr>
        <p:spPr bwMode="auto">
          <a:xfrm>
            <a:off x="3049588" y="592138"/>
            <a:ext cx="5921375" cy="661987"/>
          </a:xfrm>
          <a:prstGeom prst="wedgeRoundRectCallout">
            <a:avLst>
              <a:gd name="adj1" fmla="val -51181"/>
              <a:gd name="adj2" fmla="val 85972"/>
              <a:gd name="adj3" fmla="val 16667"/>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2000">
              <a:solidFill>
                <a:srgbClr val="333399"/>
              </a:solidFill>
              <a:latin typeface="Arial" pitchFamily="34" charset="0"/>
            </a:endParaRPr>
          </a:p>
        </p:txBody>
      </p:sp>
      <p:sp>
        <p:nvSpPr>
          <p:cNvPr id="69665" name="Text Box 60"/>
          <p:cNvSpPr txBox="1">
            <a:spLocks noChangeArrowheads="1"/>
          </p:cNvSpPr>
          <p:nvPr/>
        </p:nvSpPr>
        <p:spPr bwMode="auto">
          <a:xfrm>
            <a:off x="3121025" y="558800"/>
            <a:ext cx="56435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我是 </a:t>
            </a:r>
            <a:r>
              <a:rPr kumimoji="1" lang="en-US" altLang="zh-CN" sz="2000">
                <a:solidFill>
                  <a:srgbClr val="333399"/>
                </a:solidFill>
                <a:latin typeface="Arial" pitchFamily="34" charset="0"/>
              </a:rPr>
              <a:t>209.0.0.5</a:t>
            </a:r>
            <a:r>
              <a:rPr kumimoji="1" lang="zh-CN" altLang="en-US" sz="2000">
                <a:solidFill>
                  <a:srgbClr val="333399"/>
                </a:solidFill>
                <a:latin typeface="Arial" pitchFamily="34" charset="0"/>
              </a:rPr>
              <a:t>，硬件地址是 </a:t>
            </a:r>
            <a:r>
              <a:rPr kumimoji="1" lang="en-US" altLang="zh-CN" sz="2000">
                <a:solidFill>
                  <a:srgbClr val="333399"/>
                </a:solidFill>
                <a:latin typeface="Arial" pitchFamily="34" charset="0"/>
              </a:rPr>
              <a:t>00-00-C0-15-AD-18</a:t>
            </a:r>
          </a:p>
          <a:p>
            <a:pPr eaLnBrk="1" hangingPunct="1"/>
            <a:r>
              <a:rPr kumimoji="1" lang="zh-CN" altLang="en-US" sz="2000">
                <a:solidFill>
                  <a:srgbClr val="333399"/>
                </a:solidFill>
                <a:latin typeface="Arial" pitchFamily="34" charset="0"/>
              </a:rPr>
              <a:t>我想知道主机 </a:t>
            </a:r>
            <a:r>
              <a:rPr kumimoji="1" lang="en-US" altLang="zh-CN" sz="2000">
                <a:solidFill>
                  <a:srgbClr val="333399"/>
                </a:solidFill>
                <a:latin typeface="Arial" pitchFamily="34" charset="0"/>
              </a:rPr>
              <a:t>209.0.0.6 </a:t>
            </a:r>
            <a:r>
              <a:rPr kumimoji="1" lang="zh-CN" altLang="en-US" sz="2000">
                <a:solidFill>
                  <a:srgbClr val="333399"/>
                </a:solidFill>
                <a:latin typeface="Arial" pitchFamily="34" charset="0"/>
              </a:rPr>
              <a:t>的硬件地址</a:t>
            </a:r>
          </a:p>
        </p:txBody>
      </p:sp>
      <p:sp>
        <p:nvSpPr>
          <p:cNvPr id="69666" name="AutoShape 61"/>
          <p:cNvSpPr>
            <a:spLocks noChangeArrowheads="1"/>
          </p:cNvSpPr>
          <p:nvPr/>
        </p:nvSpPr>
        <p:spPr bwMode="auto">
          <a:xfrm>
            <a:off x="4859338" y="3933825"/>
            <a:ext cx="3892550" cy="727075"/>
          </a:xfrm>
          <a:prstGeom prst="wedgeRoundRectCallout">
            <a:avLst>
              <a:gd name="adj1" fmla="val -44574"/>
              <a:gd name="adj2" fmla="val 81657"/>
              <a:gd name="adj3" fmla="val 16667"/>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2000" b="1">
              <a:solidFill>
                <a:srgbClr val="333399"/>
              </a:solidFill>
              <a:latin typeface="Arial" pitchFamily="34" charset="0"/>
            </a:endParaRPr>
          </a:p>
        </p:txBody>
      </p:sp>
      <p:sp>
        <p:nvSpPr>
          <p:cNvPr id="69667" name="Text Box 62"/>
          <p:cNvSpPr txBox="1">
            <a:spLocks noChangeArrowheads="1"/>
          </p:cNvSpPr>
          <p:nvPr/>
        </p:nvSpPr>
        <p:spPr bwMode="auto">
          <a:xfrm>
            <a:off x="4922838" y="3933825"/>
            <a:ext cx="389731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我是 </a:t>
            </a:r>
            <a:r>
              <a:rPr kumimoji="1" lang="en-US" altLang="zh-CN" sz="2000">
                <a:solidFill>
                  <a:srgbClr val="333399"/>
                </a:solidFill>
                <a:latin typeface="Arial" pitchFamily="34" charset="0"/>
              </a:rPr>
              <a:t>209.0.0.6</a:t>
            </a:r>
          </a:p>
          <a:p>
            <a:pPr eaLnBrk="1" hangingPunct="1"/>
            <a:r>
              <a:rPr kumimoji="1" lang="zh-CN" altLang="en-US" sz="2000">
                <a:solidFill>
                  <a:srgbClr val="333399"/>
                </a:solidFill>
                <a:latin typeface="Arial" pitchFamily="34" charset="0"/>
              </a:rPr>
              <a:t>硬件地址是 </a:t>
            </a:r>
            <a:r>
              <a:rPr kumimoji="1" lang="en-US" altLang="zh-CN" sz="2000">
                <a:solidFill>
                  <a:srgbClr val="333399"/>
                </a:solidFill>
                <a:latin typeface="Arial" pitchFamily="34" charset="0"/>
              </a:rPr>
              <a:t>08-00-2B-00-EE-0A</a:t>
            </a:r>
          </a:p>
        </p:txBody>
      </p:sp>
      <p:pic>
        <p:nvPicPr>
          <p:cNvPr id="69668" name="Picture 6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20863" y="2459038"/>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669" name="Line 74"/>
          <p:cNvSpPr>
            <a:spLocks noChangeShapeType="1"/>
          </p:cNvSpPr>
          <p:nvPr/>
        </p:nvSpPr>
        <p:spPr bwMode="auto">
          <a:xfrm rot="5400000">
            <a:off x="1797050"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70" name="Line 75"/>
          <p:cNvSpPr>
            <a:spLocks noChangeShapeType="1"/>
          </p:cNvSpPr>
          <p:nvPr/>
        </p:nvSpPr>
        <p:spPr bwMode="auto">
          <a:xfrm rot="5400000">
            <a:off x="3812381" y="5612607"/>
            <a:ext cx="5889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71" name="Line 76"/>
          <p:cNvSpPr>
            <a:spLocks noChangeShapeType="1"/>
          </p:cNvSpPr>
          <p:nvPr/>
        </p:nvSpPr>
        <p:spPr bwMode="auto">
          <a:xfrm rot="5400000">
            <a:off x="5545137"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72" name="Line 77"/>
          <p:cNvSpPr>
            <a:spLocks noChangeShapeType="1"/>
          </p:cNvSpPr>
          <p:nvPr/>
        </p:nvSpPr>
        <p:spPr bwMode="auto">
          <a:xfrm rot="5400000">
            <a:off x="7588250"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73" name="Line 78"/>
          <p:cNvSpPr>
            <a:spLocks noChangeShapeType="1"/>
          </p:cNvSpPr>
          <p:nvPr/>
        </p:nvSpPr>
        <p:spPr bwMode="auto">
          <a:xfrm rot="5400000">
            <a:off x="488950"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69674" name="Picture 7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638" y="5768975"/>
            <a:ext cx="503237"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75" name="Picture 8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65563" y="5768975"/>
            <a:ext cx="501650"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76" name="Picture 8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84825" y="5768975"/>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77" name="Picture 8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42225" y="5768975"/>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678" name="Line 83"/>
          <p:cNvSpPr>
            <a:spLocks noChangeShapeType="1"/>
          </p:cNvSpPr>
          <p:nvPr/>
        </p:nvSpPr>
        <p:spPr bwMode="auto">
          <a:xfrm>
            <a:off x="20638" y="5327650"/>
            <a:ext cx="8583612" cy="20638"/>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9679" name="Text Box 84"/>
          <p:cNvSpPr txBox="1">
            <a:spLocks noChangeArrowheads="1"/>
          </p:cNvSpPr>
          <p:nvPr/>
        </p:nvSpPr>
        <p:spPr bwMode="auto">
          <a:xfrm>
            <a:off x="2289175" y="5838825"/>
            <a:ext cx="355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a:t>
            </a:r>
          </a:p>
        </p:txBody>
      </p:sp>
      <p:sp>
        <p:nvSpPr>
          <p:cNvPr id="69680" name="Text Box 85"/>
          <p:cNvSpPr txBox="1">
            <a:spLocks noChangeArrowheads="1"/>
          </p:cNvSpPr>
          <p:nvPr/>
        </p:nvSpPr>
        <p:spPr bwMode="auto">
          <a:xfrm>
            <a:off x="4278313" y="5715000"/>
            <a:ext cx="354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Y</a:t>
            </a:r>
          </a:p>
        </p:txBody>
      </p:sp>
      <p:sp>
        <p:nvSpPr>
          <p:cNvPr id="69681" name="Text Box 86"/>
          <p:cNvSpPr txBox="1">
            <a:spLocks noChangeArrowheads="1"/>
          </p:cNvSpPr>
          <p:nvPr/>
        </p:nvSpPr>
        <p:spPr bwMode="auto">
          <a:xfrm>
            <a:off x="962025" y="5715000"/>
            <a:ext cx="354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X</a:t>
            </a:r>
          </a:p>
        </p:txBody>
      </p:sp>
      <p:sp>
        <p:nvSpPr>
          <p:cNvPr id="69682" name="Text Box 87"/>
          <p:cNvSpPr txBox="1">
            <a:spLocks noChangeArrowheads="1"/>
          </p:cNvSpPr>
          <p:nvPr/>
        </p:nvSpPr>
        <p:spPr bwMode="auto">
          <a:xfrm>
            <a:off x="6018213" y="5838825"/>
            <a:ext cx="354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B</a:t>
            </a:r>
          </a:p>
        </p:txBody>
      </p:sp>
      <p:sp>
        <p:nvSpPr>
          <p:cNvPr id="69683" name="Text Box 88"/>
          <p:cNvSpPr txBox="1">
            <a:spLocks noChangeArrowheads="1"/>
          </p:cNvSpPr>
          <p:nvPr/>
        </p:nvSpPr>
        <p:spPr bwMode="auto">
          <a:xfrm>
            <a:off x="8067675" y="5715000"/>
            <a:ext cx="3413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Z</a:t>
            </a:r>
          </a:p>
        </p:txBody>
      </p:sp>
      <p:sp>
        <p:nvSpPr>
          <p:cNvPr id="69684" name="Text Box 89"/>
          <p:cNvSpPr txBox="1">
            <a:spLocks noChangeArrowheads="1"/>
          </p:cNvSpPr>
          <p:nvPr/>
        </p:nvSpPr>
        <p:spPr bwMode="auto">
          <a:xfrm>
            <a:off x="2127250" y="5551488"/>
            <a:ext cx="1241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209.0.0.5</a:t>
            </a:r>
          </a:p>
        </p:txBody>
      </p:sp>
      <p:sp>
        <p:nvSpPr>
          <p:cNvPr id="69685" name="Text Box 90"/>
          <p:cNvSpPr txBox="1">
            <a:spLocks noChangeArrowheads="1"/>
          </p:cNvSpPr>
          <p:nvPr/>
        </p:nvSpPr>
        <p:spPr bwMode="auto">
          <a:xfrm>
            <a:off x="5799138" y="5445125"/>
            <a:ext cx="1241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209.0.0.6</a:t>
            </a:r>
          </a:p>
        </p:txBody>
      </p:sp>
      <p:sp>
        <p:nvSpPr>
          <p:cNvPr id="69686" name="Text Box 91"/>
          <p:cNvSpPr txBox="1">
            <a:spLocks noChangeArrowheads="1"/>
          </p:cNvSpPr>
          <p:nvPr/>
        </p:nvSpPr>
        <p:spPr bwMode="auto">
          <a:xfrm>
            <a:off x="1182688" y="6270625"/>
            <a:ext cx="24145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00-00-C0-15-AD-18</a:t>
            </a:r>
          </a:p>
        </p:txBody>
      </p:sp>
      <p:pic>
        <p:nvPicPr>
          <p:cNvPr id="69687" name="Picture 9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1500" y="5768975"/>
            <a:ext cx="503238"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233" name="Freeform 97"/>
          <p:cNvSpPr>
            <a:spLocks/>
          </p:cNvSpPr>
          <p:nvPr/>
        </p:nvSpPr>
        <p:spPr bwMode="auto">
          <a:xfrm>
            <a:off x="2052638" y="2095500"/>
            <a:ext cx="1943100" cy="687388"/>
          </a:xfrm>
          <a:custGeom>
            <a:avLst/>
            <a:gdLst>
              <a:gd name="T0" fmla="*/ 2147483647 w 1224"/>
              <a:gd name="T1" fmla="*/ 2147483647 h 433"/>
              <a:gd name="T2" fmla="*/ 2147483647 w 1224"/>
              <a:gd name="T3" fmla="*/ 2147483647 h 433"/>
              <a:gd name="T4" fmla="*/ 2147483647 w 1224"/>
              <a:gd name="T5" fmla="*/ 2147483647 h 433"/>
              <a:gd name="T6" fmla="*/ 2147483647 w 1224"/>
              <a:gd name="T7" fmla="*/ 2147483647 h 433"/>
              <a:gd name="T8" fmla="*/ 2147483647 w 1224"/>
              <a:gd name="T9" fmla="*/ 2147483647 h 433"/>
              <a:gd name="T10" fmla="*/ 2147483647 w 1224"/>
              <a:gd name="T11" fmla="*/ 2147483647 h 433"/>
              <a:gd name="T12" fmla="*/ 2147483647 w 1224"/>
              <a:gd name="T13" fmla="*/ 2147483647 h 433"/>
              <a:gd name="T14" fmla="*/ 2147483647 w 1224"/>
              <a:gd name="T15" fmla="*/ 2147483647 h 433"/>
              <a:gd name="T16" fmla="*/ 2147483647 w 1224"/>
              <a:gd name="T17" fmla="*/ 2147483647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9234" name="Freeform 98"/>
          <p:cNvSpPr>
            <a:spLocks/>
          </p:cNvSpPr>
          <p:nvPr/>
        </p:nvSpPr>
        <p:spPr bwMode="auto">
          <a:xfrm>
            <a:off x="2051050" y="2095500"/>
            <a:ext cx="3673475" cy="687388"/>
          </a:xfrm>
          <a:custGeom>
            <a:avLst/>
            <a:gdLst>
              <a:gd name="T0" fmla="*/ 2147483647 w 1224"/>
              <a:gd name="T1" fmla="*/ 2147483647 h 433"/>
              <a:gd name="T2" fmla="*/ 2147483647 w 1224"/>
              <a:gd name="T3" fmla="*/ 2147483647 h 433"/>
              <a:gd name="T4" fmla="*/ 2147483647 w 1224"/>
              <a:gd name="T5" fmla="*/ 2147483647 h 433"/>
              <a:gd name="T6" fmla="*/ 2147483647 w 1224"/>
              <a:gd name="T7" fmla="*/ 2147483647 h 433"/>
              <a:gd name="T8" fmla="*/ 2147483647 w 1224"/>
              <a:gd name="T9" fmla="*/ 2147483647 h 433"/>
              <a:gd name="T10" fmla="*/ 2147483647 w 1224"/>
              <a:gd name="T11" fmla="*/ 2147483647 h 433"/>
              <a:gd name="T12" fmla="*/ 2147483647 w 1224"/>
              <a:gd name="T13" fmla="*/ 2147483647 h 433"/>
              <a:gd name="T14" fmla="*/ 2147483647 w 1224"/>
              <a:gd name="T15" fmla="*/ 2147483647 h 433"/>
              <a:gd name="T16" fmla="*/ 2147483647 w 1224"/>
              <a:gd name="T17" fmla="*/ 2147483647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9237" name="Freeform 101"/>
          <p:cNvSpPr>
            <a:spLocks/>
          </p:cNvSpPr>
          <p:nvPr/>
        </p:nvSpPr>
        <p:spPr bwMode="auto">
          <a:xfrm>
            <a:off x="2051050" y="2095500"/>
            <a:ext cx="5834063" cy="687388"/>
          </a:xfrm>
          <a:custGeom>
            <a:avLst/>
            <a:gdLst>
              <a:gd name="T0" fmla="*/ 2147483647 w 1224"/>
              <a:gd name="T1" fmla="*/ 2147483647 h 433"/>
              <a:gd name="T2" fmla="*/ 2147483647 w 1224"/>
              <a:gd name="T3" fmla="*/ 2147483647 h 433"/>
              <a:gd name="T4" fmla="*/ 2147483647 w 1224"/>
              <a:gd name="T5" fmla="*/ 2147483647 h 433"/>
              <a:gd name="T6" fmla="*/ 2147483647 w 1224"/>
              <a:gd name="T7" fmla="*/ 2147483647 h 433"/>
              <a:gd name="T8" fmla="*/ 2147483647 w 1224"/>
              <a:gd name="T9" fmla="*/ 2147483647 h 433"/>
              <a:gd name="T10" fmla="*/ 2147483647 w 1224"/>
              <a:gd name="T11" fmla="*/ 2147483647 h 433"/>
              <a:gd name="T12" fmla="*/ 2147483647 w 1224"/>
              <a:gd name="T13" fmla="*/ 2147483647 h 433"/>
              <a:gd name="T14" fmla="*/ 2147483647 w 1224"/>
              <a:gd name="T15" fmla="*/ 2147483647 h 433"/>
              <a:gd name="T16" fmla="*/ 2147483647 w 1224"/>
              <a:gd name="T17" fmla="*/ 2147483647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9238" name="Freeform 102"/>
          <p:cNvSpPr>
            <a:spLocks/>
          </p:cNvSpPr>
          <p:nvPr/>
        </p:nvSpPr>
        <p:spPr bwMode="auto">
          <a:xfrm flipH="1">
            <a:off x="684213" y="2095500"/>
            <a:ext cx="1366837" cy="687388"/>
          </a:xfrm>
          <a:custGeom>
            <a:avLst/>
            <a:gdLst>
              <a:gd name="T0" fmla="*/ 2147483647 w 1224"/>
              <a:gd name="T1" fmla="*/ 2147483647 h 433"/>
              <a:gd name="T2" fmla="*/ 2147483647 w 1224"/>
              <a:gd name="T3" fmla="*/ 2147483647 h 433"/>
              <a:gd name="T4" fmla="*/ 2147483647 w 1224"/>
              <a:gd name="T5" fmla="*/ 2147483647 h 433"/>
              <a:gd name="T6" fmla="*/ 2147483647 w 1224"/>
              <a:gd name="T7" fmla="*/ 2147483647 h 433"/>
              <a:gd name="T8" fmla="*/ 2147483647 w 1224"/>
              <a:gd name="T9" fmla="*/ 2147483647 h 433"/>
              <a:gd name="T10" fmla="*/ 2147483647 w 1224"/>
              <a:gd name="T11" fmla="*/ 2147483647 h 433"/>
              <a:gd name="T12" fmla="*/ 2147483647 w 1224"/>
              <a:gd name="T13" fmla="*/ 2147483647 h 433"/>
              <a:gd name="T14" fmla="*/ 2147483647 w 1224"/>
              <a:gd name="T15" fmla="*/ 2147483647 h 433"/>
              <a:gd name="T16" fmla="*/ 2147483647 w 1224"/>
              <a:gd name="T17" fmla="*/ 2147483647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9239" name="Freeform 103"/>
          <p:cNvSpPr>
            <a:spLocks/>
          </p:cNvSpPr>
          <p:nvPr/>
        </p:nvSpPr>
        <p:spPr bwMode="auto">
          <a:xfrm flipH="1">
            <a:off x="2051050" y="5407025"/>
            <a:ext cx="3673475" cy="687388"/>
          </a:xfrm>
          <a:custGeom>
            <a:avLst/>
            <a:gdLst>
              <a:gd name="T0" fmla="*/ 2147483647 w 1224"/>
              <a:gd name="T1" fmla="*/ 2147483647 h 433"/>
              <a:gd name="T2" fmla="*/ 2147483647 w 1224"/>
              <a:gd name="T3" fmla="*/ 2147483647 h 433"/>
              <a:gd name="T4" fmla="*/ 2147483647 w 1224"/>
              <a:gd name="T5" fmla="*/ 2147483647 h 433"/>
              <a:gd name="T6" fmla="*/ 2147483647 w 1224"/>
              <a:gd name="T7" fmla="*/ 2147483647 h 433"/>
              <a:gd name="T8" fmla="*/ 2147483647 w 1224"/>
              <a:gd name="T9" fmla="*/ 2147483647 h 433"/>
              <a:gd name="T10" fmla="*/ 2147483647 w 1224"/>
              <a:gd name="T11" fmla="*/ 2147483647 h 433"/>
              <a:gd name="T12" fmla="*/ 2147483647 w 1224"/>
              <a:gd name="T13" fmla="*/ 2147483647 h 433"/>
              <a:gd name="T14" fmla="*/ 2147483647 w 1224"/>
              <a:gd name="T15" fmla="*/ 2147483647 h 433"/>
              <a:gd name="T16" fmla="*/ 2147483647 w 1224"/>
              <a:gd name="T17" fmla="*/ 2147483647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19182"/>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219233"/>
                                        </p:tgtEl>
                                        <p:attrNameLst>
                                          <p:attrName>style.visibility</p:attrName>
                                        </p:attrNameLst>
                                      </p:cBhvr>
                                      <p:to>
                                        <p:strVal val="visible"/>
                                      </p:to>
                                    </p:set>
                                    <p:animEffect transition="in" filter="wipe(left)">
                                      <p:cBhvr>
                                        <p:cTn id="10" dur="1000"/>
                                        <p:tgtEl>
                                          <p:spTgt spid="21923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19237"/>
                                        </p:tgtEl>
                                        <p:attrNameLst>
                                          <p:attrName>style.visibility</p:attrName>
                                        </p:attrNameLst>
                                      </p:cBhvr>
                                      <p:to>
                                        <p:strVal val="visible"/>
                                      </p:to>
                                    </p:set>
                                    <p:animEffect transition="in" filter="wipe(left)">
                                      <p:cBhvr>
                                        <p:cTn id="13" dur="1000"/>
                                        <p:tgtEl>
                                          <p:spTgt spid="219237"/>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19238"/>
                                        </p:tgtEl>
                                        <p:attrNameLst>
                                          <p:attrName>style.visibility</p:attrName>
                                        </p:attrNameLst>
                                      </p:cBhvr>
                                      <p:to>
                                        <p:strVal val="visible"/>
                                      </p:to>
                                    </p:set>
                                    <p:animEffect transition="in" filter="wipe(right)">
                                      <p:cBhvr>
                                        <p:cTn id="16" dur="1000"/>
                                        <p:tgtEl>
                                          <p:spTgt spid="21923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19234"/>
                                        </p:tgtEl>
                                        <p:attrNameLst>
                                          <p:attrName>style.visibility</p:attrName>
                                        </p:attrNameLst>
                                      </p:cBhvr>
                                      <p:to>
                                        <p:strVal val="visible"/>
                                      </p:to>
                                    </p:set>
                                    <p:animEffect transition="in" filter="wipe(left)">
                                      <p:cBhvr>
                                        <p:cTn id="19" dur="1000"/>
                                        <p:tgtEl>
                                          <p:spTgt spid="219234"/>
                                        </p:tgtEl>
                                      </p:cBhvr>
                                    </p:animEffect>
                                  </p:childTnLst>
                                </p:cTn>
                              </p:par>
                            </p:childTnLst>
                          </p:cTn>
                        </p:par>
                        <p:par>
                          <p:cTn id="20" fill="hold" nodeType="afterGroup">
                            <p:stCondLst>
                              <p:cond delay="4000"/>
                            </p:stCondLst>
                            <p:childTnLst>
                              <p:par>
                                <p:cTn id="21" presetID="35" presetClass="emph" presetSubtype="0" repeatCount="3000" fill="hold" grpId="0" nodeType="afterEffect">
                                  <p:stCondLst>
                                    <p:cond delay="500"/>
                                  </p:stCondLst>
                                  <p:childTnLst>
                                    <p:anim calcmode="discrete" valueType="str">
                                      <p:cBhvr>
                                        <p:cTn id="22" dur="1000" fill="hold"/>
                                        <p:tgtEl>
                                          <p:spTgt spid="219181"/>
                                        </p:tgtEl>
                                        <p:attrNameLst>
                                          <p:attrName>style.visibility</p:attrName>
                                        </p:attrNameLst>
                                      </p:cBhvr>
                                      <p:tavLst>
                                        <p:tav tm="0">
                                          <p:val>
                                            <p:strVal val="hidden"/>
                                          </p:val>
                                        </p:tav>
                                        <p:tav tm="50000">
                                          <p:val>
                                            <p:strVal val="visible"/>
                                          </p:val>
                                        </p:tav>
                                      </p:tavLst>
                                    </p:anim>
                                  </p:childTnLst>
                                </p:cTn>
                              </p:par>
                            </p:childTnLst>
                          </p:cTn>
                        </p:par>
                        <p:par>
                          <p:cTn id="23" fill="hold" nodeType="afterGroup">
                            <p:stCondLst>
                              <p:cond delay="7500"/>
                            </p:stCondLst>
                            <p:childTnLst>
                              <p:par>
                                <p:cTn id="24" presetID="22" presetClass="entr" presetSubtype="2" fill="hold" grpId="0" nodeType="afterEffect">
                                  <p:stCondLst>
                                    <p:cond delay="0"/>
                                  </p:stCondLst>
                                  <p:childTnLst>
                                    <p:set>
                                      <p:cBhvr>
                                        <p:cTn id="25" dur="1" fill="hold">
                                          <p:stCondLst>
                                            <p:cond delay="0"/>
                                          </p:stCondLst>
                                        </p:cTn>
                                        <p:tgtEl>
                                          <p:spTgt spid="219239"/>
                                        </p:tgtEl>
                                        <p:attrNameLst>
                                          <p:attrName>style.visibility</p:attrName>
                                        </p:attrNameLst>
                                      </p:cBhvr>
                                      <p:to>
                                        <p:strVal val="visible"/>
                                      </p:to>
                                    </p:set>
                                    <p:animEffect transition="in" filter="wipe(right)">
                                      <p:cBhvr>
                                        <p:cTn id="26" dur="1000"/>
                                        <p:tgtEl>
                                          <p:spTgt spid="219239"/>
                                        </p:tgtEl>
                                      </p:cBhvr>
                                    </p:animEffect>
                                  </p:childTnLst>
                                </p:cTn>
                              </p:par>
                            </p:childTnLst>
                          </p:cTn>
                        </p:par>
                        <p:par>
                          <p:cTn id="27" fill="hold" nodeType="afterGroup">
                            <p:stCondLst>
                              <p:cond delay="8500"/>
                            </p:stCondLst>
                            <p:childTnLst>
                              <p:par>
                                <p:cTn id="28" presetID="35" presetClass="emph" presetSubtype="0" repeatCount="3000" fill="hold" grpId="0" nodeType="afterEffect">
                                  <p:stCondLst>
                                    <p:cond delay="0"/>
                                  </p:stCondLst>
                                  <p:childTnLst>
                                    <p:anim calcmode="discrete" valueType="str">
                                      <p:cBhvr>
                                        <p:cTn id="29" dur="1000" fill="hold"/>
                                        <p:tgtEl>
                                          <p:spTgt spid="21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81" grpId="0" animBg="1"/>
      <p:bldP spid="219182" grpId="0" animBg="1"/>
      <p:bldP spid="219194" grpId="0"/>
      <p:bldP spid="219233" grpId="0" animBg="1"/>
      <p:bldP spid="219234" grpId="0" animBg="1"/>
      <p:bldP spid="219237" grpId="0" animBg="1"/>
      <p:bldP spid="219238" grpId="0" animBg="1"/>
      <p:bldP spid="219239"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Grp="1" noChangeArrowheads="1"/>
          </p:cNvSpPr>
          <p:nvPr>
            <p:ph type="title"/>
          </p:nvPr>
        </p:nvSpPr>
        <p:spPr/>
        <p:txBody>
          <a:bodyPr/>
          <a:lstStyle/>
          <a:p>
            <a:pPr algn="ctr" eaLnBrk="1" hangingPunct="1"/>
            <a:r>
              <a:rPr lang="en-US" altLang="zh-CN" smtClean="0"/>
              <a:t>ARP </a:t>
            </a:r>
            <a:r>
              <a:rPr lang="zh-CN" altLang="en-US" smtClean="0"/>
              <a:t>高速缓存的作用</a:t>
            </a:r>
          </a:p>
        </p:txBody>
      </p:sp>
      <p:sp>
        <p:nvSpPr>
          <p:cNvPr id="221187" name="Rectangle 3"/>
          <p:cNvSpPr>
            <a:spLocks noGrp="1" noChangeArrowheads="1"/>
          </p:cNvSpPr>
          <p:nvPr>
            <p:ph type="body" idx="1"/>
          </p:nvPr>
        </p:nvSpPr>
        <p:spPr>
          <a:xfrm>
            <a:off x="827088" y="1917700"/>
            <a:ext cx="8137525" cy="4319588"/>
          </a:xfrm>
        </p:spPr>
        <p:txBody>
          <a:bodyPr/>
          <a:lstStyle/>
          <a:p>
            <a:pPr algn="just" eaLnBrk="1" hangingPunct="1"/>
            <a:r>
              <a:rPr lang="zh-CN" altLang="en-US" smtClean="0"/>
              <a:t>为了减少网络上的通信量，主机 </a:t>
            </a:r>
            <a:r>
              <a:rPr lang="en-US" altLang="zh-CN" smtClean="0"/>
              <a:t>A </a:t>
            </a:r>
            <a:r>
              <a:rPr lang="zh-CN" altLang="en-US" smtClean="0"/>
              <a:t>在发送其 </a:t>
            </a:r>
            <a:r>
              <a:rPr lang="en-US" altLang="zh-CN" smtClean="0"/>
              <a:t>ARP </a:t>
            </a:r>
            <a:r>
              <a:rPr lang="zh-CN" altLang="en-US" smtClean="0"/>
              <a:t>请求分组时，就将自己的 </a:t>
            </a:r>
            <a:r>
              <a:rPr lang="en-US" altLang="zh-CN" smtClean="0"/>
              <a:t>IP </a:t>
            </a:r>
            <a:r>
              <a:rPr lang="zh-CN" altLang="en-US" smtClean="0"/>
              <a:t>地址到硬件地址的映射写入 </a:t>
            </a:r>
            <a:r>
              <a:rPr lang="en-US" altLang="zh-CN" smtClean="0"/>
              <a:t>ARP </a:t>
            </a:r>
            <a:r>
              <a:rPr lang="zh-CN" altLang="en-US" smtClean="0"/>
              <a:t>请求分组。</a:t>
            </a:r>
          </a:p>
          <a:p>
            <a:pPr algn="just" eaLnBrk="1" hangingPunct="1"/>
            <a:r>
              <a:rPr lang="zh-CN" altLang="en-US" smtClean="0"/>
              <a:t>当主机 </a:t>
            </a:r>
            <a:r>
              <a:rPr lang="en-US" altLang="zh-CN" smtClean="0"/>
              <a:t>B </a:t>
            </a:r>
            <a:r>
              <a:rPr lang="zh-CN" altLang="en-US" smtClean="0"/>
              <a:t>收到 </a:t>
            </a:r>
            <a:r>
              <a:rPr lang="en-US" altLang="zh-CN" smtClean="0"/>
              <a:t>A </a:t>
            </a:r>
            <a:r>
              <a:rPr lang="zh-CN" altLang="en-US" smtClean="0"/>
              <a:t>的 </a:t>
            </a:r>
            <a:r>
              <a:rPr lang="en-US" altLang="zh-CN" smtClean="0"/>
              <a:t>ARP </a:t>
            </a:r>
            <a:r>
              <a:rPr lang="zh-CN" altLang="en-US" smtClean="0"/>
              <a:t>请求分组时，就将主机 </a:t>
            </a:r>
            <a:r>
              <a:rPr lang="en-US" altLang="zh-CN" smtClean="0"/>
              <a:t>A </a:t>
            </a:r>
            <a:r>
              <a:rPr lang="zh-CN" altLang="en-US" smtClean="0"/>
              <a:t>的这一地址映射写入主机 </a:t>
            </a:r>
            <a:r>
              <a:rPr lang="en-US" altLang="zh-CN" smtClean="0"/>
              <a:t>B </a:t>
            </a:r>
            <a:r>
              <a:rPr lang="zh-CN" altLang="en-US" smtClean="0"/>
              <a:t>自己的 </a:t>
            </a:r>
            <a:r>
              <a:rPr lang="en-US" altLang="zh-CN" smtClean="0"/>
              <a:t>ARP </a:t>
            </a:r>
            <a:r>
              <a:rPr lang="zh-CN" altLang="en-US" smtClean="0"/>
              <a:t>高速缓存中。这对主机 </a:t>
            </a:r>
            <a:r>
              <a:rPr lang="en-US" altLang="zh-CN" smtClean="0"/>
              <a:t>B </a:t>
            </a:r>
            <a:r>
              <a:rPr lang="zh-CN" altLang="en-US" smtClean="0"/>
              <a:t>以后向 </a:t>
            </a:r>
            <a:r>
              <a:rPr lang="en-US" altLang="zh-CN" smtClean="0"/>
              <a:t>A </a:t>
            </a:r>
            <a:r>
              <a:rPr lang="zh-CN" altLang="en-US" smtClean="0"/>
              <a:t>发送数据报时就更方便了。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118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p:txBody>
          <a:bodyPr/>
          <a:lstStyle/>
          <a:p>
            <a:pPr algn="ctr" eaLnBrk="1" hangingPunct="1"/>
            <a:r>
              <a:rPr lang="zh-CN" altLang="en-US" smtClean="0"/>
              <a:t>应当注意的问题</a:t>
            </a:r>
            <a:endParaRPr lang="zh-CN" altLang="en-US" sz="3600" smtClean="0"/>
          </a:p>
        </p:txBody>
      </p:sp>
      <p:sp>
        <p:nvSpPr>
          <p:cNvPr id="224259" name="Rectangle 3"/>
          <p:cNvSpPr>
            <a:spLocks noGrp="1" noChangeArrowheads="1"/>
          </p:cNvSpPr>
          <p:nvPr>
            <p:ph type="body" idx="1"/>
          </p:nvPr>
        </p:nvSpPr>
        <p:spPr>
          <a:xfrm>
            <a:off x="539750" y="1917700"/>
            <a:ext cx="8424863" cy="4319588"/>
          </a:xfrm>
        </p:spPr>
        <p:txBody>
          <a:bodyPr/>
          <a:lstStyle/>
          <a:p>
            <a:pPr algn="just" eaLnBrk="1" hangingPunct="1"/>
            <a:r>
              <a:rPr lang="en-US" altLang="zh-CN" smtClean="0"/>
              <a:t>ARP </a:t>
            </a:r>
            <a:r>
              <a:rPr lang="zh-CN" altLang="en-US" smtClean="0"/>
              <a:t>是解决同一个局域网上的主机或路由器的 </a:t>
            </a:r>
            <a:r>
              <a:rPr lang="en-US" altLang="zh-CN" smtClean="0"/>
              <a:t>IP </a:t>
            </a:r>
            <a:r>
              <a:rPr lang="zh-CN" altLang="en-US" smtClean="0"/>
              <a:t>地址和硬件地址的映射问题。</a:t>
            </a:r>
          </a:p>
          <a:p>
            <a:pPr algn="just" eaLnBrk="1" hangingPunct="1"/>
            <a:r>
              <a:rPr lang="zh-CN" altLang="en-US" smtClean="0"/>
              <a:t>如果所要找的主机和源主机不在同一个局域网上，那么就要通过</a:t>
            </a:r>
            <a:r>
              <a:rPr lang="zh-CN" altLang="en-US" sz="2000" smtClean="0"/>
              <a:t> </a:t>
            </a:r>
            <a:r>
              <a:rPr lang="en-US" altLang="zh-CN" smtClean="0"/>
              <a:t>ARP</a:t>
            </a:r>
            <a:r>
              <a:rPr lang="en-US" altLang="zh-CN" sz="2000" smtClean="0"/>
              <a:t> </a:t>
            </a:r>
            <a:r>
              <a:rPr lang="zh-CN" altLang="en-US" smtClean="0"/>
              <a:t>找到一个位于本局域网上的某个路由器的硬件地址，然后把分组发送给这个路由器，让这个路由器把分组转发给下一个网络。剩下的工作就由下一个网络来做。</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4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59"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p:txBody>
          <a:bodyPr/>
          <a:lstStyle/>
          <a:p>
            <a:pPr algn="ctr" eaLnBrk="1" hangingPunct="1"/>
            <a:r>
              <a:rPr lang="zh-CN" altLang="en-US" smtClean="0"/>
              <a:t>应当注意的问题（续）</a:t>
            </a:r>
            <a:endParaRPr lang="zh-CN" altLang="en-US" sz="3600" smtClean="0"/>
          </a:p>
        </p:txBody>
      </p:sp>
      <p:sp>
        <p:nvSpPr>
          <p:cNvPr id="463875" name="Rectangle 3"/>
          <p:cNvSpPr>
            <a:spLocks noGrp="1" noChangeArrowheads="1"/>
          </p:cNvSpPr>
          <p:nvPr>
            <p:ph type="body" idx="1"/>
          </p:nvPr>
        </p:nvSpPr>
        <p:spPr>
          <a:xfrm>
            <a:off x="539750" y="1917700"/>
            <a:ext cx="8424863" cy="4319588"/>
          </a:xfrm>
        </p:spPr>
        <p:txBody>
          <a:bodyPr/>
          <a:lstStyle/>
          <a:p>
            <a:pPr algn="just" eaLnBrk="1" hangingPunct="1"/>
            <a:r>
              <a:rPr lang="zh-CN" altLang="en-US" smtClean="0"/>
              <a:t>从</a:t>
            </a:r>
            <a:r>
              <a:rPr lang="en-US" altLang="zh-CN" smtClean="0"/>
              <a:t>IP</a:t>
            </a:r>
            <a:r>
              <a:rPr lang="zh-CN" altLang="en-US" smtClean="0"/>
              <a:t>地址到硬件地址的解析是自动进行的，主机的用户对这种地址解析过程是不知道的。</a:t>
            </a:r>
          </a:p>
          <a:p>
            <a:pPr algn="just" eaLnBrk="1" hangingPunct="1"/>
            <a:r>
              <a:rPr lang="zh-CN" altLang="en-US" smtClean="0"/>
              <a:t>只要主机或路由器要和本网络上的另一个已知 </a:t>
            </a:r>
            <a:r>
              <a:rPr lang="en-US" altLang="zh-CN" smtClean="0"/>
              <a:t>IP </a:t>
            </a:r>
            <a:r>
              <a:rPr lang="zh-CN" altLang="en-US" smtClean="0"/>
              <a:t>地址的主机或路由器进行通信，</a:t>
            </a:r>
            <a:r>
              <a:rPr lang="en-US" altLang="zh-CN" smtClean="0"/>
              <a:t>ARP </a:t>
            </a:r>
            <a:r>
              <a:rPr lang="zh-CN" altLang="en-US" smtClean="0"/>
              <a:t>协议就会自动地将该</a:t>
            </a:r>
            <a:r>
              <a:rPr lang="zh-CN" altLang="en-US" sz="2000" smtClean="0"/>
              <a:t> </a:t>
            </a:r>
            <a:r>
              <a:rPr lang="en-US" altLang="zh-CN" smtClean="0"/>
              <a:t>IP</a:t>
            </a:r>
            <a:r>
              <a:rPr lang="en-US" altLang="zh-CN" sz="2000" smtClean="0"/>
              <a:t> </a:t>
            </a:r>
            <a:r>
              <a:rPr lang="zh-CN" altLang="en-US" smtClean="0"/>
              <a:t>地址解析为链路层所需要的硬件地址。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6387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387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p:txBody>
          <a:bodyPr/>
          <a:lstStyle/>
          <a:p>
            <a:pPr algn="ctr" eaLnBrk="1" hangingPunct="1"/>
            <a:r>
              <a:rPr lang="zh-CN" altLang="en-US" sz="4000" smtClean="0"/>
              <a:t>使用 </a:t>
            </a:r>
            <a:r>
              <a:rPr lang="en-US" altLang="zh-CN" sz="4000" smtClean="0"/>
              <a:t>ARP </a:t>
            </a:r>
            <a:r>
              <a:rPr lang="zh-CN" altLang="en-US" sz="4000" smtClean="0"/>
              <a:t>的四种典型情况 </a:t>
            </a:r>
          </a:p>
        </p:txBody>
      </p:sp>
      <p:sp>
        <p:nvSpPr>
          <p:cNvPr id="73731" name="Rectangle 3"/>
          <p:cNvSpPr>
            <a:spLocks noGrp="1" noChangeArrowheads="1"/>
          </p:cNvSpPr>
          <p:nvPr>
            <p:ph type="body" idx="1"/>
          </p:nvPr>
        </p:nvSpPr>
        <p:spPr>
          <a:xfrm>
            <a:off x="684213" y="1916113"/>
            <a:ext cx="8131175" cy="4464050"/>
          </a:xfrm>
        </p:spPr>
        <p:txBody>
          <a:bodyPr/>
          <a:lstStyle/>
          <a:p>
            <a:pPr eaLnBrk="1" hangingPunct="1"/>
            <a:r>
              <a:rPr lang="zh-CN" altLang="en-US" sz="2600" smtClean="0"/>
              <a:t>发送方是主机，要把</a:t>
            </a:r>
            <a:r>
              <a:rPr lang="en-US" altLang="zh-CN" sz="2600" smtClean="0"/>
              <a:t>IP</a:t>
            </a:r>
            <a:r>
              <a:rPr lang="zh-CN" altLang="en-US" sz="2600" smtClean="0"/>
              <a:t>数据报发送到本网络上的另一个主机。这时用 </a:t>
            </a:r>
            <a:r>
              <a:rPr lang="en-US" altLang="zh-CN" sz="2600" smtClean="0"/>
              <a:t>ARP </a:t>
            </a:r>
            <a:r>
              <a:rPr lang="zh-CN" altLang="en-US" sz="2600" smtClean="0"/>
              <a:t>找到目的主机的硬件地址。 </a:t>
            </a:r>
          </a:p>
          <a:p>
            <a:pPr eaLnBrk="1" hangingPunct="1"/>
            <a:r>
              <a:rPr lang="zh-CN" altLang="en-US" sz="2600" smtClean="0"/>
              <a:t>发送方是主机，要把 </a:t>
            </a:r>
            <a:r>
              <a:rPr lang="en-US" altLang="zh-CN" sz="2600" smtClean="0"/>
              <a:t>IP </a:t>
            </a:r>
            <a:r>
              <a:rPr lang="zh-CN" altLang="en-US" sz="2600" smtClean="0"/>
              <a:t>数据报发送到另一个网络上的一个主机。这时用 </a:t>
            </a:r>
            <a:r>
              <a:rPr lang="en-US" altLang="zh-CN" sz="2600" smtClean="0"/>
              <a:t>ARP </a:t>
            </a:r>
            <a:r>
              <a:rPr lang="zh-CN" altLang="en-US" sz="2600" smtClean="0"/>
              <a:t>找到本网络上的一个路由器的硬件地址。剩下的工作由这个路由器来完成。 </a:t>
            </a:r>
          </a:p>
          <a:p>
            <a:pPr eaLnBrk="1" hangingPunct="1"/>
            <a:r>
              <a:rPr lang="zh-CN" altLang="en-US" sz="2600" smtClean="0"/>
              <a:t>发送方是路由器，要把 </a:t>
            </a:r>
            <a:r>
              <a:rPr lang="en-US" altLang="zh-CN" sz="2600" smtClean="0"/>
              <a:t>IP </a:t>
            </a:r>
            <a:r>
              <a:rPr lang="zh-CN" altLang="en-US" sz="2600" smtClean="0"/>
              <a:t>数据报转发到本网络上的一个主机。这时用 </a:t>
            </a:r>
            <a:r>
              <a:rPr lang="en-US" altLang="zh-CN" sz="2600" smtClean="0"/>
              <a:t>ARP </a:t>
            </a:r>
            <a:r>
              <a:rPr lang="zh-CN" altLang="en-US" sz="2600" smtClean="0"/>
              <a:t>找到目的主机的硬件地址。 </a:t>
            </a:r>
          </a:p>
          <a:p>
            <a:pPr eaLnBrk="1" hangingPunct="1"/>
            <a:r>
              <a:rPr lang="zh-CN" altLang="en-US" sz="2600" smtClean="0"/>
              <a:t>发送方是路由器，要把 </a:t>
            </a:r>
            <a:r>
              <a:rPr lang="en-US" altLang="zh-CN" sz="2600" smtClean="0"/>
              <a:t>IP </a:t>
            </a:r>
            <a:r>
              <a:rPr lang="zh-CN" altLang="en-US" sz="2600" smtClean="0"/>
              <a:t>数据报转发到另一个网络上的一个主机。这时用 </a:t>
            </a:r>
            <a:r>
              <a:rPr lang="en-US" altLang="zh-CN" sz="2600" smtClean="0"/>
              <a:t>ARP </a:t>
            </a:r>
            <a:r>
              <a:rPr lang="zh-CN" altLang="en-US" sz="2600" smtClean="0"/>
              <a:t>找到本网络上的一个路由器的硬件地址。剩下的工作由这个路由器来完成。 </a:t>
            </a:r>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noChangeArrowheads="1"/>
          </p:cNvSpPr>
          <p:nvPr>
            <p:ph type="title"/>
          </p:nvPr>
        </p:nvSpPr>
        <p:spPr/>
        <p:txBody>
          <a:bodyPr/>
          <a:lstStyle/>
          <a:p>
            <a:pPr algn="ctr" eaLnBrk="1" hangingPunct="1"/>
            <a:r>
              <a:rPr lang="zh-CN" altLang="en-US" smtClean="0"/>
              <a:t>为什么我们不直接</a:t>
            </a:r>
            <a:br>
              <a:rPr lang="zh-CN" altLang="en-US" smtClean="0"/>
            </a:br>
            <a:r>
              <a:rPr lang="zh-CN" altLang="en-US" smtClean="0"/>
              <a:t>使用硬件地址进行通信？ </a:t>
            </a:r>
          </a:p>
        </p:txBody>
      </p:sp>
      <p:sp>
        <p:nvSpPr>
          <p:cNvPr id="376835" name="Rectangle 3"/>
          <p:cNvSpPr>
            <a:spLocks noGrp="1" noChangeArrowheads="1"/>
          </p:cNvSpPr>
          <p:nvPr>
            <p:ph type="body" idx="1"/>
          </p:nvPr>
        </p:nvSpPr>
        <p:spPr>
          <a:xfrm>
            <a:off x="827088" y="1917700"/>
            <a:ext cx="8137525" cy="4319588"/>
          </a:xfrm>
        </p:spPr>
        <p:txBody>
          <a:bodyPr/>
          <a:lstStyle/>
          <a:p>
            <a:pPr eaLnBrk="1" hangingPunct="1"/>
            <a:r>
              <a:rPr lang="zh-CN" altLang="en-US" sz="2800" smtClean="0"/>
              <a:t>由于全世界存在着各式各样的网络，它们使用不同的硬件地址。要使这些异构网络能够互相通信就必须进行非常复杂的硬件地址转换工作，因此几乎是不可能的事。</a:t>
            </a:r>
          </a:p>
          <a:p>
            <a:pPr eaLnBrk="1" hangingPunct="1"/>
            <a:r>
              <a:rPr lang="zh-CN" altLang="en-US" sz="2800" smtClean="0"/>
              <a:t>连接到因特网的主机都拥有统一的 </a:t>
            </a:r>
            <a:r>
              <a:rPr lang="en-US" altLang="zh-CN" sz="2800" smtClean="0"/>
              <a:t>IP </a:t>
            </a:r>
            <a:r>
              <a:rPr lang="zh-CN" altLang="en-US" sz="2800" smtClean="0"/>
              <a:t>地址，它们之间的通信就像连接在同一个网络上那样简单方便，因为调用 </a:t>
            </a:r>
            <a:r>
              <a:rPr lang="en-US" altLang="zh-CN" sz="2800" smtClean="0"/>
              <a:t>ARP </a:t>
            </a:r>
            <a:r>
              <a:rPr lang="zh-CN" altLang="en-US" sz="2800" smtClean="0"/>
              <a:t>来寻找某个路由器或主机的硬件地址都是由计算机软件自动进行的，对用户来说是看不见这种调用过程的。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683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5" grpId="0" build="p"/>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Grp="1" noChangeArrowheads="1"/>
          </p:cNvSpPr>
          <p:nvPr>
            <p:ph type="title"/>
          </p:nvPr>
        </p:nvSpPr>
        <p:spPr/>
        <p:txBody>
          <a:bodyPr/>
          <a:lstStyle/>
          <a:p>
            <a:pPr algn="ctr" eaLnBrk="1" hangingPunct="1"/>
            <a:r>
              <a:rPr lang="zh-CN" altLang="en-US" smtClean="0"/>
              <a:t>逆地址解析协议 </a:t>
            </a:r>
            <a:r>
              <a:rPr lang="en-US" altLang="zh-CN" smtClean="0"/>
              <a:t>RARP </a:t>
            </a:r>
          </a:p>
        </p:txBody>
      </p:sp>
      <p:sp>
        <p:nvSpPr>
          <p:cNvPr id="75779" name="Rectangle 3"/>
          <p:cNvSpPr>
            <a:spLocks noGrp="1" noChangeArrowheads="1"/>
          </p:cNvSpPr>
          <p:nvPr>
            <p:ph type="body" idx="1"/>
          </p:nvPr>
        </p:nvSpPr>
        <p:spPr>
          <a:xfrm>
            <a:off x="827088" y="2060575"/>
            <a:ext cx="8137525" cy="4248150"/>
          </a:xfrm>
        </p:spPr>
        <p:txBody>
          <a:bodyPr/>
          <a:lstStyle/>
          <a:p>
            <a:pPr eaLnBrk="1" hangingPunct="1">
              <a:lnSpc>
                <a:spcPct val="90000"/>
              </a:lnSpc>
            </a:pPr>
            <a:r>
              <a:rPr lang="zh-CN" altLang="en-US" smtClean="0"/>
              <a:t>逆地址解析协议 </a:t>
            </a:r>
            <a:r>
              <a:rPr lang="en-US" altLang="zh-CN" smtClean="0"/>
              <a:t>RARP </a:t>
            </a:r>
            <a:r>
              <a:rPr lang="zh-CN" altLang="en-US" smtClean="0"/>
              <a:t>通过硬件地址能够知道其对应的 </a:t>
            </a:r>
            <a:r>
              <a:rPr lang="en-US" altLang="zh-CN" smtClean="0"/>
              <a:t>IP </a:t>
            </a:r>
            <a:r>
              <a:rPr lang="zh-CN" altLang="en-US" smtClean="0"/>
              <a:t>地址。</a:t>
            </a:r>
          </a:p>
        </p:txBody>
      </p:sp>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p:txBody>
          <a:bodyPr/>
          <a:lstStyle/>
          <a:p>
            <a:pPr algn="ctr" eaLnBrk="1" hangingPunct="1"/>
            <a:r>
              <a:rPr lang="en-US" altLang="zh-CN" smtClean="0"/>
              <a:t>4.2.5  IP </a:t>
            </a:r>
            <a:r>
              <a:rPr lang="zh-CN" altLang="en-US" smtClean="0"/>
              <a:t>数据报的格式 ⑨</a:t>
            </a:r>
          </a:p>
        </p:txBody>
      </p:sp>
      <p:sp>
        <p:nvSpPr>
          <p:cNvPr id="76803" name="Rectangle 4"/>
          <p:cNvSpPr>
            <a:spLocks noGrp="1" noChangeArrowheads="1"/>
          </p:cNvSpPr>
          <p:nvPr>
            <p:ph type="body" idx="1"/>
          </p:nvPr>
        </p:nvSpPr>
        <p:spPr>
          <a:xfrm>
            <a:off x="1042988" y="1773238"/>
            <a:ext cx="7772400" cy="4679950"/>
          </a:xfrm>
        </p:spPr>
        <p:txBody>
          <a:bodyPr/>
          <a:lstStyle/>
          <a:p>
            <a:pPr eaLnBrk="1" hangingPunct="1"/>
            <a:r>
              <a:rPr lang="zh-CN" altLang="en-US" smtClean="0"/>
              <a:t>一个 </a:t>
            </a:r>
            <a:r>
              <a:rPr lang="en-US" altLang="zh-CN" smtClean="0"/>
              <a:t>IP </a:t>
            </a:r>
            <a:r>
              <a:rPr lang="zh-CN" altLang="en-US" smtClean="0"/>
              <a:t>数据报由首部和数据两部分组成。</a:t>
            </a:r>
          </a:p>
          <a:p>
            <a:pPr eaLnBrk="1" hangingPunct="1"/>
            <a:r>
              <a:rPr lang="zh-CN" altLang="en-US" smtClean="0"/>
              <a:t>首部的前一部分是固定长度，共 </a:t>
            </a:r>
            <a:r>
              <a:rPr lang="en-US" altLang="zh-CN" smtClean="0"/>
              <a:t>20 </a:t>
            </a:r>
            <a:r>
              <a:rPr lang="zh-CN" altLang="en-US" smtClean="0"/>
              <a:t>字节，是所有 </a:t>
            </a:r>
            <a:r>
              <a:rPr lang="en-US" altLang="zh-CN" smtClean="0"/>
              <a:t>IP </a:t>
            </a:r>
            <a:r>
              <a:rPr lang="zh-CN" altLang="en-US" smtClean="0"/>
              <a:t>数据报必须具有的。</a:t>
            </a:r>
          </a:p>
          <a:p>
            <a:pPr eaLnBrk="1" hangingPunct="1"/>
            <a:r>
              <a:rPr lang="zh-CN" altLang="en-US" smtClean="0"/>
              <a:t>在首部的固定部分的后面是一些可选字段，其长度是可变的。 </a:t>
            </a:r>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7826" name="Rectangle 45"/>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77827" name="Rectangle 54"/>
          <p:cNvSpPr>
            <a:spLocks noChangeArrowheads="1"/>
          </p:cNvSpPr>
          <p:nvPr/>
        </p:nvSpPr>
        <p:spPr bwMode="auto">
          <a:xfrm>
            <a:off x="468313" y="3429000"/>
            <a:ext cx="688975" cy="698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可变</a:t>
            </a:r>
          </a:p>
          <a:p>
            <a:pPr defTabSz="762000" eaLnBrk="0" hangingPunct="0"/>
            <a:r>
              <a:rPr kumimoji="1" lang="zh-CN" altLang="en-US" sz="2000">
                <a:solidFill>
                  <a:srgbClr val="333399"/>
                </a:solidFill>
                <a:latin typeface="Arial" pitchFamily="34" charset="0"/>
              </a:rPr>
              <a:t>部分</a:t>
            </a:r>
          </a:p>
        </p:txBody>
      </p:sp>
      <p:sp>
        <p:nvSpPr>
          <p:cNvPr id="77828" name="Line 6"/>
          <p:cNvSpPr>
            <a:spLocks noChangeShapeType="1"/>
          </p:cNvSpPr>
          <p:nvPr/>
        </p:nvSpPr>
        <p:spPr bwMode="auto">
          <a:xfrm>
            <a:off x="2298700" y="5686425"/>
            <a:ext cx="54197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7829" name="Rectangle 8"/>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0" name="Rectangle 90"/>
          <p:cNvSpPr>
            <a:spLocks noChangeArrowheads="1"/>
          </p:cNvSpPr>
          <p:nvPr/>
        </p:nvSpPr>
        <p:spPr bwMode="auto">
          <a:xfrm>
            <a:off x="2268538" y="4995863"/>
            <a:ext cx="1439862" cy="4492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1" name="Rectangle 10"/>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2" name="Rectangle 11"/>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3" name="Line 12"/>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4" name="Line 13"/>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5" name="Line 14"/>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6" name="Line 15"/>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7" name="Line 16"/>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8" name="Line 17"/>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39" name="Line 18"/>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40" name="Line 19"/>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41" name="Line 20"/>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42" name="Line 21"/>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43" name="Line 22"/>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44" name="Rectangle 23"/>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77845" name="Rectangle 24"/>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77846" name="Rectangle 25"/>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77847" name="Rectangle 26"/>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77848" name="Rectangle 27"/>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77849" name="Rectangle 28"/>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77850" name="Rectangle 29"/>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77851" name="Rectangle 30"/>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77852" name="Rectangle 31"/>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77853" name="Rectangle 32"/>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77854" name="Rectangle 33"/>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77855" name="Rectangle 34"/>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77856" name="Rectangle 35"/>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
        <p:nvSpPr>
          <p:cNvPr id="77857" name="Rectangle 36"/>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77858" name="Rectangle 37"/>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77859" name="Rectangle 38"/>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77860" name="Rectangle 39"/>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77861" name="Rectangle 40"/>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77862" name="Rectangle 41"/>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77863" name="Rectangle 42"/>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77864" name="Rectangle 43"/>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77865" name="Rectangle 44"/>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77866" name="Group 46"/>
          <p:cNvGrpSpPr>
            <a:grpSpLocks/>
          </p:cNvGrpSpPr>
          <p:nvPr/>
        </p:nvGrpSpPr>
        <p:grpSpPr bwMode="auto">
          <a:xfrm>
            <a:off x="1069975" y="3748088"/>
            <a:ext cx="131763" cy="69850"/>
            <a:chOff x="833" y="3024"/>
            <a:chExt cx="78" cy="51"/>
          </a:xfrm>
        </p:grpSpPr>
        <p:sp>
          <p:nvSpPr>
            <p:cNvPr id="77886"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87"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88"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77867" name="Group 50"/>
          <p:cNvGrpSpPr>
            <a:grpSpLocks/>
          </p:cNvGrpSpPr>
          <p:nvPr/>
        </p:nvGrpSpPr>
        <p:grpSpPr bwMode="auto">
          <a:xfrm>
            <a:off x="8937625" y="3757613"/>
            <a:ext cx="131763" cy="66675"/>
            <a:chOff x="5432" y="3030"/>
            <a:chExt cx="78" cy="51"/>
          </a:xfrm>
        </p:grpSpPr>
        <p:sp>
          <p:nvSpPr>
            <p:cNvPr id="77883"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84"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85"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7868" name="Rectangle 75"/>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77869" name="Rectangle 80"/>
          <p:cNvSpPr>
            <a:spLocks noChangeArrowheads="1"/>
          </p:cNvSpPr>
          <p:nvPr/>
        </p:nvSpPr>
        <p:spPr bwMode="auto">
          <a:xfrm>
            <a:off x="3708400" y="4995863"/>
            <a:ext cx="3983038" cy="44926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70" name="Rectangle 82"/>
          <p:cNvSpPr>
            <a:spLocks noChangeArrowheads="1"/>
          </p:cNvSpPr>
          <p:nvPr/>
        </p:nvSpPr>
        <p:spPr bwMode="auto">
          <a:xfrm>
            <a:off x="4278313" y="5013325"/>
            <a:ext cx="3095625"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77871" name="Rectangle 83"/>
          <p:cNvSpPr>
            <a:spLocks noChangeArrowheads="1"/>
          </p:cNvSpPr>
          <p:nvPr/>
        </p:nvSpPr>
        <p:spPr bwMode="auto">
          <a:xfrm>
            <a:off x="2484438" y="5013325"/>
            <a:ext cx="898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a:t>
            </a:r>
          </a:p>
        </p:txBody>
      </p:sp>
      <p:sp>
        <p:nvSpPr>
          <p:cNvPr id="77872" name="Rectangle 85"/>
          <p:cNvSpPr>
            <a:spLocks noChangeArrowheads="1"/>
          </p:cNvSpPr>
          <p:nvPr/>
        </p:nvSpPr>
        <p:spPr bwMode="auto">
          <a:xfrm>
            <a:off x="4279900" y="5481638"/>
            <a:ext cx="1252538"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grpSp>
        <p:nvGrpSpPr>
          <p:cNvPr id="379998" name="Group 94"/>
          <p:cNvGrpSpPr>
            <a:grpSpLocks/>
          </p:cNvGrpSpPr>
          <p:nvPr/>
        </p:nvGrpSpPr>
        <p:grpSpPr bwMode="auto">
          <a:xfrm>
            <a:off x="176213" y="1341438"/>
            <a:ext cx="434975" cy="2663825"/>
            <a:chOff x="111" y="845"/>
            <a:chExt cx="274" cy="1678"/>
          </a:xfrm>
        </p:grpSpPr>
        <p:sp>
          <p:nvSpPr>
            <p:cNvPr id="77881" name="Line 89"/>
            <p:cNvSpPr>
              <a:spLocks noChangeShapeType="1"/>
            </p:cNvSpPr>
            <p:nvPr/>
          </p:nvSpPr>
          <p:spPr bwMode="auto">
            <a:xfrm>
              <a:off x="249" y="845"/>
              <a:ext cx="0" cy="1678"/>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7882" name="Rectangle 78"/>
            <p:cNvSpPr>
              <a:spLocks noChangeArrowheads="1"/>
            </p:cNvSpPr>
            <p:nvPr/>
          </p:nvSpPr>
          <p:spPr bwMode="auto">
            <a:xfrm>
              <a:off x="111" y="1389"/>
              <a:ext cx="274" cy="44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grpSp>
      <p:grpSp>
        <p:nvGrpSpPr>
          <p:cNvPr id="379997" name="Group 93"/>
          <p:cNvGrpSpPr>
            <a:grpSpLocks/>
          </p:cNvGrpSpPr>
          <p:nvPr/>
        </p:nvGrpSpPr>
        <p:grpSpPr bwMode="auto">
          <a:xfrm>
            <a:off x="1116013" y="1341438"/>
            <a:ext cx="7896225" cy="4102100"/>
            <a:chOff x="703" y="845"/>
            <a:chExt cx="4974" cy="2584"/>
          </a:xfrm>
        </p:grpSpPr>
        <p:sp>
          <p:nvSpPr>
            <p:cNvPr id="77879" name="Rectangle 91"/>
            <p:cNvSpPr>
              <a:spLocks noChangeArrowheads="1"/>
            </p:cNvSpPr>
            <p:nvPr/>
          </p:nvSpPr>
          <p:spPr bwMode="auto">
            <a:xfrm>
              <a:off x="703" y="845"/>
              <a:ext cx="4974" cy="1678"/>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880" name="Rectangle 92"/>
            <p:cNvSpPr>
              <a:spLocks noChangeArrowheads="1"/>
            </p:cNvSpPr>
            <p:nvPr/>
          </p:nvSpPr>
          <p:spPr bwMode="auto">
            <a:xfrm>
              <a:off x="1426" y="3145"/>
              <a:ext cx="915" cy="284"/>
            </a:xfrm>
            <a:prstGeom prst="rect">
              <a:avLst/>
            </a:prstGeom>
            <a:noFill/>
            <a:ln w="381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7875" name="AutoShape 97"/>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77876" name="Group 100"/>
          <p:cNvGrpSpPr>
            <a:grpSpLocks/>
          </p:cNvGrpSpPr>
          <p:nvPr/>
        </p:nvGrpSpPr>
        <p:grpSpPr bwMode="auto">
          <a:xfrm>
            <a:off x="1646238" y="5516563"/>
            <a:ext cx="1196975" cy="852487"/>
            <a:chOff x="1037" y="3475"/>
            <a:chExt cx="754" cy="537"/>
          </a:xfrm>
        </p:grpSpPr>
        <p:sp>
          <p:nvSpPr>
            <p:cNvPr id="77877" name="Line 98"/>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7878" name="Rectangle 99"/>
            <p:cNvSpPr>
              <a:spLocks noChangeArrowheads="1"/>
            </p:cNvSpPr>
            <p:nvPr/>
          </p:nvSpPr>
          <p:spPr bwMode="auto">
            <a:xfrm>
              <a:off x="1037" y="3764"/>
              <a:ext cx="754" cy="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chemeClr val="folHlink"/>
                  </a:solidFill>
                  <a:latin typeface="Times New Roman" pitchFamily="18" charset="0"/>
                </a:rPr>
                <a:t>发送在前</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2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8850" name="Rectangle 2"/>
          <p:cNvSpPr>
            <a:spLocks noChangeArrowheads="1"/>
          </p:cNvSpPr>
          <p:nvPr/>
        </p:nvSpPr>
        <p:spPr bwMode="auto">
          <a:xfrm>
            <a:off x="2268538" y="4995863"/>
            <a:ext cx="1439862" cy="4492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51" name="Line 3"/>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852" name="Rectangle 5"/>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sp>
        <p:nvSpPr>
          <p:cNvPr id="78853" name="Rectangle 6"/>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78854" name="Line 7"/>
          <p:cNvSpPr>
            <a:spLocks noChangeShapeType="1"/>
          </p:cNvSpPr>
          <p:nvPr/>
        </p:nvSpPr>
        <p:spPr bwMode="auto">
          <a:xfrm>
            <a:off x="2298700" y="5686425"/>
            <a:ext cx="54197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855" name="Rectangle 9"/>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56" name="Rectangle 11"/>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57" name="Rectangle 12"/>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58" name="Line 13"/>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59" name="Line 14"/>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0" name="Line 15"/>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1" name="Line 16"/>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2" name="Line 17"/>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3" name="Line 18"/>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4" name="Line 19"/>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5" name="Line 20"/>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6" name="Line 21"/>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7" name="Line 22"/>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8" name="Line 23"/>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69" name="Rectangle 24"/>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78870" name="Rectangle 25"/>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78871" name="Rectangle 26"/>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78872" name="Rectangle 27"/>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78873" name="Rectangle 28"/>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78874" name="Rectangle 29"/>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78875" name="Rectangle 30"/>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78876" name="Rectangle 31"/>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78877" name="Rectangle 32"/>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78878" name="Rectangle 33"/>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78879" name="Rectangle 34"/>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78880" name="Rectangle 35"/>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78881" name="Rectangle 36"/>
          <p:cNvSpPr>
            <a:spLocks noChangeArrowheads="1"/>
          </p:cNvSpPr>
          <p:nvPr/>
        </p:nvSpPr>
        <p:spPr bwMode="auto">
          <a:xfrm>
            <a:off x="3303588"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
        <p:nvSpPr>
          <p:cNvPr id="78882" name="Rectangle 37"/>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78883" name="Rectangle 38"/>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78884" name="Rectangle 39"/>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78885" name="Rectangle 40"/>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78886" name="Rectangle 41"/>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78887" name="Rectangle 42"/>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78888" name="Rectangle 43"/>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78889" name="Rectangle 44"/>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78890" name="Rectangle 45"/>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78891" name="Group 46"/>
          <p:cNvGrpSpPr>
            <a:grpSpLocks/>
          </p:cNvGrpSpPr>
          <p:nvPr/>
        </p:nvGrpSpPr>
        <p:grpSpPr bwMode="auto">
          <a:xfrm>
            <a:off x="1069975" y="3748088"/>
            <a:ext cx="131763" cy="69850"/>
            <a:chOff x="833" y="3024"/>
            <a:chExt cx="78" cy="51"/>
          </a:xfrm>
        </p:grpSpPr>
        <p:sp>
          <p:nvSpPr>
            <p:cNvPr id="78909"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910"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911"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78892" name="Group 50"/>
          <p:cNvGrpSpPr>
            <a:grpSpLocks/>
          </p:cNvGrpSpPr>
          <p:nvPr/>
        </p:nvGrpSpPr>
        <p:grpSpPr bwMode="auto">
          <a:xfrm>
            <a:off x="8937625" y="3757613"/>
            <a:ext cx="131763" cy="66675"/>
            <a:chOff x="5432" y="3030"/>
            <a:chExt cx="78" cy="51"/>
          </a:xfrm>
        </p:grpSpPr>
        <p:sp>
          <p:nvSpPr>
            <p:cNvPr id="78906"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907"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908"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8893" name="Rectangle 74"/>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78894" name="Rectangle 76"/>
          <p:cNvSpPr>
            <a:spLocks noChangeArrowheads="1"/>
          </p:cNvSpPr>
          <p:nvPr/>
        </p:nvSpPr>
        <p:spPr bwMode="auto">
          <a:xfrm>
            <a:off x="3708400" y="4995863"/>
            <a:ext cx="3983038" cy="44926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895" name="Rectangle 77"/>
          <p:cNvSpPr>
            <a:spLocks noChangeArrowheads="1"/>
          </p:cNvSpPr>
          <p:nvPr/>
        </p:nvSpPr>
        <p:spPr bwMode="auto">
          <a:xfrm>
            <a:off x="4278313" y="5013325"/>
            <a:ext cx="3095625"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78896" name="Rectangle 78"/>
          <p:cNvSpPr>
            <a:spLocks noChangeArrowheads="1"/>
          </p:cNvSpPr>
          <p:nvPr/>
        </p:nvSpPr>
        <p:spPr bwMode="auto">
          <a:xfrm>
            <a:off x="2484438" y="5013325"/>
            <a:ext cx="898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a:t>
            </a:r>
          </a:p>
        </p:txBody>
      </p:sp>
      <p:sp>
        <p:nvSpPr>
          <p:cNvPr id="78897" name="Rectangle 80"/>
          <p:cNvSpPr>
            <a:spLocks noChangeArrowheads="1"/>
          </p:cNvSpPr>
          <p:nvPr/>
        </p:nvSpPr>
        <p:spPr bwMode="auto">
          <a:xfrm>
            <a:off x="4279900" y="5481638"/>
            <a:ext cx="1252538"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grpSp>
        <p:nvGrpSpPr>
          <p:cNvPr id="464982" name="Group 86"/>
          <p:cNvGrpSpPr>
            <a:grpSpLocks/>
          </p:cNvGrpSpPr>
          <p:nvPr/>
        </p:nvGrpSpPr>
        <p:grpSpPr bwMode="auto">
          <a:xfrm>
            <a:off x="611188" y="1341438"/>
            <a:ext cx="8401050" cy="2232025"/>
            <a:chOff x="385" y="845"/>
            <a:chExt cx="5292" cy="1406"/>
          </a:xfrm>
        </p:grpSpPr>
        <p:grpSp>
          <p:nvGrpSpPr>
            <p:cNvPr id="78902" name="Group 84"/>
            <p:cNvGrpSpPr>
              <a:grpSpLocks/>
            </p:cNvGrpSpPr>
            <p:nvPr/>
          </p:nvGrpSpPr>
          <p:grpSpPr bwMode="auto">
            <a:xfrm>
              <a:off x="385" y="845"/>
              <a:ext cx="5292" cy="1406"/>
              <a:chOff x="385" y="845"/>
              <a:chExt cx="5292" cy="1406"/>
            </a:xfrm>
          </p:grpSpPr>
          <p:sp>
            <p:nvSpPr>
              <p:cNvPr id="78904" name="Rectangle 4"/>
              <p:cNvSpPr>
                <a:spLocks noChangeArrowheads="1"/>
              </p:cNvSpPr>
              <p:nvPr/>
            </p:nvSpPr>
            <p:spPr bwMode="auto">
              <a:xfrm>
                <a:off x="385" y="1117"/>
                <a:ext cx="274"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78905" name="Rectangle 82"/>
              <p:cNvSpPr>
                <a:spLocks noChangeArrowheads="1"/>
              </p:cNvSpPr>
              <p:nvPr/>
            </p:nvSpPr>
            <p:spPr bwMode="auto">
              <a:xfrm>
                <a:off x="703" y="845"/>
                <a:ext cx="4974" cy="1406"/>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8903" name="AutoShape 85"/>
            <p:cNvSpPr>
              <a:spLocks/>
            </p:cNvSpPr>
            <p:nvPr/>
          </p:nvSpPr>
          <p:spPr bwMode="auto">
            <a:xfrm>
              <a:off x="598" y="890"/>
              <a:ext cx="105" cy="1361"/>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78899" name="Group 88"/>
          <p:cNvGrpSpPr>
            <a:grpSpLocks/>
          </p:cNvGrpSpPr>
          <p:nvPr/>
        </p:nvGrpSpPr>
        <p:grpSpPr bwMode="auto">
          <a:xfrm>
            <a:off x="1646238" y="5516563"/>
            <a:ext cx="1196975" cy="852487"/>
            <a:chOff x="1037" y="3475"/>
            <a:chExt cx="754" cy="537"/>
          </a:xfrm>
        </p:grpSpPr>
        <p:sp>
          <p:nvSpPr>
            <p:cNvPr id="78900" name="Line 89"/>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901" name="Rectangle 90"/>
            <p:cNvSpPr>
              <a:spLocks noChangeArrowheads="1"/>
            </p:cNvSpPr>
            <p:nvPr/>
          </p:nvSpPr>
          <p:spPr bwMode="auto">
            <a:xfrm>
              <a:off x="1037" y="3764"/>
              <a:ext cx="754" cy="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chemeClr val="folHlink"/>
                  </a:solidFill>
                  <a:latin typeface="Times New Roman" pitchFamily="18" charset="0"/>
                </a:rPr>
                <a:t>发送在前</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4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9874" name="Rectangle 2"/>
          <p:cNvSpPr>
            <a:spLocks noChangeArrowheads="1"/>
          </p:cNvSpPr>
          <p:nvPr/>
        </p:nvSpPr>
        <p:spPr bwMode="auto">
          <a:xfrm>
            <a:off x="2268538" y="4995863"/>
            <a:ext cx="1439862" cy="4492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75" name="Line 3"/>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9876" name="Rectangle 4"/>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79877" name="Line 5"/>
          <p:cNvSpPr>
            <a:spLocks noChangeShapeType="1"/>
          </p:cNvSpPr>
          <p:nvPr/>
        </p:nvSpPr>
        <p:spPr bwMode="auto">
          <a:xfrm>
            <a:off x="2298700" y="5686425"/>
            <a:ext cx="54197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9878" name="Rectangle 7"/>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79" name="Rectangle 9"/>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0" name="Rectangle 10"/>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1" name="Line 11"/>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2" name="Line 12"/>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3" name="Line 13"/>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4" name="Line 14"/>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5" name="Line 15"/>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6" name="Line 16"/>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7" name="Line 17"/>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8" name="Line 18"/>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89" name="Line 19"/>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90" name="Line 20"/>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91" name="Line 21"/>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892" name="Rectangle 22"/>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79893" name="Rectangle 23"/>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79894" name="Rectangle 24"/>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79895" name="Rectangle 25"/>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79896" name="Rectangle 26"/>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79897" name="Rectangle 27"/>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79898" name="Rectangle 28"/>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79899" name="Rectangle 29"/>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79900" name="Rectangle 30"/>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79901" name="Rectangle 31"/>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79902" name="Rectangle 32"/>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79903" name="Rectangle 33"/>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79904" name="Rectangle 35"/>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79905" name="Rectangle 36"/>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79906" name="Rectangle 37"/>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79907" name="Rectangle 38"/>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79908" name="Rectangle 39"/>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79909" name="Rectangle 40"/>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79910" name="Rectangle 41"/>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79911" name="Rectangle 42"/>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79912" name="Rectangle 43"/>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79913" name="Group 44"/>
          <p:cNvGrpSpPr>
            <a:grpSpLocks/>
          </p:cNvGrpSpPr>
          <p:nvPr/>
        </p:nvGrpSpPr>
        <p:grpSpPr bwMode="auto">
          <a:xfrm>
            <a:off x="1069975" y="3748088"/>
            <a:ext cx="131763" cy="69850"/>
            <a:chOff x="833" y="3024"/>
            <a:chExt cx="78" cy="51"/>
          </a:xfrm>
        </p:grpSpPr>
        <p:sp>
          <p:nvSpPr>
            <p:cNvPr id="79932" name="Rectangle 45"/>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933" name="Line 46"/>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934" name="Line 47"/>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79914" name="Group 48"/>
          <p:cNvGrpSpPr>
            <a:grpSpLocks/>
          </p:cNvGrpSpPr>
          <p:nvPr/>
        </p:nvGrpSpPr>
        <p:grpSpPr bwMode="auto">
          <a:xfrm>
            <a:off x="8937625" y="3757613"/>
            <a:ext cx="131763" cy="66675"/>
            <a:chOff x="5432" y="3030"/>
            <a:chExt cx="78" cy="51"/>
          </a:xfrm>
        </p:grpSpPr>
        <p:sp>
          <p:nvSpPr>
            <p:cNvPr id="79929" name="Rectangle 49"/>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930" name="Line 50"/>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931" name="Line 51"/>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9915" name="Rectangle 72"/>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79916" name="Rectangle 74"/>
          <p:cNvSpPr>
            <a:spLocks noChangeArrowheads="1"/>
          </p:cNvSpPr>
          <p:nvPr/>
        </p:nvSpPr>
        <p:spPr bwMode="auto">
          <a:xfrm>
            <a:off x="3708400" y="4995863"/>
            <a:ext cx="3983038" cy="44926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917" name="Rectangle 75"/>
          <p:cNvSpPr>
            <a:spLocks noChangeArrowheads="1"/>
          </p:cNvSpPr>
          <p:nvPr/>
        </p:nvSpPr>
        <p:spPr bwMode="auto">
          <a:xfrm>
            <a:off x="4278313" y="5013325"/>
            <a:ext cx="3095625"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79918" name="Rectangle 76"/>
          <p:cNvSpPr>
            <a:spLocks noChangeArrowheads="1"/>
          </p:cNvSpPr>
          <p:nvPr/>
        </p:nvSpPr>
        <p:spPr bwMode="auto">
          <a:xfrm>
            <a:off x="2484438" y="5013325"/>
            <a:ext cx="898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a:t>
            </a:r>
          </a:p>
        </p:txBody>
      </p:sp>
      <p:sp>
        <p:nvSpPr>
          <p:cNvPr id="79919" name="Rectangle 78"/>
          <p:cNvSpPr>
            <a:spLocks noChangeArrowheads="1"/>
          </p:cNvSpPr>
          <p:nvPr/>
        </p:nvSpPr>
        <p:spPr bwMode="auto">
          <a:xfrm>
            <a:off x="4279900" y="5481638"/>
            <a:ext cx="1252538"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79920" name="Rectangle 79"/>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grpSp>
        <p:nvGrpSpPr>
          <p:cNvPr id="467024" name="Group 80"/>
          <p:cNvGrpSpPr>
            <a:grpSpLocks/>
          </p:cNvGrpSpPr>
          <p:nvPr/>
        </p:nvGrpSpPr>
        <p:grpSpPr bwMode="auto">
          <a:xfrm>
            <a:off x="468313" y="3500438"/>
            <a:ext cx="8543925" cy="638175"/>
            <a:chOff x="295" y="2205"/>
            <a:chExt cx="5382" cy="402"/>
          </a:xfrm>
        </p:grpSpPr>
        <p:sp>
          <p:nvSpPr>
            <p:cNvPr id="79927" name="Rectangle 81"/>
            <p:cNvSpPr>
              <a:spLocks noChangeArrowheads="1"/>
            </p:cNvSpPr>
            <p:nvPr/>
          </p:nvSpPr>
          <p:spPr bwMode="auto">
            <a:xfrm>
              <a:off x="295" y="2205"/>
              <a:ext cx="434" cy="4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sp>
          <p:nvSpPr>
            <p:cNvPr id="79928" name="Rectangle 82"/>
            <p:cNvSpPr>
              <a:spLocks noChangeArrowheads="1"/>
            </p:cNvSpPr>
            <p:nvPr/>
          </p:nvSpPr>
          <p:spPr bwMode="auto">
            <a:xfrm>
              <a:off x="703" y="2236"/>
              <a:ext cx="4974" cy="287"/>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79922" name="AutoShape 83"/>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923" name="Rectangle 84"/>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grpSp>
        <p:nvGrpSpPr>
          <p:cNvPr id="79924" name="Group 85"/>
          <p:cNvGrpSpPr>
            <a:grpSpLocks/>
          </p:cNvGrpSpPr>
          <p:nvPr/>
        </p:nvGrpSpPr>
        <p:grpSpPr bwMode="auto">
          <a:xfrm>
            <a:off x="1646238" y="5516563"/>
            <a:ext cx="1196975" cy="852487"/>
            <a:chOff x="1037" y="3475"/>
            <a:chExt cx="754" cy="537"/>
          </a:xfrm>
        </p:grpSpPr>
        <p:sp>
          <p:nvSpPr>
            <p:cNvPr id="79925" name="Line 86"/>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9926" name="Rectangle 87"/>
            <p:cNvSpPr>
              <a:spLocks noChangeArrowheads="1"/>
            </p:cNvSpPr>
            <p:nvPr/>
          </p:nvSpPr>
          <p:spPr bwMode="auto">
            <a:xfrm>
              <a:off x="1037" y="3764"/>
              <a:ext cx="754" cy="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chemeClr val="folHlink"/>
                  </a:solidFill>
                  <a:latin typeface="Times New Roman" pitchFamily="18" charset="0"/>
                </a:rPr>
                <a:t>发送在前</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670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0898" name="Line 3"/>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0899" name="Rectangle 5"/>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0900" name="Rectangle 8"/>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1" name="Rectangle 10"/>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2" name="Rectangle 11"/>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3" name="Line 12"/>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4" name="Line 13"/>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5" name="Line 14"/>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6" name="Line 15"/>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7" name="Line 16"/>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8" name="Line 17"/>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09" name="Line 18"/>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10" name="Line 19"/>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11" name="Line 20"/>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12" name="Line 21"/>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13" name="Line 22"/>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14" name="Rectangle 23"/>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0915" name="Rectangle 24"/>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0916" name="Rectangle 25"/>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0917" name="Rectangle 26"/>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0918" name="Rectangle 27"/>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0919" name="Rectangle 28"/>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0920" name="Rectangle 29"/>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0921" name="Rectangle 30"/>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0922" name="Rectangle 31"/>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0923" name="Rectangle 32"/>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0924" name="Rectangle 33"/>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0925" name="Rectangle 34"/>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0926" name="Rectangle 36"/>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0927" name="Rectangle 37"/>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0928" name="Rectangle 38"/>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0929" name="Rectangle 39"/>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0930" name="Rectangle 40"/>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0931" name="Rectangle 41"/>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0932" name="Rectangle 42"/>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0933" name="Rectangle 43"/>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0934" name="Rectangle 44"/>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0935" name="Group 45"/>
          <p:cNvGrpSpPr>
            <a:grpSpLocks/>
          </p:cNvGrpSpPr>
          <p:nvPr/>
        </p:nvGrpSpPr>
        <p:grpSpPr bwMode="auto">
          <a:xfrm>
            <a:off x="1069975" y="3748088"/>
            <a:ext cx="131763" cy="69850"/>
            <a:chOff x="833" y="3024"/>
            <a:chExt cx="78" cy="51"/>
          </a:xfrm>
        </p:grpSpPr>
        <p:sp>
          <p:nvSpPr>
            <p:cNvPr id="80949" name="Rectangle 46"/>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50" name="Line 47"/>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51" name="Line 48"/>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0936" name="Group 49"/>
          <p:cNvGrpSpPr>
            <a:grpSpLocks/>
          </p:cNvGrpSpPr>
          <p:nvPr/>
        </p:nvGrpSpPr>
        <p:grpSpPr bwMode="auto">
          <a:xfrm>
            <a:off x="8937625" y="3757613"/>
            <a:ext cx="131763" cy="66675"/>
            <a:chOff x="5432" y="3030"/>
            <a:chExt cx="78" cy="51"/>
          </a:xfrm>
        </p:grpSpPr>
        <p:sp>
          <p:nvSpPr>
            <p:cNvPr id="80946" name="Rectangle 50"/>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47" name="Line 51"/>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48" name="Line 52"/>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0937" name="Rectangle 73"/>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0938" name="Rectangle 8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0939" name="Rectangle 4"/>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66010" name="Group 90"/>
          <p:cNvGrpSpPr>
            <a:grpSpLocks/>
          </p:cNvGrpSpPr>
          <p:nvPr/>
        </p:nvGrpSpPr>
        <p:grpSpPr bwMode="auto">
          <a:xfrm>
            <a:off x="1116013" y="1341438"/>
            <a:ext cx="6021387" cy="4689475"/>
            <a:chOff x="703" y="845"/>
            <a:chExt cx="3793" cy="2954"/>
          </a:xfrm>
        </p:grpSpPr>
        <p:sp>
          <p:nvSpPr>
            <p:cNvPr id="80944" name="Text Box 85"/>
            <p:cNvSpPr txBox="1">
              <a:spLocks noChangeArrowheads="1"/>
            </p:cNvSpPr>
            <p:nvPr/>
          </p:nvSpPr>
          <p:spPr bwMode="auto">
            <a:xfrm>
              <a:off x="884" y="3203"/>
              <a:ext cx="3612"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版本</a:t>
              </a:r>
              <a:r>
                <a:rPr lang="en-US" altLang="zh-CN">
                  <a:solidFill>
                    <a:srgbClr val="333399"/>
                  </a:solidFill>
                  <a:latin typeface="Arial" pitchFamily="34" charset="0"/>
                </a:rPr>
                <a:t>——</a:t>
              </a:r>
              <a:r>
                <a:rPr lang="zh-CN" altLang="en-US">
                  <a:solidFill>
                    <a:srgbClr val="333399"/>
                  </a:solidFill>
                  <a:latin typeface="Arial" pitchFamily="34" charset="0"/>
                </a:rPr>
                <a:t>占 </a:t>
              </a:r>
              <a:r>
                <a:rPr lang="en-US" altLang="zh-CN">
                  <a:solidFill>
                    <a:srgbClr val="333399"/>
                  </a:solidFill>
                  <a:latin typeface="Arial" pitchFamily="34" charset="0"/>
                </a:rPr>
                <a:t>4 </a:t>
              </a:r>
              <a:r>
                <a:rPr lang="zh-CN" altLang="en-US">
                  <a:solidFill>
                    <a:srgbClr val="333399"/>
                  </a:solidFill>
                  <a:latin typeface="Arial" pitchFamily="34" charset="0"/>
                </a:rPr>
                <a:t>位，指 </a:t>
              </a:r>
              <a:r>
                <a:rPr lang="en-US" altLang="zh-CN">
                  <a:solidFill>
                    <a:srgbClr val="333399"/>
                  </a:solidFill>
                  <a:latin typeface="Arial" pitchFamily="34" charset="0"/>
                </a:rPr>
                <a:t>IP </a:t>
              </a:r>
              <a:r>
                <a:rPr lang="zh-CN" altLang="en-US">
                  <a:solidFill>
                    <a:srgbClr val="333399"/>
                  </a:solidFill>
                  <a:latin typeface="Arial" pitchFamily="34" charset="0"/>
                </a:rPr>
                <a:t>协议的版本</a:t>
              </a:r>
            </a:p>
            <a:p>
              <a:pPr eaLnBrk="1" hangingPunct="1"/>
              <a:r>
                <a:rPr lang="zh-CN" altLang="en-US">
                  <a:solidFill>
                    <a:srgbClr val="333399"/>
                  </a:solidFill>
                  <a:latin typeface="Arial" pitchFamily="34" charset="0"/>
                </a:rPr>
                <a:t>目前的 </a:t>
              </a:r>
              <a:r>
                <a:rPr lang="en-US" altLang="zh-CN">
                  <a:solidFill>
                    <a:srgbClr val="333399"/>
                  </a:solidFill>
                  <a:latin typeface="Arial" pitchFamily="34" charset="0"/>
                </a:rPr>
                <a:t>IP </a:t>
              </a:r>
              <a:r>
                <a:rPr lang="zh-CN" altLang="en-US">
                  <a:solidFill>
                    <a:srgbClr val="333399"/>
                  </a:solidFill>
                  <a:latin typeface="Arial" pitchFamily="34" charset="0"/>
                </a:rPr>
                <a:t>协议版本号为 </a:t>
              </a:r>
              <a:r>
                <a:rPr lang="en-US" altLang="zh-CN">
                  <a:solidFill>
                    <a:srgbClr val="333399"/>
                  </a:solidFill>
                  <a:latin typeface="Arial" pitchFamily="34" charset="0"/>
                </a:rPr>
                <a:t>4 (</a:t>
              </a:r>
              <a:r>
                <a:rPr lang="zh-CN" altLang="en-US">
                  <a:solidFill>
                    <a:srgbClr val="333399"/>
                  </a:solidFill>
                  <a:latin typeface="Arial" pitchFamily="34" charset="0"/>
                </a:rPr>
                <a:t>即 </a:t>
              </a:r>
              <a:r>
                <a:rPr lang="en-US" altLang="zh-CN">
                  <a:solidFill>
                    <a:srgbClr val="333399"/>
                  </a:solidFill>
                  <a:latin typeface="Arial" pitchFamily="34" charset="0"/>
                </a:rPr>
                <a:t>IPv4)</a:t>
              </a:r>
            </a:p>
          </p:txBody>
        </p:sp>
        <p:sp>
          <p:nvSpPr>
            <p:cNvPr id="80945" name="Rectangle 89"/>
            <p:cNvSpPr>
              <a:spLocks noChangeArrowheads="1"/>
            </p:cNvSpPr>
            <p:nvPr/>
          </p:nvSpPr>
          <p:spPr bwMode="auto">
            <a:xfrm>
              <a:off x="703" y="845"/>
              <a:ext cx="635" cy="31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0941" name="AutoShape 91"/>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0942" name="Rectangle 92"/>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
        <p:nvSpPr>
          <p:cNvPr id="80943" name="Text Box 93"/>
          <p:cNvSpPr txBox="1">
            <a:spLocks noChangeArrowheads="1"/>
          </p:cNvSpPr>
          <p:nvPr/>
        </p:nvSpPr>
        <p:spPr bwMode="auto">
          <a:xfrm>
            <a:off x="611188" y="123825"/>
            <a:ext cx="8372475" cy="650875"/>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3600">
                <a:solidFill>
                  <a:schemeClr val="folHlink"/>
                </a:solidFill>
                <a:latin typeface="Arial" pitchFamily="34" charset="0"/>
              </a:rPr>
              <a:t>1.  IP </a:t>
            </a:r>
            <a:r>
              <a:rPr lang="zh-CN" altLang="en-US" sz="3600">
                <a:solidFill>
                  <a:schemeClr val="folHlink"/>
                </a:solidFill>
                <a:latin typeface="Arial" pitchFamily="34" charset="0"/>
              </a:rPr>
              <a:t>数据报首部的固定部分中的各字段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601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1922"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1923"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1924"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25"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26"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27"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28"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29"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0"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1"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2"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3"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4"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5"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6"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7"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38"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1939"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1940"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1941"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1942"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1943"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1944"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1945"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1946"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1947"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1948"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1949"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1950"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1951"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1952"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1953"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1954"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1955"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1956"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1957"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1958"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1959" name="Group 41"/>
          <p:cNvGrpSpPr>
            <a:grpSpLocks/>
          </p:cNvGrpSpPr>
          <p:nvPr/>
        </p:nvGrpSpPr>
        <p:grpSpPr bwMode="auto">
          <a:xfrm>
            <a:off x="1069975" y="3748088"/>
            <a:ext cx="131763" cy="69850"/>
            <a:chOff x="833" y="3024"/>
            <a:chExt cx="78" cy="51"/>
          </a:xfrm>
        </p:grpSpPr>
        <p:sp>
          <p:nvSpPr>
            <p:cNvPr id="81972"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73"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74"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1960" name="Group 45"/>
          <p:cNvGrpSpPr>
            <a:grpSpLocks/>
          </p:cNvGrpSpPr>
          <p:nvPr/>
        </p:nvGrpSpPr>
        <p:grpSpPr bwMode="auto">
          <a:xfrm>
            <a:off x="8937625" y="3757613"/>
            <a:ext cx="131763" cy="66675"/>
            <a:chOff x="5432" y="3030"/>
            <a:chExt cx="78" cy="51"/>
          </a:xfrm>
        </p:grpSpPr>
        <p:sp>
          <p:nvSpPr>
            <p:cNvPr id="81969"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70"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71"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1961"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1962"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1963"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69071" name="Group 79"/>
          <p:cNvGrpSpPr>
            <a:grpSpLocks/>
          </p:cNvGrpSpPr>
          <p:nvPr/>
        </p:nvGrpSpPr>
        <p:grpSpPr bwMode="auto">
          <a:xfrm>
            <a:off x="1446213" y="1341438"/>
            <a:ext cx="6643687" cy="5102225"/>
            <a:chOff x="911" y="845"/>
            <a:chExt cx="4185" cy="3214"/>
          </a:xfrm>
        </p:grpSpPr>
        <p:sp>
          <p:nvSpPr>
            <p:cNvPr id="81967" name="Text Box 74"/>
            <p:cNvSpPr txBox="1">
              <a:spLocks noChangeArrowheads="1"/>
            </p:cNvSpPr>
            <p:nvPr/>
          </p:nvSpPr>
          <p:spPr bwMode="auto">
            <a:xfrm>
              <a:off x="911" y="3194"/>
              <a:ext cx="4185" cy="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rgbClr val="333399"/>
                  </a:solidFill>
                  <a:latin typeface="Arial" pitchFamily="34" charset="0"/>
                </a:rPr>
                <a:t>首部长度</a:t>
              </a:r>
              <a:r>
                <a:rPr lang="en-US" altLang="zh-CN">
                  <a:solidFill>
                    <a:srgbClr val="333399"/>
                  </a:solidFill>
                  <a:latin typeface="Arial" pitchFamily="34" charset="0"/>
                </a:rPr>
                <a:t>——</a:t>
              </a:r>
              <a:r>
                <a:rPr lang="zh-CN" altLang="en-US">
                  <a:solidFill>
                    <a:srgbClr val="333399"/>
                  </a:solidFill>
                  <a:latin typeface="Arial" pitchFamily="34" charset="0"/>
                </a:rPr>
                <a:t>占 </a:t>
              </a:r>
              <a:r>
                <a:rPr lang="en-US" altLang="zh-CN">
                  <a:solidFill>
                    <a:srgbClr val="333399"/>
                  </a:solidFill>
                  <a:latin typeface="Arial" pitchFamily="34" charset="0"/>
                </a:rPr>
                <a:t>4 </a:t>
              </a:r>
              <a:r>
                <a:rPr lang="zh-CN" altLang="en-US">
                  <a:solidFill>
                    <a:srgbClr val="333399"/>
                  </a:solidFill>
                  <a:latin typeface="Arial" pitchFamily="34" charset="0"/>
                </a:rPr>
                <a:t>位，可表示的最大数值</a:t>
              </a:r>
            </a:p>
            <a:p>
              <a:pPr algn="ctr" eaLnBrk="1" hangingPunct="1"/>
              <a:r>
                <a:rPr lang="zh-CN" altLang="en-US">
                  <a:solidFill>
                    <a:srgbClr val="333399"/>
                  </a:solidFill>
                  <a:latin typeface="Arial" pitchFamily="34" charset="0"/>
                </a:rPr>
                <a:t>是 </a:t>
              </a:r>
              <a:r>
                <a:rPr lang="en-US" altLang="zh-CN">
                  <a:solidFill>
                    <a:srgbClr val="333399"/>
                  </a:solidFill>
                  <a:latin typeface="Arial" pitchFamily="34" charset="0"/>
                </a:rPr>
                <a:t>15 </a:t>
              </a:r>
              <a:r>
                <a:rPr lang="zh-CN" altLang="en-US">
                  <a:solidFill>
                    <a:srgbClr val="333399"/>
                  </a:solidFill>
                  <a:latin typeface="Arial" pitchFamily="34" charset="0"/>
                </a:rPr>
                <a:t>个单位</a:t>
              </a:r>
              <a:r>
                <a:rPr lang="en-US" altLang="zh-CN">
                  <a:solidFill>
                    <a:srgbClr val="333399"/>
                  </a:solidFill>
                  <a:latin typeface="Arial" pitchFamily="34" charset="0"/>
                </a:rPr>
                <a:t>(</a:t>
              </a:r>
              <a:r>
                <a:rPr lang="zh-CN" altLang="en-US">
                  <a:solidFill>
                    <a:srgbClr val="333399"/>
                  </a:solidFill>
                  <a:latin typeface="Arial" pitchFamily="34" charset="0"/>
                </a:rPr>
                <a:t>一个单位为 </a:t>
              </a:r>
              <a:r>
                <a:rPr lang="en-US" altLang="zh-CN">
                  <a:solidFill>
                    <a:srgbClr val="333399"/>
                  </a:solidFill>
                  <a:latin typeface="Arial" pitchFamily="34" charset="0"/>
                </a:rPr>
                <a:t>4 </a:t>
              </a:r>
              <a:r>
                <a:rPr lang="zh-CN" altLang="en-US">
                  <a:solidFill>
                    <a:srgbClr val="333399"/>
                  </a:solidFill>
                  <a:latin typeface="Arial" pitchFamily="34" charset="0"/>
                </a:rPr>
                <a:t>字节</a:t>
              </a:r>
              <a:r>
                <a:rPr lang="en-US" altLang="zh-CN">
                  <a:solidFill>
                    <a:srgbClr val="333399"/>
                  </a:solidFill>
                  <a:latin typeface="Arial" pitchFamily="34" charset="0"/>
                </a:rPr>
                <a:t>)</a:t>
              </a:r>
            </a:p>
            <a:p>
              <a:pPr algn="ctr" eaLnBrk="1" hangingPunct="1"/>
              <a:r>
                <a:rPr lang="zh-CN" altLang="en-US">
                  <a:solidFill>
                    <a:srgbClr val="333399"/>
                  </a:solidFill>
                  <a:latin typeface="Arial" pitchFamily="34" charset="0"/>
                </a:rPr>
                <a:t>因此 </a:t>
              </a:r>
              <a:r>
                <a:rPr lang="en-US" altLang="zh-CN">
                  <a:solidFill>
                    <a:srgbClr val="333399"/>
                  </a:solidFill>
                  <a:latin typeface="Arial" pitchFamily="34" charset="0"/>
                </a:rPr>
                <a:t>IP </a:t>
              </a:r>
              <a:r>
                <a:rPr lang="zh-CN" altLang="en-US">
                  <a:solidFill>
                    <a:srgbClr val="333399"/>
                  </a:solidFill>
                  <a:latin typeface="Arial" pitchFamily="34" charset="0"/>
                </a:rPr>
                <a:t>的首部长度的最大值是 </a:t>
              </a:r>
              <a:r>
                <a:rPr lang="en-US" altLang="zh-CN">
                  <a:solidFill>
                    <a:srgbClr val="333399"/>
                  </a:solidFill>
                  <a:latin typeface="Arial" pitchFamily="34" charset="0"/>
                </a:rPr>
                <a:t>60 </a:t>
              </a:r>
              <a:r>
                <a:rPr lang="zh-CN" altLang="en-US">
                  <a:solidFill>
                    <a:srgbClr val="333399"/>
                  </a:solidFill>
                  <a:latin typeface="Arial" pitchFamily="34" charset="0"/>
                </a:rPr>
                <a:t>字节。</a:t>
              </a:r>
            </a:p>
          </p:txBody>
        </p:sp>
        <p:sp>
          <p:nvSpPr>
            <p:cNvPr id="81968" name="Rectangle 78"/>
            <p:cNvSpPr>
              <a:spLocks noChangeArrowheads="1"/>
            </p:cNvSpPr>
            <p:nvPr/>
          </p:nvSpPr>
          <p:spPr bwMode="auto">
            <a:xfrm>
              <a:off x="1303" y="845"/>
              <a:ext cx="658" cy="31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1965" name="AutoShape 80"/>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966" name="Rectangle 81"/>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90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2946"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2947"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2948"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49"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0"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1"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2"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3"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4"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5"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6"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7"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8"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59"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60"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61"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62"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2963"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2964"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2965"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2966"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2967"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2968"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2969"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2970"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2971"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2972"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2973"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2974"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2975"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2976"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2977"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2978"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2979"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2980"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2981"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2982"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2983" name="Group 41"/>
          <p:cNvGrpSpPr>
            <a:grpSpLocks/>
          </p:cNvGrpSpPr>
          <p:nvPr/>
        </p:nvGrpSpPr>
        <p:grpSpPr bwMode="auto">
          <a:xfrm>
            <a:off x="1069975" y="3748088"/>
            <a:ext cx="131763" cy="69850"/>
            <a:chOff x="833" y="3024"/>
            <a:chExt cx="78" cy="51"/>
          </a:xfrm>
        </p:grpSpPr>
        <p:sp>
          <p:nvSpPr>
            <p:cNvPr id="82996"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97"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98"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2984" name="Group 45"/>
          <p:cNvGrpSpPr>
            <a:grpSpLocks/>
          </p:cNvGrpSpPr>
          <p:nvPr/>
        </p:nvGrpSpPr>
        <p:grpSpPr bwMode="auto">
          <a:xfrm>
            <a:off x="8937625" y="3757613"/>
            <a:ext cx="131763" cy="66675"/>
            <a:chOff x="5432" y="3030"/>
            <a:chExt cx="78" cy="51"/>
          </a:xfrm>
        </p:grpSpPr>
        <p:sp>
          <p:nvSpPr>
            <p:cNvPr id="82993"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94"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95"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2985"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2986"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2987"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70096" name="Group 80"/>
          <p:cNvGrpSpPr>
            <a:grpSpLocks/>
          </p:cNvGrpSpPr>
          <p:nvPr/>
        </p:nvGrpSpPr>
        <p:grpSpPr bwMode="auto">
          <a:xfrm>
            <a:off x="958850" y="1341438"/>
            <a:ext cx="7974013" cy="5351462"/>
            <a:chOff x="604" y="845"/>
            <a:chExt cx="5023" cy="3371"/>
          </a:xfrm>
        </p:grpSpPr>
        <p:sp>
          <p:nvSpPr>
            <p:cNvPr id="82991" name="Text Box 74"/>
            <p:cNvSpPr txBox="1">
              <a:spLocks noChangeArrowheads="1"/>
            </p:cNvSpPr>
            <p:nvPr/>
          </p:nvSpPr>
          <p:spPr bwMode="auto">
            <a:xfrm>
              <a:off x="604" y="3008"/>
              <a:ext cx="5023" cy="1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2400">
                  <a:solidFill>
                    <a:schemeClr val="folHlink"/>
                  </a:solidFill>
                  <a:latin typeface="Arial" pitchFamily="34" charset="0"/>
                </a:rPr>
                <a:t>区分服务</a:t>
              </a:r>
              <a:r>
                <a:rPr lang="en-US" altLang="zh-CN" sz="2400">
                  <a:solidFill>
                    <a:schemeClr val="folHlink"/>
                  </a:solidFill>
                  <a:latin typeface="Arial" pitchFamily="34" charset="0"/>
                </a:rPr>
                <a:t>——</a:t>
              </a:r>
              <a:r>
                <a:rPr lang="zh-CN" altLang="en-US" sz="2400">
                  <a:solidFill>
                    <a:schemeClr val="folHlink"/>
                  </a:solidFill>
                  <a:latin typeface="Arial" pitchFamily="34" charset="0"/>
                </a:rPr>
                <a:t>占 </a:t>
              </a:r>
              <a:r>
                <a:rPr lang="en-US" altLang="zh-CN" sz="2400">
                  <a:solidFill>
                    <a:schemeClr val="folHlink"/>
                  </a:solidFill>
                  <a:latin typeface="Arial" pitchFamily="34" charset="0"/>
                </a:rPr>
                <a:t>8 </a:t>
              </a:r>
              <a:r>
                <a:rPr lang="zh-CN" altLang="en-US" sz="2400">
                  <a:solidFill>
                    <a:schemeClr val="folHlink"/>
                  </a:solidFill>
                  <a:latin typeface="Arial" pitchFamily="34" charset="0"/>
                </a:rPr>
                <a:t>位，用来获得更好的服务</a:t>
              </a:r>
            </a:p>
            <a:p>
              <a:pPr algn="ctr" eaLnBrk="1" hangingPunct="1"/>
              <a:r>
                <a:rPr lang="zh-CN" altLang="en-US" sz="2400">
                  <a:solidFill>
                    <a:schemeClr val="folHlink"/>
                  </a:solidFill>
                </a:rPr>
                <a:t>在旧标准中叫做</a:t>
              </a:r>
              <a:r>
                <a:rPr lang="zh-CN" altLang="en-US" sz="2400">
                  <a:solidFill>
                    <a:schemeClr val="hlink"/>
                  </a:solidFill>
                </a:rPr>
                <a:t>服务类型</a:t>
              </a:r>
              <a:r>
                <a:rPr lang="zh-CN" altLang="en-US" sz="2400">
                  <a:solidFill>
                    <a:schemeClr val="folHlink"/>
                  </a:solidFill>
                </a:rPr>
                <a:t>，但实际上一直未被使用过。</a:t>
              </a:r>
            </a:p>
            <a:p>
              <a:pPr algn="ctr" eaLnBrk="1" hangingPunct="1"/>
              <a:r>
                <a:rPr lang="en-US" altLang="zh-CN" sz="2400">
                  <a:solidFill>
                    <a:schemeClr val="folHlink"/>
                  </a:solidFill>
                </a:rPr>
                <a:t>1998 </a:t>
              </a:r>
              <a:r>
                <a:rPr lang="zh-CN" altLang="en-US" sz="2400">
                  <a:solidFill>
                    <a:schemeClr val="folHlink"/>
                  </a:solidFill>
                </a:rPr>
                <a:t>年这个字段改名为</a:t>
              </a:r>
              <a:r>
                <a:rPr lang="zh-CN" altLang="en-US" sz="2400">
                  <a:solidFill>
                    <a:schemeClr val="hlink"/>
                  </a:solidFill>
                </a:rPr>
                <a:t>区分服务</a:t>
              </a:r>
              <a:r>
                <a:rPr lang="zh-CN" altLang="en-US" sz="2400">
                  <a:solidFill>
                    <a:schemeClr val="folHlink"/>
                  </a:solidFill>
                </a:rPr>
                <a:t>。</a:t>
              </a:r>
            </a:p>
            <a:p>
              <a:pPr algn="ctr" eaLnBrk="1" hangingPunct="1"/>
              <a:r>
                <a:rPr lang="zh-CN" altLang="en-US" sz="2400">
                  <a:solidFill>
                    <a:schemeClr val="folHlink"/>
                  </a:solidFill>
                </a:rPr>
                <a:t>只有在使用区分服务（</a:t>
              </a:r>
              <a:r>
                <a:rPr lang="en-US" altLang="zh-CN" sz="2400">
                  <a:solidFill>
                    <a:schemeClr val="folHlink"/>
                  </a:solidFill>
                  <a:latin typeface="Arial" pitchFamily="34" charset="0"/>
                </a:rPr>
                <a:t>DiffServ</a:t>
              </a:r>
              <a:r>
                <a:rPr lang="zh-CN" altLang="en-US" sz="2400">
                  <a:solidFill>
                    <a:schemeClr val="folHlink"/>
                  </a:solidFill>
                </a:rPr>
                <a:t>）时，这个字段才起作用。</a:t>
              </a:r>
            </a:p>
            <a:p>
              <a:pPr algn="ctr" eaLnBrk="1" hangingPunct="1"/>
              <a:r>
                <a:rPr lang="zh-CN" altLang="en-US" sz="2400">
                  <a:solidFill>
                    <a:schemeClr val="folHlink"/>
                  </a:solidFill>
                </a:rPr>
                <a:t>在一般的情况下都不使用这个字段 </a:t>
              </a:r>
            </a:p>
          </p:txBody>
        </p:sp>
        <p:sp>
          <p:nvSpPr>
            <p:cNvPr id="82992" name="Rectangle 76"/>
            <p:cNvSpPr>
              <a:spLocks noChangeArrowheads="1"/>
            </p:cNvSpPr>
            <p:nvPr/>
          </p:nvSpPr>
          <p:spPr bwMode="auto">
            <a:xfrm>
              <a:off x="1950" y="845"/>
              <a:ext cx="1248" cy="31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2989" name="AutoShape 78"/>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2990" name="Rectangle 79"/>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009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3970"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3971"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3972"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73"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74"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75"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76"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77"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78"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79"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80"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81"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82"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83"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84"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85"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3986"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3987"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3988"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3989"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3990"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3991"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3992"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3993"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3994"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3995"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3996"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3997"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3998"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3999"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4000"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4001"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4002"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4003"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4004"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4005"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4006"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4007" name="Group 41"/>
          <p:cNvGrpSpPr>
            <a:grpSpLocks/>
          </p:cNvGrpSpPr>
          <p:nvPr/>
        </p:nvGrpSpPr>
        <p:grpSpPr bwMode="auto">
          <a:xfrm>
            <a:off x="1069975" y="3748088"/>
            <a:ext cx="131763" cy="69850"/>
            <a:chOff x="833" y="3024"/>
            <a:chExt cx="78" cy="51"/>
          </a:xfrm>
        </p:grpSpPr>
        <p:sp>
          <p:nvSpPr>
            <p:cNvPr id="84020"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021"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022"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4008" name="Group 45"/>
          <p:cNvGrpSpPr>
            <a:grpSpLocks/>
          </p:cNvGrpSpPr>
          <p:nvPr/>
        </p:nvGrpSpPr>
        <p:grpSpPr bwMode="auto">
          <a:xfrm>
            <a:off x="8937625" y="3757613"/>
            <a:ext cx="131763" cy="66675"/>
            <a:chOff x="5432" y="3030"/>
            <a:chExt cx="78" cy="51"/>
          </a:xfrm>
        </p:grpSpPr>
        <p:sp>
          <p:nvSpPr>
            <p:cNvPr id="84017"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018"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019"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4009"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4010"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4011"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68048" name="Group 80"/>
          <p:cNvGrpSpPr>
            <a:grpSpLocks/>
          </p:cNvGrpSpPr>
          <p:nvPr/>
        </p:nvGrpSpPr>
        <p:grpSpPr bwMode="auto">
          <a:xfrm>
            <a:off x="-3175" y="1341438"/>
            <a:ext cx="9232900" cy="5529262"/>
            <a:chOff x="-2" y="845"/>
            <a:chExt cx="5816" cy="3483"/>
          </a:xfrm>
        </p:grpSpPr>
        <p:sp>
          <p:nvSpPr>
            <p:cNvPr id="84015" name="Text Box 74"/>
            <p:cNvSpPr txBox="1">
              <a:spLocks noChangeArrowheads="1"/>
            </p:cNvSpPr>
            <p:nvPr/>
          </p:nvSpPr>
          <p:spPr bwMode="auto">
            <a:xfrm>
              <a:off x="-2" y="3194"/>
              <a:ext cx="5816" cy="11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rgbClr val="333399"/>
                  </a:solidFill>
                  <a:latin typeface="Arial" pitchFamily="34" charset="0"/>
                </a:rPr>
                <a:t>总长度</a:t>
              </a:r>
              <a:r>
                <a:rPr lang="en-US" altLang="zh-CN">
                  <a:solidFill>
                    <a:srgbClr val="333399"/>
                  </a:solidFill>
                  <a:latin typeface="Arial" pitchFamily="34" charset="0"/>
                </a:rPr>
                <a:t>——</a:t>
              </a:r>
              <a:r>
                <a:rPr lang="zh-CN" altLang="en-US">
                  <a:solidFill>
                    <a:srgbClr val="333399"/>
                  </a:solidFill>
                  <a:latin typeface="Arial" pitchFamily="34" charset="0"/>
                </a:rPr>
                <a:t>占 </a:t>
              </a:r>
              <a:r>
                <a:rPr lang="en-US" altLang="zh-CN">
                  <a:solidFill>
                    <a:srgbClr val="333399"/>
                  </a:solidFill>
                  <a:latin typeface="Arial" pitchFamily="34" charset="0"/>
                </a:rPr>
                <a:t>16 </a:t>
              </a:r>
              <a:r>
                <a:rPr lang="zh-CN" altLang="en-US">
                  <a:solidFill>
                    <a:srgbClr val="333399"/>
                  </a:solidFill>
                  <a:latin typeface="Arial" pitchFamily="34" charset="0"/>
                </a:rPr>
                <a:t>位，指首部和数据之和的长度，</a:t>
              </a:r>
            </a:p>
            <a:p>
              <a:pPr algn="ctr" eaLnBrk="1" hangingPunct="1"/>
              <a:r>
                <a:rPr lang="zh-CN" altLang="en-US">
                  <a:solidFill>
                    <a:srgbClr val="333399"/>
                  </a:solidFill>
                  <a:latin typeface="Arial" pitchFamily="34" charset="0"/>
                </a:rPr>
                <a:t>单位为字节，因此数据报的最大长度为 </a:t>
              </a:r>
              <a:r>
                <a:rPr lang="en-US" altLang="zh-CN">
                  <a:solidFill>
                    <a:srgbClr val="333399"/>
                  </a:solidFill>
                  <a:latin typeface="Arial" pitchFamily="34" charset="0"/>
                </a:rPr>
                <a:t>65535 </a:t>
              </a:r>
              <a:r>
                <a:rPr lang="zh-CN" altLang="en-US">
                  <a:solidFill>
                    <a:srgbClr val="333399"/>
                  </a:solidFill>
                  <a:latin typeface="Arial" pitchFamily="34" charset="0"/>
                </a:rPr>
                <a:t>字节。</a:t>
              </a:r>
            </a:p>
            <a:p>
              <a:pPr algn="ctr" eaLnBrk="1" hangingPunct="1"/>
              <a:r>
                <a:rPr lang="zh-CN" altLang="en-US">
                  <a:solidFill>
                    <a:srgbClr val="333399"/>
                  </a:solidFill>
                  <a:latin typeface="Arial" pitchFamily="34" charset="0"/>
                </a:rPr>
                <a:t>总长度必须不超过最大传送单元 </a:t>
              </a:r>
              <a:r>
                <a:rPr lang="en-US" altLang="zh-CN">
                  <a:solidFill>
                    <a:srgbClr val="333399"/>
                  </a:solidFill>
                  <a:latin typeface="Arial" pitchFamily="34" charset="0"/>
                </a:rPr>
                <a:t>MTU</a:t>
              </a:r>
              <a:r>
                <a:rPr lang="zh-CN" altLang="en-US">
                  <a:solidFill>
                    <a:srgbClr val="333399"/>
                  </a:solidFill>
                  <a:latin typeface="Arial" pitchFamily="34" charset="0"/>
                </a:rPr>
                <a:t>（受制于数据链路层</a:t>
              </a:r>
            </a:p>
            <a:p>
              <a:pPr algn="ctr" eaLnBrk="1" hangingPunct="1"/>
              <a:r>
                <a:rPr lang="zh-CN" altLang="en-US">
                  <a:solidFill>
                    <a:srgbClr val="333399"/>
                  </a:solidFill>
                  <a:latin typeface="Arial" pitchFamily="34" charset="0"/>
                </a:rPr>
                <a:t>协议的最大帧长）。</a:t>
              </a:r>
              <a:r>
                <a:rPr lang="zh-CN" altLang="en-US">
                  <a:ea typeface="宋体" pitchFamily="2" charset="-122"/>
                </a:rPr>
                <a:t> </a:t>
              </a:r>
            </a:p>
          </p:txBody>
        </p:sp>
        <p:sp>
          <p:nvSpPr>
            <p:cNvPr id="84016" name="Rectangle 79"/>
            <p:cNvSpPr>
              <a:spLocks noChangeArrowheads="1"/>
            </p:cNvSpPr>
            <p:nvPr/>
          </p:nvSpPr>
          <p:spPr bwMode="auto">
            <a:xfrm>
              <a:off x="3208" y="845"/>
              <a:ext cx="2484" cy="30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4013" name="AutoShape 81"/>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014" name="Rectangle 82"/>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80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4994"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995"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4996"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997"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998"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4999"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0"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1"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2"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3"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4"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5"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6"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7"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8"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09"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10"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5011"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5012"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5013"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5014"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5015"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5016"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5017"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5018"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5019"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5020"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5021"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5022"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5023"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5024"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5025"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5026"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5027"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5028"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5029"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5030"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5031" name="Group 41"/>
          <p:cNvGrpSpPr>
            <a:grpSpLocks/>
          </p:cNvGrpSpPr>
          <p:nvPr/>
        </p:nvGrpSpPr>
        <p:grpSpPr bwMode="auto">
          <a:xfrm>
            <a:off x="1069975" y="3748088"/>
            <a:ext cx="131763" cy="69850"/>
            <a:chOff x="833" y="3024"/>
            <a:chExt cx="78" cy="51"/>
          </a:xfrm>
        </p:grpSpPr>
        <p:sp>
          <p:nvSpPr>
            <p:cNvPr id="85044"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45"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46"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5032" name="Group 45"/>
          <p:cNvGrpSpPr>
            <a:grpSpLocks/>
          </p:cNvGrpSpPr>
          <p:nvPr/>
        </p:nvGrpSpPr>
        <p:grpSpPr bwMode="auto">
          <a:xfrm>
            <a:off x="8937625" y="3757613"/>
            <a:ext cx="131763" cy="66675"/>
            <a:chOff x="5432" y="3030"/>
            <a:chExt cx="78" cy="51"/>
          </a:xfrm>
        </p:grpSpPr>
        <p:sp>
          <p:nvSpPr>
            <p:cNvPr id="85041"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42"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43"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5033"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5034"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5035"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71117" name="Group 77"/>
          <p:cNvGrpSpPr>
            <a:grpSpLocks/>
          </p:cNvGrpSpPr>
          <p:nvPr/>
        </p:nvGrpSpPr>
        <p:grpSpPr bwMode="auto">
          <a:xfrm>
            <a:off x="1116013" y="1789113"/>
            <a:ext cx="6967537" cy="5081587"/>
            <a:chOff x="703" y="1127"/>
            <a:chExt cx="4389" cy="3201"/>
          </a:xfrm>
        </p:grpSpPr>
        <p:sp>
          <p:nvSpPr>
            <p:cNvPr id="85039" name="Text Box 74"/>
            <p:cNvSpPr txBox="1">
              <a:spLocks noChangeArrowheads="1"/>
            </p:cNvSpPr>
            <p:nvPr/>
          </p:nvSpPr>
          <p:spPr bwMode="auto">
            <a:xfrm>
              <a:off x="720" y="3194"/>
              <a:ext cx="4372" cy="11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rgbClr val="333399"/>
                  </a:solidFill>
                  <a:latin typeface="Arial" pitchFamily="34" charset="0"/>
                </a:rPr>
                <a:t>标识</a:t>
              </a:r>
              <a:r>
                <a:rPr lang="en-US" altLang="zh-CN">
                  <a:solidFill>
                    <a:srgbClr val="333399"/>
                  </a:solidFill>
                  <a:latin typeface="Arial" pitchFamily="34" charset="0"/>
                </a:rPr>
                <a:t>(identification)    </a:t>
              </a:r>
              <a:r>
                <a:rPr lang="zh-CN" altLang="en-US">
                  <a:solidFill>
                    <a:srgbClr val="333399"/>
                  </a:solidFill>
                  <a:latin typeface="Arial" pitchFamily="34" charset="0"/>
                </a:rPr>
                <a:t>占 </a:t>
              </a:r>
              <a:r>
                <a:rPr lang="en-US" altLang="zh-CN">
                  <a:solidFill>
                    <a:srgbClr val="333399"/>
                  </a:solidFill>
                  <a:latin typeface="Arial" pitchFamily="34" charset="0"/>
                </a:rPr>
                <a:t>16 </a:t>
              </a:r>
              <a:r>
                <a:rPr lang="zh-CN" altLang="en-US">
                  <a:solidFill>
                    <a:srgbClr val="333399"/>
                  </a:solidFill>
                  <a:latin typeface="Arial" pitchFamily="34" charset="0"/>
                </a:rPr>
                <a:t>位，</a:t>
              </a:r>
            </a:p>
            <a:p>
              <a:pPr algn="ctr" eaLnBrk="1" hangingPunct="1"/>
              <a:r>
                <a:rPr lang="zh-CN" altLang="en-US">
                  <a:solidFill>
                    <a:srgbClr val="333399"/>
                  </a:solidFill>
                  <a:latin typeface="Arial" pitchFamily="34" charset="0"/>
                </a:rPr>
                <a:t>它是一个计数器，用来产生数据报的标识。</a:t>
              </a:r>
            </a:p>
            <a:p>
              <a:pPr algn="ctr" eaLnBrk="1" hangingPunct="1"/>
              <a:r>
                <a:rPr lang="zh-CN" altLang="en-US">
                  <a:solidFill>
                    <a:srgbClr val="333399"/>
                  </a:solidFill>
                  <a:latin typeface="Arial" pitchFamily="34" charset="0"/>
                </a:rPr>
                <a:t>分片后的数据报的统一一致的编号，</a:t>
              </a:r>
            </a:p>
            <a:p>
              <a:pPr algn="ctr" eaLnBrk="1" hangingPunct="1"/>
              <a:r>
                <a:rPr lang="zh-CN" altLang="en-US">
                  <a:solidFill>
                    <a:srgbClr val="333399"/>
                  </a:solidFill>
                  <a:latin typeface="Arial" pitchFamily="34" charset="0"/>
                </a:rPr>
                <a:t>用于标识出分片所属的数据报。 </a:t>
              </a:r>
            </a:p>
          </p:txBody>
        </p:sp>
        <p:sp>
          <p:nvSpPr>
            <p:cNvPr id="85040" name="Rectangle 76"/>
            <p:cNvSpPr>
              <a:spLocks noChangeArrowheads="1"/>
            </p:cNvSpPr>
            <p:nvPr/>
          </p:nvSpPr>
          <p:spPr bwMode="auto">
            <a:xfrm>
              <a:off x="703" y="1127"/>
              <a:ext cx="2484" cy="30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5037" name="AutoShape 78"/>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5038" name="Rectangle 79"/>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111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6018"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6019"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6020"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1"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2"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3"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4"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5"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6"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7"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8"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29"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30"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31"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32"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33"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34"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6035"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6036"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6037"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6038"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6039"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6040"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6041"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6042"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6043"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6044"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6045"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6046" name="Rectangle 31"/>
          <p:cNvSpPr>
            <a:spLocks noChangeArrowheads="1"/>
          </p:cNvSpPr>
          <p:nvPr/>
        </p:nvSpPr>
        <p:spPr bwMode="auto">
          <a:xfrm>
            <a:off x="3303588"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
        <p:nvSpPr>
          <p:cNvPr id="86047"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6048"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6049"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6050"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6051"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6052"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6053"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6054" name="Rectangle 39"/>
          <p:cNvSpPr>
            <a:spLocks noChangeArrowheads="1"/>
          </p:cNvSpPr>
          <p:nvPr/>
        </p:nvSpPr>
        <p:spPr bwMode="auto">
          <a:xfrm>
            <a:off x="681038"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6055"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6056" name="Group 41"/>
          <p:cNvGrpSpPr>
            <a:grpSpLocks/>
          </p:cNvGrpSpPr>
          <p:nvPr/>
        </p:nvGrpSpPr>
        <p:grpSpPr bwMode="auto">
          <a:xfrm>
            <a:off x="1069975" y="3748088"/>
            <a:ext cx="131763" cy="69850"/>
            <a:chOff x="833" y="3024"/>
            <a:chExt cx="78" cy="51"/>
          </a:xfrm>
        </p:grpSpPr>
        <p:sp>
          <p:nvSpPr>
            <p:cNvPr id="86067"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68"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69"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6057" name="Group 45"/>
          <p:cNvGrpSpPr>
            <a:grpSpLocks/>
          </p:cNvGrpSpPr>
          <p:nvPr/>
        </p:nvGrpSpPr>
        <p:grpSpPr bwMode="auto">
          <a:xfrm>
            <a:off x="8937625" y="3757613"/>
            <a:ext cx="131763" cy="66675"/>
            <a:chOff x="5432" y="3030"/>
            <a:chExt cx="78" cy="51"/>
          </a:xfrm>
        </p:grpSpPr>
        <p:sp>
          <p:nvSpPr>
            <p:cNvPr id="86064"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65"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66"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6058"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6059"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6060"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sp>
        <p:nvSpPr>
          <p:cNvPr id="86061" name="Text Box 73"/>
          <p:cNvSpPr txBox="1">
            <a:spLocks noChangeArrowheads="1"/>
          </p:cNvSpPr>
          <p:nvPr/>
        </p:nvSpPr>
        <p:spPr bwMode="auto">
          <a:xfrm>
            <a:off x="107950" y="4657725"/>
            <a:ext cx="9229725" cy="2227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标志</a:t>
            </a:r>
            <a:r>
              <a:rPr lang="en-US" altLang="zh-CN">
                <a:solidFill>
                  <a:srgbClr val="333399"/>
                </a:solidFill>
                <a:latin typeface="Arial" pitchFamily="34" charset="0"/>
              </a:rPr>
              <a:t>(flag)    </a:t>
            </a:r>
            <a:r>
              <a:rPr lang="zh-CN" altLang="en-US">
                <a:solidFill>
                  <a:srgbClr val="333399"/>
                </a:solidFill>
                <a:latin typeface="Arial" pitchFamily="34" charset="0"/>
              </a:rPr>
              <a:t>占 </a:t>
            </a:r>
            <a:r>
              <a:rPr lang="en-US" altLang="zh-CN">
                <a:solidFill>
                  <a:srgbClr val="333399"/>
                </a:solidFill>
                <a:latin typeface="Arial" pitchFamily="34" charset="0"/>
              </a:rPr>
              <a:t>3 </a:t>
            </a:r>
            <a:r>
              <a:rPr lang="zh-CN" altLang="en-US">
                <a:solidFill>
                  <a:srgbClr val="333399"/>
                </a:solidFill>
                <a:latin typeface="Arial" pitchFamily="34" charset="0"/>
              </a:rPr>
              <a:t>位，目前只有前两位有意义。</a:t>
            </a:r>
          </a:p>
          <a:p>
            <a:pPr eaLnBrk="1" hangingPunct="1"/>
            <a:r>
              <a:rPr lang="zh-CN" altLang="en-US">
                <a:solidFill>
                  <a:srgbClr val="333399"/>
                </a:solidFill>
                <a:latin typeface="Arial" pitchFamily="34" charset="0"/>
              </a:rPr>
              <a:t>标志字段的最低位是 </a:t>
            </a:r>
            <a:r>
              <a:rPr lang="en-US" altLang="zh-CN" b="1">
                <a:solidFill>
                  <a:srgbClr val="333399"/>
                </a:solidFill>
                <a:latin typeface="Arial" pitchFamily="34" charset="0"/>
              </a:rPr>
              <a:t>MF</a:t>
            </a:r>
            <a:r>
              <a:rPr lang="en-US" altLang="zh-CN">
                <a:solidFill>
                  <a:srgbClr val="333399"/>
                </a:solidFill>
                <a:latin typeface="Arial" pitchFamily="34" charset="0"/>
              </a:rPr>
              <a:t> (More Fragment)</a:t>
            </a:r>
            <a:r>
              <a:rPr lang="zh-CN" altLang="en-US">
                <a:solidFill>
                  <a:srgbClr val="333399"/>
                </a:solidFill>
                <a:latin typeface="Arial" pitchFamily="34" charset="0"/>
              </a:rPr>
              <a:t>。</a:t>
            </a:r>
          </a:p>
          <a:p>
            <a:pPr eaLnBrk="1" hangingPunct="1"/>
            <a:r>
              <a:rPr lang="en-US" altLang="zh-CN">
                <a:solidFill>
                  <a:srgbClr val="333399"/>
                </a:solidFill>
                <a:latin typeface="Arial" pitchFamily="34" charset="0"/>
              </a:rPr>
              <a:t>MF </a:t>
            </a:r>
            <a:r>
              <a:rPr lang="en-US" altLang="zh-CN">
                <a:solidFill>
                  <a:srgbClr val="333399"/>
                </a:solidFill>
                <a:latin typeface="Arial" pitchFamily="34" charset="0"/>
                <a:sym typeface="Symbol" pitchFamily="18" charset="2"/>
              </a:rPr>
              <a:t></a:t>
            </a:r>
            <a:r>
              <a:rPr lang="en-US" altLang="zh-CN">
                <a:solidFill>
                  <a:srgbClr val="333399"/>
                </a:solidFill>
                <a:latin typeface="Arial" pitchFamily="34" charset="0"/>
              </a:rPr>
              <a:t> 1 </a:t>
            </a:r>
            <a:r>
              <a:rPr lang="zh-CN" altLang="en-US">
                <a:solidFill>
                  <a:srgbClr val="333399"/>
                </a:solidFill>
                <a:latin typeface="Arial" pitchFamily="34" charset="0"/>
              </a:rPr>
              <a:t>表示后面“还有分片”。</a:t>
            </a:r>
            <a:r>
              <a:rPr lang="en-US" altLang="zh-CN">
                <a:solidFill>
                  <a:srgbClr val="333399"/>
                </a:solidFill>
                <a:latin typeface="Arial" pitchFamily="34" charset="0"/>
              </a:rPr>
              <a:t>MF </a:t>
            </a:r>
            <a:r>
              <a:rPr lang="en-US" altLang="zh-CN">
                <a:solidFill>
                  <a:srgbClr val="333399"/>
                </a:solidFill>
                <a:latin typeface="Arial" pitchFamily="34" charset="0"/>
                <a:sym typeface="Symbol" pitchFamily="18" charset="2"/>
              </a:rPr>
              <a:t></a:t>
            </a:r>
            <a:r>
              <a:rPr lang="en-US" altLang="zh-CN">
                <a:solidFill>
                  <a:srgbClr val="333399"/>
                </a:solidFill>
                <a:latin typeface="Arial" pitchFamily="34" charset="0"/>
              </a:rPr>
              <a:t> 0 </a:t>
            </a:r>
            <a:r>
              <a:rPr lang="zh-CN" altLang="en-US">
                <a:solidFill>
                  <a:srgbClr val="333399"/>
                </a:solidFill>
                <a:latin typeface="Arial" pitchFamily="34" charset="0"/>
              </a:rPr>
              <a:t>表示最后一个分片。</a:t>
            </a:r>
          </a:p>
          <a:p>
            <a:pPr eaLnBrk="1" hangingPunct="1"/>
            <a:r>
              <a:rPr lang="zh-CN" altLang="en-US">
                <a:solidFill>
                  <a:srgbClr val="333399"/>
                </a:solidFill>
                <a:latin typeface="Arial" pitchFamily="34" charset="0"/>
              </a:rPr>
              <a:t>标志字段中间的一位是 </a:t>
            </a:r>
            <a:r>
              <a:rPr lang="en-US" altLang="zh-CN" b="1">
                <a:solidFill>
                  <a:srgbClr val="333399"/>
                </a:solidFill>
                <a:latin typeface="Arial" pitchFamily="34" charset="0"/>
              </a:rPr>
              <a:t>DF</a:t>
            </a:r>
            <a:r>
              <a:rPr lang="en-US" altLang="zh-CN">
                <a:solidFill>
                  <a:srgbClr val="333399"/>
                </a:solidFill>
                <a:latin typeface="Arial" pitchFamily="34" charset="0"/>
              </a:rPr>
              <a:t> (Don</a:t>
            </a:r>
            <a:r>
              <a:rPr lang="en-US" altLang="zh-CN">
                <a:solidFill>
                  <a:srgbClr val="333399"/>
                </a:solidFill>
                <a:latin typeface="Arial" pitchFamily="34" charset="0"/>
                <a:cs typeface="Arial" pitchFamily="34" charset="0"/>
              </a:rPr>
              <a:t>'</a:t>
            </a:r>
            <a:r>
              <a:rPr lang="en-US" altLang="zh-CN">
                <a:solidFill>
                  <a:srgbClr val="333399"/>
                </a:solidFill>
                <a:latin typeface="Arial" pitchFamily="34" charset="0"/>
              </a:rPr>
              <a:t>t Fragment) </a:t>
            </a:r>
            <a:r>
              <a:rPr lang="zh-CN" altLang="en-US">
                <a:solidFill>
                  <a:srgbClr val="333399"/>
                </a:solidFill>
                <a:latin typeface="Arial" pitchFamily="34" charset="0"/>
              </a:rPr>
              <a:t>。</a:t>
            </a:r>
          </a:p>
          <a:p>
            <a:pPr eaLnBrk="1" hangingPunct="1"/>
            <a:r>
              <a:rPr lang="zh-CN" altLang="en-US">
                <a:solidFill>
                  <a:srgbClr val="333399"/>
                </a:solidFill>
                <a:latin typeface="Arial" pitchFamily="34" charset="0"/>
              </a:rPr>
              <a:t>只有当 </a:t>
            </a:r>
            <a:r>
              <a:rPr lang="en-US" altLang="zh-CN">
                <a:solidFill>
                  <a:srgbClr val="333399"/>
                </a:solidFill>
                <a:latin typeface="Arial" pitchFamily="34" charset="0"/>
              </a:rPr>
              <a:t>DF </a:t>
            </a:r>
            <a:r>
              <a:rPr lang="en-US" altLang="zh-CN">
                <a:solidFill>
                  <a:srgbClr val="333399"/>
                </a:solidFill>
                <a:latin typeface="Arial" pitchFamily="34" charset="0"/>
                <a:sym typeface="Symbol" pitchFamily="18" charset="2"/>
              </a:rPr>
              <a:t></a:t>
            </a:r>
            <a:r>
              <a:rPr lang="en-US" altLang="zh-CN">
                <a:solidFill>
                  <a:srgbClr val="333399"/>
                </a:solidFill>
                <a:latin typeface="Arial" pitchFamily="34" charset="0"/>
              </a:rPr>
              <a:t> 0 </a:t>
            </a:r>
            <a:r>
              <a:rPr lang="zh-CN" altLang="en-US">
                <a:solidFill>
                  <a:srgbClr val="333399"/>
                </a:solidFill>
                <a:latin typeface="Arial" pitchFamily="34" charset="0"/>
              </a:rPr>
              <a:t>时才允许分片。</a:t>
            </a:r>
            <a:r>
              <a:rPr lang="zh-CN" altLang="en-US">
                <a:solidFill>
                  <a:srgbClr val="333399"/>
                </a:solidFill>
                <a:ea typeface="宋体" pitchFamily="2" charset="-122"/>
              </a:rPr>
              <a:t> </a:t>
            </a:r>
          </a:p>
        </p:txBody>
      </p:sp>
      <p:sp>
        <p:nvSpPr>
          <p:cNvPr id="1029194" name="Rectangle 74"/>
          <p:cNvSpPr>
            <a:spLocks noChangeArrowheads="1"/>
          </p:cNvSpPr>
          <p:nvPr/>
        </p:nvSpPr>
        <p:spPr bwMode="auto">
          <a:xfrm>
            <a:off x="5076825" y="1808163"/>
            <a:ext cx="790575" cy="487362"/>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063" name="AutoShape 75"/>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1029194"/>
                                        </p:tgtEl>
                                        <p:attrNameLst>
                                          <p:attrName>style.visibility</p:attrName>
                                        </p:attrNameLst>
                                      </p:cBhvr>
                                      <p:to>
                                        <p:strVal val="visible"/>
                                      </p:to>
                                    </p:set>
                                  </p:childTnLst>
                                </p:cTn>
                              </p:par>
                            </p:childTnLst>
                          </p:cTn>
                        </p:par>
                        <p:par>
                          <p:cTn id="7" fill="hold" nodeType="afterGroup">
                            <p:stCondLst>
                              <p:cond delay="500"/>
                            </p:stCondLst>
                            <p:childTnLst>
                              <p:par>
                                <p:cTn id="8" presetID="35" presetClass="emph" presetSubtype="0" repeatCount="3000" fill="hold" grpId="1" nodeType="afterEffect">
                                  <p:stCondLst>
                                    <p:cond delay="0"/>
                                  </p:stCondLst>
                                  <p:childTnLst>
                                    <p:anim calcmode="discrete" valueType="str">
                                      <p:cBhvr>
                                        <p:cTn id="9" dur="1000" fill="hold"/>
                                        <p:tgtEl>
                                          <p:spTgt spid="102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194" grpId="0" animBg="1"/>
      <p:bldP spid="1029194" grpId="1" animBg="1"/>
    </p:bldLst>
  </p:timing>
</p:sld>
</file>

<file path=ppt/slides/slide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7042"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043"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7044"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45"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46"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47"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48"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49"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0"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1"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2"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3"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4"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5"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6"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7"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58"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7059"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7060"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7061"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7062"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7063"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7064"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7065"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7066"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7067"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7068"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7069"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7070"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7071"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7072"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7073"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7074"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7075"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7076"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7077"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7078"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7079" name="Group 41"/>
          <p:cNvGrpSpPr>
            <a:grpSpLocks/>
          </p:cNvGrpSpPr>
          <p:nvPr/>
        </p:nvGrpSpPr>
        <p:grpSpPr bwMode="auto">
          <a:xfrm>
            <a:off x="1069975" y="3748088"/>
            <a:ext cx="131763" cy="69850"/>
            <a:chOff x="833" y="3024"/>
            <a:chExt cx="78" cy="51"/>
          </a:xfrm>
        </p:grpSpPr>
        <p:sp>
          <p:nvSpPr>
            <p:cNvPr id="87092"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93"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94"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7080" name="Group 45"/>
          <p:cNvGrpSpPr>
            <a:grpSpLocks/>
          </p:cNvGrpSpPr>
          <p:nvPr/>
        </p:nvGrpSpPr>
        <p:grpSpPr bwMode="auto">
          <a:xfrm>
            <a:off x="8937625" y="3757613"/>
            <a:ext cx="131763" cy="66675"/>
            <a:chOff x="5432" y="3030"/>
            <a:chExt cx="78" cy="51"/>
          </a:xfrm>
        </p:grpSpPr>
        <p:sp>
          <p:nvSpPr>
            <p:cNvPr id="87089"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90"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91"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7081"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7082"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7083"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73166" name="Group 78"/>
          <p:cNvGrpSpPr>
            <a:grpSpLocks/>
          </p:cNvGrpSpPr>
          <p:nvPr/>
        </p:nvGrpSpPr>
        <p:grpSpPr bwMode="auto">
          <a:xfrm>
            <a:off x="1285875" y="1624013"/>
            <a:ext cx="7858125" cy="5233987"/>
            <a:chOff x="707" y="1117"/>
            <a:chExt cx="4950" cy="3297"/>
          </a:xfrm>
        </p:grpSpPr>
        <p:sp>
          <p:nvSpPr>
            <p:cNvPr id="87087" name="Text Box 74"/>
            <p:cNvSpPr txBox="1">
              <a:spLocks noChangeArrowheads="1"/>
            </p:cNvSpPr>
            <p:nvPr/>
          </p:nvSpPr>
          <p:spPr bwMode="auto">
            <a:xfrm>
              <a:off x="707" y="3172"/>
              <a:ext cx="4397" cy="12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10000"/>
                </a:lnSpc>
              </a:pPr>
              <a:r>
                <a:rPr lang="zh-CN" altLang="en-US">
                  <a:solidFill>
                    <a:srgbClr val="333399"/>
                  </a:solidFill>
                  <a:latin typeface="Arial" pitchFamily="34" charset="0"/>
                </a:rPr>
                <a:t>片偏移</a:t>
              </a:r>
              <a:r>
                <a:rPr lang="en-US" altLang="zh-CN">
                  <a:solidFill>
                    <a:srgbClr val="333399"/>
                  </a:solidFill>
                  <a:latin typeface="Arial" pitchFamily="34" charset="0"/>
                </a:rPr>
                <a:t>(12 </a:t>
              </a:r>
              <a:r>
                <a:rPr lang="zh-CN" altLang="en-US">
                  <a:solidFill>
                    <a:srgbClr val="333399"/>
                  </a:solidFill>
                  <a:latin typeface="Arial" pitchFamily="34" charset="0"/>
                </a:rPr>
                <a:t>位</a:t>
              </a:r>
              <a:r>
                <a:rPr lang="en-US" altLang="zh-CN">
                  <a:solidFill>
                    <a:srgbClr val="333399"/>
                  </a:solidFill>
                  <a:latin typeface="Arial" pitchFamily="34" charset="0"/>
                </a:rPr>
                <a:t>)</a:t>
              </a:r>
              <a:r>
                <a:rPr lang="zh-CN" altLang="en-US">
                  <a:solidFill>
                    <a:srgbClr val="333399"/>
                  </a:solidFill>
                  <a:latin typeface="Arial" pitchFamily="34" charset="0"/>
                </a:rPr>
                <a:t>指出：较长的分组在分片后</a:t>
              </a:r>
            </a:p>
            <a:p>
              <a:pPr algn="ctr" eaLnBrk="1" hangingPunct="1">
                <a:lnSpc>
                  <a:spcPct val="110000"/>
                </a:lnSpc>
              </a:pPr>
              <a:r>
                <a:rPr lang="zh-CN" altLang="en-US">
                  <a:solidFill>
                    <a:srgbClr val="333399"/>
                  </a:solidFill>
                  <a:latin typeface="Arial" pitchFamily="34" charset="0"/>
                </a:rPr>
                <a:t>某片在原分组中的相对位置。</a:t>
              </a:r>
            </a:p>
            <a:p>
              <a:pPr algn="ctr" eaLnBrk="1" hangingPunct="1">
                <a:lnSpc>
                  <a:spcPct val="110000"/>
                </a:lnSpc>
              </a:pPr>
              <a:r>
                <a:rPr lang="zh-CN" altLang="en-US">
                  <a:solidFill>
                    <a:srgbClr val="333399"/>
                  </a:solidFill>
                  <a:latin typeface="Arial" pitchFamily="34" charset="0"/>
                </a:rPr>
                <a:t>片偏移以 </a:t>
              </a:r>
              <a:r>
                <a:rPr lang="en-US" altLang="zh-CN">
                  <a:solidFill>
                    <a:srgbClr val="333399"/>
                  </a:solidFill>
                  <a:latin typeface="Arial" pitchFamily="34" charset="0"/>
                </a:rPr>
                <a:t>8 </a:t>
              </a:r>
              <a:r>
                <a:rPr lang="zh-CN" altLang="en-US">
                  <a:solidFill>
                    <a:srgbClr val="333399"/>
                  </a:solidFill>
                  <a:latin typeface="Arial" pitchFamily="34" charset="0"/>
                </a:rPr>
                <a:t>个字节为偏移单位。意味着每个</a:t>
              </a:r>
            </a:p>
            <a:p>
              <a:pPr algn="ctr" eaLnBrk="1" hangingPunct="1">
                <a:lnSpc>
                  <a:spcPct val="110000"/>
                </a:lnSpc>
              </a:pPr>
              <a:r>
                <a:rPr lang="zh-CN" altLang="en-US">
                  <a:solidFill>
                    <a:srgbClr val="333399"/>
                  </a:solidFill>
                  <a:latin typeface="Arial" pitchFamily="34" charset="0"/>
                </a:rPr>
                <a:t>分片是</a:t>
              </a:r>
              <a:r>
                <a:rPr lang="en-US" altLang="zh-CN">
                  <a:solidFill>
                    <a:srgbClr val="333399"/>
                  </a:solidFill>
                  <a:latin typeface="Arial" pitchFamily="34" charset="0"/>
                </a:rPr>
                <a:t>8</a:t>
              </a:r>
              <a:r>
                <a:rPr lang="zh-CN" altLang="en-US">
                  <a:solidFill>
                    <a:srgbClr val="333399"/>
                  </a:solidFill>
                  <a:latin typeface="Arial" pitchFamily="34" charset="0"/>
                </a:rPr>
                <a:t>字节的整数倍。</a:t>
              </a:r>
            </a:p>
          </p:txBody>
        </p:sp>
        <p:sp>
          <p:nvSpPr>
            <p:cNvPr id="87088" name="Rectangle 75"/>
            <p:cNvSpPr>
              <a:spLocks noChangeArrowheads="1"/>
            </p:cNvSpPr>
            <p:nvPr/>
          </p:nvSpPr>
          <p:spPr bwMode="auto">
            <a:xfrm>
              <a:off x="3696" y="1117"/>
              <a:ext cx="1961" cy="30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7085" name="AutoShape 77"/>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086" name="Rectangle 79"/>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31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8066" name="Rectangle 4"/>
          <p:cNvSpPr>
            <a:spLocks noChangeArrowheads="1"/>
          </p:cNvSpPr>
          <p:nvPr/>
        </p:nvSpPr>
        <p:spPr bwMode="auto">
          <a:xfrm>
            <a:off x="2765425" y="2239963"/>
            <a:ext cx="4830763" cy="46355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067" name="Text Box 5"/>
          <p:cNvSpPr txBox="1">
            <a:spLocks noChangeArrowheads="1"/>
          </p:cNvSpPr>
          <p:nvPr/>
        </p:nvSpPr>
        <p:spPr bwMode="auto">
          <a:xfrm>
            <a:off x="571500" y="5840413"/>
            <a:ext cx="17605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偏移 </a:t>
            </a:r>
            <a:r>
              <a:rPr kumimoji="1" lang="en-US" altLang="zh-CN" sz="2000">
                <a:solidFill>
                  <a:srgbClr val="333399"/>
                </a:solidFill>
                <a:latin typeface="Arial" pitchFamily="34" charset="0"/>
              </a:rPr>
              <a:t>= 0/8 = 0</a:t>
            </a:r>
          </a:p>
        </p:txBody>
      </p:sp>
      <p:sp>
        <p:nvSpPr>
          <p:cNvPr id="88068" name="Rectangle 6"/>
          <p:cNvSpPr>
            <a:spLocks noChangeArrowheads="1"/>
          </p:cNvSpPr>
          <p:nvPr/>
        </p:nvSpPr>
        <p:spPr bwMode="auto">
          <a:xfrm>
            <a:off x="1887538" y="2239963"/>
            <a:ext cx="5708650" cy="46355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28398" dir="1593903" algn="ctr" rotWithShape="0">
                    <a:schemeClr val="bg2"/>
                  </a:outerShdw>
                </a:effectLst>
              </a14:hiddenEffects>
            </a:ext>
          </a:extLst>
        </p:spPr>
        <p:txBody>
          <a:bodyPr wrap="none" anchor="ctr"/>
          <a:lstStyle/>
          <a:p>
            <a:endParaRPr lang="zh-CN" altLang="en-US"/>
          </a:p>
        </p:txBody>
      </p:sp>
      <p:sp>
        <p:nvSpPr>
          <p:cNvPr id="88069" name="Line 7"/>
          <p:cNvSpPr>
            <a:spLocks noChangeShapeType="1"/>
          </p:cNvSpPr>
          <p:nvPr/>
        </p:nvSpPr>
        <p:spPr bwMode="auto">
          <a:xfrm>
            <a:off x="2941638"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0" name="Line 8"/>
          <p:cNvSpPr>
            <a:spLocks noChangeShapeType="1"/>
          </p:cNvSpPr>
          <p:nvPr/>
        </p:nvSpPr>
        <p:spPr bwMode="auto">
          <a:xfrm>
            <a:off x="3117850"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1" name="Line 9"/>
          <p:cNvSpPr>
            <a:spLocks noChangeShapeType="1"/>
          </p:cNvSpPr>
          <p:nvPr/>
        </p:nvSpPr>
        <p:spPr bwMode="auto">
          <a:xfrm>
            <a:off x="3294063"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2" name="Line 10"/>
          <p:cNvSpPr>
            <a:spLocks noChangeShapeType="1"/>
          </p:cNvSpPr>
          <p:nvPr/>
        </p:nvSpPr>
        <p:spPr bwMode="auto">
          <a:xfrm>
            <a:off x="7419975"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3" name="Rectangle 11"/>
          <p:cNvSpPr>
            <a:spLocks noChangeArrowheads="1"/>
          </p:cNvSpPr>
          <p:nvPr/>
        </p:nvSpPr>
        <p:spPr bwMode="auto">
          <a:xfrm>
            <a:off x="1011238" y="4192588"/>
            <a:ext cx="1754187" cy="46355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074" name="Line 12"/>
          <p:cNvSpPr>
            <a:spLocks noChangeShapeType="1"/>
          </p:cNvSpPr>
          <p:nvPr/>
        </p:nvSpPr>
        <p:spPr bwMode="auto">
          <a:xfrm>
            <a:off x="1185863"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5" name="Line 13"/>
          <p:cNvSpPr>
            <a:spLocks noChangeShapeType="1"/>
          </p:cNvSpPr>
          <p:nvPr/>
        </p:nvSpPr>
        <p:spPr bwMode="auto">
          <a:xfrm>
            <a:off x="1362075"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6" name="Line 14"/>
          <p:cNvSpPr>
            <a:spLocks noChangeShapeType="1"/>
          </p:cNvSpPr>
          <p:nvPr/>
        </p:nvSpPr>
        <p:spPr bwMode="auto">
          <a:xfrm>
            <a:off x="1538288"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7" name="Line 15"/>
          <p:cNvSpPr>
            <a:spLocks noChangeShapeType="1"/>
          </p:cNvSpPr>
          <p:nvPr/>
        </p:nvSpPr>
        <p:spPr bwMode="auto">
          <a:xfrm>
            <a:off x="2589213"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78" name="Text Box 17"/>
          <p:cNvSpPr txBox="1">
            <a:spLocks noChangeArrowheads="1"/>
          </p:cNvSpPr>
          <p:nvPr/>
        </p:nvSpPr>
        <p:spPr bwMode="auto">
          <a:xfrm>
            <a:off x="3294063" y="5840413"/>
            <a:ext cx="24669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偏移 </a:t>
            </a:r>
            <a:r>
              <a:rPr kumimoji="1" lang="en-US" altLang="zh-CN" sz="2000">
                <a:solidFill>
                  <a:srgbClr val="333399"/>
                </a:solidFill>
                <a:latin typeface="Arial" pitchFamily="34" charset="0"/>
              </a:rPr>
              <a:t>= 1400/8 = 175</a:t>
            </a:r>
          </a:p>
        </p:txBody>
      </p:sp>
      <p:sp>
        <p:nvSpPr>
          <p:cNvPr id="88079" name="Text Box 18"/>
          <p:cNvSpPr txBox="1">
            <a:spLocks noChangeArrowheads="1"/>
          </p:cNvSpPr>
          <p:nvPr/>
        </p:nvSpPr>
        <p:spPr bwMode="auto">
          <a:xfrm>
            <a:off x="6364288" y="5840413"/>
            <a:ext cx="24669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偏移 </a:t>
            </a:r>
            <a:r>
              <a:rPr kumimoji="1" lang="en-US" altLang="zh-CN" sz="2000">
                <a:solidFill>
                  <a:srgbClr val="333399"/>
                </a:solidFill>
                <a:latin typeface="Arial" pitchFamily="34" charset="0"/>
              </a:rPr>
              <a:t>= 2800/8 = 350</a:t>
            </a:r>
          </a:p>
        </p:txBody>
      </p:sp>
      <p:sp>
        <p:nvSpPr>
          <p:cNvPr id="88080" name="Line 19"/>
          <p:cNvSpPr>
            <a:spLocks noChangeShapeType="1"/>
          </p:cNvSpPr>
          <p:nvPr/>
        </p:nvSpPr>
        <p:spPr bwMode="auto">
          <a:xfrm flipV="1">
            <a:off x="7493000" y="2703513"/>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81" name="Line 20"/>
          <p:cNvSpPr>
            <a:spLocks noChangeShapeType="1"/>
          </p:cNvSpPr>
          <p:nvPr/>
        </p:nvSpPr>
        <p:spPr bwMode="auto">
          <a:xfrm flipV="1">
            <a:off x="2849563" y="2703513"/>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82" name="Line 21"/>
          <p:cNvSpPr>
            <a:spLocks noChangeShapeType="1"/>
          </p:cNvSpPr>
          <p:nvPr/>
        </p:nvSpPr>
        <p:spPr bwMode="auto">
          <a:xfrm flipV="1">
            <a:off x="2678113" y="4656138"/>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83" name="Line 22"/>
          <p:cNvSpPr>
            <a:spLocks noChangeShapeType="1"/>
          </p:cNvSpPr>
          <p:nvPr/>
        </p:nvSpPr>
        <p:spPr bwMode="auto">
          <a:xfrm flipV="1">
            <a:off x="4170363" y="4656138"/>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84" name="Line 23"/>
          <p:cNvSpPr>
            <a:spLocks noChangeShapeType="1"/>
          </p:cNvSpPr>
          <p:nvPr/>
        </p:nvSpPr>
        <p:spPr bwMode="auto">
          <a:xfrm flipV="1">
            <a:off x="5751513" y="4656138"/>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85" name="Line 24"/>
          <p:cNvSpPr>
            <a:spLocks noChangeShapeType="1"/>
          </p:cNvSpPr>
          <p:nvPr/>
        </p:nvSpPr>
        <p:spPr bwMode="auto">
          <a:xfrm flipV="1">
            <a:off x="7316788" y="4656138"/>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86" name="Line 25"/>
          <p:cNvSpPr>
            <a:spLocks noChangeShapeType="1"/>
          </p:cNvSpPr>
          <p:nvPr/>
        </p:nvSpPr>
        <p:spPr bwMode="auto">
          <a:xfrm flipV="1">
            <a:off x="8474075" y="4656138"/>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87" name="Text Box 26"/>
          <p:cNvSpPr txBox="1">
            <a:spLocks noChangeArrowheads="1"/>
          </p:cNvSpPr>
          <p:nvPr/>
        </p:nvSpPr>
        <p:spPr bwMode="auto">
          <a:xfrm>
            <a:off x="3783013" y="4932363"/>
            <a:ext cx="74930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1400</a:t>
            </a:r>
          </a:p>
        </p:txBody>
      </p:sp>
      <p:sp>
        <p:nvSpPr>
          <p:cNvPr id="88088" name="Text Box 27"/>
          <p:cNvSpPr txBox="1">
            <a:spLocks noChangeArrowheads="1"/>
          </p:cNvSpPr>
          <p:nvPr/>
        </p:nvSpPr>
        <p:spPr bwMode="auto">
          <a:xfrm>
            <a:off x="6943725" y="4932363"/>
            <a:ext cx="74930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2800</a:t>
            </a:r>
          </a:p>
        </p:txBody>
      </p:sp>
      <p:sp>
        <p:nvSpPr>
          <p:cNvPr id="88089" name="Text Box 28"/>
          <p:cNvSpPr txBox="1">
            <a:spLocks noChangeArrowheads="1"/>
          </p:cNvSpPr>
          <p:nvPr/>
        </p:nvSpPr>
        <p:spPr bwMode="auto">
          <a:xfrm>
            <a:off x="8086725" y="4910138"/>
            <a:ext cx="74930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3799</a:t>
            </a:r>
          </a:p>
        </p:txBody>
      </p:sp>
      <p:sp>
        <p:nvSpPr>
          <p:cNvPr id="88090" name="Text Box 29"/>
          <p:cNvSpPr txBox="1">
            <a:spLocks noChangeArrowheads="1"/>
          </p:cNvSpPr>
          <p:nvPr/>
        </p:nvSpPr>
        <p:spPr bwMode="auto">
          <a:xfrm>
            <a:off x="5360988" y="4910138"/>
            <a:ext cx="750887"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2799</a:t>
            </a:r>
          </a:p>
        </p:txBody>
      </p:sp>
      <p:sp>
        <p:nvSpPr>
          <p:cNvPr id="88091" name="Text Box 30"/>
          <p:cNvSpPr txBox="1">
            <a:spLocks noChangeArrowheads="1"/>
          </p:cNvSpPr>
          <p:nvPr/>
        </p:nvSpPr>
        <p:spPr bwMode="auto">
          <a:xfrm>
            <a:off x="2290763" y="4910138"/>
            <a:ext cx="74930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1399</a:t>
            </a:r>
          </a:p>
        </p:txBody>
      </p:sp>
      <p:sp>
        <p:nvSpPr>
          <p:cNvPr id="88092" name="Text Box 31"/>
          <p:cNvSpPr txBox="1">
            <a:spLocks noChangeArrowheads="1"/>
          </p:cNvSpPr>
          <p:nvPr/>
        </p:nvSpPr>
        <p:spPr bwMode="auto">
          <a:xfrm>
            <a:off x="7119938" y="2957513"/>
            <a:ext cx="7493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3799</a:t>
            </a:r>
          </a:p>
        </p:txBody>
      </p:sp>
      <p:sp>
        <p:nvSpPr>
          <p:cNvPr id="88093" name="Text Box 32"/>
          <p:cNvSpPr txBox="1">
            <a:spLocks noChangeArrowheads="1"/>
          </p:cNvSpPr>
          <p:nvPr/>
        </p:nvSpPr>
        <p:spPr bwMode="auto">
          <a:xfrm>
            <a:off x="563563" y="2060575"/>
            <a:ext cx="1200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需分片的</a:t>
            </a:r>
          </a:p>
          <a:p>
            <a:pPr algn="ctr" eaLnBrk="1" hangingPunct="1"/>
            <a:r>
              <a:rPr kumimoji="1" lang="zh-CN" altLang="en-US" sz="2000">
                <a:solidFill>
                  <a:srgbClr val="333399"/>
                </a:solidFill>
                <a:latin typeface="Arial" pitchFamily="34" charset="0"/>
              </a:rPr>
              <a:t>数据报</a:t>
            </a:r>
          </a:p>
        </p:txBody>
      </p:sp>
      <p:sp>
        <p:nvSpPr>
          <p:cNvPr id="88094" name="Rectangle 76"/>
          <p:cNvSpPr>
            <a:spLocks noChangeArrowheads="1"/>
          </p:cNvSpPr>
          <p:nvPr/>
        </p:nvSpPr>
        <p:spPr bwMode="auto">
          <a:xfrm>
            <a:off x="1908175" y="2257425"/>
            <a:ext cx="854075" cy="407988"/>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095" name="Text Box 33"/>
          <p:cNvSpPr txBox="1">
            <a:spLocks noChangeArrowheads="1"/>
          </p:cNvSpPr>
          <p:nvPr/>
        </p:nvSpPr>
        <p:spPr bwMode="auto">
          <a:xfrm>
            <a:off x="835025" y="5395913"/>
            <a:ext cx="14097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数据报片 </a:t>
            </a:r>
            <a:r>
              <a:rPr kumimoji="1" lang="en-US" altLang="zh-CN" sz="2000">
                <a:solidFill>
                  <a:srgbClr val="333399"/>
                </a:solidFill>
                <a:latin typeface="Arial" pitchFamily="34" charset="0"/>
              </a:rPr>
              <a:t>1</a:t>
            </a:r>
          </a:p>
        </p:txBody>
      </p:sp>
      <p:sp>
        <p:nvSpPr>
          <p:cNvPr id="88096" name="Text Box 34"/>
          <p:cNvSpPr txBox="1">
            <a:spLocks noChangeArrowheads="1"/>
          </p:cNvSpPr>
          <p:nvPr/>
        </p:nvSpPr>
        <p:spPr bwMode="auto">
          <a:xfrm>
            <a:off x="1979613" y="2192338"/>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a:t>
            </a:r>
          </a:p>
        </p:txBody>
      </p:sp>
      <p:sp>
        <p:nvSpPr>
          <p:cNvPr id="88097" name="Line 35"/>
          <p:cNvSpPr>
            <a:spLocks noChangeShapeType="1"/>
          </p:cNvSpPr>
          <p:nvPr/>
        </p:nvSpPr>
        <p:spPr bwMode="auto">
          <a:xfrm>
            <a:off x="2765425"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098" name="Rectangle 36"/>
          <p:cNvSpPr>
            <a:spLocks noChangeArrowheads="1"/>
          </p:cNvSpPr>
          <p:nvPr/>
        </p:nvSpPr>
        <p:spPr bwMode="auto">
          <a:xfrm>
            <a:off x="133350" y="4192588"/>
            <a:ext cx="877888"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099" name="Line 37"/>
          <p:cNvSpPr>
            <a:spLocks noChangeShapeType="1"/>
          </p:cNvSpPr>
          <p:nvPr/>
        </p:nvSpPr>
        <p:spPr bwMode="auto">
          <a:xfrm>
            <a:off x="4522788"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0" name="Line 38"/>
          <p:cNvSpPr>
            <a:spLocks noChangeShapeType="1"/>
          </p:cNvSpPr>
          <p:nvPr/>
        </p:nvSpPr>
        <p:spPr bwMode="auto">
          <a:xfrm>
            <a:off x="6278563"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1" name="Line 39"/>
          <p:cNvSpPr>
            <a:spLocks noChangeShapeType="1"/>
          </p:cNvSpPr>
          <p:nvPr/>
        </p:nvSpPr>
        <p:spPr bwMode="auto">
          <a:xfrm flipV="1">
            <a:off x="1011238" y="2703513"/>
            <a:ext cx="1754187" cy="1489075"/>
          </a:xfrm>
          <a:prstGeom prst="line">
            <a:avLst/>
          </a:prstGeom>
          <a:noFill/>
          <a:ln w="9525">
            <a:solidFill>
              <a:schemeClr val="folHlink"/>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2" name="Line 40"/>
          <p:cNvSpPr>
            <a:spLocks noChangeShapeType="1"/>
          </p:cNvSpPr>
          <p:nvPr/>
        </p:nvSpPr>
        <p:spPr bwMode="auto">
          <a:xfrm flipV="1">
            <a:off x="2765425" y="2703513"/>
            <a:ext cx="1757363" cy="1489075"/>
          </a:xfrm>
          <a:prstGeom prst="line">
            <a:avLst/>
          </a:prstGeom>
          <a:noFill/>
          <a:ln w="9525">
            <a:solidFill>
              <a:schemeClr val="folHlink"/>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3" name="Rectangle 41"/>
          <p:cNvSpPr>
            <a:spLocks noChangeArrowheads="1"/>
          </p:cNvSpPr>
          <p:nvPr/>
        </p:nvSpPr>
        <p:spPr bwMode="auto">
          <a:xfrm>
            <a:off x="4084638" y="4192588"/>
            <a:ext cx="1754187" cy="46355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104" name="Line 42"/>
          <p:cNvSpPr>
            <a:spLocks noChangeShapeType="1"/>
          </p:cNvSpPr>
          <p:nvPr/>
        </p:nvSpPr>
        <p:spPr bwMode="auto">
          <a:xfrm>
            <a:off x="4259263"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5" name="Line 43"/>
          <p:cNvSpPr>
            <a:spLocks noChangeShapeType="1"/>
          </p:cNvSpPr>
          <p:nvPr/>
        </p:nvSpPr>
        <p:spPr bwMode="auto">
          <a:xfrm>
            <a:off x="4433888"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6" name="Line 44"/>
          <p:cNvSpPr>
            <a:spLocks noChangeShapeType="1"/>
          </p:cNvSpPr>
          <p:nvPr/>
        </p:nvSpPr>
        <p:spPr bwMode="auto">
          <a:xfrm>
            <a:off x="4610100"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7" name="Line 45"/>
          <p:cNvSpPr>
            <a:spLocks noChangeShapeType="1"/>
          </p:cNvSpPr>
          <p:nvPr/>
        </p:nvSpPr>
        <p:spPr bwMode="auto">
          <a:xfrm>
            <a:off x="5662613"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08" name="Rectangle 46"/>
          <p:cNvSpPr>
            <a:spLocks noChangeArrowheads="1"/>
          </p:cNvSpPr>
          <p:nvPr/>
        </p:nvSpPr>
        <p:spPr bwMode="auto">
          <a:xfrm>
            <a:off x="3206750" y="4192588"/>
            <a:ext cx="877888"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109" name="Line 47"/>
          <p:cNvSpPr>
            <a:spLocks noChangeShapeType="1"/>
          </p:cNvSpPr>
          <p:nvPr/>
        </p:nvSpPr>
        <p:spPr bwMode="auto">
          <a:xfrm flipV="1">
            <a:off x="4084638" y="2703513"/>
            <a:ext cx="438150" cy="1489075"/>
          </a:xfrm>
          <a:prstGeom prst="line">
            <a:avLst/>
          </a:prstGeom>
          <a:noFill/>
          <a:ln w="9525">
            <a:solidFill>
              <a:schemeClr val="folHlink"/>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0" name="Line 48"/>
          <p:cNvSpPr>
            <a:spLocks noChangeShapeType="1"/>
          </p:cNvSpPr>
          <p:nvPr/>
        </p:nvSpPr>
        <p:spPr bwMode="auto">
          <a:xfrm flipV="1">
            <a:off x="5838825" y="2703513"/>
            <a:ext cx="439738" cy="1489075"/>
          </a:xfrm>
          <a:prstGeom prst="line">
            <a:avLst/>
          </a:prstGeom>
          <a:noFill/>
          <a:ln w="9525">
            <a:solidFill>
              <a:schemeClr val="folHlink"/>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1" name="Rectangle 49"/>
          <p:cNvSpPr>
            <a:spLocks noChangeArrowheads="1"/>
          </p:cNvSpPr>
          <p:nvPr/>
        </p:nvSpPr>
        <p:spPr bwMode="auto">
          <a:xfrm>
            <a:off x="7243763" y="4192588"/>
            <a:ext cx="1317625" cy="46355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112" name="Line 50"/>
          <p:cNvSpPr>
            <a:spLocks noChangeShapeType="1"/>
          </p:cNvSpPr>
          <p:nvPr/>
        </p:nvSpPr>
        <p:spPr bwMode="auto">
          <a:xfrm>
            <a:off x="7419975"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3" name="Line 51"/>
          <p:cNvSpPr>
            <a:spLocks noChangeShapeType="1"/>
          </p:cNvSpPr>
          <p:nvPr/>
        </p:nvSpPr>
        <p:spPr bwMode="auto">
          <a:xfrm>
            <a:off x="7596188"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4" name="Line 52"/>
          <p:cNvSpPr>
            <a:spLocks noChangeShapeType="1"/>
          </p:cNvSpPr>
          <p:nvPr/>
        </p:nvSpPr>
        <p:spPr bwMode="auto">
          <a:xfrm>
            <a:off x="7772400"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5" name="Line 53"/>
          <p:cNvSpPr>
            <a:spLocks noChangeShapeType="1"/>
          </p:cNvSpPr>
          <p:nvPr/>
        </p:nvSpPr>
        <p:spPr bwMode="auto">
          <a:xfrm>
            <a:off x="8386763" y="419258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6" name="Rectangle 54"/>
          <p:cNvSpPr>
            <a:spLocks noChangeArrowheads="1"/>
          </p:cNvSpPr>
          <p:nvPr/>
        </p:nvSpPr>
        <p:spPr bwMode="auto">
          <a:xfrm>
            <a:off x="6367463" y="4192588"/>
            <a:ext cx="876300"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117" name="Line 55"/>
          <p:cNvSpPr>
            <a:spLocks noChangeShapeType="1"/>
          </p:cNvSpPr>
          <p:nvPr/>
        </p:nvSpPr>
        <p:spPr bwMode="auto">
          <a:xfrm flipH="1" flipV="1">
            <a:off x="7596188" y="2703513"/>
            <a:ext cx="965200" cy="1489075"/>
          </a:xfrm>
          <a:prstGeom prst="line">
            <a:avLst/>
          </a:prstGeom>
          <a:noFill/>
          <a:ln w="9525">
            <a:solidFill>
              <a:schemeClr val="folHlink"/>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8" name="Line 56"/>
          <p:cNvSpPr>
            <a:spLocks noChangeShapeType="1"/>
          </p:cNvSpPr>
          <p:nvPr/>
        </p:nvSpPr>
        <p:spPr bwMode="auto">
          <a:xfrm flipH="1" flipV="1">
            <a:off x="6278563" y="2703513"/>
            <a:ext cx="965200" cy="1489075"/>
          </a:xfrm>
          <a:prstGeom prst="line">
            <a:avLst/>
          </a:prstGeom>
          <a:noFill/>
          <a:ln w="9525">
            <a:solidFill>
              <a:schemeClr val="folHlink"/>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19" name="Line 57"/>
          <p:cNvSpPr>
            <a:spLocks noChangeShapeType="1"/>
          </p:cNvSpPr>
          <p:nvPr/>
        </p:nvSpPr>
        <p:spPr bwMode="auto">
          <a:xfrm>
            <a:off x="2749550" y="2014538"/>
            <a:ext cx="4829175"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20" name="Text Box 58"/>
          <p:cNvSpPr txBox="1">
            <a:spLocks noChangeArrowheads="1"/>
          </p:cNvSpPr>
          <p:nvPr/>
        </p:nvSpPr>
        <p:spPr bwMode="auto">
          <a:xfrm>
            <a:off x="3646488" y="1808163"/>
            <a:ext cx="26670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数据部分共 </a:t>
            </a:r>
            <a:r>
              <a:rPr kumimoji="1" lang="en-US" altLang="zh-CN" sz="2000">
                <a:solidFill>
                  <a:srgbClr val="333399"/>
                </a:solidFill>
                <a:latin typeface="Arial" pitchFamily="34" charset="0"/>
              </a:rPr>
              <a:t>3800 </a:t>
            </a:r>
            <a:r>
              <a:rPr kumimoji="1" lang="zh-CN" altLang="en-US" sz="2000">
                <a:solidFill>
                  <a:srgbClr val="333399"/>
                </a:solidFill>
                <a:latin typeface="Arial" pitchFamily="34" charset="0"/>
              </a:rPr>
              <a:t>字节</a:t>
            </a:r>
          </a:p>
        </p:txBody>
      </p:sp>
      <p:sp>
        <p:nvSpPr>
          <p:cNvPr id="88121" name="Text Box 59"/>
          <p:cNvSpPr txBox="1">
            <a:spLocks noChangeArrowheads="1"/>
          </p:cNvSpPr>
          <p:nvPr/>
        </p:nvSpPr>
        <p:spPr bwMode="auto">
          <a:xfrm>
            <a:off x="133350" y="4192588"/>
            <a:ext cx="90487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 </a:t>
            </a:r>
            <a:r>
              <a:rPr kumimoji="1" lang="en-US" altLang="zh-CN" sz="2000">
                <a:solidFill>
                  <a:srgbClr val="333399"/>
                </a:solidFill>
                <a:latin typeface="Arial" pitchFamily="34" charset="0"/>
              </a:rPr>
              <a:t>1</a:t>
            </a:r>
          </a:p>
        </p:txBody>
      </p:sp>
      <p:sp>
        <p:nvSpPr>
          <p:cNvPr id="88122" name="Text Box 60"/>
          <p:cNvSpPr txBox="1">
            <a:spLocks noChangeArrowheads="1"/>
          </p:cNvSpPr>
          <p:nvPr/>
        </p:nvSpPr>
        <p:spPr bwMode="auto">
          <a:xfrm>
            <a:off x="3176588" y="4192588"/>
            <a:ext cx="90487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 </a:t>
            </a:r>
            <a:r>
              <a:rPr kumimoji="1" lang="en-US" altLang="zh-CN" sz="2000">
                <a:solidFill>
                  <a:srgbClr val="333399"/>
                </a:solidFill>
                <a:latin typeface="Arial" pitchFamily="34" charset="0"/>
              </a:rPr>
              <a:t>2</a:t>
            </a:r>
          </a:p>
        </p:txBody>
      </p:sp>
      <p:sp>
        <p:nvSpPr>
          <p:cNvPr id="88123" name="Text Box 61"/>
          <p:cNvSpPr txBox="1">
            <a:spLocks noChangeArrowheads="1"/>
          </p:cNvSpPr>
          <p:nvPr/>
        </p:nvSpPr>
        <p:spPr bwMode="auto">
          <a:xfrm>
            <a:off x="6337300" y="4192588"/>
            <a:ext cx="903288"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 </a:t>
            </a:r>
            <a:r>
              <a:rPr kumimoji="1" lang="en-US" altLang="zh-CN" sz="2000">
                <a:solidFill>
                  <a:srgbClr val="333399"/>
                </a:solidFill>
                <a:latin typeface="Arial" pitchFamily="34" charset="0"/>
              </a:rPr>
              <a:t>3</a:t>
            </a:r>
          </a:p>
        </p:txBody>
      </p:sp>
      <p:sp>
        <p:nvSpPr>
          <p:cNvPr id="88124" name="Line 62"/>
          <p:cNvSpPr>
            <a:spLocks noChangeShapeType="1"/>
          </p:cNvSpPr>
          <p:nvPr/>
        </p:nvSpPr>
        <p:spPr bwMode="auto">
          <a:xfrm flipV="1">
            <a:off x="1093788" y="4656138"/>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25" name="Text Box 63"/>
          <p:cNvSpPr txBox="1">
            <a:spLocks noChangeArrowheads="1"/>
          </p:cNvSpPr>
          <p:nvPr/>
        </p:nvSpPr>
        <p:spPr bwMode="auto">
          <a:xfrm>
            <a:off x="336550" y="4949825"/>
            <a:ext cx="903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字节 </a:t>
            </a:r>
            <a:r>
              <a:rPr kumimoji="1" lang="en-US" altLang="zh-CN" sz="2000">
                <a:solidFill>
                  <a:srgbClr val="333399"/>
                </a:solidFill>
                <a:latin typeface="Arial" pitchFamily="34" charset="0"/>
              </a:rPr>
              <a:t>0</a:t>
            </a:r>
          </a:p>
        </p:txBody>
      </p:sp>
      <p:sp>
        <p:nvSpPr>
          <p:cNvPr id="88126" name="Text Box 64"/>
          <p:cNvSpPr txBox="1">
            <a:spLocks noChangeArrowheads="1"/>
          </p:cNvSpPr>
          <p:nvPr/>
        </p:nvSpPr>
        <p:spPr bwMode="auto">
          <a:xfrm>
            <a:off x="3848100" y="5391150"/>
            <a:ext cx="1411288"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数据报片 </a:t>
            </a:r>
            <a:r>
              <a:rPr kumimoji="1" lang="en-US" altLang="zh-CN" sz="2000">
                <a:solidFill>
                  <a:srgbClr val="333399"/>
                </a:solidFill>
                <a:latin typeface="Arial" pitchFamily="34" charset="0"/>
              </a:rPr>
              <a:t>2</a:t>
            </a:r>
          </a:p>
        </p:txBody>
      </p:sp>
      <p:sp>
        <p:nvSpPr>
          <p:cNvPr id="88127" name="Text Box 65"/>
          <p:cNvSpPr txBox="1">
            <a:spLocks noChangeArrowheads="1"/>
          </p:cNvSpPr>
          <p:nvPr/>
        </p:nvSpPr>
        <p:spPr bwMode="auto">
          <a:xfrm>
            <a:off x="6746875" y="5391150"/>
            <a:ext cx="1411288"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数据报片 </a:t>
            </a:r>
            <a:r>
              <a:rPr kumimoji="1" lang="en-US" altLang="zh-CN" sz="2000">
                <a:solidFill>
                  <a:srgbClr val="333399"/>
                </a:solidFill>
                <a:latin typeface="Arial" pitchFamily="34" charset="0"/>
              </a:rPr>
              <a:t>3</a:t>
            </a:r>
          </a:p>
        </p:txBody>
      </p:sp>
      <p:sp>
        <p:nvSpPr>
          <p:cNvPr id="88128" name="Line 66"/>
          <p:cNvSpPr>
            <a:spLocks noChangeShapeType="1"/>
          </p:cNvSpPr>
          <p:nvPr/>
        </p:nvSpPr>
        <p:spPr bwMode="auto">
          <a:xfrm flipV="1">
            <a:off x="4594225" y="2703513"/>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29" name="Text Box 67"/>
          <p:cNvSpPr txBox="1">
            <a:spLocks noChangeArrowheads="1"/>
          </p:cNvSpPr>
          <p:nvPr/>
        </p:nvSpPr>
        <p:spPr bwMode="auto">
          <a:xfrm>
            <a:off x="4206875" y="2976563"/>
            <a:ext cx="747713"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1400</a:t>
            </a:r>
          </a:p>
        </p:txBody>
      </p:sp>
      <p:sp>
        <p:nvSpPr>
          <p:cNvPr id="88130" name="Line 68"/>
          <p:cNvSpPr>
            <a:spLocks noChangeShapeType="1"/>
          </p:cNvSpPr>
          <p:nvPr/>
        </p:nvSpPr>
        <p:spPr bwMode="auto">
          <a:xfrm flipV="1">
            <a:off x="6351588" y="2703513"/>
            <a:ext cx="0" cy="369887"/>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31" name="Text Box 69"/>
          <p:cNvSpPr txBox="1">
            <a:spLocks noChangeArrowheads="1"/>
          </p:cNvSpPr>
          <p:nvPr/>
        </p:nvSpPr>
        <p:spPr bwMode="auto">
          <a:xfrm>
            <a:off x="5978525" y="2976563"/>
            <a:ext cx="747713"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2800</a:t>
            </a:r>
          </a:p>
        </p:txBody>
      </p:sp>
      <p:sp>
        <p:nvSpPr>
          <p:cNvPr id="88132" name="Line 70"/>
          <p:cNvSpPr>
            <a:spLocks noChangeShapeType="1"/>
          </p:cNvSpPr>
          <p:nvPr/>
        </p:nvSpPr>
        <p:spPr bwMode="auto">
          <a:xfrm>
            <a:off x="6453188"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33" name="Line 71"/>
          <p:cNvSpPr>
            <a:spLocks noChangeShapeType="1"/>
          </p:cNvSpPr>
          <p:nvPr/>
        </p:nvSpPr>
        <p:spPr bwMode="auto">
          <a:xfrm>
            <a:off x="4699000" y="223996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134" name="Text Box 72"/>
          <p:cNvSpPr txBox="1">
            <a:spLocks noChangeArrowheads="1"/>
          </p:cNvSpPr>
          <p:nvPr/>
        </p:nvSpPr>
        <p:spPr bwMode="auto">
          <a:xfrm>
            <a:off x="2093913" y="2997200"/>
            <a:ext cx="9017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字节 </a:t>
            </a:r>
            <a:r>
              <a:rPr kumimoji="1" lang="en-US" altLang="zh-CN" sz="2000">
                <a:solidFill>
                  <a:srgbClr val="333399"/>
                </a:solidFill>
                <a:latin typeface="Arial" pitchFamily="34" charset="0"/>
              </a:rPr>
              <a:t>0</a:t>
            </a:r>
          </a:p>
        </p:txBody>
      </p:sp>
      <p:sp>
        <p:nvSpPr>
          <p:cNvPr id="88135" name="Rectangle 74"/>
          <p:cNvSpPr>
            <a:spLocks noGrp="1" noChangeArrowheads="1"/>
          </p:cNvSpPr>
          <p:nvPr>
            <p:ph type="title"/>
          </p:nvPr>
        </p:nvSpPr>
        <p:spPr>
          <a:xfrm>
            <a:off x="0" y="357188"/>
            <a:ext cx="8964613" cy="695325"/>
          </a:xfrm>
          <a:solidFill>
            <a:srgbClr val="FFFF99"/>
          </a:solidFill>
          <a:ln>
            <a:solidFill>
              <a:schemeClr val="folHlink"/>
            </a:solidFill>
            <a:miter lim="800000"/>
            <a:headEnd/>
            <a:tailEnd/>
          </a:ln>
          <a:effectLst>
            <a:outerShdw dist="35921" dir="2700000" algn="ctr" rotWithShape="0">
              <a:schemeClr val="bg2"/>
            </a:outerShdw>
          </a:effectLst>
        </p:spPr>
        <p:txBody>
          <a:bodyPr/>
          <a:lstStyle/>
          <a:p>
            <a:pPr algn="ctr" eaLnBrk="1" hangingPunct="1"/>
            <a:r>
              <a:rPr lang="en-US" altLang="zh-CN" smtClean="0"/>
              <a:t>【</a:t>
            </a:r>
            <a:r>
              <a:rPr lang="zh-CN" altLang="en-US" smtClean="0"/>
              <a:t>例</a:t>
            </a:r>
            <a:r>
              <a:rPr lang="en-US" altLang="zh-CN" smtClean="0"/>
              <a:t>4-1】 </a:t>
            </a:r>
            <a:r>
              <a:rPr lang="en-US" altLang="zh-CN" sz="4000" smtClean="0"/>
              <a:t>IP </a:t>
            </a:r>
            <a:r>
              <a:rPr lang="zh-CN" altLang="en-US" sz="4000" smtClean="0"/>
              <a:t>数据报分片 </a:t>
            </a:r>
            <a:r>
              <a:rPr lang="en-US" altLang="zh-CN" sz="3200" smtClean="0"/>
              <a:t>p177   4-22</a:t>
            </a:r>
          </a:p>
        </p:txBody>
      </p:sp>
    </p:spTree>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9090"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9091"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89092"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093"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094"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095"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096"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097"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098"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099"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00"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01"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02"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03"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04"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05"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06"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89107"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89108"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89109"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89110"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89111"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89112"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89113"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89114"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89115"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89116"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89117"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89118"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89119"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89120"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89121"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89122"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89123"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89124"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89125"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89126"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89127" name="Group 41"/>
          <p:cNvGrpSpPr>
            <a:grpSpLocks/>
          </p:cNvGrpSpPr>
          <p:nvPr/>
        </p:nvGrpSpPr>
        <p:grpSpPr bwMode="auto">
          <a:xfrm>
            <a:off x="1069975" y="3748088"/>
            <a:ext cx="131763" cy="69850"/>
            <a:chOff x="833" y="3024"/>
            <a:chExt cx="78" cy="51"/>
          </a:xfrm>
        </p:grpSpPr>
        <p:sp>
          <p:nvSpPr>
            <p:cNvPr id="89139"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40"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41"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89128" name="Group 45"/>
          <p:cNvGrpSpPr>
            <a:grpSpLocks/>
          </p:cNvGrpSpPr>
          <p:nvPr/>
        </p:nvGrpSpPr>
        <p:grpSpPr bwMode="auto">
          <a:xfrm>
            <a:off x="8937625" y="3757613"/>
            <a:ext cx="131763" cy="66675"/>
            <a:chOff x="5432" y="3030"/>
            <a:chExt cx="78" cy="51"/>
          </a:xfrm>
        </p:grpSpPr>
        <p:sp>
          <p:nvSpPr>
            <p:cNvPr id="89136"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37"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38"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89129"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89130"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89131"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sp>
        <p:nvSpPr>
          <p:cNvPr id="89132" name="Text Box 74"/>
          <p:cNvSpPr txBox="1">
            <a:spLocks noChangeArrowheads="1"/>
          </p:cNvSpPr>
          <p:nvPr/>
        </p:nvSpPr>
        <p:spPr bwMode="auto">
          <a:xfrm>
            <a:off x="1042988" y="4941888"/>
            <a:ext cx="7345362" cy="1031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10000"/>
              </a:lnSpc>
            </a:pPr>
            <a:r>
              <a:rPr lang="zh-CN" altLang="en-US">
                <a:solidFill>
                  <a:srgbClr val="333399"/>
                </a:solidFill>
                <a:latin typeface="Arial" pitchFamily="34" charset="0"/>
              </a:rPr>
              <a:t>生存时间</a:t>
            </a:r>
            <a:r>
              <a:rPr lang="en-US" altLang="zh-CN">
                <a:solidFill>
                  <a:srgbClr val="333399"/>
                </a:solidFill>
                <a:latin typeface="Arial" pitchFamily="34" charset="0"/>
              </a:rPr>
              <a:t>(8 </a:t>
            </a:r>
            <a:r>
              <a:rPr lang="zh-CN" altLang="en-US">
                <a:solidFill>
                  <a:srgbClr val="333399"/>
                </a:solidFill>
                <a:latin typeface="Arial" pitchFamily="34" charset="0"/>
              </a:rPr>
              <a:t>位</a:t>
            </a:r>
            <a:r>
              <a:rPr lang="en-US" altLang="zh-CN">
                <a:solidFill>
                  <a:srgbClr val="333399"/>
                </a:solidFill>
                <a:latin typeface="Arial" pitchFamily="34" charset="0"/>
              </a:rPr>
              <a:t>)</a:t>
            </a:r>
            <a:r>
              <a:rPr lang="zh-CN" altLang="en-US">
                <a:solidFill>
                  <a:srgbClr val="333399"/>
                </a:solidFill>
                <a:latin typeface="Arial" pitchFamily="34" charset="0"/>
              </a:rPr>
              <a:t>记为 </a:t>
            </a:r>
            <a:r>
              <a:rPr lang="en-US" altLang="zh-CN">
                <a:solidFill>
                  <a:srgbClr val="333399"/>
                </a:solidFill>
                <a:latin typeface="Arial" pitchFamily="34" charset="0"/>
              </a:rPr>
              <a:t>TTL (Time To Live)</a:t>
            </a:r>
          </a:p>
          <a:p>
            <a:pPr algn="ctr" eaLnBrk="1" hangingPunct="1">
              <a:lnSpc>
                <a:spcPct val="110000"/>
              </a:lnSpc>
            </a:pPr>
            <a:r>
              <a:rPr lang="zh-CN" altLang="en-US">
                <a:solidFill>
                  <a:srgbClr val="333399"/>
                </a:solidFill>
                <a:latin typeface="Arial" pitchFamily="34" charset="0"/>
              </a:rPr>
              <a:t>数据报在网络中可通过的路由器数的最大值。</a:t>
            </a:r>
          </a:p>
        </p:txBody>
      </p:sp>
      <p:sp>
        <p:nvSpPr>
          <p:cNvPr id="89133" name="Rectangle 75"/>
          <p:cNvSpPr>
            <a:spLocks noChangeArrowheads="1"/>
          </p:cNvSpPr>
          <p:nvPr/>
        </p:nvSpPr>
        <p:spPr bwMode="auto">
          <a:xfrm>
            <a:off x="1116013" y="2238375"/>
            <a:ext cx="1954212" cy="481013"/>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34" name="AutoShape 76"/>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135" name="Rectangle 78"/>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0114"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115"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90116"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17"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18"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19"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0"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1"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2"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3"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4"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5"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6"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7"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8"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29"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30"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90131"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90132"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90133"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90134"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90135"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90136"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90137"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90138"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90139"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90140"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90141"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90142"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90143"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90144"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90145"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90146"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90147"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90148"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90149"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90150"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90151" name="Group 41"/>
          <p:cNvGrpSpPr>
            <a:grpSpLocks/>
          </p:cNvGrpSpPr>
          <p:nvPr/>
        </p:nvGrpSpPr>
        <p:grpSpPr bwMode="auto">
          <a:xfrm>
            <a:off x="1069975" y="3748088"/>
            <a:ext cx="131763" cy="69850"/>
            <a:chOff x="833" y="3024"/>
            <a:chExt cx="78" cy="51"/>
          </a:xfrm>
        </p:grpSpPr>
        <p:sp>
          <p:nvSpPr>
            <p:cNvPr id="90164"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65"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66"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0152" name="Group 45"/>
          <p:cNvGrpSpPr>
            <a:grpSpLocks/>
          </p:cNvGrpSpPr>
          <p:nvPr/>
        </p:nvGrpSpPr>
        <p:grpSpPr bwMode="auto">
          <a:xfrm>
            <a:off x="8937625" y="3757613"/>
            <a:ext cx="131763" cy="66675"/>
            <a:chOff x="5432" y="3030"/>
            <a:chExt cx="78" cy="51"/>
          </a:xfrm>
        </p:grpSpPr>
        <p:sp>
          <p:nvSpPr>
            <p:cNvPr id="90161"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62"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63"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0153"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90154"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90155"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77261" name="Group 77"/>
          <p:cNvGrpSpPr>
            <a:grpSpLocks/>
          </p:cNvGrpSpPr>
          <p:nvPr/>
        </p:nvGrpSpPr>
        <p:grpSpPr bwMode="auto">
          <a:xfrm>
            <a:off x="295275" y="2238375"/>
            <a:ext cx="8542338" cy="3829050"/>
            <a:chOff x="186" y="1410"/>
            <a:chExt cx="5381" cy="2412"/>
          </a:xfrm>
        </p:grpSpPr>
        <p:sp>
          <p:nvSpPr>
            <p:cNvPr id="90159" name="Text Box 74"/>
            <p:cNvSpPr txBox="1">
              <a:spLocks noChangeArrowheads="1"/>
            </p:cNvSpPr>
            <p:nvPr/>
          </p:nvSpPr>
          <p:spPr bwMode="auto">
            <a:xfrm>
              <a:off x="186" y="3172"/>
              <a:ext cx="5381" cy="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10000"/>
                </a:lnSpc>
              </a:pPr>
              <a:r>
                <a:rPr lang="zh-CN" altLang="en-US">
                  <a:solidFill>
                    <a:srgbClr val="333399"/>
                  </a:solidFill>
                  <a:latin typeface="Arial" pitchFamily="34" charset="0"/>
                </a:rPr>
                <a:t>协议</a:t>
              </a:r>
              <a:r>
                <a:rPr lang="en-US" altLang="zh-CN">
                  <a:solidFill>
                    <a:srgbClr val="333399"/>
                  </a:solidFill>
                  <a:latin typeface="Arial" pitchFamily="34" charset="0"/>
                </a:rPr>
                <a:t>(8 </a:t>
              </a:r>
              <a:r>
                <a:rPr lang="zh-CN" altLang="en-US">
                  <a:solidFill>
                    <a:srgbClr val="333399"/>
                  </a:solidFill>
                  <a:latin typeface="Arial" pitchFamily="34" charset="0"/>
                </a:rPr>
                <a:t>位</a:t>
              </a:r>
              <a:r>
                <a:rPr lang="en-US" altLang="zh-CN">
                  <a:solidFill>
                    <a:srgbClr val="333399"/>
                  </a:solidFill>
                  <a:latin typeface="Arial" pitchFamily="34" charset="0"/>
                </a:rPr>
                <a:t>)</a:t>
              </a:r>
              <a:r>
                <a:rPr lang="zh-CN" altLang="en-US">
                  <a:solidFill>
                    <a:srgbClr val="333399"/>
                  </a:solidFill>
                  <a:latin typeface="Arial" pitchFamily="34" charset="0"/>
                </a:rPr>
                <a:t>字段指出此数据报携带的数据使用何种协议</a:t>
              </a:r>
            </a:p>
            <a:p>
              <a:pPr algn="ctr" eaLnBrk="1" hangingPunct="1">
                <a:lnSpc>
                  <a:spcPct val="110000"/>
                </a:lnSpc>
              </a:pPr>
              <a:r>
                <a:rPr lang="zh-CN" altLang="en-US">
                  <a:solidFill>
                    <a:srgbClr val="333399"/>
                  </a:solidFill>
                  <a:latin typeface="Arial" pitchFamily="34" charset="0"/>
                </a:rPr>
                <a:t>以便目的主机的 </a:t>
              </a:r>
              <a:r>
                <a:rPr lang="en-US" altLang="zh-CN">
                  <a:solidFill>
                    <a:srgbClr val="333399"/>
                  </a:solidFill>
                  <a:latin typeface="Arial" pitchFamily="34" charset="0"/>
                </a:rPr>
                <a:t>IP </a:t>
              </a:r>
              <a:r>
                <a:rPr lang="zh-CN" altLang="en-US">
                  <a:solidFill>
                    <a:srgbClr val="333399"/>
                  </a:solidFill>
                  <a:latin typeface="Arial" pitchFamily="34" charset="0"/>
                </a:rPr>
                <a:t>层将数据部分上交给哪个处理过程</a:t>
              </a:r>
            </a:p>
          </p:txBody>
        </p:sp>
        <p:sp>
          <p:nvSpPr>
            <p:cNvPr id="90160" name="Rectangle 75"/>
            <p:cNvSpPr>
              <a:spLocks noChangeArrowheads="1"/>
            </p:cNvSpPr>
            <p:nvPr/>
          </p:nvSpPr>
          <p:spPr bwMode="auto">
            <a:xfrm>
              <a:off x="1971" y="1410"/>
              <a:ext cx="1227" cy="30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0157" name="AutoShape 76"/>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0158" name="Rectangle 78"/>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72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1138" name="Rectangle 4"/>
          <p:cNvSpPr>
            <a:spLocks noChangeArrowheads="1"/>
          </p:cNvSpPr>
          <p:nvPr/>
        </p:nvSpPr>
        <p:spPr bwMode="auto">
          <a:xfrm>
            <a:off x="250825" y="2133600"/>
            <a:ext cx="8642350" cy="628650"/>
          </a:xfrm>
          <a:prstGeom prst="rect">
            <a:avLst/>
          </a:prstGeom>
          <a:solidFill>
            <a:srgbClr val="FFFF99"/>
          </a:solidFill>
          <a:ln w="28575">
            <a:solidFill>
              <a:schemeClr val="tx1"/>
            </a:solidFill>
            <a:miter lim="800000"/>
            <a:headEnd/>
            <a:tailEnd/>
          </a:ln>
          <a:effectLst>
            <a:outerShdw dist="35921" dir="2700000" algn="ctr" rotWithShape="0">
              <a:schemeClr val="bg2"/>
            </a:outerShdw>
          </a:effectLst>
        </p:spPr>
        <p:txBody>
          <a:bodyPr wrap="none" anchor="ctr"/>
          <a:lstStyle/>
          <a:p>
            <a:pPr algn="ctr"/>
            <a:endParaRPr kumimoji="1" lang="zh-CN" altLang="zh-CN" sz="3200">
              <a:solidFill>
                <a:srgbClr val="333399"/>
              </a:solidFill>
              <a:latin typeface="Arial" pitchFamily="34" charset="0"/>
            </a:endParaRPr>
          </a:p>
        </p:txBody>
      </p:sp>
      <p:sp>
        <p:nvSpPr>
          <p:cNvPr id="91139" name="Rectangle 5"/>
          <p:cNvSpPr>
            <a:spLocks noChangeArrowheads="1"/>
          </p:cNvSpPr>
          <p:nvPr/>
        </p:nvSpPr>
        <p:spPr bwMode="auto">
          <a:xfrm>
            <a:off x="250825" y="2762250"/>
            <a:ext cx="8642350" cy="1743075"/>
          </a:xfrm>
          <a:prstGeom prst="rect">
            <a:avLst/>
          </a:prstGeom>
          <a:solidFill>
            <a:srgbClr val="CCECFF"/>
          </a:solidFill>
          <a:ln w="28575">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91140" name="Rectangle 11"/>
          <p:cNvSpPr>
            <a:spLocks noChangeArrowheads="1"/>
          </p:cNvSpPr>
          <p:nvPr/>
        </p:nvSpPr>
        <p:spPr bwMode="auto">
          <a:xfrm>
            <a:off x="1706563" y="3390900"/>
            <a:ext cx="5730875" cy="487363"/>
          </a:xfrm>
          <a:prstGeom prst="rect">
            <a:avLst/>
          </a:prstGeom>
          <a:solidFill>
            <a:srgbClr val="FFC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41" name="Rectangle 6"/>
          <p:cNvSpPr>
            <a:spLocks noChangeArrowheads="1"/>
          </p:cNvSpPr>
          <p:nvPr/>
        </p:nvSpPr>
        <p:spPr bwMode="auto">
          <a:xfrm>
            <a:off x="1743075" y="3425825"/>
            <a:ext cx="1246188" cy="446088"/>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42" name="Text Box 7"/>
          <p:cNvSpPr txBox="1">
            <a:spLocks noChangeArrowheads="1"/>
          </p:cNvSpPr>
          <p:nvPr/>
        </p:nvSpPr>
        <p:spPr bwMode="auto">
          <a:xfrm>
            <a:off x="508000" y="2176463"/>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运输层</a:t>
            </a:r>
          </a:p>
        </p:txBody>
      </p:sp>
      <p:sp>
        <p:nvSpPr>
          <p:cNvPr id="91143" name="Text Box 8"/>
          <p:cNvSpPr txBox="1">
            <a:spLocks noChangeArrowheads="1"/>
          </p:cNvSpPr>
          <p:nvPr/>
        </p:nvSpPr>
        <p:spPr bwMode="auto">
          <a:xfrm>
            <a:off x="508000" y="3216275"/>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网络层</a:t>
            </a:r>
          </a:p>
        </p:txBody>
      </p:sp>
      <p:sp>
        <p:nvSpPr>
          <p:cNvPr id="91144" name="Line 9"/>
          <p:cNvSpPr>
            <a:spLocks noChangeShapeType="1"/>
          </p:cNvSpPr>
          <p:nvPr/>
        </p:nvSpPr>
        <p:spPr bwMode="auto">
          <a:xfrm>
            <a:off x="2989263" y="3390900"/>
            <a:ext cx="0" cy="4873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145" name="Text Box 10"/>
          <p:cNvSpPr txBox="1">
            <a:spLocks noChangeArrowheads="1"/>
          </p:cNvSpPr>
          <p:nvPr/>
        </p:nvSpPr>
        <p:spPr bwMode="auto">
          <a:xfrm>
            <a:off x="1960563" y="338296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a:t>
            </a:r>
          </a:p>
        </p:txBody>
      </p:sp>
      <p:sp>
        <p:nvSpPr>
          <p:cNvPr id="91146" name="Rectangle 13"/>
          <p:cNvSpPr>
            <a:spLocks noChangeArrowheads="1"/>
          </p:cNvSpPr>
          <p:nvPr/>
        </p:nvSpPr>
        <p:spPr bwMode="auto">
          <a:xfrm>
            <a:off x="4187825" y="2273300"/>
            <a:ext cx="1025525"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47" name="Text Box 14"/>
          <p:cNvSpPr txBox="1">
            <a:spLocks noChangeArrowheads="1"/>
          </p:cNvSpPr>
          <p:nvPr/>
        </p:nvSpPr>
        <p:spPr bwMode="auto">
          <a:xfrm>
            <a:off x="4344988" y="2239963"/>
            <a:ext cx="693737"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TCP</a:t>
            </a:r>
          </a:p>
        </p:txBody>
      </p:sp>
      <p:sp>
        <p:nvSpPr>
          <p:cNvPr id="91148" name="Rectangle 15"/>
          <p:cNvSpPr>
            <a:spLocks noChangeArrowheads="1"/>
          </p:cNvSpPr>
          <p:nvPr/>
        </p:nvSpPr>
        <p:spPr bwMode="auto">
          <a:xfrm>
            <a:off x="5470525" y="2273300"/>
            <a:ext cx="1027113"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49" name="Text Box 16"/>
          <p:cNvSpPr txBox="1">
            <a:spLocks noChangeArrowheads="1"/>
          </p:cNvSpPr>
          <p:nvPr/>
        </p:nvSpPr>
        <p:spPr bwMode="auto">
          <a:xfrm>
            <a:off x="5605463" y="2273300"/>
            <a:ext cx="7223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UDP</a:t>
            </a:r>
          </a:p>
        </p:txBody>
      </p:sp>
      <p:sp>
        <p:nvSpPr>
          <p:cNvPr id="91150" name="Rectangle 17"/>
          <p:cNvSpPr>
            <a:spLocks noChangeArrowheads="1"/>
          </p:cNvSpPr>
          <p:nvPr/>
        </p:nvSpPr>
        <p:spPr bwMode="auto">
          <a:xfrm>
            <a:off x="2047875" y="2892425"/>
            <a:ext cx="1027113"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51" name="Text Box 18"/>
          <p:cNvSpPr txBox="1">
            <a:spLocks noChangeArrowheads="1"/>
          </p:cNvSpPr>
          <p:nvPr/>
        </p:nvSpPr>
        <p:spPr bwMode="auto">
          <a:xfrm>
            <a:off x="2133600" y="2857500"/>
            <a:ext cx="819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ICMP</a:t>
            </a:r>
          </a:p>
        </p:txBody>
      </p:sp>
      <p:sp>
        <p:nvSpPr>
          <p:cNvPr id="91152" name="Rectangle 19"/>
          <p:cNvSpPr>
            <a:spLocks noChangeArrowheads="1"/>
          </p:cNvSpPr>
          <p:nvPr/>
        </p:nvSpPr>
        <p:spPr bwMode="auto">
          <a:xfrm>
            <a:off x="3246438" y="2892425"/>
            <a:ext cx="1025525"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53" name="Text Box 20"/>
          <p:cNvSpPr txBox="1">
            <a:spLocks noChangeArrowheads="1"/>
          </p:cNvSpPr>
          <p:nvPr/>
        </p:nvSpPr>
        <p:spPr bwMode="auto">
          <a:xfrm>
            <a:off x="3333750" y="2857500"/>
            <a:ext cx="8318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IGMP</a:t>
            </a:r>
          </a:p>
        </p:txBody>
      </p:sp>
      <p:sp>
        <p:nvSpPr>
          <p:cNvPr id="91154" name="Rectangle 21"/>
          <p:cNvSpPr>
            <a:spLocks noChangeArrowheads="1"/>
          </p:cNvSpPr>
          <p:nvPr/>
        </p:nvSpPr>
        <p:spPr bwMode="auto">
          <a:xfrm>
            <a:off x="6804025" y="2892425"/>
            <a:ext cx="1025525"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55" name="Text Box 22"/>
          <p:cNvSpPr txBox="1">
            <a:spLocks noChangeArrowheads="1"/>
          </p:cNvSpPr>
          <p:nvPr/>
        </p:nvSpPr>
        <p:spPr bwMode="auto">
          <a:xfrm>
            <a:off x="6891338" y="2857500"/>
            <a:ext cx="8763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OSPF</a:t>
            </a:r>
          </a:p>
        </p:txBody>
      </p:sp>
      <p:sp>
        <p:nvSpPr>
          <p:cNvPr id="478233" name="Line 25"/>
          <p:cNvSpPr>
            <a:spLocks noChangeShapeType="1"/>
          </p:cNvSpPr>
          <p:nvPr/>
        </p:nvSpPr>
        <p:spPr bwMode="auto">
          <a:xfrm flipV="1">
            <a:off x="5556250" y="2622550"/>
            <a:ext cx="428625" cy="976313"/>
          </a:xfrm>
          <a:prstGeom prst="line">
            <a:avLst/>
          </a:prstGeom>
          <a:noFill/>
          <a:ln w="762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8235" name="Line 27"/>
          <p:cNvSpPr>
            <a:spLocks noChangeShapeType="1"/>
          </p:cNvSpPr>
          <p:nvPr/>
        </p:nvSpPr>
        <p:spPr bwMode="auto">
          <a:xfrm flipH="1" flipV="1">
            <a:off x="4699000" y="2622550"/>
            <a:ext cx="868363" cy="996950"/>
          </a:xfrm>
          <a:prstGeom prst="line">
            <a:avLst/>
          </a:prstGeom>
          <a:noFill/>
          <a:ln w="762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8236" name="Line 28"/>
          <p:cNvSpPr>
            <a:spLocks noChangeShapeType="1"/>
          </p:cNvSpPr>
          <p:nvPr/>
        </p:nvSpPr>
        <p:spPr bwMode="auto">
          <a:xfrm flipH="1" flipV="1">
            <a:off x="4294188" y="3175000"/>
            <a:ext cx="1303337" cy="463550"/>
          </a:xfrm>
          <a:prstGeom prst="line">
            <a:avLst/>
          </a:prstGeom>
          <a:noFill/>
          <a:ln w="762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8237" name="Line 29"/>
          <p:cNvSpPr>
            <a:spLocks noChangeShapeType="1"/>
          </p:cNvSpPr>
          <p:nvPr/>
        </p:nvSpPr>
        <p:spPr bwMode="auto">
          <a:xfrm flipH="1" flipV="1">
            <a:off x="2811463" y="3255963"/>
            <a:ext cx="2782887" cy="373062"/>
          </a:xfrm>
          <a:prstGeom prst="line">
            <a:avLst/>
          </a:prstGeom>
          <a:noFill/>
          <a:ln w="762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8238" name="Line 30"/>
          <p:cNvSpPr>
            <a:spLocks noChangeShapeType="1"/>
          </p:cNvSpPr>
          <p:nvPr/>
        </p:nvSpPr>
        <p:spPr bwMode="auto">
          <a:xfrm flipV="1">
            <a:off x="5581650" y="3173413"/>
            <a:ext cx="1195388" cy="447675"/>
          </a:xfrm>
          <a:prstGeom prst="line">
            <a:avLst/>
          </a:prstGeom>
          <a:noFill/>
          <a:ln w="762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161" name="Text Box 31"/>
          <p:cNvSpPr txBox="1">
            <a:spLocks noChangeArrowheads="1"/>
          </p:cNvSpPr>
          <p:nvPr/>
        </p:nvSpPr>
        <p:spPr bwMode="auto">
          <a:xfrm>
            <a:off x="3132138" y="3463925"/>
            <a:ext cx="14097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 据 部 分</a:t>
            </a:r>
          </a:p>
        </p:txBody>
      </p:sp>
      <p:sp>
        <p:nvSpPr>
          <p:cNvPr id="91162" name="Line 32"/>
          <p:cNvSpPr>
            <a:spLocks noChangeShapeType="1"/>
          </p:cNvSpPr>
          <p:nvPr/>
        </p:nvSpPr>
        <p:spPr bwMode="auto">
          <a:xfrm>
            <a:off x="1706563" y="4156075"/>
            <a:ext cx="5730875"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163" name="Text Box 33"/>
          <p:cNvSpPr txBox="1">
            <a:spLocks noChangeArrowheads="1"/>
          </p:cNvSpPr>
          <p:nvPr/>
        </p:nvSpPr>
        <p:spPr bwMode="auto">
          <a:xfrm>
            <a:off x="3929063" y="3927475"/>
            <a:ext cx="1255712"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grpSp>
        <p:nvGrpSpPr>
          <p:cNvPr id="478246" name="Group 38"/>
          <p:cNvGrpSpPr>
            <a:grpSpLocks/>
          </p:cNvGrpSpPr>
          <p:nvPr/>
        </p:nvGrpSpPr>
        <p:grpSpPr bwMode="auto">
          <a:xfrm>
            <a:off x="2590800" y="3644900"/>
            <a:ext cx="4357688" cy="1871663"/>
            <a:chOff x="1632" y="2296"/>
            <a:chExt cx="2745" cy="1179"/>
          </a:xfrm>
        </p:grpSpPr>
        <p:sp>
          <p:nvSpPr>
            <p:cNvPr id="91165" name="Rectangle 34"/>
            <p:cNvSpPr>
              <a:spLocks noChangeArrowheads="1"/>
            </p:cNvSpPr>
            <p:nvPr/>
          </p:nvSpPr>
          <p:spPr bwMode="auto">
            <a:xfrm>
              <a:off x="1632" y="2296"/>
              <a:ext cx="227" cy="106"/>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1166" name="AutoShape 35"/>
            <p:cNvSpPr>
              <a:spLocks noChangeArrowheads="1"/>
            </p:cNvSpPr>
            <p:nvPr/>
          </p:nvSpPr>
          <p:spPr bwMode="auto">
            <a:xfrm>
              <a:off x="2439" y="3033"/>
              <a:ext cx="1853" cy="442"/>
            </a:xfrm>
            <a:prstGeom prst="wedgeRoundRectCallout">
              <a:avLst>
                <a:gd name="adj1" fmla="val -87560"/>
                <a:gd name="adj2" fmla="val -194569"/>
                <a:gd name="adj3" fmla="val 16667"/>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3200">
                <a:solidFill>
                  <a:srgbClr val="333399"/>
                </a:solidFill>
                <a:latin typeface="Arial" pitchFamily="34" charset="0"/>
              </a:endParaRPr>
            </a:p>
          </p:txBody>
        </p:sp>
        <p:sp>
          <p:nvSpPr>
            <p:cNvPr id="91167" name="Text Box 36"/>
            <p:cNvSpPr txBox="1">
              <a:spLocks noChangeArrowheads="1"/>
            </p:cNvSpPr>
            <p:nvPr/>
          </p:nvSpPr>
          <p:spPr bwMode="auto">
            <a:xfrm>
              <a:off x="2426" y="3016"/>
              <a:ext cx="1951"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协议字段指出应将数据</a:t>
              </a:r>
            </a:p>
            <a:p>
              <a:pPr algn="ctr" eaLnBrk="1" hangingPunct="1"/>
              <a:r>
                <a:rPr kumimoji="1" lang="zh-CN" altLang="en-US" sz="2000">
                  <a:solidFill>
                    <a:srgbClr val="333399"/>
                  </a:solidFill>
                  <a:latin typeface="Arial" pitchFamily="34" charset="0"/>
                </a:rPr>
                <a:t>部分交给哪一个进程</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824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2500"/>
                            </p:stCondLst>
                            <p:childTnLst>
                              <p:par>
                                <p:cTn id="8" presetID="22" presetClass="entr" presetSubtype="2" fill="hold" grpId="0" nodeType="afterEffect">
                                  <p:stCondLst>
                                    <p:cond delay="0"/>
                                  </p:stCondLst>
                                  <p:childTnLst>
                                    <p:set>
                                      <p:cBhvr>
                                        <p:cTn id="9" dur="1" fill="hold">
                                          <p:stCondLst>
                                            <p:cond delay="0"/>
                                          </p:stCondLst>
                                        </p:cTn>
                                        <p:tgtEl>
                                          <p:spTgt spid="478237"/>
                                        </p:tgtEl>
                                        <p:attrNameLst>
                                          <p:attrName>style.visibility</p:attrName>
                                        </p:attrNameLst>
                                      </p:cBhvr>
                                      <p:to>
                                        <p:strVal val="visible"/>
                                      </p:to>
                                    </p:set>
                                    <p:animEffect transition="in" filter="wipe(right)">
                                      <p:cBhvr>
                                        <p:cTn id="10" dur="500"/>
                                        <p:tgtEl>
                                          <p:spTgt spid="478237"/>
                                        </p:tgtEl>
                                      </p:cBhvr>
                                    </p:animEffect>
                                  </p:childTnLst>
                                </p:cTn>
                              </p:par>
                            </p:childTnLst>
                          </p:cTn>
                        </p:par>
                        <p:par>
                          <p:cTn id="11" fill="hold" nodeType="afterGroup">
                            <p:stCondLst>
                              <p:cond delay="3000"/>
                            </p:stCondLst>
                            <p:childTnLst>
                              <p:par>
                                <p:cTn id="12" presetID="22" presetClass="entr" presetSubtype="2" fill="hold" grpId="0" nodeType="afterEffect">
                                  <p:stCondLst>
                                    <p:cond delay="0"/>
                                  </p:stCondLst>
                                  <p:childTnLst>
                                    <p:set>
                                      <p:cBhvr>
                                        <p:cTn id="13" dur="1" fill="hold">
                                          <p:stCondLst>
                                            <p:cond delay="0"/>
                                          </p:stCondLst>
                                        </p:cTn>
                                        <p:tgtEl>
                                          <p:spTgt spid="478236"/>
                                        </p:tgtEl>
                                        <p:attrNameLst>
                                          <p:attrName>style.visibility</p:attrName>
                                        </p:attrNameLst>
                                      </p:cBhvr>
                                      <p:to>
                                        <p:strVal val="visible"/>
                                      </p:to>
                                    </p:set>
                                    <p:animEffect transition="in" filter="wipe(right)">
                                      <p:cBhvr>
                                        <p:cTn id="14" dur="500"/>
                                        <p:tgtEl>
                                          <p:spTgt spid="478236"/>
                                        </p:tgtEl>
                                      </p:cBhvr>
                                    </p:animEffect>
                                  </p:childTnLst>
                                </p:cTn>
                              </p:par>
                            </p:childTnLst>
                          </p:cTn>
                        </p:par>
                        <p:par>
                          <p:cTn id="15" fill="hold" nodeType="afterGroup">
                            <p:stCondLst>
                              <p:cond delay="3500"/>
                            </p:stCondLst>
                            <p:childTnLst>
                              <p:par>
                                <p:cTn id="16" presetID="22" presetClass="entr" presetSubtype="4" fill="hold" grpId="0" nodeType="afterEffect">
                                  <p:stCondLst>
                                    <p:cond delay="0"/>
                                  </p:stCondLst>
                                  <p:childTnLst>
                                    <p:set>
                                      <p:cBhvr>
                                        <p:cTn id="17" dur="1" fill="hold">
                                          <p:stCondLst>
                                            <p:cond delay="0"/>
                                          </p:stCondLst>
                                        </p:cTn>
                                        <p:tgtEl>
                                          <p:spTgt spid="478235"/>
                                        </p:tgtEl>
                                        <p:attrNameLst>
                                          <p:attrName>style.visibility</p:attrName>
                                        </p:attrNameLst>
                                      </p:cBhvr>
                                      <p:to>
                                        <p:strVal val="visible"/>
                                      </p:to>
                                    </p:set>
                                    <p:animEffect transition="in" filter="wipe(down)">
                                      <p:cBhvr>
                                        <p:cTn id="18" dur="500"/>
                                        <p:tgtEl>
                                          <p:spTgt spid="478235"/>
                                        </p:tgtEl>
                                      </p:cBhvr>
                                    </p:animEffect>
                                  </p:childTnLst>
                                </p:cTn>
                              </p:par>
                            </p:childTnLst>
                          </p:cTn>
                        </p:par>
                        <p:par>
                          <p:cTn id="19" fill="hold" nodeType="afterGroup">
                            <p:stCondLst>
                              <p:cond delay="4000"/>
                            </p:stCondLst>
                            <p:childTnLst>
                              <p:par>
                                <p:cTn id="20" presetID="22" presetClass="entr" presetSubtype="4" fill="hold" grpId="0" nodeType="afterEffect">
                                  <p:stCondLst>
                                    <p:cond delay="0"/>
                                  </p:stCondLst>
                                  <p:childTnLst>
                                    <p:set>
                                      <p:cBhvr>
                                        <p:cTn id="21" dur="1" fill="hold">
                                          <p:stCondLst>
                                            <p:cond delay="0"/>
                                          </p:stCondLst>
                                        </p:cTn>
                                        <p:tgtEl>
                                          <p:spTgt spid="478233"/>
                                        </p:tgtEl>
                                        <p:attrNameLst>
                                          <p:attrName>style.visibility</p:attrName>
                                        </p:attrNameLst>
                                      </p:cBhvr>
                                      <p:to>
                                        <p:strVal val="visible"/>
                                      </p:to>
                                    </p:set>
                                    <p:animEffect transition="in" filter="wipe(down)">
                                      <p:cBhvr>
                                        <p:cTn id="22" dur="500"/>
                                        <p:tgtEl>
                                          <p:spTgt spid="478233"/>
                                        </p:tgtEl>
                                      </p:cBhvr>
                                    </p:animEffect>
                                  </p:childTnLst>
                                </p:cTn>
                              </p:par>
                            </p:childTnLst>
                          </p:cTn>
                        </p:par>
                        <p:par>
                          <p:cTn id="23" fill="hold" nodeType="afterGroup">
                            <p:stCondLst>
                              <p:cond delay="4500"/>
                            </p:stCondLst>
                            <p:childTnLst>
                              <p:par>
                                <p:cTn id="24" presetID="22" presetClass="entr" presetSubtype="8" fill="hold" grpId="0" nodeType="afterEffect">
                                  <p:stCondLst>
                                    <p:cond delay="0"/>
                                  </p:stCondLst>
                                  <p:childTnLst>
                                    <p:set>
                                      <p:cBhvr>
                                        <p:cTn id="25" dur="1" fill="hold">
                                          <p:stCondLst>
                                            <p:cond delay="0"/>
                                          </p:stCondLst>
                                        </p:cTn>
                                        <p:tgtEl>
                                          <p:spTgt spid="478238"/>
                                        </p:tgtEl>
                                        <p:attrNameLst>
                                          <p:attrName>style.visibility</p:attrName>
                                        </p:attrNameLst>
                                      </p:cBhvr>
                                      <p:to>
                                        <p:strVal val="visible"/>
                                      </p:to>
                                    </p:set>
                                    <p:animEffect transition="in" filter="wipe(left)">
                                      <p:cBhvr>
                                        <p:cTn id="26" dur="500"/>
                                        <p:tgtEl>
                                          <p:spTgt spid="478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8233" grpId="0" animBg="1"/>
      <p:bldP spid="478235" grpId="0" animBg="1"/>
      <p:bldP spid="478236" grpId="0" animBg="1"/>
      <p:bldP spid="478237" grpId="0" animBg="1"/>
      <p:bldP spid="478238" grpId="0" animBg="1"/>
    </p:bldLst>
  </p:timing>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2162"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2163"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92164"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65"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66"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67"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68"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69"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0"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1"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2"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3"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4"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5"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6"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7"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178"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92179"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92180"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92181"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92182"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92183"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92184"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92185"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92186"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92187"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92188"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92189"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92190"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92191"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92192"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92193"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92194"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92195"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92196"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92197"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92198"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92199" name="Group 41"/>
          <p:cNvGrpSpPr>
            <a:grpSpLocks/>
          </p:cNvGrpSpPr>
          <p:nvPr/>
        </p:nvGrpSpPr>
        <p:grpSpPr bwMode="auto">
          <a:xfrm>
            <a:off x="1069975" y="3748088"/>
            <a:ext cx="131763" cy="69850"/>
            <a:chOff x="833" y="3024"/>
            <a:chExt cx="78" cy="51"/>
          </a:xfrm>
        </p:grpSpPr>
        <p:sp>
          <p:nvSpPr>
            <p:cNvPr id="92212"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213"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214"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2200" name="Group 45"/>
          <p:cNvGrpSpPr>
            <a:grpSpLocks/>
          </p:cNvGrpSpPr>
          <p:nvPr/>
        </p:nvGrpSpPr>
        <p:grpSpPr bwMode="auto">
          <a:xfrm>
            <a:off x="8937625" y="3757613"/>
            <a:ext cx="131763" cy="66675"/>
            <a:chOff x="5432" y="3030"/>
            <a:chExt cx="78" cy="51"/>
          </a:xfrm>
        </p:grpSpPr>
        <p:sp>
          <p:nvSpPr>
            <p:cNvPr id="92209"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210"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211"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2201"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92202"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92203"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79309" name="Group 77"/>
          <p:cNvGrpSpPr>
            <a:grpSpLocks/>
          </p:cNvGrpSpPr>
          <p:nvPr/>
        </p:nvGrpSpPr>
        <p:grpSpPr bwMode="auto">
          <a:xfrm>
            <a:off x="596900" y="2238375"/>
            <a:ext cx="8385175" cy="4298950"/>
            <a:chOff x="376" y="1410"/>
            <a:chExt cx="5282" cy="2708"/>
          </a:xfrm>
        </p:grpSpPr>
        <p:sp>
          <p:nvSpPr>
            <p:cNvPr id="92207" name="Text Box 74"/>
            <p:cNvSpPr txBox="1">
              <a:spLocks noChangeArrowheads="1"/>
            </p:cNvSpPr>
            <p:nvPr/>
          </p:nvSpPr>
          <p:spPr bwMode="auto">
            <a:xfrm>
              <a:off x="376" y="3172"/>
              <a:ext cx="5004" cy="9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10000"/>
                </a:lnSpc>
              </a:pPr>
              <a:r>
                <a:rPr lang="zh-CN" altLang="en-US">
                  <a:solidFill>
                    <a:srgbClr val="333399"/>
                  </a:solidFill>
                  <a:latin typeface="Arial" pitchFamily="34" charset="0"/>
                </a:rPr>
                <a:t>首部检验和</a:t>
              </a:r>
              <a:r>
                <a:rPr lang="en-US" altLang="zh-CN">
                  <a:solidFill>
                    <a:srgbClr val="333399"/>
                  </a:solidFill>
                  <a:latin typeface="Arial" pitchFamily="34" charset="0"/>
                </a:rPr>
                <a:t>(16 </a:t>
              </a:r>
              <a:r>
                <a:rPr lang="zh-CN" altLang="en-US">
                  <a:solidFill>
                    <a:srgbClr val="333399"/>
                  </a:solidFill>
                  <a:latin typeface="Arial" pitchFamily="34" charset="0"/>
                </a:rPr>
                <a:t>位</a:t>
              </a:r>
              <a:r>
                <a:rPr lang="en-US" altLang="zh-CN">
                  <a:solidFill>
                    <a:srgbClr val="333399"/>
                  </a:solidFill>
                  <a:latin typeface="Arial" pitchFamily="34" charset="0"/>
                </a:rPr>
                <a:t>)</a:t>
              </a:r>
              <a:r>
                <a:rPr lang="zh-CN" altLang="en-US">
                  <a:solidFill>
                    <a:srgbClr val="333399"/>
                  </a:solidFill>
                  <a:latin typeface="Arial" pitchFamily="34" charset="0"/>
                </a:rPr>
                <a:t>字段只检验数据报的首部</a:t>
              </a:r>
            </a:p>
            <a:p>
              <a:pPr algn="ctr" eaLnBrk="1" hangingPunct="1">
                <a:lnSpc>
                  <a:spcPct val="110000"/>
                </a:lnSpc>
              </a:pPr>
              <a:r>
                <a:rPr lang="zh-CN" altLang="en-US">
                  <a:solidFill>
                    <a:srgbClr val="333399"/>
                  </a:solidFill>
                  <a:latin typeface="Arial" pitchFamily="34" charset="0"/>
                </a:rPr>
                <a:t>不检验数据部分。</a:t>
              </a:r>
            </a:p>
            <a:p>
              <a:pPr algn="ctr" eaLnBrk="1" hangingPunct="1">
                <a:lnSpc>
                  <a:spcPct val="110000"/>
                </a:lnSpc>
              </a:pPr>
              <a:r>
                <a:rPr lang="zh-CN" altLang="en-US">
                  <a:solidFill>
                    <a:srgbClr val="333399"/>
                  </a:solidFill>
                  <a:latin typeface="Arial" pitchFamily="34" charset="0"/>
                </a:rPr>
                <a:t>这里不采用</a:t>
              </a:r>
              <a:r>
                <a:rPr lang="zh-CN" altLang="en-US" sz="1800">
                  <a:solidFill>
                    <a:srgbClr val="333399"/>
                  </a:solidFill>
                  <a:latin typeface="Arial" pitchFamily="34" charset="0"/>
                </a:rPr>
                <a:t> </a:t>
              </a:r>
              <a:r>
                <a:rPr lang="en-US" altLang="zh-CN">
                  <a:solidFill>
                    <a:srgbClr val="333399"/>
                  </a:solidFill>
                  <a:latin typeface="Arial" pitchFamily="34" charset="0"/>
                </a:rPr>
                <a:t>CRC</a:t>
              </a:r>
              <a:r>
                <a:rPr lang="en-US" altLang="zh-CN" sz="2000">
                  <a:solidFill>
                    <a:srgbClr val="333399"/>
                  </a:solidFill>
                  <a:latin typeface="Arial" pitchFamily="34" charset="0"/>
                </a:rPr>
                <a:t> </a:t>
              </a:r>
              <a:r>
                <a:rPr lang="zh-CN" altLang="en-US">
                  <a:solidFill>
                    <a:srgbClr val="333399"/>
                  </a:solidFill>
                  <a:latin typeface="Arial" pitchFamily="34" charset="0"/>
                </a:rPr>
                <a:t>检验码而采用简单的计算方法。 </a:t>
              </a:r>
            </a:p>
          </p:txBody>
        </p:sp>
        <p:sp>
          <p:nvSpPr>
            <p:cNvPr id="92208" name="Rectangle 75"/>
            <p:cNvSpPr>
              <a:spLocks noChangeArrowheads="1"/>
            </p:cNvSpPr>
            <p:nvPr/>
          </p:nvSpPr>
          <p:spPr bwMode="auto">
            <a:xfrm>
              <a:off x="3195" y="1410"/>
              <a:ext cx="2463" cy="30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2205" name="AutoShape 76"/>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206" name="Rectangle 78"/>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930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3186" name="Rectangle 66"/>
          <p:cNvSpPr>
            <a:spLocks noChangeArrowheads="1"/>
          </p:cNvSpPr>
          <p:nvPr/>
        </p:nvSpPr>
        <p:spPr bwMode="auto">
          <a:xfrm>
            <a:off x="3570288" y="4687888"/>
            <a:ext cx="1755775" cy="871537"/>
          </a:xfrm>
          <a:prstGeom prst="rect">
            <a:avLst/>
          </a:prstGeom>
          <a:solidFill>
            <a:srgbClr val="FFCC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187" name="Text Box 4"/>
          <p:cNvSpPr txBox="1">
            <a:spLocks noChangeArrowheads="1"/>
          </p:cNvSpPr>
          <p:nvPr/>
        </p:nvSpPr>
        <p:spPr bwMode="auto">
          <a:xfrm>
            <a:off x="468313" y="188913"/>
            <a:ext cx="2303462" cy="406400"/>
          </a:xfrm>
          <a:prstGeom prst="rect">
            <a:avLst/>
          </a:prstGeom>
          <a:solidFill>
            <a:srgbClr val="99FF33"/>
          </a:solidFill>
          <a:ln w="9525">
            <a:solidFill>
              <a:schemeClr val="folHlink"/>
            </a:solidFill>
            <a:miter lim="800000"/>
            <a:headEnd/>
            <a:tailEnd/>
          </a:ln>
          <a:effectLst>
            <a:outerShdw dist="35921" dir="2700000" algn="ctr" rotWithShape="0">
              <a:schemeClr val="bg2"/>
            </a:outerShdw>
          </a:effec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发送端</a:t>
            </a:r>
          </a:p>
        </p:txBody>
      </p:sp>
      <p:sp>
        <p:nvSpPr>
          <p:cNvPr id="93188" name="Text Box 5"/>
          <p:cNvSpPr txBox="1">
            <a:spLocks noChangeArrowheads="1"/>
          </p:cNvSpPr>
          <p:nvPr/>
        </p:nvSpPr>
        <p:spPr bwMode="auto">
          <a:xfrm>
            <a:off x="6011863" y="188913"/>
            <a:ext cx="2232025" cy="406400"/>
          </a:xfrm>
          <a:prstGeom prst="rect">
            <a:avLst/>
          </a:prstGeom>
          <a:solidFill>
            <a:srgbClr val="CCCCFF"/>
          </a:solidFill>
          <a:ln w="9525">
            <a:solidFill>
              <a:schemeClr val="folHlink"/>
            </a:solidFill>
            <a:miter lim="800000"/>
            <a:headEnd/>
            <a:tailEnd/>
          </a:ln>
          <a:effectLst>
            <a:outerShdw dist="35921" dir="2700000" algn="ctr" rotWithShape="0">
              <a:schemeClr val="bg2"/>
            </a:outerShdw>
          </a:effec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接收端</a:t>
            </a:r>
          </a:p>
        </p:txBody>
      </p:sp>
      <p:sp>
        <p:nvSpPr>
          <p:cNvPr id="93189" name="Rectangle 6"/>
          <p:cNvSpPr>
            <a:spLocks noChangeArrowheads="1"/>
          </p:cNvSpPr>
          <p:nvPr/>
        </p:nvSpPr>
        <p:spPr bwMode="auto">
          <a:xfrm>
            <a:off x="1416050" y="812800"/>
            <a:ext cx="1350963"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190" name="Text Box 7"/>
          <p:cNvSpPr txBox="1">
            <a:spLocks noChangeArrowheads="1"/>
          </p:cNvSpPr>
          <p:nvPr/>
        </p:nvSpPr>
        <p:spPr bwMode="auto">
          <a:xfrm>
            <a:off x="727075" y="7524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 </a:t>
            </a:r>
            <a:r>
              <a:rPr kumimoji="1" lang="en-US" altLang="zh-CN" sz="2000">
                <a:solidFill>
                  <a:srgbClr val="333399"/>
                </a:solidFill>
                <a:latin typeface="Arial" pitchFamily="34" charset="0"/>
              </a:rPr>
              <a:t>1</a:t>
            </a:r>
          </a:p>
        </p:txBody>
      </p:sp>
      <p:sp>
        <p:nvSpPr>
          <p:cNvPr id="93191" name="Rectangle 8"/>
          <p:cNvSpPr>
            <a:spLocks noChangeArrowheads="1"/>
          </p:cNvSpPr>
          <p:nvPr/>
        </p:nvSpPr>
        <p:spPr bwMode="auto">
          <a:xfrm>
            <a:off x="1416050" y="1230313"/>
            <a:ext cx="1350963"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192" name="Text Box 9"/>
          <p:cNvSpPr txBox="1">
            <a:spLocks noChangeArrowheads="1"/>
          </p:cNvSpPr>
          <p:nvPr/>
        </p:nvSpPr>
        <p:spPr bwMode="auto">
          <a:xfrm>
            <a:off x="727075" y="1168400"/>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 </a:t>
            </a:r>
            <a:r>
              <a:rPr kumimoji="1" lang="en-US" altLang="zh-CN" sz="2000">
                <a:solidFill>
                  <a:srgbClr val="333399"/>
                </a:solidFill>
                <a:latin typeface="Arial" pitchFamily="34" charset="0"/>
              </a:rPr>
              <a:t>2</a:t>
            </a:r>
          </a:p>
        </p:txBody>
      </p:sp>
      <p:grpSp>
        <p:nvGrpSpPr>
          <p:cNvPr id="481347" name="Group 67"/>
          <p:cNvGrpSpPr>
            <a:grpSpLocks/>
          </p:cNvGrpSpPr>
          <p:nvPr/>
        </p:nvGrpSpPr>
        <p:grpSpPr bwMode="auto">
          <a:xfrm>
            <a:off x="468313" y="1763713"/>
            <a:ext cx="2298700" cy="398462"/>
            <a:chOff x="295" y="1111"/>
            <a:chExt cx="1448" cy="251"/>
          </a:xfrm>
        </p:grpSpPr>
        <p:sp>
          <p:nvSpPr>
            <p:cNvPr id="93257" name="Rectangle 10"/>
            <p:cNvSpPr>
              <a:spLocks noChangeArrowheads="1"/>
            </p:cNvSpPr>
            <p:nvPr/>
          </p:nvSpPr>
          <p:spPr bwMode="auto">
            <a:xfrm>
              <a:off x="892" y="1158"/>
              <a:ext cx="851" cy="186"/>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2000">
                  <a:solidFill>
                    <a:srgbClr val="333399"/>
                  </a:solidFill>
                  <a:latin typeface="Arial" pitchFamily="34" charset="0"/>
                </a:rPr>
                <a:t>置为全 </a:t>
              </a:r>
              <a:r>
                <a:rPr kumimoji="1" lang="en-US" altLang="zh-CN" sz="2000">
                  <a:solidFill>
                    <a:srgbClr val="333399"/>
                  </a:solidFill>
                  <a:latin typeface="Arial" pitchFamily="34" charset="0"/>
                </a:rPr>
                <a:t>0</a:t>
              </a:r>
            </a:p>
          </p:txBody>
        </p:sp>
        <p:sp>
          <p:nvSpPr>
            <p:cNvPr id="93258" name="Text Box 11"/>
            <p:cNvSpPr txBox="1">
              <a:spLocks noChangeArrowheads="1"/>
            </p:cNvSpPr>
            <p:nvPr/>
          </p:nvSpPr>
          <p:spPr bwMode="auto">
            <a:xfrm>
              <a:off x="295" y="1111"/>
              <a:ext cx="59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检验和</a:t>
              </a:r>
            </a:p>
          </p:txBody>
        </p:sp>
      </p:grpSp>
      <p:sp>
        <p:nvSpPr>
          <p:cNvPr id="93194" name="Rectangle 12"/>
          <p:cNvSpPr>
            <a:spLocks noChangeArrowheads="1"/>
          </p:cNvSpPr>
          <p:nvPr/>
        </p:nvSpPr>
        <p:spPr bwMode="auto">
          <a:xfrm>
            <a:off x="1416050" y="2446338"/>
            <a:ext cx="1350963"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195" name="Text Box 13"/>
          <p:cNvSpPr txBox="1">
            <a:spLocks noChangeArrowheads="1"/>
          </p:cNvSpPr>
          <p:nvPr/>
        </p:nvSpPr>
        <p:spPr bwMode="auto">
          <a:xfrm>
            <a:off x="727075" y="2386013"/>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 </a:t>
            </a:r>
            <a:r>
              <a:rPr kumimoji="1" lang="en-US" altLang="zh-CN" sz="2000">
                <a:solidFill>
                  <a:srgbClr val="333399"/>
                </a:solidFill>
                <a:latin typeface="Arial" pitchFamily="34" charset="0"/>
              </a:rPr>
              <a:t>n</a:t>
            </a:r>
          </a:p>
        </p:txBody>
      </p:sp>
      <p:grpSp>
        <p:nvGrpSpPr>
          <p:cNvPr id="481348" name="Group 68"/>
          <p:cNvGrpSpPr>
            <a:grpSpLocks/>
          </p:cNvGrpSpPr>
          <p:nvPr/>
        </p:nvGrpSpPr>
        <p:grpSpPr bwMode="auto">
          <a:xfrm>
            <a:off x="263525" y="2976563"/>
            <a:ext cx="2503488" cy="700087"/>
            <a:chOff x="166" y="1875"/>
            <a:chExt cx="1577" cy="441"/>
          </a:xfrm>
        </p:grpSpPr>
        <p:sp>
          <p:nvSpPr>
            <p:cNvPr id="93255" name="Rectangle 14"/>
            <p:cNvSpPr>
              <a:spLocks noChangeArrowheads="1"/>
            </p:cNvSpPr>
            <p:nvPr/>
          </p:nvSpPr>
          <p:spPr bwMode="auto">
            <a:xfrm>
              <a:off x="892"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56" name="Text Box 15"/>
            <p:cNvSpPr txBox="1">
              <a:spLocks noChangeArrowheads="1"/>
            </p:cNvSpPr>
            <p:nvPr/>
          </p:nvSpPr>
          <p:spPr bwMode="auto">
            <a:xfrm>
              <a:off x="166" y="1875"/>
              <a:ext cx="756" cy="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反码算术</a:t>
              </a:r>
            </a:p>
            <a:p>
              <a:pPr eaLnBrk="1" hangingPunct="1"/>
              <a:r>
                <a:rPr kumimoji="1" lang="zh-CN" altLang="en-US" sz="2000">
                  <a:solidFill>
                    <a:srgbClr val="333399"/>
                  </a:solidFill>
                  <a:latin typeface="Arial" pitchFamily="34" charset="0"/>
                </a:rPr>
                <a:t>运算求和</a:t>
              </a:r>
            </a:p>
          </p:txBody>
        </p:sp>
      </p:grpSp>
      <p:sp>
        <p:nvSpPr>
          <p:cNvPr id="93197" name="Text Box 19"/>
          <p:cNvSpPr txBox="1">
            <a:spLocks noChangeArrowheads="1"/>
          </p:cNvSpPr>
          <p:nvPr/>
        </p:nvSpPr>
        <p:spPr bwMode="auto">
          <a:xfrm>
            <a:off x="1770063" y="1444625"/>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93198" name="Text Box 20"/>
          <p:cNvSpPr txBox="1">
            <a:spLocks noChangeArrowheads="1"/>
          </p:cNvSpPr>
          <p:nvPr/>
        </p:nvSpPr>
        <p:spPr bwMode="auto">
          <a:xfrm>
            <a:off x="1754188" y="2035175"/>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93199" name="Line 21"/>
          <p:cNvSpPr>
            <a:spLocks noChangeShapeType="1"/>
          </p:cNvSpPr>
          <p:nvPr/>
        </p:nvSpPr>
        <p:spPr bwMode="auto">
          <a:xfrm>
            <a:off x="557213" y="2879725"/>
            <a:ext cx="27035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81349" name="Group 69"/>
          <p:cNvGrpSpPr>
            <a:grpSpLocks/>
          </p:cNvGrpSpPr>
          <p:nvPr/>
        </p:nvGrpSpPr>
        <p:grpSpPr bwMode="auto">
          <a:xfrm>
            <a:off x="1214438" y="3576638"/>
            <a:ext cx="998537" cy="501650"/>
            <a:chOff x="765" y="2253"/>
            <a:chExt cx="629" cy="316"/>
          </a:xfrm>
        </p:grpSpPr>
        <p:sp>
          <p:nvSpPr>
            <p:cNvPr id="93253" name="AutoShape 18"/>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254" name="Text Box 22"/>
            <p:cNvSpPr txBox="1">
              <a:spLocks noChangeArrowheads="1"/>
            </p:cNvSpPr>
            <p:nvPr/>
          </p:nvSpPr>
          <p:spPr bwMode="auto">
            <a:xfrm>
              <a:off x="765" y="2264"/>
              <a:ext cx="5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取反码</a:t>
              </a:r>
            </a:p>
          </p:txBody>
        </p:sp>
      </p:grpSp>
      <p:sp>
        <p:nvSpPr>
          <p:cNvPr id="93201" name="AutoShape 23"/>
          <p:cNvSpPr>
            <a:spLocks/>
          </p:cNvSpPr>
          <p:nvPr/>
        </p:nvSpPr>
        <p:spPr bwMode="auto">
          <a:xfrm>
            <a:off x="396875" y="827088"/>
            <a:ext cx="160338" cy="1931987"/>
          </a:xfrm>
          <a:prstGeom prst="leftBrace">
            <a:avLst>
              <a:gd name="adj1" fmla="val 100412"/>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202" name="Text Box 24"/>
          <p:cNvSpPr txBox="1">
            <a:spLocks noChangeArrowheads="1"/>
          </p:cNvSpPr>
          <p:nvPr/>
        </p:nvSpPr>
        <p:spPr bwMode="auto">
          <a:xfrm>
            <a:off x="0" y="1022350"/>
            <a:ext cx="438150" cy="1617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a:t>
            </a:r>
          </a:p>
          <a:p>
            <a:pPr eaLnBrk="1" hangingPunct="1"/>
            <a:r>
              <a:rPr kumimoji="1" lang="zh-CN" altLang="en-US" sz="2000">
                <a:solidFill>
                  <a:srgbClr val="333399"/>
                </a:solidFill>
                <a:latin typeface="Arial" pitchFamily="34" charset="0"/>
              </a:rPr>
              <a:t>据</a:t>
            </a:r>
          </a:p>
          <a:p>
            <a:pPr eaLnBrk="1" hangingPunct="1"/>
            <a:r>
              <a:rPr kumimoji="1" lang="zh-CN" altLang="en-US" sz="2000">
                <a:solidFill>
                  <a:srgbClr val="333399"/>
                </a:solidFill>
                <a:latin typeface="Arial" pitchFamily="34" charset="0"/>
              </a:rPr>
              <a:t>报</a:t>
            </a:r>
          </a:p>
          <a:p>
            <a:pPr eaLnBrk="1" hangingPunct="1"/>
            <a:r>
              <a:rPr kumimoji="1" lang="zh-CN" altLang="en-US" sz="2000">
                <a:solidFill>
                  <a:srgbClr val="333399"/>
                </a:solidFill>
                <a:latin typeface="Arial" pitchFamily="34" charset="0"/>
              </a:rPr>
              <a:t>首</a:t>
            </a:r>
          </a:p>
          <a:p>
            <a:pPr eaLnBrk="1" hangingPunct="1"/>
            <a:r>
              <a:rPr kumimoji="1" lang="zh-CN" altLang="en-US" sz="2000">
                <a:solidFill>
                  <a:srgbClr val="333399"/>
                </a:solidFill>
                <a:latin typeface="Arial" pitchFamily="34" charset="0"/>
              </a:rPr>
              <a:t>部</a:t>
            </a:r>
          </a:p>
        </p:txBody>
      </p:sp>
      <p:sp>
        <p:nvSpPr>
          <p:cNvPr id="93203" name="Rectangle 25"/>
          <p:cNvSpPr>
            <a:spLocks noChangeArrowheads="1"/>
          </p:cNvSpPr>
          <p:nvPr/>
        </p:nvSpPr>
        <p:spPr bwMode="auto">
          <a:xfrm>
            <a:off x="3578225" y="3933825"/>
            <a:ext cx="1747838" cy="74295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204" name="Rectangle 26"/>
          <p:cNvSpPr>
            <a:spLocks noChangeArrowheads="1"/>
          </p:cNvSpPr>
          <p:nvPr/>
        </p:nvSpPr>
        <p:spPr bwMode="auto">
          <a:xfrm>
            <a:off x="4462463" y="4240213"/>
            <a:ext cx="855662" cy="1349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205" name="Text Box 27"/>
          <p:cNvSpPr txBox="1">
            <a:spLocks noChangeArrowheads="1"/>
          </p:cNvSpPr>
          <p:nvPr/>
        </p:nvSpPr>
        <p:spPr bwMode="auto">
          <a:xfrm>
            <a:off x="3908425" y="3548063"/>
            <a:ext cx="1254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93206" name="Line 28"/>
          <p:cNvSpPr>
            <a:spLocks noChangeShapeType="1"/>
          </p:cNvSpPr>
          <p:nvPr/>
        </p:nvSpPr>
        <p:spPr bwMode="auto">
          <a:xfrm>
            <a:off x="3578225" y="4081463"/>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07" name="Line 29"/>
          <p:cNvSpPr>
            <a:spLocks noChangeShapeType="1"/>
          </p:cNvSpPr>
          <p:nvPr/>
        </p:nvSpPr>
        <p:spPr bwMode="auto">
          <a:xfrm>
            <a:off x="3578225" y="4232275"/>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08" name="Line 30"/>
          <p:cNvSpPr>
            <a:spLocks noChangeShapeType="1"/>
          </p:cNvSpPr>
          <p:nvPr/>
        </p:nvSpPr>
        <p:spPr bwMode="auto">
          <a:xfrm>
            <a:off x="3578225" y="4379913"/>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09" name="Line 31"/>
          <p:cNvSpPr>
            <a:spLocks noChangeShapeType="1"/>
          </p:cNvSpPr>
          <p:nvPr/>
        </p:nvSpPr>
        <p:spPr bwMode="auto">
          <a:xfrm>
            <a:off x="3578225" y="4527550"/>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0" name="Line 32"/>
          <p:cNvSpPr>
            <a:spLocks noChangeShapeType="1"/>
          </p:cNvSpPr>
          <p:nvPr/>
        </p:nvSpPr>
        <p:spPr bwMode="auto">
          <a:xfrm>
            <a:off x="3578225" y="4676775"/>
            <a:ext cx="1747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1" name="Line 33"/>
          <p:cNvSpPr>
            <a:spLocks noChangeShapeType="1"/>
          </p:cNvSpPr>
          <p:nvPr/>
        </p:nvSpPr>
        <p:spPr bwMode="auto">
          <a:xfrm>
            <a:off x="4452938" y="3933825"/>
            <a:ext cx="0" cy="4460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2" name="Line 34"/>
          <p:cNvSpPr>
            <a:spLocks noChangeShapeType="1"/>
          </p:cNvSpPr>
          <p:nvPr/>
        </p:nvSpPr>
        <p:spPr bwMode="auto">
          <a:xfrm>
            <a:off x="4054475" y="4232275"/>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3" name="Line 35"/>
          <p:cNvSpPr>
            <a:spLocks noChangeShapeType="1"/>
          </p:cNvSpPr>
          <p:nvPr/>
        </p:nvSpPr>
        <p:spPr bwMode="auto">
          <a:xfrm>
            <a:off x="4054475" y="3933825"/>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4" name="Line 36"/>
          <p:cNvSpPr>
            <a:spLocks noChangeShapeType="1"/>
          </p:cNvSpPr>
          <p:nvPr/>
        </p:nvSpPr>
        <p:spPr bwMode="auto">
          <a:xfrm>
            <a:off x="3817938" y="3933825"/>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5" name="Line 37"/>
          <p:cNvSpPr>
            <a:spLocks noChangeShapeType="1"/>
          </p:cNvSpPr>
          <p:nvPr/>
        </p:nvSpPr>
        <p:spPr bwMode="auto">
          <a:xfrm>
            <a:off x="4586288" y="4081463"/>
            <a:ext cx="0" cy="1508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6" name="Line 38"/>
          <p:cNvSpPr>
            <a:spLocks noChangeShapeType="1"/>
          </p:cNvSpPr>
          <p:nvPr/>
        </p:nvSpPr>
        <p:spPr bwMode="auto">
          <a:xfrm>
            <a:off x="4849813" y="4527550"/>
            <a:ext cx="0" cy="149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81351" name="Group 71"/>
          <p:cNvGrpSpPr>
            <a:grpSpLocks/>
          </p:cNvGrpSpPr>
          <p:nvPr/>
        </p:nvGrpSpPr>
        <p:grpSpPr bwMode="auto">
          <a:xfrm>
            <a:off x="508000" y="4086225"/>
            <a:ext cx="2259013" cy="395288"/>
            <a:chOff x="320" y="2574"/>
            <a:chExt cx="1423" cy="249"/>
          </a:xfrm>
        </p:grpSpPr>
        <p:sp>
          <p:nvSpPr>
            <p:cNvPr id="93251" name="Rectangle 16"/>
            <p:cNvSpPr>
              <a:spLocks noChangeArrowheads="1"/>
            </p:cNvSpPr>
            <p:nvPr/>
          </p:nvSpPr>
          <p:spPr bwMode="auto">
            <a:xfrm>
              <a:off x="892"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52" name="Text Box 17"/>
            <p:cNvSpPr txBox="1">
              <a:spLocks noChangeArrowheads="1"/>
            </p:cNvSpPr>
            <p:nvPr/>
          </p:nvSpPr>
          <p:spPr bwMode="auto">
            <a:xfrm>
              <a:off x="320" y="2574"/>
              <a:ext cx="59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检验和</a:t>
              </a:r>
            </a:p>
          </p:txBody>
        </p:sp>
      </p:grpSp>
      <p:sp>
        <p:nvSpPr>
          <p:cNvPr id="481319" name="Line 39"/>
          <p:cNvSpPr>
            <a:spLocks noChangeShapeType="1"/>
          </p:cNvSpPr>
          <p:nvPr/>
        </p:nvSpPr>
        <p:spPr bwMode="auto">
          <a:xfrm>
            <a:off x="2784475" y="4318000"/>
            <a:ext cx="2144713" cy="0"/>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219" name="Rectangle 40"/>
          <p:cNvSpPr>
            <a:spLocks noChangeArrowheads="1"/>
          </p:cNvSpPr>
          <p:nvPr/>
        </p:nvSpPr>
        <p:spPr bwMode="auto">
          <a:xfrm>
            <a:off x="6878638" y="812800"/>
            <a:ext cx="1350962"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20" name="Text Box 41"/>
          <p:cNvSpPr txBox="1">
            <a:spLocks noChangeArrowheads="1"/>
          </p:cNvSpPr>
          <p:nvPr/>
        </p:nvSpPr>
        <p:spPr bwMode="auto">
          <a:xfrm>
            <a:off x="6188075" y="7524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 </a:t>
            </a:r>
            <a:r>
              <a:rPr kumimoji="1" lang="en-US" altLang="zh-CN" sz="2000">
                <a:solidFill>
                  <a:srgbClr val="333399"/>
                </a:solidFill>
                <a:latin typeface="Arial" pitchFamily="34" charset="0"/>
              </a:rPr>
              <a:t>1</a:t>
            </a:r>
          </a:p>
        </p:txBody>
      </p:sp>
      <p:sp>
        <p:nvSpPr>
          <p:cNvPr id="93221" name="Rectangle 42"/>
          <p:cNvSpPr>
            <a:spLocks noChangeArrowheads="1"/>
          </p:cNvSpPr>
          <p:nvPr/>
        </p:nvSpPr>
        <p:spPr bwMode="auto">
          <a:xfrm>
            <a:off x="6878638" y="1230313"/>
            <a:ext cx="1350962"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22" name="Text Box 43"/>
          <p:cNvSpPr txBox="1">
            <a:spLocks noChangeArrowheads="1"/>
          </p:cNvSpPr>
          <p:nvPr/>
        </p:nvSpPr>
        <p:spPr bwMode="auto">
          <a:xfrm>
            <a:off x="6188075" y="1168400"/>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 </a:t>
            </a:r>
            <a:r>
              <a:rPr kumimoji="1" lang="en-US" altLang="zh-CN" sz="2000">
                <a:solidFill>
                  <a:srgbClr val="333399"/>
                </a:solidFill>
                <a:latin typeface="Arial" pitchFamily="34" charset="0"/>
              </a:rPr>
              <a:t>2</a:t>
            </a:r>
          </a:p>
        </p:txBody>
      </p:sp>
      <p:grpSp>
        <p:nvGrpSpPr>
          <p:cNvPr id="481353" name="Group 73"/>
          <p:cNvGrpSpPr>
            <a:grpSpLocks/>
          </p:cNvGrpSpPr>
          <p:nvPr/>
        </p:nvGrpSpPr>
        <p:grpSpPr bwMode="auto">
          <a:xfrm>
            <a:off x="5959475" y="1749425"/>
            <a:ext cx="2270125" cy="398463"/>
            <a:chOff x="3754" y="1102"/>
            <a:chExt cx="1430" cy="251"/>
          </a:xfrm>
        </p:grpSpPr>
        <p:sp>
          <p:nvSpPr>
            <p:cNvPr id="93249" name="Rectangle 44"/>
            <p:cNvSpPr>
              <a:spLocks noChangeArrowheads="1"/>
            </p:cNvSpPr>
            <p:nvPr/>
          </p:nvSpPr>
          <p:spPr bwMode="auto">
            <a:xfrm>
              <a:off x="4333" y="1158"/>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50" name="Text Box 45"/>
            <p:cNvSpPr txBox="1">
              <a:spLocks noChangeArrowheads="1"/>
            </p:cNvSpPr>
            <p:nvPr/>
          </p:nvSpPr>
          <p:spPr bwMode="auto">
            <a:xfrm>
              <a:off x="3754" y="1102"/>
              <a:ext cx="59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检验和</a:t>
              </a:r>
            </a:p>
          </p:txBody>
        </p:sp>
      </p:grpSp>
      <p:sp>
        <p:nvSpPr>
          <p:cNvPr id="93224" name="Rectangle 46"/>
          <p:cNvSpPr>
            <a:spLocks noChangeArrowheads="1"/>
          </p:cNvSpPr>
          <p:nvPr/>
        </p:nvSpPr>
        <p:spPr bwMode="auto">
          <a:xfrm>
            <a:off x="6878638" y="2446338"/>
            <a:ext cx="1350962"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25" name="Text Box 47"/>
          <p:cNvSpPr txBox="1">
            <a:spLocks noChangeArrowheads="1"/>
          </p:cNvSpPr>
          <p:nvPr/>
        </p:nvSpPr>
        <p:spPr bwMode="auto">
          <a:xfrm>
            <a:off x="6188075" y="2386013"/>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字 </a:t>
            </a:r>
            <a:r>
              <a:rPr kumimoji="1" lang="en-US" altLang="zh-CN" sz="2000">
                <a:solidFill>
                  <a:srgbClr val="333399"/>
                </a:solidFill>
                <a:latin typeface="Arial" pitchFamily="34" charset="0"/>
              </a:rPr>
              <a:t>n</a:t>
            </a:r>
          </a:p>
        </p:txBody>
      </p:sp>
      <p:grpSp>
        <p:nvGrpSpPr>
          <p:cNvPr id="481354" name="Group 74"/>
          <p:cNvGrpSpPr>
            <a:grpSpLocks/>
          </p:cNvGrpSpPr>
          <p:nvPr/>
        </p:nvGrpSpPr>
        <p:grpSpPr bwMode="auto">
          <a:xfrm>
            <a:off x="5724525" y="2976563"/>
            <a:ext cx="2505075" cy="700087"/>
            <a:chOff x="3606" y="1875"/>
            <a:chExt cx="1578" cy="441"/>
          </a:xfrm>
        </p:grpSpPr>
        <p:sp>
          <p:nvSpPr>
            <p:cNvPr id="93247" name="Rectangle 48"/>
            <p:cNvSpPr>
              <a:spLocks noChangeArrowheads="1"/>
            </p:cNvSpPr>
            <p:nvPr/>
          </p:nvSpPr>
          <p:spPr bwMode="auto">
            <a:xfrm>
              <a:off x="4333"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48" name="Text Box 49"/>
            <p:cNvSpPr txBox="1">
              <a:spLocks noChangeArrowheads="1"/>
            </p:cNvSpPr>
            <p:nvPr/>
          </p:nvSpPr>
          <p:spPr bwMode="auto">
            <a:xfrm>
              <a:off x="3606" y="1875"/>
              <a:ext cx="756" cy="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反码算术</a:t>
              </a:r>
            </a:p>
            <a:p>
              <a:pPr eaLnBrk="1" hangingPunct="1"/>
              <a:r>
                <a:rPr kumimoji="1" lang="zh-CN" altLang="en-US" sz="2000">
                  <a:solidFill>
                    <a:srgbClr val="333399"/>
                  </a:solidFill>
                  <a:latin typeface="Arial" pitchFamily="34" charset="0"/>
                </a:rPr>
                <a:t>运算求和</a:t>
              </a:r>
            </a:p>
          </p:txBody>
        </p:sp>
      </p:grpSp>
      <p:grpSp>
        <p:nvGrpSpPr>
          <p:cNvPr id="481356" name="Group 76"/>
          <p:cNvGrpSpPr>
            <a:grpSpLocks/>
          </p:cNvGrpSpPr>
          <p:nvPr/>
        </p:nvGrpSpPr>
        <p:grpSpPr bwMode="auto">
          <a:xfrm>
            <a:off x="6224588" y="4086225"/>
            <a:ext cx="2005012" cy="395288"/>
            <a:chOff x="3921" y="2574"/>
            <a:chExt cx="1263" cy="249"/>
          </a:xfrm>
        </p:grpSpPr>
        <p:sp>
          <p:nvSpPr>
            <p:cNvPr id="93245" name="Rectangle 50"/>
            <p:cNvSpPr>
              <a:spLocks noChangeArrowheads="1"/>
            </p:cNvSpPr>
            <p:nvPr/>
          </p:nvSpPr>
          <p:spPr bwMode="auto">
            <a:xfrm>
              <a:off x="4333"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a:solidFill>
                    <a:srgbClr val="333399"/>
                  </a:solidFill>
                  <a:latin typeface="Arial" pitchFamily="34" charset="0"/>
                </a:rPr>
                <a:t>16 </a:t>
              </a:r>
              <a:r>
                <a:rPr kumimoji="1" lang="zh-CN" altLang="en-US" sz="2000">
                  <a:solidFill>
                    <a:srgbClr val="333399"/>
                  </a:solidFill>
                  <a:latin typeface="Arial" pitchFamily="34" charset="0"/>
                </a:rPr>
                <a:t>位</a:t>
              </a:r>
            </a:p>
          </p:txBody>
        </p:sp>
        <p:sp>
          <p:nvSpPr>
            <p:cNvPr id="93246" name="Text Box 51"/>
            <p:cNvSpPr txBox="1">
              <a:spLocks noChangeArrowheads="1"/>
            </p:cNvSpPr>
            <p:nvPr/>
          </p:nvSpPr>
          <p:spPr bwMode="auto">
            <a:xfrm>
              <a:off x="3921" y="2574"/>
              <a:ext cx="435"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结果</a:t>
              </a:r>
            </a:p>
          </p:txBody>
        </p:sp>
      </p:grpSp>
      <p:sp>
        <p:nvSpPr>
          <p:cNvPr id="93228" name="Text Box 53"/>
          <p:cNvSpPr txBox="1">
            <a:spLocks noChangeArrowheads="1"/>
          </p:cNvSpPr>
          <p:nvPr/>
        </p:nvSpPr>
        <p:spPr bwMode="auto">
          <a:xfrm>
            <a:off x="7232650" y="1444625"/>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93229" name="Text Box 54"/>
          <p:cNvSpPr txBox="1">
            <a:spLocks noChangeArrowheads="1"/>
          </p:cNvSpPr>
          <p:nvPr/>
        </p:nvSpPr>
        <p:spPr bwMode="auto">
          <a:xfrm>
            <a:off x="7216775" y="2035175"/>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93230" name="Line 55"/>
          <p:cNvSpPr>
            <a:spLocks noChangeShapeType="1"/>
          </p:cNvSpPr>
          <p:nvPr/>
        </p:nvSpPr>
        <p:spPr bwMode="auto">
          <a:xfrm>
            <a:off x="6137275" y="2879725"/>
            <a:ext cx="25844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81355" name="Group 75"/>
          <p:cNvGrpSpPr>
            <a:grpSpLocks/>
          </p:cNvGrpSpPr>
          <p:nvPr/>
        </p:nvGrpSpPr>
        <p:grpSpPr bwMode="auto">
          <a:xfrm>
            <a:off x="6588125" y="3576638"/>
            <a:ext cx="1084263" cy="501650"/>
            <a:chOff x="4150" y="2253"/>
            <a:chExt cx="683" cy="316"/>
          </a:xfrm>
        </p:grpSpPr>
        <p:sp>
          <p:nvSpPr>
            <p:cNvPr id="93243" name="AutoShape 52"/>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244" name="Text Box 56"/>
            <p:cNvSpPr txBox="1">
              <a:spLocks noChangeArrowheads="1"/>
            </p:cNvSpPr>
            <p:nvPr/>
          </p:nvSpPr>
          <p:spPr bwMode="auto">
            <a:xfrm>
              <a:off x="4150" y="2264"/>
              <a:ext cx="5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取反码</a:t>
              </a:r>
            </a:p>
          </p:txBody>
        </p:sp>
      </p:grpSp>
      <p:sp>
        <p:nvSpPr>
          <p:cNvPr id="93232" name="AutoShape 57"/>
          <p:cNvSpPr>
            <a:spLocks/>
          </p:cNvSpPr>
          <p:nvPr/>
        </p:nvSpPr>
        <p:spPr bwMode="auto">
          <a:xfrm>
            <a:off x="5938838" y="827088"/>
            <a:ext cx="158750" cy="1931987"/>
          </a:xfrm>
          <a:prstGeom prst="leftBrace">
            <a:avLst>
              <a:gd name="adj1" fmla="val 101417"/>
              <a:gd name="adj2" fmla="val 50000"/>
            </a:avLst>
          </a:prstGeom>
          <a:noFill/>
          <a:ln w="28575">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a:solidFill>
                <a:srgbClr val="333399"/>
              </a:solidFill>
              <a:ea typeface="宋体" pitchFamily="2" charset="-122"/>
            </a:endParaRPr>
          </a:p>
        </p:txBody>
      </p:sp>
      <p:sp>
        <p:nvSpPr>
          <p:cNvPr id="93233" name="Text Box 58"/>
          <p:cNvSpPr txBox="1">
            <a:spLocks noChangeArrowheads="1"/>
          </p:cNvSpPr>
          <p:nvPr/>
        </p:nvSpPr>
        <p:spPr bwMode="auto">
          <a:xfrm>
            <a:off x="3895725" y="4902200"/>
            <a:ext cx="1201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数据部分</a:t>
            </a:r>
          </a:p>
        </p:txBody>
      </p:sp>
      <p:sp>
        <p:nvSpPr>
          <p:cNvPr id="93234" name="AutoShape 59"/>
          <p:cNvSpPr>
            <a:spLocks/>
          </p:cNvSpPr>
          <p:nvPr/>
        </p:nvSpPr>
        <p:spPr bwMode="auto">
          <a:xfrm>
            <a:off x="5326063" y="3948113"/>
            <a:ext cx="160337" cy="742950"/>
          </a:xfrm>
          <a:prstGeom prst="rightBrace">
            <a:avLst>
              <a:gd name="adj1" fmla="val 3861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235" name="Freeform 60"/>
          <p:cNvSpPr>
            <a:spLocks/>
          </p:cNvSpPr>
          <p:nvPr/>
        </p:nvSpPr>
        <p:spPr bwMode="auto">
          <a:xfrm>
            <a:off x="5486400" y="1792288"/>
            <a:ext cx="454025" cy="2525712"/>
          </a:xfrm>
          <a:custGeom>
            <a:avLst/>
            <a:gdLst>
              <a:gd name="T0" fmla="*/ 0 w 464"/>
              <a:gd name="T1" fmla="*/ 2147483647 h 1624"/>
              <a:gd name="T2" fmla="*/ 2147483647 w 464"/>
              <a:gd name="T3" fmla="*/ 2147483647 h 1624"/>
              <a:gd name="T4" fmla="*/ 2147483647 w 464"/>
              <a:gd name="T5" fmla="*/ 0 h 1624"/>
              <a:gd name="T6" fmla="*/ 2147483647 w 464"/>
              <a:gd name="T7" fmla="*/ 0 h 16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4" h="1624">
                <a:moveTo>
                  <a:pt x="0" y="1624"/>
                </a:moveTo>
                <a:lnTo>
                  <a:pt x="56" y="1624"/>
                </a:lnTo>
                <a:lnTo>
                  <a:pt x="56" y="0"/>
                </a:lnTo>
                <a:lnTo>
                  <a:pt x="464" y="0"/>
                </a:lnTo>
              </a:path>
            </a:pathLst>
          </a:custGeom>
          <a:noFill/>
          <a:ln w="28575" cmpd="sng">
            <a:solidFill>
              <a:srgbClr val="333399"/>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81357" name="Group 77"/>
          <p:cNvGrpSpPr>
            <a:grpSpLocks/>
          </p:cNvGrpSpPr>
          <p:nvPr/>
        </p:nvGrpSpPr>
        <p:grpSpPr bwMode="auto">
          <a:xfrm>
            <a:off x="6416675" y="4560888"/>
            <a:ext cx="2476500" cy="1389062"/>
            <a:chOff x="4042" y="2873"/>
            <a:chExt cx="1560" cy="875"/>
          </a:xfrm>
        </p:grpSpPr>
        <p:sp>
          <p:nvSpPr>
            <p:cNvPr id="93241" name="AutoShape 61"/>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3242" name="Rectangle 62"/>
            <p:cNvSpPr>
              <a:spLocks noChangeArrowheads="1"/>
            </p:cNvSpPr>
            <p:nvPr/>
          </p:nvSpPr>
          <p:spPr bwMode="auto">
            <a:xfrm>
              <a:off x="4042" y="3235"/>
              <a:ext cx="1560" cy="513"/>
            </a:xfrm>
            <a:prstGeom prst="rect">
              <a:avLst/>
            </a:prstGeom>
            <a:solidFill>
              <a:srgbClr val="CCECFF"/>
            </a:solidFill>
            <a:ln w="12700">
              <a:solidFill>
                <a:srgbClr val="333399"/>
              </a:solidFill>
              <a:miter lim="800000"/>
              <a:headEnd/>
              <a:tailEnd/>
            </a:ln>
            <a:effectLst>
              <a:outerShdw dist="35921" dir="2700000" algn="ctr" rotWithShape="0">
                <a:schemeClr val="bg2"/>
              </a:outerShdw>
            </a:effectLst>
          </p:spPr>
          <p:txBody>
            <a:bodyPr wrap="none" anchor="ctr"/>
            <a:lstStyle/>
            <a:p>
              <a:r>
                <a:rPr kumimoji="1" lang="zh-CN" altLang="en-US" sz="2000">
                  <a:solidFill>
                    <a:srgbClr val="333399"/>
                  </a:solidFill>
                  <a:latin typeface="Arial" pitchFamily="34" charset="0"/>
                </a:rPr>
                <a:t>若结果为 </a:t>
              </a:r>
              <a:r>
                <a:rPr kumimoji="1" lang="en-US" altLang="zh-CN" sz="2000">
                  <a:solidFill>
                    <a:srgbClr val="333399"/>
                  </a:solidFill>
                  <a:latin typeface="Arial" pitchFamily="34" charset="0"/>
                </a:rPr>
                <a:t>0, </a:t>
              </a:r>
              <a:r>
                <a:rPr kumimoji="1" lang="zh-CN" altLang="en-US" sz="2000">
                  <a:solidFill>
                    <a:srgbClr val="333399"/>
                  </a:solidFill>
                  <a:latin typeface="Arial" pitchFamily="34" charset="0"/>
                </a:rPr>
                <a:t>则保留；</a:t>
              </a:r>
            </a:p>
            <a:p>
              <a:r>
                <a:rPr kumimoji="1" lang="zh-CN" altLang="en-US" sz="2000">
                  <a:solidFill>
                    <a:srgbClr val="333399"/>
                  </a:solidFill>
                  <a:latin typeface="Arial" pitchFamily="34" charset="0"/>
                </a:rPr>
                <a:t>否则，丢弃该数据报</a:t>
              </a:r>
            </a:p>
          </p:txBody>
        </p:sp>
      </p:grpSp>
      <p:grpSp>
        <p:nvGrpSpPr>
          <p:cNvPr id="481352" name="Group 72"/>
          <p:cNvGrpSpPr>
            <a:grpSpLocks/>
          </p:cNvGrpSpPr>
          <p:nvPr/>
        </p:nvGrpSpPr>
        <p:grpSpPr bwMode="auto">
          <a:xfrm>
            <a:off x="827088" y="4887913"/>
            <a:ext cx="2968625" cy="701675"/>
            <a:chOff x="521" y="3079"/>
            <a:chExt cx="1870" cy="442"/>
          </a:xfrm>
        </p:grpSpPr>
        <p:sp>
          <p:nvSpPr>
            <p:cNvPr id="93239" name="Text Box 63"/>
            <p:cNvSpPr txBox="1">
              <a:spLocks noChangeArrowheads="1"/>
            </p:cNvSpPr>
            <p:nvPr/>
          </p:nvSpPr>
          <p:spPr bwMode="auto">
            <a:xfrm>
              <a:off x="521" y="3079"/>
              <a:ext cx="1556"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数据部分</a:t>
              </a:r>
            </a:p>
            <a:p>
              <a:pPr algn="ctr" eaLnBrk="1" hangingPunct="1"/>
              <a:r>
                <a:rPr kumimoji="1" lang="zh-CN" altLang="en-US" sz="2000">
                  <a:solidFill>
                    <a:srgbClr val="333399"/>
                  </a:solidFill>
                  <a:latin typeface="Arial" pitchFamily="34" charset="0"/>
                </a:rPr>
                <a:t>不参与检验和的计算</a:t>
              </a:r>
            </a:p>
          </p:txBody>
        </p:sp>
        <p:sp>
          <p:nvSpPr>
            <p:cNvPr id="93240" name="Line 64"/>
            <p:cNvSpPr>
              <a:spLocks noChangeShapeType="1"/>
            </p:cNvSpPr>
            <p:nvPr/>
          </p:nvSpPr>
          <p:spPr bwMode="auto">
            <a:xfrm>
              <a:off x="2020" y="3266"/>
              <a:ext cx="37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3238" name="Text Box 78"/>
          <p:cNvSpPr txBox="1">
            <a:spLocks noChangeArrowheads="1"/>
          </p:cNvSpPr>
          <p:nvPr/>
        </p:nvSpPr>
        <p:spPr bwMode="auto">
          <a:xfrm>
            <a:off x="2967038" y="6197600"/>
            <a:ext cx="9604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t>P125</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481347"/>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481348"/>
                                        </p:tgtEl>
                                        <p:attrNameLst>
                                          <p:attrName>style.visibility</p:attrName>
                                        </p:attrNameLst>
                                      </p:cBhvr>
                                      <p:tavLst>
                                        <p:tav tm="0">
                                          <p:val>
                                            <p:strVal val="hidden"/>
                                          </p:val>
                                        </p:tav>
                                        <p:tav tm="50000">
                                          <p:val>
                                            <p:strVal val="visible"/>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481352"/>
                                        </p:tgtEl>
                                        <p:attrNameLst>
                                          <p:attrName>style.visibility</p:attrName>
                                        </p:attrNameLst>
                                      </p:cBhvr>
                                      <p:tavLst>
                                        <p:tav tm="0">
                                          <p:val>
                                            <p:strVal val="hidden"/>
                                          </p:val>
                                        </p:tav>
                                        <p:tav tm="50000">
                                          <p:val>
                                            <p:strVal val="visible"/>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481349"/>
                                        </p:tgtEl>
                                        <p:attrNameLst>
                                          <p:attrName>style.visibility</p:attrName>
                                        </p:attrNameLst>
                                      </p:cBhvr>
                                      <p:tavLst>
                                        <p:tav tm="0">
                                          <p:val>
                                            <p:strVal val="hidden"/>
                                          </p:val>
                                        </p:tav>
                                        <p:tav tm="50000">
                                          <p:val>
                                            <p:strVal val="visible"/>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481351"/>
                                        </p:tgtEl>
                                        <p:attrNameLst>
                                          <p:attrName>style.visibility</p:attrName>
                                        </p:attrNameLst>
                                      </p:cBhvr>
                                      <p:tavLst>
                                        <p:tav tm="0">
                                          <p:val>
                                            <p:strVal val="hidden"/>
                                          </p:val>
                                        </p:tav>
                                        <p:tav tm="50000">
                                          <p:val>
                                            <p:strVal val="visible"/>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81319"/>
                                        </p:tgtEl>
                                        <p:attrNameLst>
                                          <p:attrName>style.visibility</p:attrName>
                                        </p:attrNameLst>
                                      </p:cBhvr>
                                      <p:to>
                                        <p:strVal val="visible"/>
                                      </p:to>
                                    </p:set>
                                    <p:animEffect transition="in" filter="wipe(left)">
                                      <p:cBhvr>
                                        <p:cTn id="27" dur="2000"/>
                                        <p:tgtEl>
                                          <p:spTgt spid="4813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5" presetClass="emph" presetSubtype="0" repeatCount="2000" fill="hold" nodeType="clickEffect">
                                  <p:stCondLst>
                                    <p:cond delay="0"/>
                                  </p:stCondLst>
                                  <p:childTnLst>
                                    <p:anim calcmode="discrete" valueType="str">
                                      <p:cBhvr>
                                        <p:cTn id="31" dur="1000" fill="hold"/>
                                        <p:tgtEl>
                                          <p:spTgt spid="481353"/>
                                        </p:tgtEl>
                                        <p:attrNameLst>
                                          <p:attrName>style.visibility</p:attrName>
                                        </p:attrNameLst>
                                      </p:cBhvr>
                                      <p:tavLst>
                                        <p:tav tm="0">
                                          <p:val>
                                            <p:strVal val="hidden"/>
                                          </p:val>
                                        </p:tav>
                                        <p:tav tm="50000">
                                          <p:val>
                                            <p:strVal val="visible"/>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35" presetClass="emph" presetSubtype="0" repeatCount="2000" fill="hold" nodeType="clickEffect">
                                  <p:stCondLst>
                                    <p:cond delay="0"/>
                                  </p:stCondLst>
                                  <p:childTnLst>
                                    <p:anim calcmode="discrete" valueType="str">
                                      <p:cBhvr>
                                        <p:cTn id="35" dur="1000" fill="hold"/>
                                        <p:tgtEl>
                                          <p:spTgt spid="481354"/>
                                        </p:tgtEl>
                                        <p:attrNameLst>
                                          <p:attrName>style.visibility</p:attrName>
                                        </p:attrNameLst>
                                      </p:cBhvr>
                                      <p:tavLst>
                                        <p:tav tm="0">
                                          <p:val>
                                            <p:strVal val="hidden"/>
                                          </p:val>
                                        </p:tav>
                                        <p:tav tm="50000">
                                          <p:val>
                                            <p:strVal val="visible"/>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35" presetClass="emph" presetSubtype="0" repeatCount="2000" fill="hold" nodeType="clickEffect">
                                  <p:stCondLst>
                                    <p:cond delay="0"/>
                                  </p:stCondLst>
                                  <p:childTnLst>
                                    <p:anim calcmode="discrete" valueType="str">
                                      <p:cBhvr>
                                        <p:cTn id="39" dur="1000" fill="hold"/>
                                        <p:tgtEl>
                                          <p:spTgt spid="481355"/>
                                        </p:tgtEl>
                                        <p:attrNameLst>
                                          <p:attrName>style.visibility</p:attrName>
                                        </p:attrNameLst>
                                      </p:cBhvr>
                                      <p:tavLst>
                                        <p:tav tm="0">
                                          <p:val>
                                            <p:strVal val="hidden"/>
                                          </p:val>
                                        </p:tav>
                                        <p:tav tm="50000">
                                          <p:val>
                                            <p:strVal val="visible"/>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35" presetClass="emph" presetSubtype="0" repeatCount="2000" fill="hold" nodeType="clickEffect">
                                  <p:stCondLst>
                                    <p:cond delay="0"/>
                                  </p:stCondLst>
                                  <p:childTnLst>
                                    <p:anim calcmode="discrete" valueType="str">
                                      <p:cBhvr>
                                        <p:cTn id="43" dur="1000" fill="hold"/>
                                        <p:tgtEl>
                                          <p:spTgt spid="481356"/>
                                        </p:tgtEl>
                                        <p:attrNameLst>
                                          <p:attrName>style.visibility</p:attrName>
                                        </p:attrNameLst>
                                      </p:cBhvr>
                                      <p:tavLst>
                                        <p:tav tm="0">
                                          <p:val>
                                            <p:strVal val="hidden"/>
                                          </p:val>
                                        </p:tav>
                                        <p:tav tm="50000">
                                          <p:val>
                                            <p:strVal val="visible"/>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35" presetClass="emph" presetSubtype="0" repeatCount="2000" fill="hold" nodeType="clickEffect">
                                  <p:stCondLst>
                                    <p:cond delay="0"/>
                                  </p:stCondLst>
                                  <p:childTnLst>
                                    <p:anim calcmode="discrete" valueType="str">
                                      <p:cBhvr>
                                        <p:cTn id="47" dur="1000" fill="hold"/>
                                        <p:tgtEl>
                                          <p:spTgt spid="4813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19" grpId="0" animBg="1"/>
    </p:bldLst>
  </p:timing>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4210" name="Line 2"/>
          <p:cNvSpPr>
            <a:spLocks noChangeShapeType="1"/>
          </p:cNvSpPr>
          <p:nvPr/>
        </p:nvSpPr>
        <p:spPr bwMode="auto">
          <a:xfrm>
            <a:off x="395288" y="1341438"/>
            <a:ext cx="0" cy="2663825"/>
          </a:xfrm>
          <a:prstGeom prst="line">
            <a:avLst/>
          </a:prstGeom>
          <a:noFill/>
          <a:ln w="28575">
            <a:solidFill>
              <a:schemeClr val="tx2"/>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4211" name="Rectangle 3"/>
          <p:cNvSpPr>
            <a:spLocks noChangeArrowheads="1"/>
          </p:cNvSpPr>
          <p:nvPr/>
        </p:nvSpPr>
        <p:spPr bwMode="auto">
          <a:xfrm>
            <a:off x="176213" y="2205038"/>
            <a:ext cx="434975" cy="6985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a:t>
            </a:r>
          </a:p>
          <a:p>
            <a:pPr defTabSz="762000" eaLnBrk="0" hangingPunct="0"/>
            <a:r>
              <a:rPr kumimoji="1" lang="zh-CN" altLang="en-US" sz="2000">
                <a:solidFill>
                  <a:srgbClr val="333399"/>
                </a:solidFill>
                <a:latin typeface="Arial" pitchFamily="34" charset="0"/>
              </a:rPr>
              <a:t>部</a:t>
            </a:r>
          </a:p>
        </p:txBody>
      </p:sp>
      <p:sp>
        <p:nvSpPr>
          <p:cNvPr id="94212" name="Rectangle 4"/>
          <p:cNvSpPr>
            <a:spLocks noChangeArrowheads="1"/>
          </p:cNvSpPr>
          <p:nvPr/>
        </p:nvSpPr>
        <p:spPr bwMode="auto">
          <a:xfrm>
            <a:off x="3094038" y="1371600"/>
            <a:ext cx="1966912"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13" name="Rectangle 6"/>
          <p:cNvSpPr>
            <a:spLocks noChangeArrowheads="1"/>
          </p:cNvSpPr>
          <p:nvPr/>
        </p:nvSpPr>
        <p:spPr bwMode="auto">
          <a:xfrm>
            <a:off x="1136650" y="1362075"/>
            <a:ext cx="7864475"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14" name="Rectangle 7"/>
          <p:cNvSpPr>
            <a:spLocks noChangeArrowheads="1"/>
          </p:cNvSpPr>
          <p:nvPr/>
        </p:nvSpPr>
        <p:spPr bwMode="auto">
          <a:xfrm>
            <a:off x="1150938" y="4016375"/>
            <a:ext cx="7832725" cy="681038"/>
          </a:xfrm>
          <a:prstGeom prst="rect">
            <a:avLst/>
          </a:prstGeom>
          <a:solidFill>
            <a:srgbClr val="FFFF99"/>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15" name="Line 8"/>
          <p:cNvSpPr>
            <a:spLocks noChangeShapeType="1"/>
          </p:cNvSpPr>
          <p:nvPr/>
        </p:nvSpPr>
        <p:spPr bwMode="auto">
          <a:xfrm>
            <a:off x="1131888" y="1812925"/>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16" name="Line 9"/>
          <p:cNvSpPr>
            <a:spLocks noChangeShapeType="1"/>
          </p:cNvSpPr>
          <p:nvPr/>
        </p:nvSpPr>
        <p:spPr bwMode="auto">
          <a:xfrm>
            <a:off x="1131888" y="22558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17" name="Line 10"/>
          <p:cNvSpPr>
            <a:spLocks noChangeShapeType="1"/>
          </p:cNvSpPr>
          <p:nvPr/>
        </p:nvSpPr>
        <p:spPr bwMode="auto">
          <a:xfrm>
            <a:off x="1131888" y="270033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18" name="Line 11"/>
          <p:cNvSpPr>
            <a:spLocks noChangeShapeType="1"/>
          </p:cNvSpPr>
          <p:nvPr/>
        </p:nvSpPr>
        <p:spPr bwMode="auto">
          <a:xfrm>
            <a:off x="1131888" y="31384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19" name="Line 12"/>
          <p:cNvSpPr>
            <a:spLocks noChangeShapeType="1"/>
          </p:cNvSpPr>
          <p:nvPr/>
        </p:nvSpPr>
        <p:spPr bwMode="auto">
          <a:xfrm>
            <a:off x="1131888" y="3582988"/>
            <a:ext cx="787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20" name="Line 13"/>
          <p:cNvSpPr>
            <a:spLocks noChangeShapeType="1"/>
          </p:cNvSpPr>
          <p:nvPr/>
        </p:nvSpPr>
        <p:spPr bwMode="auto">
          <a:xfrm>
            <a:off x="210026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21" name="Line 14"/>
          <p:cNvSpPr>
            <a:spLocks noChangeShapeType="1"/>
          </p:cNvSpPr>
          <p:nvPr/>
        </p:nvSpPr>
        <p:spPr bwMode="auto">
          <a:xfrm>
            <a:off x="3084513" y="137001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22" name="Line 15"/>
          <p:cNvSpPr>
            <a:spLocks noChangeShapeType="1"/>
          </p:cNvSpPr>
          <p:nvPr/>
        </p:nvSpPr>
        <p:spPr bwMode="auto">
          <a:xfrm>
            <a:off x="3084513" y="226536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23" name="Line 16"/>
          <p:cNvSpPr>
            <a:spLocks noChangeShapeType="1"/>
          </p:cNvSpPr>
          <p:nvPr/>
        </p:nvSpPr>
        <p:spPr bwMode="auto">
          <a:xfrm>
            <a:off x="5057775" y="137001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24" name="Line 17"/>
          <p:cNvSpPr>
            <a:spLocks noChangeShapeType="1"/>
          </p:cNvSpPr>
          <p:nvPr/>
        </p:nvSpPr>
        <p:spPr bwMode="auto">
          <a:xfrm flipV="1">
            <a:off x="7029450" y="357822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25" name="Line 18"/>
          <p:cNvSpPr>
            <a:spLocks noChangeShapeType="1"/>
          </p:cNvSpPr>
          <p:nvPr/>
        </p:nvSpPr>
        <p:spPr bwMode="auto">
          <a:xfrm>
            <a:off x="5859463" y="182245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26" name="Rectangle 19"/>
          <p:cNvSpPr>
            <a:spLocks noChangeArrowheads="1"/>
          </p:cNvSpPr>
          <p:nvPr/>
        </p:nvSpPr>
        <p:spPr bwMode="auto">
          <a:xfrm>
            <a:off x="10795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94227" name="Rectangle 20"/>
          <p:cNvSpPr>
            <a:spLocks noChangeArrowheads="1"/>
          </p:cNvSpPr>
          <p:nvPr/>
        </p:nvSpPr>
        <p:spPr bwMode="auto">
          <a:xfrm>
            <a:off x="2014538" y="982663"/>
            <a:ext cx="3222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4</a:t>
            </a:r>
          </a:p>
        </p:txBody>
      </p:sp>
      <p:sp>
        <p:nvSpPr>
          <p:cNvPr id="94228" name="Rectangle 21"/>
          <p:cNvSpPr>
            <a:spLocks noChangeArrowheads="1"/>
          </p:cNvSpPr>
          <p:nvPr/>
        </p:nvSpPr>
        <p:spPr bwMode="auto">
          <a:xfrm>
            <a:off x="3009900" y="982663"/>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94229" name="Rectangle 22"/>
          <p:cNvSpPr>
            <a:spLocks noChangeArrowheads="1"/>
          </p:cNvSpPr>
          <p:nvPr/>
        </p:nvSpPr>
        <p:spPr bwMode="auto">
          <a:xfrm>
            <a:off x="4960938"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94230" name="Rectangle 23"/>
          <p:cNvSpPr>
            <a:spLocks noChangeArrowheads="1"/>
          </p:cNvSpPr>
          <p:nvPr/>
        </p:nvSpPr>
        <p:spPr bwMode="auto">
          <a:xfrm>
            <a:off x="5757863" y="982663"/>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19</a:t>
            </a:r>
          </a:p>
        </p:txBody>
      </p:sp>
      <p:sp>
        <p:nvSpPr>
          <p:cNvPr id="94231" name="Rectangle 24"/>
          <p:cNvSpPr>
            <a:spLocks noChangeArrowheads="1"/>
          </p:cNvSpPr>
          <p:nvPr/>
        </p:nvSpPr>
        <p:spPr bwMode="auto">
          <a:xfrm>
            <a:off x="6932613"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24</a:t>
            </a:r>
          </a:p>
        </p:txBody>
      </p:sp>
      <p:sp>
        <p:nvSpPr>
          <p:cNvPr id="94232" name="Rectangle 25"/>
          <p:cNvSpPr>
            <a:spLocks noChangeArrowheads="1"/>
          </p:cNvSpPr>
          <p:nvPr/>
        </p:nvSpPr>
        <p:spPr bwMode="auto">
          <a:xfrm>
            <a:off x="8645525" y="982663"/>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94233" name="Rectangle 26"/>
          <p:cNvSpPr>
            <a:spLocks noChangeArrowheads="1"/>
          </p:cNvSpPr>
          <p:nvPr/>
        </p:nvSpPr>
        <p:spPr bwMode="auto">
          <a:xfrm>
            <a:off x="1228725" y="1397000"/>
            <a:ext cx="7588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94234" name="Rectangle 27"/>
          <p:cNvSpPr>
            <a:spLocks noChangeArrowheads="1"/>
          </p:cNvSpPr>
          <p:nvPr/>
        </p:nvSpPr>
        <p:spPr bwMode="auto">
          <a:xfrm>
            <a:off x="5116513" y="1873250"/>
            <a:ext cx="688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标志</a:t>
            </a:r>
          </a:p>
        </p:txBody>
      </p:sp>
      <p:sp>
        <p:nvSpPr>
          <p:cNvPr id="94235" name="Rectangle 28"/>
          <p:cNvSpPr>
            <a:spLocks noChangeArrowheads="1"/>
          </p:cNvSpPr>
          <p:nvPr/>
        </p:nvSpPr>
        <p:spPr bwMode="auto">
          <a:xfrm>
            <a:off x="1425575" y="2278063"/>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生 存 时 间</a:t>
            </a:r>
          </a:p>
        </p:txBody>
      </p:sp>
      <p:sp>
        <p:nvSpPr>
          <p:cNvPr id="94236" name="Rectangle 29"/>
          <p:cNvSpPr>
            <a:spLocks noChangeArrowheads="1"/>
          </p:cNvSpPr>
          <p:nvPr/>
        </p:nvSpPr>
        <p:spPr bwMode="auto">
          <a:xfrm>
            <a:off x="3556000" y="2278063"/>
            <a:ext cx="9699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协    议</a:t>
            </a:r>
          </a:p>
        </p:txBody>
      </p:sp>
      <p:sp>
        <p:nvSpPr>
          <p:cNvPr id="94237" name="Rectangle 30"/>
          <p:cNvSpPr>
            <a:spLocks noChangeArrowheads="1"/>
          </p:cNvSpPr>
          <p:nvPr/>
        </p:nvSpPr>
        <p:spPr bwMode="auto">
          <a:xfrm>
            <a:off x="2570163" y="187325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标    识</a:t>
            </a:r>
          </a:p>
        </p:txBody>
      </p:sp>
      <p:sp>
        <p:nvSpPr>
          <p:cNvPr id="94238" name="Rectangle 32"/>
          <p:cNvSpPr>
            <a:spLocks noChangeArrowheads="1"/>
          </p:cNvSpPr>
          <p:nvPr/>
        </p:nvSpPr>
        <p:spPr bwMode="auto">
          <a:xfrm>
            <a:off x="6507163" y="1397000"/>
            <a:ext cx="13604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总   长   度</a:t>
            </a:r>
          </a:p>
        </p:txBody>
      </p:sp>
      <p:sp>
        <p:nvSpPr>
          <p:cNvPr id="94239" name="Rectangle 33"/>
          <p:cNvSpPr>
            <a:spLocks noChangeArrowheads="1"/>
          </p:cNvSpPr>
          <p:nvPr/>
        </p:nvSpPr>
        <p:spPr bwMode="auto">
          <a:xfrm>
            <a:off x="6778625" y="18732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片   偏   移</a:t>
            </a:r>
          </a:p>
        </p:txBody>
      </p:sp>
      <p:sp>
        <p:nvSpPr>
          <p:cNvPr id="94240" name="Rectangle 34"/>
          <p:cNvSpPr>
            <a:spLocks noChangeArrowheads="1"/>
          </p:cNvSpPr>
          <p:nvPr/>
        </p:nvSpPr>
        <p:spPr bwMode="auto">
          <a:xfrm>
            <a:off x="7502525" y="3606800"/>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填    充</a:t>
            </a:r>
          </a:p>
        </p:txBody>
      </p:sp>
      <p:sp>
        <p:nvSpPr>
          <p:cNvPr id="94241" name="Rectangle 35"/>
          <p:cNvSpPr>
            <a:spLocks noChangeArrowheads="1"/>
          </p:cNvSpPr>
          <p:nvPr/>
        </p:nvSpPr>
        <p:spPr bwMode="auto">
          <a:xfrm>
            <a:off x="5926138" y="2278063"/>
            <a:ext cx="2289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   部   检   验   和</a:t>
            </a:r>
          </a:p>
        </p:txBody>
      </p:sp>
      <p:sp>
        <p:nvSpPr>
          <p:cNvPr id="94242" name="Rectangle 36"/>
          <p:cNvSpPr>
            <a:spLocks noChangeArrowheads="1"/>
          </p:cNvSpPr>
          <p:nvPr/>
        </p:nvSpPr>
        <p:spPr bwMode="auto">
          <a:xfrm>
            <a:off x="4416425" y="2736850"/>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源   地   址</a:t>
            </a:r>
          </a:p>
        </p:txBody>
      </p:sp>
      <p:sp>
        <p:nvSpPr>
          <p:cNvPr id="94243" name="Rectangle 37"/>
          <p:cNvSpPr>
            <a:spLocks noChangeArrowheads="1"/>
          </p:cNvSpPr>
          <p:nvPr/>
        </p:nvSpPr>
        <p:spPr bwMode="auto">
          <a:xfrm>
            <a:off x="4160838" y="3178175"/>
            <a:ext cx="18256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目   的   地   址</a:t>
            </a:r>
          </a:p>
        </p:txBody>
      </p:sp>
      <p:sp>
        <p:nvSpPr>
          <p:cNvPr id="94244" name="Rectangle 38"/>
          <p:cNvSpPr>
            <a:spLocks noChangeArrowheads="1"/>
          </p:cNvSpPr>
          <p:nvPr/>
        </p:nvSpPr>
        <p:spPr bwMode="auto">
          <a:xfrm>
            <a:off x="2228850" y="3606800"/>
            <a:ext cx="4117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可   选   字   段  （长   度   可   变）</a:t>
            </a:r>
          </a:p>
        </p:txBody>
      </p:sp>
      <p:sp>
        <p:nvSpPr>
          <p:cNvPr id="94245" name="Rectangle 39"/>
          <p:cNvSpPr>
            <a:spLocks noChangeArrowheads="1"/>
          </p:cNvSpPr>
          <p:nvPr/>
        </p:nvSpPr>
        <p:spPr bwMode="auto">
          <a:xfrm>
            <a:off x="608013" y="9683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94246" name="Rectangle 40"/>
          <p:cNvSpPr>
            <a:spLocks noChangeArrowheads="1"/>
          </p:cNvSpPr>
          <p:nvPr/>
        </p:nvSpPr>
        <p:spPr bwMode="auto">
          <a:xfrm>
            <a:off x="2003425" y="137795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首部长度</a:t>
            </a:r>
          </a:p>
        </p:txBody>
      </p:sp>
      <p:grpSp>
        <p:nvGrpSpPr>
          <p:cNvPr id="94247" name="Group 41"/>
          <p:cNvGrpSpPr>
            <a:grpSpLocks/>
          </p:cNvGrpSpPr>
          <p:nvPr/>
        </p:nvGrpSpPr>
        <p:grpSpPr bwMode="auto">
          <a:xfrm>
            <a:off x="1069975" y="3748088"/>
            <a:ext cx="131763" cy="69850"/>
            <a:chOff x="833" y="3024"/>
            <a:chExt cx="78" cy="51"/>
          </a:xfrm>
        </p:grpSpPr>
        <p:sp>
          <p:nvSpPr>
            <p:cNvPr id="94260" name="Rectangle 42"/>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61" name="Line 43"/>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62" name="Line 44"/>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94248" name="Group 45"/>
          <p:cNvGrpSpPr>
            <a:grpSpLocks/>
          </p:cNvGrpSpPr>
          <p:nvPr/>
        </p:nvGrpSpPr>
        <p:grpSpPr bwMode="auto">
          <a:xfrm>
            <a:off x="8937625" y="3757613"/>
            <a:ext cx="131763" cy="66675"/>
            <a:chOff x="5432" y="3030"/>
            <a:chExt cx="78" cy="51"/>
          </a:xfrm>
        </p:grpSpPr>
        <p:sp>
          <p:nvSpPr>
            <p:cNvPr id="94257" name="Rectangle 46"/>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58" name="Line 47"/>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59" name="Line 48"/>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4249" name="Rectangle 69"/>
          <p:cNvSpPr>
            <a:spLocks noChangeArrowheads="1"/>
          </p:cNvSpPr>
          <p:nvPr/>
        </p:nvSpPr>
        <p:spPr bwMode="auto">
          <a:xfrm>
            <a:off x="3811588" y="4149725"/>
            <a:ext cx="290830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a:solidFill>
                  <a:srgbClr val="333399"/>
                </a:solidFill>
                <a:latin typeface="Arial" pitchFamily="34" charset="0"/>
              </a:rPr>
              <a:t>数       据       部       分</a:t>
            </a:r>
          </a:p>
        </p:txBody>
      </p:sp>
      <p:sp>
        <p:nvSpPr>
          <p:cNvPr id="94250" name="Rectangle 71"/>
          <p:cNvSpPr>
            <a:spLocks noChangeArrowheads="1"/>
          </p:cNvSpPr>
          <p:nvPr/>
        </p:nvSpPr>
        <p:spPr bwMode="auto">
          <a:xfrm>
            <a:off x="611188" y="1773238"/>
            <a:ext cx="434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固</a:t>
            </a:r>
          </a:p>
          <a:p>
            <a:pPr defTabSz="762000" eaLnBrk="0" hangingPunct="0">
              <a:lnSpc>
                <a:spcPct val="90000"/>
              </a:lnSpc>
            </a:pPr>
            <a:r>
              <a:rPr kumimoji="1" lang="zh-CN" altLang="en-US" sz="2000">
                <a:solidFill>
                  <a:srgbClr val="333399"/>
                </a:solidFill>
                <a:latin typeface="Arial" pitchFamily="34" charset="0"/>
              </a:rPr>
              <a:t>定</a:t>
            </a:r>
          </a:p>
          <a:p>
            <a:pPr defTabSz="762000" eaLnBrk="0" hangingPunct="0">
              <a:lnSpc>
                <a:spcPct val="90000"/>
              </a:lnSpc>
            </a:pPr>
            <a:r>
              <a:rPr kumimoji="1" lang="zh-CN" altLang="en-US" sz="2000">
                <a:solidFill>
                  <a:srgbClr val="333399"/>
                </a:solidFill>
                <a:latin typeface="Arial" pitchFamily="34" charset="0"/>
              </a:rPr>
              <a:t>部</a:t>
            </a:r>
          </a:p>
          <a:p>
            <a:pPr defTabSz="762000" eaLnBrk="0" hangingPunct="0">
              <a:lnSpc>
                <a:spcPct val="90000"/>
              </a:lnSpc>
            </a:pPr>
            <a:r>
              <a:rPr kumimoji="1" lang="zh-CN" altLang="en-US" sz="2000">
                <a:solidFill>
                  <a:srgbClr val="333399"/>
                </a:solidFill>
                <a:latin typeface="Arial" pitchFamily="34" charset="0"/>
              </a:rPr>
              <a:t>分</a:t>
            </a:r>
          </a:p>
        </p:txBody>
      </p:sp>
      <p:sp>
        <p:nvSpPr>
          <p:cNvPr id="94251" name="Rectangle 72"/>
          <p:cNvSpPr>
            <a:spLocks noChangeArrowheads="1"/>
          </p:cNvSpPr>
          <p:nvPr/>
        </p:nvSpPr>
        <p:spPr bwMode="auto">
          <a:xfrm>
            <a:off x="468313" y="3500438"/>
            <a:ext cx="688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a:solidFill>
                  <a:srgbClr val="333399"/>
                </a:solidFill>
                <a:latin typeface="Arial" pitchFamily="34" charset="0"/>
              </a:rPr>
              <a:t>可变</a:t>
            </a:r>
          </a:p>
          <a:p>
            <a:pPr defTabSz="762000" eaLnBrk="0" hangingPunct="0">
              <a:lnSpc>
                <a:spcPct val="90000"/>
              </a:lnSpc>
            </a:pPr>
            <a:r>
              <a:rPr kumimoji="1" lang="zh-CN" altLang="en-US" sz="2000">
                <a:solidFill>
                  <a:srgbClr val="333399"/>
                </a:solidFill>
                <a:latin typeface="Arial" pitchFamily="34" charset="0"/>
              </a:rPr>
              <a:t>部分</a:t>
            </a:r>
          </a:p>
        </p:txBody>
      </p:sp>
      <p:grpSp>
        <p:nvGrpSpPr>
          <p:cNvPr id="480333" name="Group 77"/>
          <p:cNvGrpSpPr>
            <a:grpSpLocks/>
          </p:cNvGrpSpPr>
          <p:nvPr/>
        </p:nvGrpSpPr>
        <p:grpSpPr bwMode="auto">
          <a:xfrm>
            <a:off x="1116013" y="2708275"/>
            <a:ext cx="7866062" cy="3097213"/>
            <a:chOff x="703" y="1706"/>
            <a:chExt cx="4955" cy="1951"/>
          </a:xfrm>
        </p:grpSpPr>
        <p:sp>
          <p:nvSpPr>
            <p:cNvPr id="94255" name="Text Box 74"/>
            <p:cNvSpPr txBox="1">
              <a:spLocks noChangeArrowheads="1"/>
            </p:cNvSpPr>
            <p:nvPr/>
          </p:nvSpPr>
          <p:spPr bwMode="auto">
            <a:xfrm>
              <a:off x="1463" y="3330"/>
              <a:ext cx="327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源地址和目的地址都各占 </a:t>
              </a:r>
              <a:r>
                <a:rPr lang="en-US" altLang="zh-CN">
                  <a:solidFill>
                    <a:srgbClr val="333399"/>
                  </a:solidFill>
                  <a:latin typeface="Arial" pitchFamily="34" charset="0"/>
                </a:rPr>
                <a:t>4 </a:t>
              </a:r>
              <a:r>
                <a:rPr lang="zh-CN" altLang="en-US">
                  <a:solidFill>
                    <a:srgbClr val="333399"/>
                  </a:solidFill>
                  <a:latin typeface="Arial" pitchFamily="34" charset="0"/>
                </a:rPr>
                <a:t>字节</a:t>
              </a:r>
            </a:p>
          </p:txBody>
        </p:sp>
        <p:sp>
          <p:nvSpPr>
            <p:cNvPr id="94256" name="Rectangle 75"/>
            <p:cNvSpPr>
              <a:spLocks noChangeArrowheads="1"/>
            </p:cNvSpPr>
            <p:nvPr/>
          </p:nvSpPr>
          <p:spPr bwMode="auto">
            <a:xfrm>
              <a:off x="703" y="1706"/>
              <a:ext cx="4955" cy="545"/>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94253" name="AutoShape 76"/>
          <p:cNvSpPr>
            <a:spLocks/>
          </p:cNvSpPr>
          <p:nvPr/>
        </p:nvSpPr>
        <p:spPr bwMode="auto">
          <a:xfrm>
            <a:off x="949325" y="1412875"/>
            <a:ext cx="166688" cy="2160588"/>
          </a:xfrm>
          <a:prstGeom prst="leftBrace">
            <a:avLst>
              <a:gd name="adj1" fmla="val 108016"/>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254" name="Rectangle 78"/>
          <p:cNvSpPr>
            <a:spLocks noChangeArrowheads="1"/>
          </p:cNvSpPr>
          <p:nvPr/>
        </p:nvSpPr>
        <p:spPr bwMode="auto">
          <a:xfrm>
            <a:off x="3381375" y="1397000"/>
            <a:ext cx="140652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分 服 务</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8033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12"/>
          <p:cNvSpPr>
            <a:spLocks noGrp="1" noChangeArrowheads="1"/>
          </p:cNvSpPr>
          <p:nvPr>
            <p:ph type="title"/>
          </p:nvPr>
        </p:nvSpPr>
        <p:spPr>
          <a:xfrm>
            <a:off x="755650" y="549275"/>
            <a:ext cx="7793038" cy="695325"/>
          </a:xfrm>
        </p:spPr>
        <p:txBody>
          <a:bodyPr/>
          <a:lstStyle/>
          <a:p>
            <a:pPr algn="ctr" eaLnBrk="1" hangingPunct="1"/>
            <a:r>
              <a:rPr lang="en-US" altLang="zh-CN" smtClean="0"/>
              <a:t>2.  IP </a:t>
            </a:r>
            <a:r>
              <a:rPr lang="zh-CN" altLang="en-US" smtClean="0"/>
              <a:t>数据报首部的可变部分 </a:t>
            </a:r>
          </a:p>
        </p:txBody>
      </p:sp>
      <p:sp>
        <p:nvSpPr>
          <p:cNvPr id="251093" name="Rectangle 213"/>
          <p:cNvSpPr>
            <a:spLocks noGrp="1" noChangeArrowheads="1"/>
          </p:cNvSpPr>
          <p:nvPr>
            <p:ph type="body" idx="1"/>
          </p:nvPr>
        </p:nvSpPr>
        <p:spPr>
          <a:xfrm>
            <a:off x="755650" y="2133600"/>
            <a:ext cx="7772400" cy="4391025"/>
          </a:xfrm>
        </p:spPr>
        <p:txBody>
          <a:bodyPr/>
          <a:lstStyle/>
          <a:p>
            <a:pPr algn="just" eaLnBrk="1" hangingPunct="1"/>
            <a:r>
              <a:rPr lang="en-US" altLang="zh-CN" sz="2800" smtClean="0"/>
              <a:t>IP </a:t>
            </a:r>
            <a:r>
              <a:rPr lang="zh-CN" altLang="en-US" sz="2800" smtClean="0"/>
              <a:t>首部的可变部分就是一个选项字段，用来支持排错、测量以及安全等措施，内容很丰富。</a:t>
            </a:r>
          </a:p>
          <a:p>
            <a:pPr algn="just" eaLnBrk="1" hangingPunct="1"/>
            <a:r>
              <a:rPr lang="zh-CN" altLang="en-US" sz="2800" smtClean="0"/>
              <a:t>选项字段的长度可变，从 </a:t>
            </a:r>
            <a:r>
              <a:rPr lang="en-US" altLang="zh-CN" sz="2800" smtClean="0"/>
              <a:t>1 </a:t>
            </a:r>
            <a:r>
              <a:rPr lang="zh-CN" altLang="en-US" sz="2800" smtClean="0"/>
              <a:t>个字节到 </a:t>
            </a:r>
            <a:r>
              <a:rPr lang="en-US" altLang="zh-CN" sz="2800" smtClean="0"/>
              <a:t>40 </a:t>
            </a:r>
            <a:r>
              <a:rPr lang="zh-CN" altLang="en-US" sz="2800" smtClean="0"/>
              <a:t>个字节不等，取决于所选择的项目。</a:t>
            </a:r>
          </a:p>
          <a:p>
            <a:pPr algn="just" eaLnBrk="1" hangingPunct="1"/>
            <a:r>
              <a:rPr lang="zh-CN" altLang="en-US" sz="2800" smtClean="0"/>
              <a:t>增加首部的可变部分是为了增加 </a:t>
            </a:r>
            <a:r>
              <a:rPr lang="en-US" altLang="zh-CN" sz="2800" smtClean="0"/>
              <a:t>IP </a:t>
            </a:r>
            <a:r>
              <a:rPr lang="zh-CN" altLang="en-US" sz="2800" smtClean="0"/>
              <a:t>数据报的功能，但这同时也使得 </a:t>
            </a:r>
            <a:r>
              <a:rPr lang="en-US" altLang="zh-CN" sz="2800" smtClean="0"/>
              <a:t>IP </a:t>
            </a:r>
            <a:r>
              <a:rPr lang="zh-CN" altLang="en-US" sz="2800" smtClean="0"/>
              <a:t>数据报的首部长度成为可变的。这就增加了每一个路由器处理数据报的开销。</a:t>
            </a:r>
          </a:p>
          <a:p>
            <a:pPr algn="just" eaLnBrk="1" hangingPunct="1"/>
            <a:r>
              <a:rPr lang="zh-CN" altLang="en-US" sz="2800" smtClean="0"/>
              <a:t>实际上这些选项很少被使用。  </a:t>
            </a:r>
            <a:r>
              <a:rPr lang="en-US" altLang="zh-CN" sz="2800" smtClean="0"/>
              <a:t>P176  4-17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109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109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109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093" grpId="0"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45"/>
          <p:cNvSpPr>
            <a:spLocks noGrp="1" noChangeArrowheads="1"/>
          </p:cNvSpPr>
          <p:nvPr>
            <p:ph type="title"/>
          </p:nvPr>
        </p:nvSpPr>
        <p:spPr>
          <a:xfrm>
            <a:off x="755650" y="549275"/>
            <a:ext cx="7793038" cy="695325"/>
          </a:xfrm>
        </p:spPr>
        <p:txBody>
          <a:bodyPr/>
          <a:lstStyle/>
          <a:p>
            <a:pPr algn="ctr" eaLnBrk="1" hangingPunct="1"/>
            <a:r>
              <a:rPr lang="en-US" altLang="zh-CN" smtClean="0"/>
              <a:t>4.2.6  IP </a:t>
            </a:r>
            <a:r>
              <a:rPr lang="zh-CN" altLang="en-US" smtClean="0"/>
              <a:t>层转发分组的流程 </a:t>
            </a:r>
          </a:p>
        </p:txBody>
      </p:sp>
      <p:sp>
        <p:nvSpPr>
          <p:cNvPr id="96259" name="Rectangle 49"/>
          <p:cNvSpPr>
            <a:spLocks noGrp="1" noChangeArrowheads="1"/>
          </p:cNvSpPr>
          <p:nvPr>
            <p:ph type="body" idx="1"/>
          </p:nvPr>
        </p:nvSpPr>
        <p:spPr>
          <a:xfrm>
            <a:off x="827088" y="1906588"/>
            <a:ext cx="8101012" cy="4546600"/>
          </a:xfrm>
        </p:spPr>
        <p:txBody>
          <a:bodyPr/>
          <a:lstStyle/>
          <a:p>
            <a:pPr eaLnBrk="1" hangingPunct="1">
              <a:lnSpc>
                <a:spcPct val="90000"/>
              </a:lnSpc>
            </a:pPr>
            <a:r>
              <a:rPr lang="zh-CN" altLang="en-US" smtClean="0"/>
              <a:t>有四个 </a:t>
            </a:r>
            <a:r>
              <a:rPr lang="en-US" altLang="zh-CN" smtClean="0"/>
              <a:t>A </a:t>
            </a:r>
            <a:r>
              <a:rPr lang="zh-CN" altLang="en-US" smtClean="0"/>
              <a:t>类网络通过三个路由器连接在一起。每一个网络上都可能有成千上万个主机。</a:t>
            </a:r>
          </a:p>
          <a:p>
            <a:pPr eaLnBrk="1" hangingPunct="1">
              <a:lnSpc>
                <a:spcPct val="90000"/>
              </a:lnSpc>
            </a:pPr>
            <a:r>
              <a:rPr lang="zh-CN" altLang="en-US" smtClean="0"/>
              <a:t>可以想像，若按目的主机号来制作路由表，则所得出的路由表就会过于庞大。</a:t>
            </a:r>
          </a:p>
          <a:p>
            <a:pPr eaLnBrk="1" hangingPunct="1">
              <a:lnSpc>
                <a:spcPct val="90000"/>
              </a:lnSpc>
            </a:pPr>
            <a:r>
              <a:rPr lang="zh-CN" altLang="en-US" smtClean="0"/>
              <a:t>但若按主机所在的</a:t>
            </a:r>
            <a:r>
              <a:rPr lang="zh-CN" altLang="en-US" smtClean="0">
                <a:solidFill>
                  <a:schemeClr val="hlink"/>
                </a:solidFill>
              </a:rPr>
              <a:t>网络地址</a:t>
            </a:r>
            <a:r>
              <a:rPr lang="zh-CN" altLang="en-US" smtClean="0"/>
              <a:t>来制作路由表，那么每一个路由器中的路由表就只包含 </a:t>
            </a:r>
            <a:r>
              <a:rPr lang="en-US" altLang="zh-CN" smtClean="0"/>
              <a:t>4 </a:t>
            </a:r>
            <a:r>
              <a:rPr lang="zh-CN" altLang="en-US" smtClean="0"/>
              <a:t>个项目。这样就可使路由表大大简化。 </a:t>
            </a:r>
          </a:p>
        </p:txBody>
      </p:sp>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7282" name="Freeform 4"/>
          <p:cNvSpPr>
            <a:spLocks/>
          </p:cNvSpPr>
          <p:nvPr/>
        </p:nvSpPr>
        <p:spPr bwMode="auto">
          <a:xfrm>
            <a:off x="2132013" y="2401888"/>
            <a:ext cx="4960937" cy="1089025"/>
          </a:xfrm>
          <a:custGeom>
            <a:avLst/>
            <a:gdLst>
              <a:gd name="T0" fmla="*/ 0 w 3024"/>
              <a:gd name="T1" fmla="*/ 2147483647 h 636"/>
              <a:gd name="T2" fmla="*/ 2147483647 w 3024"/>
              <a:gd name="T3" fmla="*/ 0 h 636"/>
              <a:gd name="T4" fmla="*/ 2147483647 w 3024"/>
              <a:gd name="T5" fmla="*/ 2147483647 h 636"/>
              <a:gd name="T6" fmla="*/ 0 w 3024"/>
              <a:gd name="T7" fmla="*/ 2147483647 h 6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24" h="636">
                <a:moveTo>
                  <a:pt x="0" y="636"/>
                </a:moveTo>
                <a:lnTo>
                  <a:pt x="1520" y="0"/>
                </a:lnTo>
                <a:lnTo>
                  <a:pt x="3024" y="636"/>
                </a:lnTo>
                <a:lnTo>
                  <a:pt x="0" y="636"/>
                </a:lnTo>
                <a:close/>
              </a:path>
            </a:pathLst>
          </a:custGeom>
          <a:gradFill rotWithShape="1">
            <a:gsLst>
              <a:gs pos="0">
                <a:srgbClr val="D1D17D"/>
              </a:gs>
              <a:gs pos="100000">
                <a:srgbClr val="FFFF99"/>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97283" name="Group 5"/>
          <p:cNvGrpSpPr>
            <a:grpSpLocks/>
          </p:cNvGrpSpPr>
          <p:nvPr/>
        </p:nvGrpSpPr>
        <p:grpSpPr bwMode="auto">
          <a:xfrm>
            <a:off x="0" y="1855788"/>
            <a:ext cx="1273175" cy="914400"/>
            <a:chOff x="912" y="768"/>
            <a:chExt cx="2400" cy="1584"/>
          </a:xfrm>
        </p:grpSpPr>
        <p:sp>
          <p:nvSpPr>
            <p:cNvPr id="97411" name="Oval 6"/>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2" name="Oval 7"/>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3" name="Oval 8"/>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4" name="Oval 9"/>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5" name="Oval 10"/>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6" name="Oval 11"/>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7" name="Oval 12"/>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8" name="Oval 13"/>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9" name="Oval 14"/>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97420" name="Group 15"/>
            <p:cNvGrpSpPr>
              <a:grpSpLocks/>
            </p:cNvGrpSpPr>
            <p:nvPr/>
          </p:nvGrpSpPr>
          <p:grpSpPr bwMode="auto">
            <a:xfrm>
              <a:off x="912" y="768"/>
              <a:ext cx="2386" cy="1553"/>
              <a:chOff x="912" y="768"/>
              <a:chExt cx="2386" cy="1553"/>
            </a:xfrm>
          </p:grpSpPr>
          <p:sp>
            <p:nvSpPr>
              <p:cNvPr id="97421" name="Oval 16"/>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2" name="Oval 17"/>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3" name="Oval 18"/>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4" name="Oval 19"/>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5" name="Oval 20"/>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6" name="Oval 21"/>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7" name="Oval 22"/>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8" name="Oval 23"/>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29" name="Oval 24"/>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97284" name="Line 25"/>
          <p:cNvSpPr>
            <a:spLocks noChangeShapeType="1"/>
          </p:cNvSpPr>
          <p:nvPr/>
        </p:nvSpPr>
        <p:spPr bwMode="auto">
          <a:xfrm>
            <a:off x="1273175" y="2286000"/>
            <a:ext cx="675798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97285" name="Group 26"/>
          <p:cNvGrpSpPr>
            <a:grpSpLocks/>
          </p:cNvGrpSpPr>
          <p:nvPr/>
        </p:nvGrpSpPr>
        <p:grpSpPr bwMode="auto">
          <a:xfrm>
            <a:off x="7807325" y="1855788"/>
            <a:ext cx="1273175" cy="914400"/>
            <a:chOff x="912" y="768"/>
            <a:chExt cx="2400" cy="1584"/>
          </a:xfrm>
        </p:grpSpPr>
        <p:sp>
          <p:nvSpPr>
            <p:cNvPr id="97392" name="Oval 2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3" name="Oval 2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4" name="Oval 2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5" name="Oval 3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6" name="Oval 3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7" name="Oval 3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8" name="Oval 3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9" name="Oval 3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0" name="Oval 3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97401" name="Group 36"/>
            <p:cNvGrpSpPr>
              <a:grpSpLocks/>
            </p:cNvGrpSpPr>
            <p:nvPr/>
          </p:nvGrpSpPr>
          <p:grpSpPr bwMode="auto">
            <a:xfrm>
              <a:off x="912" y="768"/>
              <a:ext cx="2386" cy="1553"/>
              <a:chOff x="912" y="768"/>
              <a:chExt cx="2386" cy="1553"/>
            </a:xfrm>
          </p:grpSpPr>
          <p:sp>
            <p:nvSpPr>
              <p:cNvPr id="97402" name="Oval 3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3" name="Oval 3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4" name="Oval 3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5" name="Oval 4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6" name="Oval 4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7" name="Oval 4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8" name="Oval 4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09" name="Oval 4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410" name="Oval 4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97286" name="Group 46"/>
          <p:cNvGrpSpPr>
            <a:grpSpLocks/>
          </p:cNvGrpSpPr>
          <p:nvPr/>
        </p:nvGrpSpPr>
        <p:grpSpPr bwMode="auto">
          <a:xfrm>
            <a:off x="5292725" y="1890713"/>
            <a:ext cx="1273175" cy="915987"/>
            <a:chOff x="912" y="768"/>
            <a:chExt cx="2400" cy="1584"/>
          </a:xfrm>
        </p:grpSpPr>
        <p:sp>
          <p:nvSpPr>
            <p:cNvPr id="97373" name="Oval 4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4" name="Oval 4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5" name="Oval 4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6" name="Oval 5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7" name="Oval 5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8" name="Oval 5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9" name="Oval 5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0" name="Oval 5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1" name="Oval 5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97382" name="Group 56"/>
            <p:cNvGrpSpPr>
              <a:grpSpLocks/>
            </p:cNvGrpSpPr>
            <p:nvPr/>
          </p:nvGrpSpPr>
          <p:grpSpPr bwMode="auto">
            <a:xfrm>
              <a:off x="912" y="768"/>
              <a:ext cx="2386" cy="1553"/>
              <a:chOff x="912" y="768"/>
              <a:chExt cx="2386" cy="1553"/>
            </a:xfrm>
          </p:grpSpPr>
          <p:sp>
            <p:nvSpPr>
              <p:cNvPr id="97383" name="Oval 5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4" name="Oval 5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5" name="Oval 5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6" name="Oval 6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7" name="Oval 6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8" name="Oval 6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89" name="Oval 6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0" name="Oval 6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91" name="Oval 6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97287" name="Group 66"/>
          <p:cNvGrpSpPr>
            <a:grpSpLocks/>
          </p:cNvGrpSpPr>
          <p:nvPr/>
        </p:nvGrpSpPr>
        <p:grpSpPr bwMode="auto">
          <a:xfrm>
            <a:off x="2676525" y="1855788"/>
            <a:ext cx="1273175" cy="914400"/>
            <a:chOff x="912" y="768"/>
            <a:chExt cx="2400" cy="1584"/>
          </a:xfrm>
        </p:grpSpPr>
        <p:sp>
          <p:nvSpPr>
            <p:cNvPr id="97354" name="Oval 6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55" name="Oval 6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56" name="Oval 6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57" name="Oval 7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58" name="Oval 7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59" name="Oval 7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0" name="Oval 7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1" name="Oval 7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2" name="Oval 7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97363" name="Group 76"/>
            <p:cNvGrpSpPr>
              <a:grpSpLocks/>
            </p:cNvGrpSpPr>
            <p:nvPr/>
          </p:nvGrpSpPr>
          <p:grpSpPr bwMode="auto">
            <a:xfrm>
              <a:off x="912" y="768"/>
              <a:ext cx="2386" cy="1553"/>
              <a:chOff x="912" y="768"/>
              <a:chExt cx="2386" cy="1553"/>
            </a:xfrm>
          </p:grpSpPr>
          <p:sp>
            <p:nvSpPr>
              <p:cNvPr id="97364" name="Oval 7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5" name="Oval 7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6" name="Oval 7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7" name="Oval 8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8" name="Oval 8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69" name="Oval 8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0" name="Oval 8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1" name="Oval 8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7372" name="Oval 8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97288" name="Text Box 86"/>
          <p:cNvSpPr txBox="1">
            <a:spLocks noChangeArrowheads="1"/>
          </p:cNvSpPr>
          <p:nvPr/>
        </p:nvSpPr>
        <p:spPr bwMode="auto">
          <a:xfrm>
            <a:off x="122238" y="1908175"/>
            <a:ext cx="110013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网</a:t>
            </a:r>
            <a:r>
              <a:rPr kumimoji="1" lang="zh-CN" altLang="en-US" sz="1200">
                <a:solidFill>
                  <a:srgbClr val="333399"/>
                </a:solidFill>
                <a:latin typeface="Arial" pitchFamily="34" charset="0"/>
              </a:rPr>
              <a:t> </a:t>
            </a:r>
            <a:r>
              <a:rPr kumimoji="1" lang="en-US" altLang="zh-CN" sz="2000">
                <a:solidFill>
                  <a:srgbClr val="333399"/>
                </a:solidFill>
                <a:latin typeface="Arial" pitchFamily="34" charset="0"/>
              </a:rPr>
              <a:t>1</a:t>
            </a:r>
          </a:p>
          <a:p>
            <a:pPr eaLnBrk="1" hangingPunct="1"/>
            <a:r>
              <a:rPr kumimoji="1" lang="en-US" altLang="zh-CN" sz="2000">
                <a:solidFill>
                  <a:srgbClr val="333399"/>
                </a:solidFill>
                <a:latin typeface="Arial" pitchFamily="34" charset="0"/>
              </a:rPr>
              <a:t>10.0.0.0</a:t>
            </a:r>
          </a:p>
        </p:txBody>
      </p:sp>
      <p:sp>
        <p:nvSpPr>
          <p:cNvPr id="97289" name="Text Box 87"/>
          <p:cNvSpPr txBox="1">
            <a:spLocks noChangeArrowheads="1"/>
          </p:cNvSpPr>
          <p:nvPr/>
        </p:nvSpPr>
        <p:spPr bwMode="auto">
          <a:xfrm>
            <a:off x="8031163" y="1908175"/>
            <a:ext cx="1100137"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网</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4</a:t>
            </a:r>
          </a:p>
          <a:p>
            <a:pPr eaLnBrk="1" hangingPunct="1"/>
            <a:r>
              <a:rPr kumimoji="1" lang="en-US" altLang="zh-CN" sz="2000">
                <a:solidFill>
                  <a:srgbClr val="333399"/>
                </a:solidFill>
                <a:latin typeface="Arial" pitchFamily="34" charset="0"/>
              </a:rPr>
              <a:t>40.0.0.0</a:t>
            </a:r>
          </a:p>
        </p:txBody>
      </p:sp>
      <p:sp>
        <p:nvSpPr>
          <p:cNvPr id="97290" name="Text Box 88"/>
          <p:cNvSpPr txBox="1">
            <a:spLocks noChangeArrowheads="1"/>
          </p:cNvSpPr>
          <p:nvPr/>
        </p:nvSpPr>
        <p:spPr bwMode="auto">
          <a:xfrm>
            <a:off x="5432425" y="1908175"/>
            <a:ext cx="1100138"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网</a:t>
            </a:r>
            <a:r>
              <a:rPr kumimoji="1" lang="zh-CN" altLang="en-US" sz="1200">
                <a:solidFill>
                  <a:srgbClr val="333399"/>
                </a:solidFill>
                <a:latin typeface="Arial" pitchFamily="34" charset="0"/>
              </a:rPr>
              <a:t> </a:t>
            </a:r>
            <a:r>
              <a:rPr kumimoji="1" lang="en-US" altLang="zh-CN" sz="2000">
                <a:solidFill>
                  <a:srgbClr val="333399"/>
                </a:solidFill>
                <a:latin typeface="Arial" pitchFamily="34" charset="0"/>
              </a:rPr>
              <a:t>3</a:t>
            </a:r>
          </a:p>
          <a:p>
            <a:pPr eaLnBrk="1" hangingPunct="1"/>
            <a:r>
              <a:rPr kumimoji="1" lang="en-US" altLang="zh-CN" sz="2000">
                <a:solidFill>
                  <a:srgbClr val="333399"/>
                </a:solidFill>
                <a:latin typeface="Arial" pitchFamily="34" charset="0"/>
              </a:rPr>
              <a:t>30.0.0.0</a:t>
            </a:r>
          </a:p>
        </p:txBody>
      </p:sp>
      <p:sp>
        <p:nvSpPr>
          <p:cNvPr id="97291" name="Text Box 89"/>
          <p:cNvSpPr txBox="1">
            <a:spLocks noChangeArrowheads="1"/>
          </p:cNvSpPr>
          <p:nvPr/>
        </p:nvSpPr>
        <p:spPr bwMode="auto">
          <a:xfrm>
            <a:off x="2816225" y="1908175"/>
            <a:ext cx="1100138"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网</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2</a:t>
            </a:r>
          </a:p>
          <a:p>
            <a:pPr eaLnBrk="1" hangingPunct="1"/>
            <a:r>
              <a:rPr kumimoji="1" lang="en-US" altLang="zh-CN" sz="2000">
                <a:solidFill>
                  <a:srgbClr val="333399"/>
                </a:solidFill>
                <a:latin typeface="Arial" pitchFamily="34" charset="0"/>
              </a:rPr>
              <a:t>20.0.0.0</a:t>
            </a:r>
          </a:p>
        </p:txBody>
      </p:sp>
      <p:sp>
        <p:nvSpPr>
          <p:cNvPr id="97292" name="Text Box 90"/>
          <p:cNvSpPr txBox="1">
            <a:spLocks noChangeArrowheads="1"/>
          </p:cNvSpPr>
          <p:nvPr/>
        </p:nvSpPr>
        <p:spPr bwMode="auto">
          <a:xfrm>
            <a:off x="755650" y="1477963"/>
            <a:ext cx="1100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10.0.0.4</a:t>
            </a:r>
          </a:p>
        </p:txBody>
      </p:sp>
      <p:sp>
        <p:nvSpPr>
          <p:cNvPr id="97293" name="Text Box 91"/>
          <p:cNvSpPr txBox="1">
            <a:spLocks noChangeArrowheads="1"/>
          </p:cNvSpPr>
          <p:nvPr/>
        </p:nvSpPr>
        <p:spPr bwMode="auto">
          <a:xfrm>
            <a:off x="7212013" y="1477963"/>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40.0.0.4</a:t>
            </a:r>
          </a:p>
        </p:txBody>
      </p:sp>
      <p:sp>
        <p:nvSpPr>
          <p:cNvPr id="97294" name="Text Box 92"/>
          <p:cNvSpPr txBox="1">
            <a:spLocks noChangeArrowheads="1"/>
          </p:cNvSpPr>
          <p:nvPr/>
        </p:nvSpPr>
        <p:spPr bwMode="auto">
          <a:xfrm>
            <a:off x="4757738" y="1477963"/>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30.0.0.2</a:t>
            </a:r>
          </a:p>
        </p:txBody>
      </p:sp>
      <p:sp>
        <p:nvSpPr>
          <p:cNvPr id="97295" name="Text Box 93"/>
          <p:cNvSpPr txBox="1">
            <a:spLocks noChangeArrowheads="1"/>
          </p:cNvSpPr>
          <p:nvPr/>
        </p:nvSpPr>
        <p:spPr bwMode="auto">
          <a:xfrm>
            <a:off x="3506788" y="1477963"/>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20.0.0.9</a:t>
            </a:r>
          </a:p>
        </p:txBody>
      </p:sp>
      <p:sp>
        <p:nvSpPr>
          <p:cNvPr id="97296" name="Text Box 94"/>
          <p:cNvSpPr txBox="1">
            <a:spLocks noChangeArrowheads="1"/>
          </p:cNvSpPr>
          <p:nvPr/>
        </p:nvSpPr>
        <p:spPr bwMode="auto">
          <a:xfrm>
            <a:off x="1979613" y="1477963"/>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20.0.0.7</a:t>
            </a:r>
          </a:p>
        </p:txBody>
      </p:sp>
      <p:sp>
        <p:nvSpPr>
          <p:cNvPr id="97297" name="Line 95"/>
          <p:cNvSpPr>
            <a:spLocks noChangeShapeType="1"/>
          </p:cNvSpPr>
          <p:nvPr/>
        </p:nvSpPr>
        <p:spPr bwMode="auto">
          <a:xfrm>
            <a:off x="1430338" y="1881188"/>
            <a:ext cx="0" cy="404812"/>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298" name="Line 96"/>
          <p:cNvSpPr>
            <a:spLocks noChangeShapeType="1"/>
          </p:cNvSpPr>
          <p:nvPr/>
        </p:nvSpPr>
        <p:spPr bwMode="auto">
          <a:xfrm>
            <a:off x="2532063" y="1881188"/>
            <a:ext cx="0" cy="404812"/>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299" name="Line 97"/>
          <p:cNvSpPr>
            <a:spLocks noChangeShapeType="1"/>
          </p:cNvSpPr>
          <p:nvPr/>
        </p:nvSpPr>
        <p:spPr bwMode="auto">
          <a:xfrm>
            <a:off x="6626225" y="1881188"/>
            <a:ext cx="0" cy="404812"/>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00" name="Line 98"/>
          <p:cNvSpPr>
            <a:spLocks noChangeShapeType="1"/>
          </p:cNvSpPr>
          <p:nvPr/>
        </p:nvSpPr>
        <p:spPr bwMode="auto">
          <a:xfrm>
            <a:off x="4186238" y="1881188"/>
            <a:ext cx="0" cy="404812"/>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01" name="Line 99"/>
          <p:cNvSpPr>
            <a:spLocks noChangeShapeType="1"/>
          </p:cNvSpPr>
          <p:nvPr/>
        </p:nvSpPr>
        <p:spPr bwMode="auto">
          <a:xfrm>
            <a:off x="7729538" y="1860550"/>
            <a:ext cx="0" cy="403225"/>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02" name="Line 100"/>
          <p:cNvSpPr>
            <a:spLocks noChangeShapeType="1"/>
          </p:cNvSpPr>
          <p:nvPr/>
        </p:nvSpPr>
        <p:spPr bwMode="auto">
          <a:xfrm>
            <a:off x="5210175" y="1881188"/>
            <a:ext cx="0" cy="404812"/>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03" name="Rectangle 101"/>
          <p:cNvSpPr>
            <a:spLocks noChangeArrowheads="1"/>
          </p:cNvSpPr>
          <p:nvPr/>
        </p:nvSpPr>
        <p:spPr bwMode="auto">
          <a:xfrm>
            <a:off x="2090738" y="3497263"/>
            <a:ext cx="5038725" cy="17780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a:p>
        </p:txBody>
      </p:sp>
      <p:sp>
        <p:nvSpPr>
          <p:cNvPr id="97304" name="Line 102"/>
          <p:cNvSpPr>
            <a:spLocks noChangeShapeType="1"/>
          </p:cNvSpPr>
          <p:nvPr/>
        </p:nvSpPr>
        <p:spPr bwMode="auto">
          <a:xfrm>
            <a:off x="2090738" y="3983038"/>
            <a:ext cx="5038725"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05" name="Text Box 103"/>
          <p:cNvSpPr txBox="1">
            <a:spLocks noChangeArrowheads="1"/>
          </p:cNvSpPr>
          <p:nvPr/>
        </p:nvSpPr>
        <p:spPr bwMode="auto">
          <a:xfrm>
            <a:off x="2101850" y="3521075"/>
            <a:ext cx="2470150"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目的主机所在的网络</a:t>
            </a:r>
          </a:p>
        </p:txBody>
      </p:sp>
      <p:sp>
        <p:nvSpPr>
          <p:cNvPr id="97306" name="Text Box 104"/>
          <p:cNvSpPr txBox="1">
            <a:spLocks noChangeArrowheads="1"/>
          </p:cNvSpPr>
          <p:nvPr/>
        </p:nvSpPr>
        <p:spPr bwMode="auto">
          <a:xfrm>
            <a:off x="5133975" y="3516313"/>
            <a:ext cx="145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下一跳地址</a:t>
            </a:r>
          </a:p>
        </p:txBody>
      </p:sp>
      <p:sp>
        <p:nvSpPr>
          <p:cNvPr id="97307" name="Line 105"/>
          <p:cNvSpPr>
            <a:spLocks noChangeShapeType="1"/>
          </p:cNvSpPr>
          <p:nvPr/>
        </p:nvSpPr>
        <p:spPr bwMode="auto">
          <a:xfrm>
            <a:off x="4610100" y="3497263"/>
            <a:ext cx="0" cy="17780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08" name="Line 106"/>
          <p:cNvSpPr>
            <a:spLocks noChangeShapeType="1"/>
          </p:cNvSpPr>
          <p:nvPr/>
        </p:nvSpPr>
        <p:spPr bwMode="auto">
          <a:xfrm>
            <a:off x="2090738" y="4305300"/>
            <a:ext cx="5038725"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09" name="Line 107"/>
          <p:cNvSpPr>
            <a:spLocks noChangeShapeType="1"/>
          </p:cNvSpPr>
          <p:nvPr/>
        </p:nvSpPr>
        <p:spPr bwMode="auto">
          <a:xfrm>
            <a:off x="2090738" y="4629150"/>
            <a:ext cx="5038725"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10" name="Line 108"/>
          <p:cNvSpPr>
            <a:spLocks noChangeShapeType="1"/>
          </p:cNvSpPr>
          <p:nvPr/>
        </p:nvSpPr>
        <p:spPr bwMode="auto">
          <a:xfrm>
            <a:off x="2090738" y="4953000"/>
            <a:ext cx="5038725"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11" name="Text Box 109"/>
          <p:cNvSpPr txBox="1">
            <a:spLocks noChangeArrowheads="1"/>
          </p:cNvSpPr>
          <p:nvPr/>
        </p:nvSpPr>
        <p:spPr bwMode="auto">
          <a:xfrm>
            <a:off x="2771775" y="3932238"/>
            <a:ext cx="1100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20.0.0.0</a:t>
            </a:r>
          </a:p>
        </p:txBody>
      </p:sp>
      <p:sp>
        <p:nvSpPr>
          <p:cNvPr id="97312" name="Text Box 110"/>
          <p:cNvSpPr txBox="1">
            <a:spLocks noChangeArrowheads="1"/>
          </p:cNvSpPr>
          <p:nvPr/>
        </p:nvSpPr>
        <p:spPr bwMode="auto">
          <a:xfrm>
            <a:off x="2771775" y="4246563"/>
            <a:ext cx="1100138"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30.0.0.0</a:t>
            </a:r>
          </a:p>
        </p:txBody>
      </p:sp>
      <p:sp>
        <p:nvSpPr>
          <p:cNvPr id="97313" name="Text Box 111"/>
          <p:cNvSpPr txBox="1">
            <a:spLocks noChangeArrowheads="1"/>
          </p:cNvSpPr>
          <p:nvPr/>
        </p:nvSpPr>
        <p:spPr bwMode="auto">
          <a:xfrm>
            <a:off x="2771775" y="4592638"/>
            <a:ext cx="1100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10.0.0.0</a:t>
            </a:r>
          </a:p>
        </p:txBody>
      </p:sp>
      <p:sp>
        <p:nvSpPr>
          <p:cNvPr id="97314" name="Text Box 112"/>
          <p:cNvSpPr txBox="1">
            <a:spLocks noChangeArrowheads="1"/>
          </p:cNvSpPr>
          <p:nvPr/>
        </p:nvSpPr>
        <p:spPr bwMode="auto">
          <a:xfrm>
            <a:off x="2771775" y="4891088"/>
            <a:ext cx="1100138"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40.0.0.0</a:t>
            </a:r>
          </a:p>
        </p:txBody>
      </p:sp>
      <p:sp>
        <p:nvSpPr>
          <p:cNvPr id="97315" name="Text Box 113"/>
          <p:cNvSpPr txBox="1">
            <a:spLocks noChangeArrowheads="1"/>
          </p:cNvSpPr>
          <p:nvPr/>
        </p:nvSpPr>
        <p:spPr bwMode="auto">
          <a:xfrm>
            <a:off x="5227638" y="4579938"/>
            <a:ext cx="1100137"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20.0.0.7</a:t>
            </a:r>
          </a:p>
        </p:txBody>
      </p:sp>
      <p:sp>
        <p:nvSpPr>
          <p:cNvPr id="97316" name="Text Box 114"/>
          <p:cNvSpPr txBox="1">
            <a:spLocks noChangeArrowheads="1"/>
          </p:cNvSpPr>
          <p:nvPr/>
        </p:nvSpPr>
        <p:spPr bwMode="auto">
          <a:xfrm>
            <a:off x="5227638" y="4903788"/>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30.0.0.1</a:t>
            </a:r>
          </a:p>
        </p:txBody>
      </p:sp>
      <p:sp>
        <p:nvSpPr>
          <p:cNvPr id="97317" name="Text Box 115"/>
          <p:cNvSpPr txBox="1">
            <a:spLocks noChangeArrowheads="1"/>
          </p:cNvSpPr>
          <p:nvPr/>
        </p:nvSpPr>
        <p:spPr bwMode="auto">
          <a:xfrm>
            <a:off x="4787900" y="4273550"/>
            <a:ext cx="2173288"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直接交付，接口 </a:t>
            </a:r>
            <a:r>
              <a:rPr kumimoji="1" lang="en-US" altLang="zh-CN" sz="2000">
                <a:solidFill>
                  <a:srgbClr val="333399"/>
                </a:solidFill>
                <a:latin typeface="Arial" pitchFamily="34" charset="0"/>
              </a:rPr>
              <a:t>1</a:t>
            </a:r>
          </a:p>
        </p:txBody>
      </p:sp>
      <p:sp>
        <p:nvSpPr>
          <p:cNvPr id="97318" name="Text Box 116"/>
          <p:cNvSpPr txBox="1">
            <a:spLocks noChangeArrowheads="1"/>
          </p:cNvSpPr>
          <p:nvPr/>
        </p:nvSpPr>
        <p:spPr bwMode="auto">
          <a:xfrm>
            <a:off x="4787900" y="3929063"/>
            <a:ext cx="2173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直接交付，接口 </a:t>
            </a:r>
            <a:r>
              <a:rPr kumimoji="1" lang="en-US" altLang="zh-CN" sz="2000">
                <a:solidFill>
                  <a:srgbClr val="333399"/>
                </a:solidFill>
                <a:latin typeface="Arial" pitchFamily="34" charset="0"/>
              </a:rPr>
              <a:t>0</a:t>
            </a:r>
          </a:p>
        </p:txBody>
      </p:sp>
      <p:sp>
        <p:nvSpPr>
          <p:cNvPr id="97319" name="Text Box 117"/>
          <p:cNvSpPr txBox="1">
            <a:spLocks noChangeArrowheads="1"/>
          </p:cNvSpPr>
          <p:nvPr/>
        </p:nvSpPr>
        <p:spPr bwMode="auto">
          <a:xfrm>
            <a:off x="3192463" y="2995613"/>
            <a:ext cx="2819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路由器 </a:t>
            </a:r>
            <a:r>
              <a:rPr kumimoji="1" lang="en-US" altLang="zh-CN" sz="2400">
                <a:solidFill>
                  <a:srgbClr val="333399"/>
                </a:solidFill>
                <a:latin typeface="Arial" pitchFamily="34" charset="0"/>
              </a:rPr>
              <a:t>R</a:t>
            </a:r>
            <a:r>
              <a:rPr kumimoji="1" lang="en-US" altLang="zh-CN" sz="2400" baseline="-25000">
                <a:solidFill>
                  <a:srgbClr val="333399"/>
                </a:solidFill>
                <a:latin typeface="Arial" pitchFamily="34" charset="0"/>
              </a:rPr>
              <a:t>2</a:t>
            </a:r>
            <a:r>
              <a:rPr kumimoji="1" lang="en-US" altLang="zh-CN" sz="2400">
                <a:solidFill>
                  <a:srgbClr val="333399"/>
                </a:solidFill>
                <a:latin typeface="Arial" pitchFamily="34" charset="0"/>
              </a:rPr>
              <a:t> </a:t>
            </a:r>
            <a:r>
              <a:rPr kumimoji="1" lang="zh-CN" altLang="en-US" sz="2400">
                <a:solidFill>
                  <a:srgbClr val="333399"/>
                </a:solidFill>
                <a:latin typeface="Arial" pitchFamily="34" charset="0"/>
              </a:rPr>
              <a:t>的路由表</a:t>
            </a:r>
          </a:p>
        </p:txBody>
      </p:sp>
      <p:sp>
        <p:nvSpPr>
          <p:cNvPr id="97320" name="Text Box 118"/>
          <p:cNvSpPr txBox="1">
            <a:spLocks noChangeArrowheads="1"/>
          </p:cNvSpPr>
          <p:nvPr/>
        </p:nvSpPr>
        <p:spPr bwMode="auto">
          <a:xfrm>
            <a:off x="6030913" y="1477963"/>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30.0.0.1</a:t>
            </a:r>
          </a:p>
        </p:txBody>
      </p:sp>
      <p:sp>
        <p:nvSpPr>
          <p:cNvPr id="97321" name="Line 121"/>
          <p:cNvSpPr>
            <a:spLocks noChangeShapeType="1"/>
          </p:cNvSpPr>
          <p:nvPr/>
        </p:nvSpPr>
        <p:spPr bwMode="auto">
          <a:xfrm flipV="1">
            <a:off x="42863" y="6329363"/>
            <a:ext cx="8788400" cy="15875"/>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22" name="Rectangle 122"/>
          <p:cNvSpPr>
            <a:spLocks noChangeArrowheads="1"/>
          </p:cNvSpPr>
          <p:nvPr/>
        </p:nvSpPr>
        <p:spPr bwMode="auto">
          <a:xfrm>
            <a:off x="7202488" y="5607050"/>
            <a:ext cx="922337" cy="2762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23" name="Text Box 123"/>
          <p:cNvSpPr txBox="1">
            <a:spLocks noChangeArrowheads="1"/>
          </p:cNvSpPr>
          <p:nvPr/>
        </p:nvSpPr>
        <p:spPr bwMode="auto">
          <a:xfrm>
            <a:off x="827088" y="5521325"/>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10.0.0.4</a:t>
            </a:r>
          </a:p>
        </p:txBody>
      </p:sp>
      <p:sp>
        <p:nvSpPr>
          <p:cNvPr id="97324" name="Text Box 124"/>
          <p:cNvSpPr txBox="1">
            <a:spLocks noChangeArrowheads="1"/>
          </p:cNvSpPr>
          <p:nvPr/>
        </p:nvSpPr>
        <p:spPr bwMode="auto">
          <a:xfrm>
            <a:off x="7315200" y="5521325"/>
            <a:ext cx="1100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40.0.0.4</a:t>
            </a:r>
          </a:p>
        </p:txBody>
      </p:sp>
      <p:sp>
        <p:nvSpPr>
          <p:cNvPr id="97325" name="Text Box 125"/>
          <p:cNvSpPr txBox="1">
            <a:spLocks noChangeArrowheads="1"/>
          </p:cNvSpPr>
          <p:nvPr/>
        </p:nvSpPr>
        <p:spPr bwMode="auto">
          <a:xfrm>
            <a:off x="4716463" y="5521325"/>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30.0.0.2</a:t>
            </a:r>
          </a:p>
        </p:txBody>
      </p:sp>
      <p:sp>
        <p:nvSpPr>
          <p:cNvPr id="97326" name="Text Box 126"/>
          <p:cNvSpPr txBox="1">
            <a:spLocks noChangeArrowheads="1"/>
          </p:cNvSpPr>
          <p:nvPr/>
        </p:nvSpPr>
        <p:spPr bwMode="auto">
          <a:xfrm>
            <a:off x="3419475" y="5521325"/>
            <a:ext cx="1100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20.0.0.9</a:t>
            </a:r>
          </a:p>
        </p:txBody>
      </p:sp>
      <p:sp>
        <p:nvSpPr>
          <p:cNvPr id="97327" name="Text Box 127"/>
          <p:cNvSpPr txBox="1">
            <a:spLocks noChangeArrowheads="1"/>
          </p:cNvSpPr>
          <p:nvPr/>
        </p:nvSpPr>
        <p:spPr bwMode="auto">
          <a:xfrm>
            <a:off x="2124075" y="5521325"/>
            <a:ext cx="1100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20.0.0.7</a:t>
            </a:r>
          </a:p>
        </p:txBody>
      </p:sp>
      <p:sp>
        <p:nvSpPr>
          <p:cNvPr id="97328" name="Line 128"/>
          <p:cNvSpPr>
            <a:spLocks noChangeShapeType="1"/>
          </p:cNvSpPr>
          <p:nvPr/>
        </p:nvSpPr>
        <p:spPr bwMode="auto">
          <a:xfrm>
            <a:off x="1430338" y="5926138"/>
            <a:ext cx="0" cy="403225"/>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29" name="Line 129"/>
          <p:cNvSpPr>
            <a:spLocks noChangeShapeType="1"/>
          </p:cNvSpPr>
          <p:nvPr/>
        </p:nvSpPr>
        <p:spPr bwMode="auto">
          <a:xfrm>
            <a:off x="2611438" y="5926138"/>
            <a:ext cx="0" cy="403225"/>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30" name="Line 130"/>
          <p:cNvSpPr>
            <a:spLocks noChangeShapeType="1"/>
          </p:cNvSpPr>
          <p:nvPr/>
        </p:nvSpPr>
        <p:spPr bwMode="auto">
          <a:xfrm>
            <a:off x="6626225" y="5926138"/>
            <a:ext cx="0" cy="403225"/>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31" name="Line 131"/>
          <p:cNvSpPr>
            <a:spLocks noChangeShapeType="1"/>
          </p:cNvSpPr>
          <p:nvPr/>
        </p:nvSpPr>
        <p:spPr bwMode="auto">
          <a:xfrm>
            <a:off x="4029075" y="5926138"/>
            <a:ext cx="0" cy="403225"/>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32" name="Line 132"/>
          <p:cNvSpPr>
            <a:spLocks noChangeShapeType="1"/>
          </p:cNvSpPr>
          <p:nvPr/>
        </p:nvSpPr>
        <p:spPr bwMode="auto">
          <a:xfrm>
            <a:off x="7807325" y="5903913"/>
            <a:ext cx="0" cy="403225"/>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33" name="Line 133"/>
          <p:cNvSpPr>
            <a:spLocks noChangeShapeType="1"/>
          </p:cNvSpPr>
          <p:nvPr/>
        </p:nvSpPr>
        <p:spPr bwMode="auto">
          <a:xfrm>
            <a:off x="5210175" y="5942013"/>
            <a:ext cx="0" cy="404812"/>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334" name="Text Box 134"/>
          <p:cNvSpPr txBox="1">
            <a:spLocks noChangeArrowheads="1"/>
          </p:cNvSpPr>
          <p:nvPr/>
        </p:nvSpPr>
        <p:spPr bwMode="auto">
          <a:xfrm>
            <a:off x="5989638" y="5521325"/>
            <a:ext cx="11001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30.0.0.1</a:t>
            </a:r>
          </a:p>
        </p:txBody>
      </p:sp>
      <p:sp>
        <p:nvSpPr>
          <p:cNvPr id="97335" name="Text Box 135"/>
          <p:cNvSpPr txBox="1">
            <a:spLocks noChangeArrowheads="1"/>
          </p:cNvSpPr>
          <p:nvPr/>
        </p:nvSpPr>
        <p:spPr bwMode="auto">
          <a:xfrm>
            <a:off x="8123238" y="5895975"/>
            <a:ext cx="8651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a:t>
            </a:r>
            <a:r>
              <a:rPr kumimoji="1" lang="zh-CN" altLang="en-US" sz="900">
                <a:solidFill>
                  <a:srgbClr val="333399"/>
                </a:solidFill>
                <a:latin typeface="Arial" pitchFamily="34" charset="0"/>
              </a:rPr>
              <a:t> </a:t>
            </a:r>
            <a:r>
              <a:rPr kumimoji="1" lang="en-US" altLang="zh-CN" sz="2000">
                <a:solidFill>
                  <a:srgbClr val="333399"/>
                </a:solidFill>
                <a:latin typeface="Arial" pitchFamily="34" charset="0"/>
              </a:rPr>
              <a:t>4</a:t>
            </a:r>
          </a:p>
        </p:txBody>
      </p:sp>
      <p:sp>
        <p:nvSpPr>
          <p:cNvPr id="97336" name="Text Box 136"/>
          <p:cNvSpPr txBox="1">
            <a:spLocks noChangeArrowheads="1"/>
          </p:cNvSpPr>
          <p:nvPr/>
        </p:nvSpPr>
        <p:spPr bwMode="auto">
          <a:xfrm>
            <a:off x="5549900" y="5895975"/>
            <a:ext cx="8683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3</a:t>
            </a:r>
          </a:p>
        </p:txBody>
      </p:sp>
      <p:sp>
        <p:nvSpPr>
          <p:cNvPr id="97337" name="Text Box 137"/>
          <p:cNvSpPr txBox="1">
            <a:spLocks noChangeArrowheads="1"/>
          </p:cNvSpPr>
          <p:nvPr/>
        </p:nvSpPr>
        <p:spPr bwMode="auto">
          <a:xfrm>
            <a:off x="2925763" y="5895975"/>
            <a:ext cx="8683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2</a:t>
            </a:r>
          </a:p>
        </p:txBody>
      </p:sp>
      <p:sp>
        <p:nvSpPr>
          <p:cNvPr id="97338" name="Text Box 138"/>
          <p:cNvSpPr txBox="1">
            <a:spLocks noChangeArrowheads="1"/>
          </p:cNvSpPr>
          <p:nvPr/>
        </p:nvSpPr>
        <p:spPr bwMode="auto">
          <a:xfrm>
            <a:off x="92075" y="5895975"/>
            <a:ext cx="8683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1</a:t>
            </a:r>
          </a:p>
        </p:txBody>
      </p:sp>
      <p:pic>
        <p:nvPicPr>
          <p:cNvPr id="97339" name="Picture 139"/>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66875" y="2103438"/>
            <a:ext cx="717550"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7340" name="Text Box 140"/>
          <p:cNvSpPr txBox="1">
            <a:spLocks noChangeArrowheads="1"/>
          </p:cNvSpPr>
          <p:nvPr/>
        </p:nvSpPr>
        <p:spPr bwMode="auto">
          <a:xfrm>
            <a:off x="4487863" y="169703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97341" name="Text Box 141"/>
          <p:cNvSpPr txBox="1">
            <a:spLocks noChangeArrowheads="1"/>
          </p:cNvSpPr>
          <p:nvPr/>
        </p:nvSpPr>
        <p:spPr bwMode="auto">
          <a:xfrm>
            <a:off x="7032625" y="1697038"/>
            <a:ext cx="4619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3</a:t>
            </a:r>
            <a:endParaRPr kumimoji="1" lang="en-US" altLang="zh-CN" sz="2000">
              <a:solidFill>
                <a:srgbClr val="333399"/>
              </a:solidFill>
              <a:latin typeface="Arial" pitchFamily="34" charset="0"/>
            </a:endParaRPr>
          </a:p>
        </p:txBody>
      </p:sp>
      <p:sp>
        <p:nvSpPr>
          <p:cNvPr id="97342" name="Text Box 142"/>
          <p:cNvSpPr txBox="1">
            <a:spLocks noChangeArrowheads="1"/>
          </p:cNvSpPr>
          <p:nvPr/>
        </p:nvSpPr>
        <p:spPr bwMode="auto">
          <a:xfrm>
            <a:off x="1771650" y="169703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sp>
        <p:nvSpPr>
          <p:cNvPr id="97343" name="Text Box 146"/>
          <p:cNvSpPr txBox="1">
            <a:spLocks noChangeArrowheads="1"/>
          </p:cNvSpPr>
          <p:nvPr/>
        </p:nvSpPr>
        <p:spPr bwMode="auto">
          <a:xfrm>
            <a:off x="3990975" y="2232025"/>
            <a:ext cx="3254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0</a:t>
            </a:r>
          </a:p>
        </p:txBody>
      </p:sp>
      <p:sp>
        <p:nvSpPr>
          <p:cNvPr id="97344" name="Text Box 147"/>
          <p:cNvSpPr txBox="1">
            <a:spLocks noChangeArrowheads="1"/>
          </p:cNvSpPr>
          <p:nvPr/>
        </p:nvSpPr>
        <p:spPr bwMode="auto">
          <a:xfrm>
            <a:off x="5002213" y="2238375"/>
            <a:ext cx="325437"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a:t>
            </a:r>
          </a:p>
        </p:txBody>
      </p:sp>
      <p:pic>
        <p:nvPicPr>
          <p:cNvPr id="97345" name="Picture 148"/>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98950" y="2081213"/>
            <a:ext cx="71913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7346" name="Picture 149"/>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40538" y="2087563"/>
            <a:ext cx="717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7347" name="Picture 150"/>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48475" y="6143625"/>
            <a:ext cx="717550"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7348" name="Picture 15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30688" y="6151563"/>
            <a:ext cx="717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7349" name="Picture 15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4813" y="6157913"/>
            <a:ext cx="717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7350" name="Text Box 143"/>
          <p:cNvSpPr txBox="1">
            <a:spLocks noChangeArrowheads="1"/>
          </p:cNvSpPr>
          <p:nvPr/>
        </p:nvSpPr>
        <p:spPr bwMode="auto">
          <a:xfrm>
            <a:off x="4343400" y="5745163"/>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97351" name="Text Box 145"/>
          <p:cNvSpPr txBox="1">
            <a:spLocks noChangeArrowheads="1"/>
          </p:cNvSpPr>
          <p:nvPr/>
        </p:nvSpPr>
        <p:spPr bwMode="auto">
          <a:xfrm>
            <a:off x="6980238" y="5745163"/>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3</a:t>
            </a:r>
            <a:endParaRPr kumimoji="1" lang="en-US" altLang="zh-CN" sz="2000">
              <a:solidFill>
                <a:srgbClr val="333399"/>
              </a:solidFill>
              <a:latin typeface="Arial" pitchFamily="34" charset="0"/>
            </a:endParaRPr>
          </a:p>
        </p:txBody>
      </p:sp>
      <p:sp>
        <p:nvSpPr>
          <p:cNvPr id="97352" name="Text Box 144"/>
          <p:cNvSpPr txBox="1">
            <a:spLocks noChangeArrowheads="1"/>
          </p:cNvSpPr>
          <p:nvPr/>
        </p:nvSpPr>
        <p:spPr bwMode="auto">
          <a:xfrm>
            <a:off x="1824038" y="5745163"/>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sp>
        <p:nvSpPr>
          <p:cNvPr id="482459" name="Text Box 155"/>
          <p:cNvSpPr txBox="1">
            <a:spLocks noChangeArrowheads="1"/>
          </p:cNvSpPr>
          <p:nvPr/>
        </p:nvSpPr>
        <p:spPr bwMode="auto">
          <a:xfrm>
            <a:off x="1150938" y="171450"/>
            <a:ext cx="6594475" cy="1041400"/>
          </a:xfrm>
          <a:prstGeom prst="rect">
            <a:avLst/>
          </a:prstGeom>
          <a:solidFill>
            <a:srgbClr val="FFC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10000"/>
              </a:lnSpc>
            </a:pPr>
            <a:r>
              <a:rPr lang="zh-CN" altLang="en-US">
                <a:solidFill>
                  <a:srgbClr val="333399"/>
                </a:solidFill>
                <a:latin typeface="Arial" pitchFamily="34" charset="0"/>
              </a:rPr>
              <a:t>在路由表中，对每一条路由，最主要的是</a:t>
            </a:r>
          </a:p>
          <a:p>
            <a:pPr algn="ctr" eaLnBrk="1" hangingPunct="1">
              <a:lnSpc>
                <a:spcPct val="110000"/>
              </a:lnSpc>
            </a:pPr>
            <a:r>
              <a:rPr lang="zh-CN" altLang="en-US">
                <a:solidFill>
                  <a:srgbClr val="333399"/>
                </a:solidFill>
                <a:latin typeface="Arial" pitchFamily="34" charset="0"/>
              </a:rPr>
              <a:t>（目的网络地址，下一跳地址）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4824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2459"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a:xfrm>
            <a:off x="1150938" y="214313"/>
            <a:ext cx="7308850" cy="1462087"/>
          </a:xfrm>
        </p:spPr>
        <p:txBody>
          <a:bodyPr/>
          <a:lstStyle/>
          <a:p>
            <a:pPr algn="ctr" eaLnBrk="1" hangingPunct="1"/>
            <a:r>
              <a:rPr lang="zh-CN" altLang="en-US" smtClean="0"/>
              <a:t>查找路由表</a:t>
            </a:r>
          </a:p>
        </p:txBody>
      </p:sp>
      <p:sp>
        <p:nvSpPr>
          <p:cNvPr id="98307" name="Rectangle 3"/>
          <p:cNvSpPr>
            <a:spLocks noGrp="1" noChangeArrowheads="1"/>
          </p:cNvSpPr>
          <p:nvPr>
            <p:ph type="body" idx="1"/>
          </p:nvPr>
        </p:nvSpPr>
        <p:spPr>
          <a:xfrm>
            <a:off x="827088" y="1978025"/>
            <a:ext cx="7988300" cy="4114800"/>
          </a:xfrm>
        </p:spPr>
        <p:txBody>
          <a:bodyPr/>
          <a:lstStyle/>
          <a:p>
            <a:pPr eaLnBrk="1" hangingPunct="1">
              <a:buFont typeface="Wingdings" pitchFamily="2" charset="2"/>
              <a:buNone/>
            </a:pPr>
            <a:r>
              <a:rPr lang="zh-CN" altLang="en-US" smtClean="0"/>
              <a:t>根据目的网络地址就能确定下一跳路由器，这样做的结果是：</a:t>
            </a:r>
          </a:p>
          <a:p>
            <a:pPr eaLnBrk="1" hangingPunct="1"/>
            <a:r>
              <a:rPr lang="zh-CN" altLang="en-US" smtClean="0"/>
              <a:t>    </a:t>
            </a:r>
            <a:r>
              <a:rPr lang="en-US" altLang="zh-CN" smtClean="0"/>
              <a:t>IP </a:t>
            </a:r>
            <a:r>
              <a:rPr lang="zh-CN" altLang="en-US" smtClean="0"/>
              <a:t>数据报最终一定可以找到目的主机所在目的网络上的路由器（可能要通过多次的间接交付）。</a:t>
            </a:r>
          </a:p>
          <a:p>
            <a:pPr eaLnBrk="1" hangingPunct="1"/>
            <a:r>
              <a:rPr lang="zh-CN" altLang="en-US" smtClean="0"/>
              <a:t>    只有到达最后一个路由器时，才试图向目的主机进行直接交付。 </a:t>
            </a:r>
          </a:p>
        </p:txBody>
      </p:sp>
    </p:spTree>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99331" name="Rectangle 3"/>
          <p:cNvSpPr>
            <a:spLocks noChangeArrowheads="1"/>
          </p:cNvSpPr>
          <p:nvPr/>
        </p:nvSpPr>
        <p:spPr bwMode="auto">
          <a:xfrm>
            <a:off x="0" y="32385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99332"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99333" name="Rectangle 5"/>
          <p:cNvSpPr>
            <a:spLocks noChangeArrowheads="1"/>
          </p:cNvSpPr>
          <p:nvPr/>
        </p:nvSpPr>
        <p:spPr bwMode="auto">
          <a:xfrm>
            <a:off x="0" y="3243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99334" name="Rectangle 41"/>
          <p:cNvSpPr>
            <a:spLocks noGrp="1" noChangeArrowheads="1"/>
          </p:cNvSpPr>
          <p:nvPr>
            <p:ph type="title"/>
          </p:nvPr>
        </p:nvSpPr>
        <p:spPr/>
        <p:txBody>
          <a:bodyPr/>
          <a:lstStyle/>
          <a:p>
            <a:pPr algn="ctr" eaLnBrk="1" hangingPunct="1"/>
            <a:r>
              <a:rPr lang="zh-CN" altLang="en-US" smtClean="0"/>
              <a:t>特定主机路由 </a:t>
            </a:r>
          </a:p>
        </p:txBody>
      </p:sp>
      <p:sp>
        <p:nvSpPr>
          <p:cNvPr id="395306" name="Rectangle 42"/>
          <p:cNvSpPr>
            <a:spLocks noGrp="1" noChangeArrowheads="1"/>
          </p:cNvSpPr>
          <p:nvPr>
            <p:ph type="body" idx="1"/>
          </p:nvPr>
        </p:nvSpPr>
        <p:spPr>
          <a:xfrm>
            <a:off x="611188" y="1916113"/>
            <a:ext cx="8132762" cy="4465637"/>
          </a:xfrm>
        </p:spPr>
        <p:txBody>
          <a:bodyPr/>
          <a:lstStyle/>
          <a:p>
            <a:pPr eaLnBrk="1" hangingPunct="1"/>
            <a:r>
              <a:rPr lang="zh-CN" altLang="en-US" smtClean="0"/>
              <a:t>这种路由是为特定的目的主机指明一个路由。</a:t>
            </a:r>
          </a:p>
          <a:p>
            <a:pPr eaLnBrk="1" hangingPunct="1"/>
            <a:r>
              <a:rPr lang="zh-CN" altLang="en-US" smtClean="0"/>
              <a:t>采用特定主机路由可使网络管理人员能更方便地控制网络和测试网络，同时也可在需要考虑某种安全问题时采用这种特定主机路由。 用于网络连接或路由表排错。</a:t>
            </a:r>
          </a:p>
        </p:txBody>
      </p:sp>
      <p:sp>
        <p:nvSpPr>
          <p:cNvPr id="99336" name="Rectangle 7"/>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99337" name="Rectangle 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53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p:nvPr>
        </p:nvSpPr>
        <p:spPr>
          <a:xfrm>
            <a:off x="1150938" y="214313"/>
            <a:ext cx="7165975" cy="1462087"/>
          </a:xfrm>
        </p:spPr>
        <p:txBody>
          <a:bodyPr/>
          <a:lstStyle/>
          <a:p>
            <a:pPr algn="ctr" eaLnBrk="1" hangingPunct="1"/>
            <a:r>
              <a:rPr lang="zh-CN" altLang="en-US" sz="4000" smtClean="0"/>
              <a:t>默认路由</a:t>
            </a:r>
            <a:r>
              <a:rPr lang="en-US" altLang="zh-CN" sz="4000" smtClean="0"/>
              <a:t>(default route)</a:t>
            </a:r>
          </a:p>
        </p:txBody>
      </p:sp>
      <p:sp>
        <p:nvSpPr>
          <p:cNvPr id="100355" name="Rectangle 3"/>
          <p:cNvSpPr>
            <a:spLocks noGrp="1" noChangeArrowheads="1"/>
          </p:cNvSpPr>
          <p:nvPr>
            <p:ph type="body" idx="1"/>
          </p:nvPr>
        </p:nvSpPr>
        <p:spPr>
          <a:xfrm>
            <a:off x="1042988" y="1773238"/>
            <a:ext cx="7772400" cy="4751387"/>
          </a:xfrm>
        </p:spPr>
        <p:txBody>
          <a:bodyPr/>
          <a:lstStyle/>
          <a:p>
            <a:pPr eaLnBrk="1" hangingPunct="1"/>
            <a:r>
              <a:rPr lang="zh-CN" altLang="en-US" smtClean="0"/>
              <a:t>路由器还可采用</a:t>
            </a:r>
            <a:r>
              <a:rPr lang="zh-CN" altLang="en-US" smtClean="0">
                <a:solidFill>
                  <a:schemeClr val="hlink"/>
                </a:solidFill>
              </a:rPr>
              <a:t>默认路由</a:t>
            </a:r>
            <a:r>
              <a:rPr lang="zh-CN" altLang="en-US" smtClean="0"/>
              <a:t>以减少路由表所占用的空间和搜索路由表所用的时间。</a:t>
            </a:r>
          </a:p>
          <a:p>
            <a:pPr eaLnBrk="1" hangingPunct="1"/>
            <a:r>
              <a:rPr lang="zh-CN" altLang="en-US" smtClean="0"/>
              <a:t>这种转发方式在一个网络只有很少的对外连接时是很有用的。</a:t>
            </a:r>
          </a:p>
          <a:p>
            <a:pPr eaLnBrk="1" hangingPunct="1"/>
            <a:r>
              <a:rPr lang="zh-CN" altLang="en-US" smtClean="0"/>
              <a:t>如果一个主机连接在一个小网络上，而这个网络只用一个路由器和因特网连接，那么在这种情况下使用默认路由是非常合适的。 </a:t>
            </a:r>
          </a:p>
        </p:txBody>
      </p:sp>
    </p:spTree>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1378" name="Rectangle 36"/>
          <p:cNvSpPr>
            <a:spLocks noChangeArrowheads="1"/>
          </p:cNvSpPr>
          <p:nvPr/>
        </p:nvSpPr>
        <p:spPr bwMode="auto">
          <a:xfrm>
            <a:off x="179388" y="3287713"/>
            <a:ext cx="2165350" cy="1436687"/>
          </a:xfrm>
          <a:prstGeom prst="rect">
            <a:avLst/>
          </a:prstGeom>
          <a:solidFill>
            <a:srgbClr val="FFFFCC"/>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1379" name="Line 4"/>
          <p:cNvSpPr>
            <a:spLocks noChangeShapeType="1"/>
          </p:cNvSpPr>
          <p:nvPr/>
        </p:nvSpPr>
        <p:spPr bwMode="auto">
          <a:xfrm flipV="1">
            <a:off x="5130800" y="2865438"/>
            <a:ext cx="690563" cy="3730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80" name="Line 5"/>
          <p:cNvSpPr>
            <a:spLocks noChangeShapeType="1"/>
          </p:cNvSpPr>
          <p:nvPr/>
        </p:nvSpPr>
        <p:spPr bwMode="auto">
          <a:xfrm flipV="1">
            <a:off x="4638675" y="3330575"/>
            <a:ext cx="395288" cy="3730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81" name="Line 6"/>
          <p:cNvSpPr>
            <a:spLocks noChangeShapeType="1"/>
          </p:cNvSpPr>
          <p:nvPr/>
        </p:nvSpPr>
        <p:spPr bwMode="auto">
          <a:xfrm flipV="1">
            <a:off x="4953000" y="3941763"/>
            <a:ext cx="1131888" cy="22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82" name="Line 7"/>
          <p:cNvSpPr>
            <a:spLocks noChangeShapeType="1"/>
          </p:cNvSpPr>
          <p:nvPr/>
        </p:nvSpPr>
        <p:spPr bwMode="auto">
          <a:xfrm flipH="1">
            <a:off x="3654425" y="4075113"/>
            <a:ext cx="590550" cy="6524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83" name="Line 8"/>
          <p:cNvSpPr>
            <a:spLocks noChangeShapeType="1"/>
          </p:cNvSpPr>
          <p:nvPr/>
        </p:nvSpPr>
        <p:spPr bwMode="auto">
          <a:xfrm>
            <a:off x="4638675" y="4167188"/>
            <a:ext cx="295275" cy="6524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84" name="Line 9"/>
          <p:cNvSpPr>
            <a:spLocks noChangeShapeType="1"/>
          </p:cNvSpPr>
          <p:nvPr/>
        </p:nvSpPr>
        <p:spPr bwMode="auto">
          <a:xfrm flipV="1">
            <a:off x="3259138" y="3983038"/>
            <a:ext cx="788987" cy="92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01385" name="Group 10"/>
          <p:cNvGrpSpPr>
            <a:grpSpLocks/>
          </p:cNvGrpSpPr>
          <p:nvPr/>
        </p:nvGrpSpPr>
        <p:grpSpPr bwMode="auto">
          <a:xfrm>
            <a:off x="3749675" y="3517900"/>
            <a:ext cx="1379538" cy="836613"/>
            <a:chOff x="1746" y="2024"/>
            <a:chExt cx="1678" cy="1451"/>
          </a:xfrm>
        </p:grpSpPr>
        <p:sp>
          <p:nvSpPr>
            <p:cNvPr id="101425" name="Oval 11"/>
            <p:cNvSpPr>
              <a:spLocks noChangeArrowheads="1"/>
            </p:cNvSpPr>
            <p:nvPr/>
          </p:nvSpPr>
          <p:spPr bwMode="auto">
            <a:xfrm>
              <a:off x="2333" y="2052"/>
              <a:ext cx="717" cy="571"/>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26" name="Oval 12"/>
            <p:cNvSpPr>
              <a:spLocks noChangeArrowheads="1"/>
            </p:cNvSpPr>
            <p:nvPr/>
          </p:nvSpPr>
          <p:spPr bwMode="auto">
            <a:xfrm>
              <a:off x="1928" y="2209"/>
              <a:ext cx="546" cy="570"/>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27" name="Oval 13"/>
            <p:cNvSpPr>
              <a:spLocks noChangeArrowheads="1"/>
            </p:cNvSpPr>
            <p:nvPr/>
          </p:nvSpPr>
          <p:spPr bwMode="auto">
            <a:xfrm>
              <a:off x="1756" y="2566"/>
              <a:ext cx="364" cy="456"/>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28" name="Oval 14"/>
            <p:cNvSpPr>
              <a:spLocks noChangeArrowheads="1"/>
            </p:cNvSpPr>
            <p:nvPr/>
          </p:nvSpPr>
          <p:spPr bwMode="auto">
            <a:xfrm>
              <a:off x="1867" y="2779"/>
              <a:ext cx="556" cy="500"/>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29" name="Oval 15"/>
            <p:cNvSpPr>
              <a:spLocks noChangeArrowheads="1"/>
            </p:cNvSpPr>
            <p:nvPr/>
          </p:nvSpPr>
          <p:spPr bwMode="auto">
            <a:xfrm>
              <a:off x="2272" y="2865"/>
              <a:ext cx="839" cy="599"/>
            </a:xfrm>
            <a:prstGeom prst="ellipse">
              <a:avLst/>
            </a:prstGeom>
            <a:solidFill>
              <a:srgbClr val="000000"/>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0" name="Oval 16"/>
            <p:cNvSpPr>
              <a:spLocks noChangeArrowheads="1"/>
            </p:cNvSpPr>
            <p:nvPr/>
          </p:nvSpPr>
          <p:spPr bwMode="auto">
            <a:xfrm>
              <a:off x="2818" y="2224"/>
              <a:ext cx="525" cy="442"/>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1" name="Oval 17"/>
            <p:cNvSpPr>
              <a:spLocks noChangeArrowheads="1"/>
            </p:cNvSpPr>
            <p:nvPr/>
          </p:nvSpPr>
          <p:spPr bwMode="auto">
            <a:xfrm>
              <a:off x="2898" y="2523"/>
              <a:ext cx="526" cy="442"/>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2" name="Oval 18"/>
            <p:cNvSpPr>
              <a:spLocks noChangeArrowheads="1"/>
            </p:cNvSpPr>
            <p:nvPr/>
          </p:nvSpPr>
          <p:spPr bwMode="auto">
            <a:xfrm rot="1140760">
              <a:off x="2848" y="2623"/>
              <a:ext cx="526" cy="741"/>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3" name="Oval 19"/>
            <p:cNvSpPr>
              <a:spLocks noChangeArrowheads="1"/>
            </p:cNvSpPr>
            <p:nvPr/>
          </p:nvSpPr>
          <p:spPr bwMode="auto">
            <a:xfrm>
              <a:off x="2059" y="2395"/>
              <a:ext cx="1082" cy="741"/>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4" name="Oval 20"/>
            <p:cNvSpPr>
              <a:spLocks noChangeArrowheads="1"/>
            </p:cNvSpPr>
            <p:nvPr/>
          </p:nvSpPr>
          <p:spPr bwMode="auto">
            <a:xfrm>
              <a:off x="2322" y="2024"/>
              <a:ext cx="718" cy="570"/>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5" name="Oval 21"/>
            <p:cNvSpPr>
              <a:spLocks noChangeArrowheads="1"/>
            </p:cNvSpPr>
            <p:nvPr/>
          </p:nvSpPr>
          <p:spPr bwMode="auto">
            <a:xfrm>
              <a:off x="1918" y="2181"/>
              <a:ext cx="546" cy="570"/>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6" name="Oval 22"/>
            <p:cNvSpPr>
              <a:spLocks noChangeArrowheads="1"/>
            </p:cNvSpPr>
            <p:nvPr/>
          </p:nvSpPr>
          <p:spPr bwMode="auto">
            <a:xfrm>
              <a:off x="1746" y="2538"/>
              <a:ext cx="364" cy="455"/>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7" name="Oval 23"/>
            <p:cNvSpPr>
              <a:spLocks noChangeArrowheads="1"/>
            </p:cNvSpPr>
            <p:nvPr/>
          </p:nvSpPr>
          <p:spPr bwMode="auto">
            <a:xfrm>
              <a:off x="1857" y="2751"/>
              <a:ext cx="556" cy="500"/>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8" name="Oval 24"/>
            <p:cNvSpPr>
              <a:spLocks noChangeArrowheads="1"/>
            </p:cNvSpPr>
            <p:nvPr/>
          </p:nvSpPr>
          <p:spPr bwMode="auto">
            <a:xfrm>
              <a:off x="2261" y="2876"/>
              <a:ext cx="839" cy="599"/>
            </a:xfrm>
            <a:prstGeom prst="ellipse">
              <a:avLst/>
            </a:prstGeom>
            <a:solidFill>
              <a:srgbClr val="DDDDDD"/>
            </a:solidFill>
            <a:ln>
              <a:noFill/>
            </a:ln>
            <a:effectLst>
              <a:outerShdw dist="28398" dir="20006097"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39" name="Oval 25"/>
            <p:cNvSpPr>
              <a:spLocks noChangeArrowheads="1"/>
            </p:cNvSpPr>
            <p:nvPr/>
          </p:nvSpPr>
          <p:spPr bwMode="auto">
            <a:xfrm>
              <a:off x="2807" y="2195"/>
              <a:ext cx="526" cy="442"/>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40" name="Oval 26"/>
            <p:cNvSpPr>
              <a:spLocks noChangeArrowheads="1"/>
            </p:cNvSpPr>
            <p:nvPr/>
          </p:nvSpPr>
          <p:spPr bwMode="auto">
            <a:xfrm>
              <a:off x="2888" y="2495"/>
              <a:ext cx="526" cy="442"/>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41" name="Oval 27"/>
            <p:cNvSpPr>
              <a:spLocks noChangeArrowheads="1"/>
            </p:cNvSpPr>
            <p:nvPr/>
          </p:nvSpPr>
          <p:spPr bwMode="auto">
            <a:xfrm rot="1336630">
              <a:off x="2837" y="2594"/>
              <a:ext cx="526" cy="742"/>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101442" name="Oval 28"/>
            <p:cNvSpPr>
              <a:spLocks noChangeArrowheads="1"/>
            </p:cNvSpPr>
            <p:nvPr/>
          </p:nvSpPr>
          <p:spPr bwMode="auto">
            <a:xfrm>
              <a:off x="2049" y="2366"/>
              <a:ext cx="1082" cy="742"/>
            </a:xfrm>
            <a:prstGeom prst="ellipse">
              <a:avLst/>
            </a:prstGeom>
            <a:solidFill>
              <a:srgbClr val="DDDDDD"/>
            </a:solidFill>
            <a:ln>
              <a:noFill/>
            </a:ln>
            <a:effectLst>
              <a:outerShdw dist="35921" dir="2700000" algn="ctr" rotWithShape="0">
                <a:srgbClr val="DDDDDD"/>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grpSp>
      <p:pic>
        <p:nvPicPr>
          <p:cNvPr id="101386"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29238" y="3851275"/>
            <a:ext cx="514350" cy="279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1387" name="Text Box 30"/>
          <p:cNvSpPr txBox="1">
            <a:spLocks noChangeArrowheads="1"/>
          </p:cNvSpPr>
          <p:nvPr/>
        </p:nvSpPr>
        <p:spPr bwMode="auto">
          <a:xfrm>
            <a:off x="4244975" y="36703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N</a:t>
            </a:r>
            <a:r>
              <a:rPr lang="en-US" altLang="zh-CN" sz="2000" baseline="-25000">
                <a:solidFill>
                  <a:schemeClr val="folHlink"/>
                </a:solidFill>
                <a:latin typeface="Arial" pitchFamily="34" charset="0"/>
              </a:rPr>
              <a:t>1</a:t>
            </a:r>
          </a:p>
        </p:txBody>
      </p:sp>
      <p:sp>
        <p:nvSpPr>
          <p:cNvPr id="101388" name="Text Box 31"/>
          <p:cNvSpPr txBox="1">
            <a:spLocks noChangeArrowheads="1"/>
          </p:cNvSpPr>
          <p:nvPr/>
        </p:nvSpPr>
        <p:spPr bwMode="auto">
          <a:xfrm>
            <a:off x="5387975" y="3476625"/>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R</a:t>
            </a:r>
            <a:r>
              <a:rPr lang="en-US" altLang="zh-CN" sz="2000" baseline="-25000">
                <a:solidFill>
                  <a:schemeClr val="folHlink"/>
                </a:solidFill>
                <a:latin typeface="Arial" pitchFamily="34" charset="0"/>
              </a:rPr>
              <a:t>1</a:t>
            </a:r>
          </a:p>
        </p:txBody>
      </p:sp>
      <p:graphicFrame>
        <p:nvGraphicFramePr>
          <p:cNvPr id="101389" name="Object 32"/>
          <p:cNvGraphicFramePr>
            <a:graphicFrameLocks noChangeAspect="1"/>
          </p:cNvGraphicFramePr>
          <p:nvPr/>
        </p:nvGraphicFramePr>
        <p:xfrm>
          <a:off x="6018213" y="3190875"/>
          <a:ext cx="3052762" cy="1966913"/>
        </p:xfrm>
        <a:graphic>
          <a:graphicData uri="http://schemas.openxmlformats.org/presentationml/2006/ole">
            <mc:AlternateContent xmlns:mc="http://schemas.openxmlformats.org/markup-compatibility/2006">
              <mc:Choice xmlns:v="urn:schemas-microsoft-com:vml" Requires="v">
                <p:oleObj spid="_x0000_s101444" name="VISIO" r:id="rId5" imgW="1687068" imgH="964692" progId="Visio.Drawing.6">
                  <p:embed/>
                </p:oleObj>
              </mc:Choice>
              <mc:Fallback>
                <p:oleObj name="VISIO" r:id="rId5" imgW="1687068" imgH="964692" progId="Visio.Drawing.6">
                  <p:embed/>
                  <p:pic>
                    <p:nvPicPr>
                      <p:cNvPr id="0" name="Object 3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18213" y="3190875"/>
                        <a:ext cx="3052762" cy="196691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01390" name="Text Box 33"/>
          <p:cNvSpPr txBox="1">
            <a:spLocks noChangeArrowheads="1"/>
          </p:cNvSpPr>
          <p:nvPr/>
        </p:nvSpPr>
        <p:spPr bwMode="auto">
          <a:xfrm>
            <a:off x="7004050" y="3836988"/>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2400">
                <a:solidFill>
                  <a:schemeClr val="folHlink"/>
                </a:solidFill>
                <a:latin typeface="Arial" pitchFamily="34" charset="0"/>
              </a:rPr>
              <a:t>因特网</a:t>
            </a:r>
            <a:endParaRPr lang="zh-CN" altLang="en-US" sz="2400" baseline="-25000">
              <a:solidFill>
                <a:schemeClr val="folHlink"/>
              </a:solidFill>
              <a:latin typeface="Arial" pitchFamily="34" charset="0"/>
            </a:endParaRPr>
          </a:p>
        </p:txBody>
      </p:sp>
      <p:pic>
        <p:nvPicPr>
          <p:cNvPr id="101391" name="Picture 3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738688" y="4632325"/>
            <a:ext cx="450850" cy="446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1392" name="Text Box 35"/>
          <p:cNvSpPr txBox="1">
            <a:spLocks noChangeArrowheads="1"/>
          </p:cNvSpPr>
          <p:nvPr/>
        </p:nvSpPr>
        <p:spPr bwMode="auto">
          <a:xfrm>
            <a:off x="179388" y="3214688"/>
            <a:ext cx="21558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120000"/>
              </a:lnSpc>
            </a:pPr>
            <a:r>
              <a:rPr lang="zh-CN" altLang="en-US" sz="2000">
                <a:solidFill>
                  <a:schemeClr val="folHlink"/>
                </a:solidFill>
                <a:latin typeface="Arial" pitchFamily="34" charset="0"/>
              </a:rPr>
              <a:t>目的网络  下一跳</a:t>
            </a:r>
          </a:p>
          <a:p>
            <a:pPr eaLnBrk="1" hangingPunct="1">
              <a:lnSpc>
                <a:spcPct val="120000"/>
              </a:lnSpc>
            </a:pPr>
            <a:r>
              <a:rPr lang="zh-CN" altLang="en-US" sz="2000">
                <a:solidFill>
                  <a:schemeClr val="folHlink"/>
                </a:solidFill>
                <a:latin typeface="Arial" pitchFamily="34" charset="0"/>
              </a:rPr>
              <a:t>      </a:t>
            </a:r>
            <a:r>
              <a:rPr lang="en-US" altLang="zh-CN" sz="2000">
                <a:solidFill>
                  <a:schemeClr val="folHlink"/>
                </a:solidFill>
                <a:latin typeface="Arial" pitchFamily="34" charset="0"/>
              </a:rPr>
              <a:t>N</a:t>
            </a:r>
            <a:r>
              <a:rPr lang="en-US" altLang="zh-CN" sz="2000" baseline="-25000">
                <a:solidFill>
                  <a:schemeClr val="folHlink"/>
                </a:solidFill>
                <a:latin typeface="Arial" pitchFamily="34" charset="0"/>
              </a:rPr>
              <a:t>1</a:t>
            </a:r>
            <a:r>
              <a:rPr lang="en-US" altLang="zh-CN" sz="2000">
                <a:solidFill>
                  <a:schemeClr val="folHlink"/>
                </a:solidFill>
                <a:latin typeface="Arial" pitchFamily="34" charset="0"/>
              </a:rPr>
              <a:t>          </a:t>
            </a:r>
            <a:r>
              <a:rPr lang="zh-CN" altLang="en-US" sz="2000">
                <a:solidFill>
                  <a:schemeClr val="folHlink"/>
                </a:solidFill>
                <a:latin typeface="Arial" pitchFamily="34" charset="0"/>
              </a:rPr>
              <a:t>直接 </a:t>
            </a:r>
          </a:p>
          <a:p>
            <a:pPr eaLnBrk="1" hangingPunct="1">
              <a:lnSpc>
                <a:spcPct val="120000"/>
              </a:lnSpc>
            </a:pPr>
            <a:r>
              <a:rPr lang="zh-CN" altLang="en-US" sz="2000">
                <a:solidFill>
                  <a:schemeClr val="folHlink"/>
                </a:solidFill>
                <a:latin typeface="Arial" pitchFamily="34" charset="0"/>
              </a:rPr>
              <a:t>      </a:t>
            </a:r>
            <a:r>
              <a:rPr lang="en-US" altLang="zh-CN" sz="2000">
                <a:solidFill>
                  <a:schemeClr val="folHlink"/>
                </a:solidFill>
                <a:latin typeface="Arial" pitchFamily="34" charset="0"/>
              </a:rPr>
              <a:t>N</a:t>
            </a:r>
            <a:r>
              <a:rPr lang="en-US" altLang="zh-CN" sz="2000" baseline="-25000">
                <a:solidFill>
                  <a:schemeClr val="folHlink"/>
                </a:solidFill>
                <a:latin typeface="Arial" pitchFamily="34" charset="0"/>
              </a:rPr>
              <a:t>2</a:t>
            </a:r>
            <a:r>
              <a:rPr lang="en-US" altLang="zh-CN" sz="2000">
                <a:solidFill>
                  <a:schemeClr val="folHlink"/>
                </a:solidFill>
                <a:latin typeface="Arial" pitchFamily="34" charset="0"/>
              </a:rPr>
              <a:t>     </a:t>
            </a:r>
            <a:r>
              <a:rPr lang="en-US" altLang="zh-CN" sz="1000">
                <a:solidFill>
                  <a:schemeClr val="folHlink"/>
                </a:solidFill>
                <a:latin typeface="Arial" pitchFamily="34" charset="0"/>
              </a:rPr>
              <a:t>   </a:t>
            </a:r>
            <a:r>
              <a:rPr lang="en-US" altLang="zh-CN" sz="2000">
                <a:solidFill>
                  <a:schemeClr val="folHlink"/>
                </a:solidFill>
                <a:latin typeface="Arial" pitchFamily="34" charset="0"/>
              </a:rPr>
              <a:t>      R</a:t>
            </a:r>
            <a:r>
              <a:rPr lang="en-US" altLang="zh-CN" sz="2000" baseline="-25000">
                <a:solidFill>
                  <a:schemeClr val="folHlink"/>
                </a:solidFill>
                <a:latin typeface="Arial" pitchFamily="34" charset="0"/>
              </a:rPr>
              <a:t>2</a:t>
            </a:r>
          </a:p>
          <a:p>
            <a:pPr eaLnBrk="1" hangingPunct="1">
              <a:lnSpc>
                <a:spcPct val="120000"/>
              </a:lnSpc>
            </a:pPr>
            <a:r>
              <a:rPr lang="en-US" altLang="zh-CN" sz="2000">
                <a:solidFill>
                  <a:schemeClr val="folHlink"/>
                </a:solidFill>
                <a:latin typeface="Arial" pitchFamily="34" charset="0"/>
              </a:rPr>
              <a:t>    </a:t>
            </a:r>
            <a:r>
              <a:rPr lang="zh-CN" altLang="en-US" sz="2000">
                <a:solidFill>
                  <a:schemeClr val="hlink"/>
                </a:solidFill>
                <a:latin typeface="Arial" pitchFamily="34" charset="0"/>
              </a:rPr>
              <a:t>默认           </a:t>
            </a:r>
            <a:r>
              <a:rPr lang="en-US" altLang="zh-CN" sz="2000">
                <a:solidFill>
                  <a:schemeClr val="hlink"/>
                </a:solidFill>
                <a:latin typeface="Arial" pitchFamily="34" charset="0"/>
              </a:rPr>
              <a:t>R</a:t>
            </a:r>
            <a:r>
              <a:rPr lang="en-US" altLang="zh-CN" sz="2000" baseline="-25000">
                <a:solidFill>
                  <a:schemeClr val="hlink"/>
                </a:solidFill>
                <a:latin typeface="Arial" pitchFamily="34" charset="0"/>
              </a:rPr>
              <a:t>1</a:t>
            </a:r>
          </a:p>
        </p:txBody>
      </p:sp>
      <p:sp>
        <p:nvSpPr>
          <p:cNvPr id="101393" name="Line 37"/>
          <p:cNvSpPr>
            <a:spLocks noChangeShapeType="1"/>
          </p:cNvSpPr>
          <p:nvPr/>
        </p:nvSpPr>
        <p:spPr bwMode="auto">
          <a:xfrm>
            <a:off x="179388" y="3652838"/>
            <a:ext cx="2165350"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94" name="Line 38"/>
          <p:cNvSpPr>
            <a:spLocks noChangeShapeType="1"/>
          </p:cNvSpPr>
          <p:nvPr/>
        </p:nvSpPr>
        <p:spPr bwMode="auto">
          <a:xfrm>
            <a:off x="179388" y="4017963"/>
            <a:ext cx="21653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95" name="Line 39"/>
          <p:cNvSpPr>
            <a:spLocks noChangeShapeType="1"/>
          </p:cNvSpPr>
          <p:nvPr/>
        </p:nvSpPr>
        <p:spPr bwMode="auto">
          <a:xfrm>
            <a:off x="1360488" y="3287713"/>
            <a:ext cx="4762" cy="14176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396" name="Text Box 40"/>
          <p:cNvSpPr txBox="1">
            <a:spLocks noChangeArrowheads="1"/>
          </p:cNvSpPr>
          <p:nvPr/>
        </p:nvSpPr>
        <p:spPr bwMode="auto">
          <a:xfrm>
            <a:off x="0" y="2708275"/>
            <a:ext cx="3622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2400">
                <a:solidFill>
                  <a:schemeClr val="folHlink"/>
                </a:solidFill>
                <a:latin typeface="Arial" pitchFamily="34" charset="0"/>
              </a:rPr>
              <a:t>连接到</a:t>
            </a:r>
            <a:r>
              <a:rPr lang="en-US" altLang="zh-CN" sz="2400">
                <a:solidFill>
                  <a:schemeClr val="folHlink"/>
                </a:solidFill>
                <a:latin typeface="Arial" pitchFamily="34" charset="0"/>
              </a:rPr>
              <a:t>N1</a:t>
            </a:r>
            <a:r>
              <a:rPr lang="zh-CN" altLang="en-US" sz="2400">
                <a:solidFill>
                  <a:schemeClr val="folHlink"/>
                </a:solidFill>
                <a:latin typeface="Arial" pitchFamily="34" charset="0"/>
              </a:rPr>
              <a:t>的主机的路由表</a:t>
            </a:r>
            <a:endParaRPr lang="zh-CN" altLang="en-US" sz="2400" baseline="-25000">
              <a:solidFill>
                <a:schemeClr val="folHlink"/>
              </a:solidFill>
              <a:latin typeface="Arial" pitchFamily="34" charset="0"/>
            </a:endParaRPr>
          </a:p>
        </p:txBody>
      </p:sp>
      <p:sp>
        <p:nvSpPr>
          <p:cNvPr id="101397" name="Freeform 41"/>
          <p:cNvSpPr>
            <a:spLocks/>
          </p:cNvSpPr>
          <p:nvPr/>
        </p:nvSpPr>
        <p:spPr bwMode="auto">
          <a:xfrm>
            <a:off x="2349500" y="3282950"/>
            <a:ext cx="798513" cy="1462088"/>
          </a:xfrm>
          <a:custGeom>
            <a:avLst/>
            <a:gdLst>
              <a:gd name="T0" fmla="*/ 2147483647 w 368"/>
              <a:gd name="T1" fmla="*/ 0 h 524"/>
              <a:gd name="T2" fmla="*/ 2147483647 w 368"/>
              <a:gd name="T3" fmla="*/ 2147483647 h 524"/>
              <a:gd name="T4" fmla="*/ 2147483647 w 368"/>
              <a:gd name="T5" fmla="*/ 2147483647 h 524"/>
              <a:gd name="T6" fmla="*/ 0 w 368"/>
              <a:gd name="T7" fmla="*/ 2147483647 h 524"/>
              <a:gd name="T8" fmla="*/ 2147483647 w 368"/>
              <a:gd name="T9" fmla="*/ 0 h 5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8" h="524">
                <a:moveTo>
                  <a:pt x="4" y="0"/>
                </a:moveTo>
                <a:lnTo>
                  <a:pt x="368" y="256"/>
                </a:lnTo>
                <a:lnTo>
                  <a:pt x="367" y="277"/>
                </a:lnTo>
                <a:lnTo>
                  <a:pt x="0" y="524"/>
                </a:lnTo>
                <a:lnTo>
                  <a:pt x="4" y="0"/>
                </a:lnTo>
                <a:close/>
              </a:path>
            </a:pathLst>
          </a:custGeom>
          <a:gradFill rotWithShape="1">
            <a:gsLst>
              <a:gs pos="0">
                <a:srgbClr val="C1C19A"/>
              </a:gs>
              <a:gs pos="100000">
                <a:srgbClr val="FFFFCC"/>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01398" name="Picture 4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63875" y="3703638"/>
            <a:ext cx="4508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399" name="Picture 4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57575" y="4540250"/>
            <a:ext cx="45085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01400" name="Group 44"/>
          <p:cNvGrpSpPr>
            <a:grpSpLocks/>
          </p:cNvGrpSpPr>
          <p:nvPr/>
        </p:nvGrpSpPr>
        <p:grpSpPr bwMode="auto">
          <a:xfrm>
            <a:off x="5329238" y="2493963"/>
            <a:ext cx="1092200" cy="701675"/>
            <a:chOff x="1776" y="2768"/>
            <a:chExt cx="1824" cy="736"/>
          </a:xfrm>
        </p:grpSpPr>
        <p:grpSp>
          <p:nvGrpSpPr>
            <p:cNvPr id="101406" name="Group 45"/>
            <p:cNvGrpSpPr>
              <a:grpSpLocks/>
            </p:cNvGrpSpPr>
            <p:nvPr/>
          </p:nvGrpSpPr>
          <p:grpSpPr bwMode="auto">
            <a:xfrm>
              <a:off x="1787" y="2783"/>
              <a:ext cx="1813" cy="721"/>
              <a:chOff x="1787" y="2783"/>
              <a:chExt cx="1813" cy="721"/>
            </a:xfrm>
          </p:grpSpPr>
          <p:sp>
            <p:nvSpPr>
              <p:cNvPr id="101416" name="Oval 46"/>
              <p:cNvSpPr>
                <a:spLocks noChangeArrowheads="1"/>
              </p:cNvSpPr>
              <p:nvPr/>
            </p:nvSpPr>
            <p:spPr bwMode="auto">
              <a:xfrm>
                <a:off x="2413" y="2783"/>
                <a:ext cx="780"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7" name="Oval 47"/>
              <p:cNvSpPr>
                <a:spLocks noChangeArrowheads="1"/>
              </p:cNvSpPr>
              <p:nvPr/>
            </p:nvSpPr>
            <p:spPr bwMode="auto">
              <a:xfrm>
                <a:off x="1974" y="2863"/>
                <a:ext cx="593"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8" name="Oval 48"/>
              <p:cNvSpPr>
                <a:spLocks noChangeArrowheads="1"/>
              </p:cNvSpPr>
              <p:nvPr/>
            </p:nvSpPr>
            <p:spPr bwMode="auto">
              <a:xfrm>
                <a:off x="1787" y="3045"/>
                <a:ext cx="396" cy="23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9" name="Oval 49"/>
              <p:cNvSpPr>
                <a:spLocks noChangeArrowheads="1"/>
              </p:cNvSpPr>
              <p:nvPr/>
            </p:nvSpPr>
            <p:spPr bwMode="auto">
              <a:xfrm>
                <a:off x="1908" y="3154"/>
                <a:ext cx="604" cy="25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20" name="Oval 50"/>
              <p:cNvSpPr>
                <a:spLocks noChangeArrowheads="1"/>
              </p:cNvSpPr>
              <p:nvPr/>
            </p:nvSpPr>
            <p:spPr bwMode="auto">
              <a:xfrm>
                <a:off x="2347" y="3198"/>
                <a:ext cx="912" cy="30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21" name="Oval 51"/>
              <p:cNvSpPr>
                <a:spLocks noChangeArrowheads="1"/>
              </p:cNvSpPr>
              <p:nvPr/>
            </p:nvSpPr>
            <p:spPr bwMode="auto">
              <a:xfrm>
                <a:off x="2941" y="2870"/>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22" name="Oval 52"/>
              <p:cNvSpPr>
                <a:spLocks noChangeArrowheads="1"/>
              </p:cNvSpPr>
              <p:nvPr/>
            </p:nvSpPr>
            <p:spPr bwMode="auto">
              <a:xfrm>
                <a:off x="3029" y="3023"/>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23" name="Oval 53"/>
              <p:cNvSpPr>
                <a:spLocks noChangeArrowheads="1"/>
              </p:cNvSpPr>
              <p:nvPr/>
            </p:nvSpPr>
            <p:spPr bwMode="auto">
              <a:xfrm>
                <a:off x="2974" y="3074"/>
                <a:ext cx="571"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24" name="Oval 54"/>
              <p:cNvSpPr>
                <a:spLocks noChangeArrowheads="1"/>
              </p:cNvSpPr>
              <p:nvPr/>
            </p:nvSpPr>
            <p:spPr bwMode="auto">
              <a:xfrm>
                <a:off x="2117" y="2957"/>
                <a:ext cx="1175"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01407" name="Oval 55"/>
            <p:cNvSpPr>
              <a:spLocks noChangeArrowheads="1"/>
            </p:cNvSpPr>
            <p:nvPr/>
          </p:nvSpPr>
          <p:spPr bwMode="auto">
            <a:xfrm>
              <a:off x="2402" y="2768"/>
              <a:ext cx="780" cy="29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08" name="Oval 56"/>
            <p:cNvSpPr>
              <a:spLocks noChangeArrowheads="1"/>
            </p:cNvSpPr>
            <p:nvPr/>
          </p:nvSpPr>
          <p:spPr bwMode="auto">
            <a:xfrm>
              <a:off x="1963" y="2848"/>
              <a:ext cx="593" cy="29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09" name="Oval 57"/>
            <p:cNvSpPr>
              <a:spLocks noChangeArrowheads="1"/>
            </p:cNvSpPr>
            <p:nvPr/>
          </p:nvSpPr>
          <p:spPr bwMode="auto">
            <a:xfrm>
              <a:off x="1776" y="3030"/>
              <a:ext cx="396" cy="23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0" name="Oval 58"/>
            <p:cNvSpPr>
              <a:spLocks noChangeArrowheads="1"/>
            </p:cNvSpPr>
            <p:nvPr/>
          </p:nvSpPr>
          <p:spPr bwMode="auto">
            <a:xfrm>
              <a:off x="1897" y="3140"/>
              <a:ext cx="604" cy="25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1" name="Oval 59"/>
            <p:cNvSpPr>
              <a:spLocks noChangeArrowheads="1"/>
            </p:cNvSpPr>
            <p:nvPr/>
          </p:nvSpPr>
          <p:spPr bwMode="auto">
            <a:xfrm>
              <a:off x="2336" y="3183"/>
              <a:ext cx="912" cy="30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2" name="Oval 60"/>
            <p:cNvSpPr>
              <a:spLocks noChangeArrowheads="1"/>
            </p:cNvSpPr>
            <p:nvPr/>
          </p:nvSpPr>
          <p:spPr bwMode="auto">
            <a:xfrm>
              <a:off x="2930" y="2855"/>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3" name="Oval 61"/>
            <p:cNvSpPr>
              <a:spLocks noChangeArrowheads="1"/>
            </p:cNvSpPr>
            <p:nvPr/>
          </p:nvSpPr>
          <p:spPr bwMode="auto">
            <a:xfrm>
              <a:off x="3018" y="3008"/>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4" name="Oval 62"/>
            <p:cNvSpPr>
              <a:spLocks noChangeArrowheads="1"/>
            </p:cNvSpPr>
            <p:nvPr/>
          </p:nvSpPr>
          <p:spPr bwMode="auto">
            <a:xfrm>
              <a:off x="2963" y="3059"/>
              <a:ext cx="571"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415" name="Oval 63"/>
            <p:cNvSpPr>
              <a:spLocks noChangeArrowheads="1"/>
            </p:cNvSpPr>
            <p:nvPr/>
          </p:nvSpPr>
          <p:spPr bwMode="auto">
            <a:xfrm>
              <a:off x="2106" y="2943"/>
              <a:ext cx="1175"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01401" name="Text Box 64"/>
          <p:cNvSpPr txBox="1">
            <a:spLocks noChangeArrowheads="1"/>
          </p:cNvSpPr>
          <p:nvPr/>
        </p:nvSpPr>
        <p:spPr bwMode="auto">
          <a:xfrm>
            <a:off x="5613400" y="258445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N</a:t>
            </a:r>
            <a:r>
              <a:rPr lang="en-US" altLang="zh-CN" sz="2000" baseline="-25000">
                <a:solidFill>
                  <a:schemeClr val="folHlink"/>
                </a:solidFill>
                <a:latin typeface="Arial" pitchFamily="34" charset="0"/>
              </a:rPr>
              <a:t>2</a:t>
            </a:r>
          </a:p>
        </p:txBody>
      </p:sp>
      <p:pic>
        <p:nvPicPr>
          <p:cNvPr id="101402"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35525" y="3146425"/>
            <a:ext cx="515938"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1403" name="Text Box 66"/>
          <p:cNvSpPr txBox="1">
            <a:spLocks noChangeArrowheads="1"/>
          </p:cNvSpPr>
          <p:nvPr/>
        </p:nvSpPr>
        <p:spPr bwMode="auto">
          <a:xfrm>
            <a:off x="4598988" y="273208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000">
                <a:solidFill>
                  <a:schemeClr val="folHlink"/>
                </a:solidFill>
                <a:latin typeface="Arial" pitchFamily="34" charset="0"/>
              </a:rPr>
              <a:t>R</a:t>
            </a:r>
            <a:r>
              <a:rPr lang="en-US" altLang="zh-CN" sz="2000" baseline="-25000">
                <a:solidFill>
                  <a:schemeClr val="folHlink"/>
                </a:solidFill>
                <a:latin typeface="Arial" pitchFamily="34" charset="0"/>
              </a:rPr>
              <a:t>2</a:t>
            </a:r>
          </a:p>
        </p:txBody>
      </p:sp>
      <p:sp>
        <p:nvSpPr>
          <p:cNvPr id="101404" name="Line 67"/>
          <p:cNvSpPr>
            <a:spLocks noChangeShapeType="1"/>
          </p:cNvSpPr>
          <p:nvPr/>
        </p:nvSpPr>
        <p:spPr bwMode="auto">
          <a:xfrm>
            <a:off x="179388" y="4354513"/>
            <a:ext cx="21653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405" name="Text Box 69"/>
          <p:cNvSpPr txBox="1">
            <a:spLocks noChangeArrowheads="1"/>
          </p:cNvSpPr>
          <p:nvPr/>
        </p:nvSpPr>
        <p:spPr bwMode="auto">
          <a:xfrm>
            <a:off x="1905000" y="228600"/>
            <a:ext cx="5297488"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a:solidFill>
                  <a:schemeClr val="folHlink"/>
                </a:solidFill>
                <a:latin typeface="Arial" pitchFamily="34" charset="0"/>
              </a:rPr>
              <a:t>只要目的网络不是 </a:t>
            </a:r>
            <a:r>
              <a:rPr lang="en-US" altLang="zh-CN">
                <a:solidFill>
                  <a:schemeClr val="folHlink"/>
                </a:solidFill>
                <a:latin typeface="Arial" pitchFamily="34" charset="0"/>
              </a:rPr>
              <a:t>N</a:t>
            </a:r>
            <a:r>
              <a:rPr lang="en-US" altLang="zh-CN" baseline="-25000">
                <a:solidFill>
                  <a:schemeClr val="folHlink"/>
                </a:solidFill>
                <a:latin typeface="Arial" pitchFamily="34" charset="0"/>
              </a:rPr>
              <a:t>1 </a:t>
            </a:r>
            <a:r>
              <a:rPr lang="zh-CN" altLang="en-US">
                <a:solidFill>
                  <a:schemeClr val="folHlink"/>
                </a:solidFill>
                <a:latin typeface="Arial" pitchFamily="34" charset="0"/>
              </a:rPr>
              <a:t>和 </a:t>
            </a:r>
            <a:r>
              <a:rPr lang="en-US" altLang="zh-CN">
                <a:solidFill>
                  <a:schemeClr val="folHlink"/>
                </a:solidFill>
                <a:latin typeface="Arial" pitchFamily="34" charset="0"/>
              </a:rPr>
              <a:t>N</a:t>
            </a:r>
            <a:r>
              <a:rPr lang="en-US" altLang="zh-CN" baseline="-25000">
                <a:solidFill>
                  <a:schemeClr val="folHlink"/>
                </a:solidFill>
                <a:latin typeface="Arial" pitchFamily="34" charset="0"/>
              </a:rPr>
              <a:t>2</a:t>
            </a:r>
            <a:r>
              <a:rPr lang="zh-CN" altLang="en-US">
                <a:solidFill>
                  <a:schemeClr val="folHlink"/>
                </a:solidFill>
                <a:latin typeface="Arial" pitchFamily="34" charset="0"/>
              </a:rPr>
              <a:t>，</a:t>
            </a:r>
          </a:p>
          <a:p>
            <a:pPr algn="ctr" eaLnBrk="1" hangingPunct="1"/>
            <a:r>
              <a:rPr lang="zh-CN" altLang="en-US">
                <a:solidFill>
                  <a:schemeClr val="folHlink"/>
                </a:solidFill>
                <a:latin typeface="Arial" pitchFamily="34" charset="0"/>
              </a:rPr>
              <a:t>就一律选择</a:t>
            </a:r>
            <a:r>
              <a:rPr lang="zh-CN" altLang="en-US">
                <a:solidFill>
                  <a:schemeClr val="hlink"/>
                </a:solidFill>
                <a:latin typeface="Arial" pitchFamily="34" charset="0"/>
              </a:rPr>
              <a:t>默认路由</a:t>
            </a:r>
            <a:r>
              <a:rPr lang="zh-CN" altLang="en-US">
                <a:solidFill>
                  <a:schemeClr val="folHlink"/>
                </a:solidFill>
                <a:latin typeface="Arial" pitchFamily="34" charset="0"/>
              </a:rPr>
              <a:t>，</a:t>
            </a:r>
          </a:p>
          <a:p>
            <a:pPr algn="ctr" eaLnBrk="1" hangingPunct="1"/>
            <a:r>
              <a:rPr lang="zh-CN" altLang="en-US">
                <a:solidFill>
                  <a:schemeClr val="folHlink"/>
                </a:solidFill>
                <a:latin typeface="Arial" pitchFamily="34" charset="0"/>
              </a:rPr>
              <a:t>把数据报先间接交付路由器 </a:t>
            </a:r>
            <a:r>
              <a:rPr lang="en-US" altLang="zh-CN">
                <a:solidFill>
                  <a:schemeClr val="folHlink"/>
                </a:solidFill>
                <a:latin typeface="Arial" pitchFamily="34" charset="0"/>
              </a:rPr>
              <a:t>R</a:t>
            </a:r>
            <a:r>
              <a:rPr lang="en-US" altLang="zh-CN" baseline="-25000">
                <a:solidFill>
                  <a:schemeClr val="folHlink"/>
                </a:solidFill>
                <a:latin typeface="Arial" pitchFamily="34" charset="0"/>
              </a:rPr>
              <a:t>1</a:t>
            </a:r>
            <a:r>
              <a:rPr lang="zh-CN" altLang="en-US">
                <a:solidFill>
                  <a:schemeClr val="folHlink"/>
                </a:solidFill>
                <a:latin typeface="Arial" pitchFamily="34" charset="0"/>
              </a:rPr>
              <a:t>，</a:t>
            </a:r>
          </a:p>
          <a:p>
            <a:pPr algn="ctr" eaLnBrk="1" hangingPunct="1"/>
            <a:r>
              <a:rPr lang="zh-CN" altLang="en-US">
                <a:solidFill>
                  <a:schemeClr val="folHlink"/>
                </a:solidFill>
                <a:latin typeface="Arial" pitchFamily="34" charset="0"/>
              </a:rPr>
              <a:t>让 </a:t>
            </a:r>
            <a:r>
              <a:rPr lang="en-US" altLang="zh-CN">
                <a:solidFill>
                  <a:schemeClr val="folHlink"/>
                </a:solidFill>
                <a:latin typeface="Arial" pitchFamily="34" charset="0"/>
              </a:rPr>
              <a:t>R</a:t>
            </a:r>
            <a:r>
              <a:rPr lang="en-US" altLang="zh-CN" baseline="-25000">
                <a:solidFill>
                  <a:schemeClr val="folHlink"/>
                </a:solidFill>
                <a:latin typeface="Arial" pitchFamily="34" charset="0"/>
              </a:rPr>
              <a:t>1 </a:t>
            </a:r>
            <a:r>
              <a:rPr lang="zh-CN" altLang="en-US">
                <a:solidFill>
                  <a:schemeClr val="folHlink"/>
                </a:solidFill>
                <a:latin typeface="Arial" pitchFamily="34" charset="0"/>
              </a:rPr>
              <a:t>再转发给下一个路由器。 </a:t>
            </a:r>
          </a:p>
        </p:txBody>
      </p:sp>
    </p:spTree>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2403" name="Rectangle 3"/>
          <p:cNvSpPr>
            <a:spLocks noChangeArrowheads="1"/>
          </p:cNvSpPr>
          <p:nvPr/>
        </p:nvSpPr>
        <p:spPr bwMode="auto">
          <a:xfrm>
            <a:off x="0" y="32385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2404"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2405" name="Rectangle 5"/>
          <p:cNvSpPr>
            <a:spLocks noChangeArrowheads="1"/>
          </p:cNvSpPr>
          <p:nvPr/>
        </p:nvSpPr>
        <p:spPr bwMode="auto">
          <a:xfrm>
            <a:off x="0" y="3243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2406" name="Rectangle 6"/>
          <p:cNvSpPr>
            <a:spLocks noGrp="1" noChangeArrowheads="1"/>
          </p:cNvSpPr>
          <p:nvPr>
            <p:ph type="title"/>
          </p:nvPr>
        </p:nvSpPr>
        <p:spPr/>
        <p:txBody>
          <a:bodyPr/>
          <a:lstStyle/>
          <a:p>
            <a:pPr algn="ctr" eaLnBrk="1" hangingPunct="1"/>
            <a:r>
              <a:rPr lang="zh-CN" altLang="en-US" smtClean="0"/>
              <a:t>必须强调指出 </a:t>
            </a:r>
          </a:p>
        </p:txBody>
      </p:sp>
      <p:sp>
        <p:nvSpPr>
          <p:cNvPr id="397319" name="Rectangle 7"/>
          <p:cNvSpPr>
            <a:spLocks noGrp="1" noChangeArrowheads="1"/>
          </p:cNvSpPr>
          <p:nvPr>
            <p:ph type="body" idx="1"/>
          </p:nvPr>
        </p:nvSpPr>
        <p:spPr>
          <a:xfrm>
            <a:off x="971550" y="1916113"/>
            <a:ext cx="7772400" cy="4114800"/>
          </a:xfrm>
        </p:spPr>
        <p:txBody>
          <a:bodyPr/>
          <a:lstStyle/>
          <a:p>
            <a:pPr algn="just" eaLnBrk="1" hangingPunct="1"/>
            <a:r>
              <a:rPr lang="en-US" altLang="zh-CN" sz="2800" smtClean="0"/>
              <a:t>IP</a:t>
            </a:r>
            <a:r>
              <a:rPr lang="en-US" altLang="zh-CN" sz="1800" smtClean="0"/>
              <a:t> </a:t>
            </a:r>
            <a:r>
              <a:rPr lang="zh-CN" altLang="en-US" sz="2800" smtClean="0"/>
              <a:t>数据报的首部中没有地方可以用来指明“下一跳路由器的 </a:t>
            </a:r>
            <a:r>
              <a:rPr lang="en-US" altLang="zh-CN" sz="2800" smtClean="0"/>
              <a:t>IP </a:t>
            </a:r>
            <a:r>
              <a:rPr lang="zh-CN" altLang="en-US" sz="2800" smtClean="0"/>
              <a:t>地址”。</a:t>
            </a:r>
          </a:p>
          <a:p>
            <a:pPr algn="just" eaLnBrk="1" hangingPunct="1"/>
            <a:r>
              <a:rPr lang="zh-CN" altLang="en-US" sz="2800" smtClean="0"/>
              <a:t>当路由器收到待转发的数据报，不是将下一跳路由器的</a:t>
            </a:r>
            <a:r>
              <a:rPr lang="zh-CN" altLang="en-US" sz="1600" smtClean="0"/>
              <a:t> </a:t>
            </a:r>
            <a:r>
              <a:rPr lang="en-US" altLang="zh-CN" sz="2800" smtClean="0"/>
              <a:t>IP</a:t>
            </a:r>
            <a:r>
              <a:rPr lang="en-US" altLang="zh-CN" sz="1800" smtClean="0"/>
              <a:t> </a:t>
            </a:r>
            <a:r>
              <a:rPr lang="zh-CN" altLang="en-US" sz="2800" smtClean="0"/>
              <a:t>地址填入 </a:t>
            </a:r>
            <a:r>
              <a:rPr lang="en-US" altLang="zh-CN" sz="2800" smtClean="0"/>
              <a:t>IP </a:t>
            </a:r>
            <a:r>
              <a:rPr lang="zh-CN" altLang="en-US" sz="2800" smtClean="0"/>
              <a:t>数据报，而是送交下层的网络接口软件。</a:t>
            </a:r>
          </a:p>
          <a:p>
            <a:pPr algn="just" eaLnBrk="1" hangingPunct="1"/>
            <a:r>
              <a:rPr lang="zh-CN" altLang="en-US" sz="2800" smtClean="0"/>
              <a:t>网络接口软件使用</a:t>
            </a:r>
            <a:r>
              <a:rPr lang="zh-CN" altLang="en-US" sz="1600" smtClean="0"/>
              <a:t> </a:t>
            </a:r>
            <a:r>
              <a:rPr lang="en-US" altLang="zh-CN" sz="2800" smtClean="0"/>
              <a:t>ARP</a:t>
            </a:r>
            <a:r>
              <a:rPr lang="en-US" altLang="zh-CN" sz="1600" smtClean="0"/>
              <a:t> </a:t>
            </a:r>
            <a:r>
              <a:rPr lang="zh-CN" altLang="en-US" sz="2800" smtClean="0"/>
              <a:t>负责将下一跳路由器的 </a:t>
            </a:r>
            <a:r>
              <a:rPr lang="en-US" altLang="zh-CN" sz="2800" smtClean="0"/>
              <a:t>IP</a:t>
            </a:r>
            <a:r>
              <a:rPr lang="en-US" altLang="zh-CN" sz="1800" smtClean="0"/>
              <a:t> </a:t>
            </a:r>
            <a:r>
              <a:rPr lang="zh-CN" altLang="en-US" sz="2800" smtClean="0"/>
              <a:t>地址转换成硬件地址，并将此硬件地址放在链路层的</a:t>
            </a:r>
            <a:r>
              <a:rPr lang="zh-CN" altLang="en-US" sz="1800" smtClean="0"/>
              <a:t> </a:t>
            </a:r>
            <a:r>
              <a:rPr lang="en-US" altLang="zh-CN" sz="2800" smtClean="0"/>
              <a:t>MAC</a:t>
            </a:r>
            <a:r>
              <a:rPr lang="en-US" altLang="zh-CN" sz="1600" smtClean="0"/>
              <a:t> </a:t>
            </a:r>
            <a:r>
              <a:rPr lang="zh-CN" altLang="en-US" sz="2800" smtClean="0"/>
              <a:t>帧的首部，然后根据这个硬件地址找到下一跳路由器。  </a:t>
            </a:r>
          </a:p>
        </p:txBody>
      </p:sp>
      <p:sp>
        <p:nvSpPr>
          <p:cNvPr id="102408" name="Rectangle 8"/>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2409" name="Rectangle 9"/>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73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973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342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3427" name="Rectangle 3"/>
          <p:cNvSpPr>
            <a:spLocks noChangeArrowheads="1"/>
          </p:cNvSpPr>
          <p:nvPr/>
        </p:nvSpPr>
        <p:spPr bwMode="auto">
          <a:xfrm>
            <a:off x="0" y="32385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3428"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3429" name="Rectangle 5"/>
          <p:cNvSpPr>
            <a:spLocks noChangeArrowheads="1"/>
          </p:cNvSpPr>
          <p:nvPr/>
        </p:nvSpPr>
        <p:spPr bwMode="auto">
          <a:xfrm>
            <a:off x="0" y="3243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3430" name="Rectangle 6"/>
          <p:cNvSpPr>
            <a:spLocks noGrp="1" noChangeArrowheads="1"/>
          </p:cNvSpPr>
          <p:nvPr>
            <p:ph type="title"/>
          </p:nvPr>
        </p:nvSpPr>
        <p:spPr>
          <a:xfrm>
            <a:off x="971550" y="44450"/>
            <a:ext cx="7793038" cy="695325"/>
          </a:xfrm>
        </p:spPr>
        <p:txBody>
          <a:bodyPr/>
          <a:lstStyle/>
          <a:p>
            <a:pPr eaLnBrk="1" hangingPunct="1"/>
            <a:r>
              <a:rPr lang="zh-CN" altLang="en-US" sz="4000" smtClean="0"/>
              <a:t>分组转发算法</a:t>
            </a:r>
          </a:p>
        </p:txBody>
      </p:sp>
      <p:sp>
        <p:nvSpPr>
          <p:cNvPr id="103431" name="Rectangle 7"/>
          <p:cNvSpPr>
            <a:spLocks noGrp="1" noChangeArrowheads="1"/>
          </p:cNvSpPr>
          <p:nvPr>
            <p:ph type="body" idx="1"/>
          </p:nvPr>
        </p:nvSpPr>
        <p:spPr>
          <a:xfrm>
            <a:off x="107950" y="836613"/>
            <a:ext cx="8748713" cy="5761037"/>
          </a:xfrm>
          <a:ln>
            <a:solidFill>
              <a:schemeClr val="tx2"/>
            </a:solidFill>
            <a:miter lim="800000"/>
            <a:headEnd/>
            <a:tailEnd/>
          </a:ln>
        </p:spPr>
        <p:txBody>
          <a:bodyPr/>
          <a:lstStyle/>
          <a:p>
            <a:pPr marL="609600" indent="-609600" algn="just" eaLnBrk="1" hangingPunct="1">
              <a:spcBef>
                <a:spcPct val="0"/>
              </a:spcBef>
              <a:spcAft>
                <a:spcPct val="20000"/>
              </a:spcAft>
              <a:buFont typeface="Wingdings" pitchFamily="2" charset="2"/>
              <a:buNone/>
            </a:pPr>
            <a:r>
              <a:rPr lang="en-US" altLang="zh-CN" sz="2800" smtClean="0"/>
              <a:t>(1)  </a:t>
            </a:r>
            <a:r>
              <a:rPr lang="zh-CN" altLang="en-US" sz="2800" smtClean="0"/>
              <a:t>从数据报的首部提取目的主机的</a:t>
            </a:r>
            <a:r>
              <a:rPr lang="zh-CN" altLang="en-US" sz="1800" smtClean="0"/>
              <a:t> </a:t>
            </a:r>
            <a:r>
              <a:rPr lang="en-US" altLang="zh-CN" sz="2800" smtClean="0"/>
              <a:t>IP</a:t>
            </a:r>
            <a:r>
              <a:rPr lang="en-US" altLang="zh-CN" sz="1800" smtClean="0"/>
              <a:t> </a:t>
            </a:r>
            <a:r>
              <a:rPr lang="zh-CN" altLang="en-US" sz="2800" smtClean="0"/>
              <a:t>地址</a:t>
            </a:r>
            <a:r>
              <a:rPr lang="zh-CN" altLang="en-US" sz="1600" smtClean="0"/>
              <a:t> </a:t>
            </a:r>
            <a:r>
              <a:rPr lang="en-US" altLang="zh-CN" sz="2800" i="1" smtClean="0"/>
              <a:t>D</a:t>
            </a:r>
            <a:r>
              <a:rPr lang="en-US" altLang="zh-CN" sz="2800" smtClean="0"/>
              <a:t>, </a:t>
            </a:r>
            <a:r>
              <a:rPr lang="zh-CN" altLang="en-US" sz="2800" smtClean="0"/>
              <a:t>得出目的网络地址为</a:t>
            </a:r>
            <a:r>
              <a:rPr lang="zh-CN" altLang="en-US" sz="1600" smtClean="0"/>
              <a:t> </a:t>
            </a:r>
            <a:r>
              <a:rPr lang="en-US" altLang="zh-CN" sz="2800" i="1" smtClean="0"/>
              <a:t>N</a:t>
            </a:r>
            <a:r>
              <a:rPr lang="zh-CN" altLang="en-US" sz="2800" smtClean="0"/>
              <a:t>。</a:t>
            </a:r>
          </a:p>
          <a:p>
            <a:pPr marL="609600" indent="-609600" algn="just" eaLnBrk="1" hangingPunct="1">
              <a:spcBef>
                <a:spcPct val="0"/>
              </a:spcBef>
              <a:spcAft>
                <a:spcPct val="20000"/>
              </a:spcAft>
              <a:buFont typeface="Wingdings" pitchFamily="2" charset="2"/>
              <a:buNone/>
            </a:pPr>
            <a:r>
              <a:rPr lang="en-US" altLang="zh-CN" sz="2800" smtClean="0"/>
              <a:t>(2)  </a:t>
            </a:r>
            <a:r>
              <a:rPr lang="zh-CN" altLang="en-US" sz="2800" smtClean="0"/>
              <a:t>若网络</a:t>
            </a:r>
            <a:r>
              <a:rPr lang="zh-CN" altLang="en-US" sz="1400" smtClean="0"/>
              <a:t> </a:t>
            </a:r>
            <a:r>
              <a:rPr lang="en-US" altLang="zh-CN" sz="2800" i="1" smtClean="0"/>
              <a:t>N </a:t>
            </a:r>
            <a:r>
              <a:rPr lang="zh-CN" altLang="en-US" sz="2800" smtClean="0"/>
              <a:t>与此路由器直接相连，则把数据报</a:t>
            </a:r>
            <a:r>
              <a:rPr lang="zh-CN" altLang="en-US" sz="2800" smtClean="0">
                <a:solidFill>
                  <a:schemeClr val="hlink"/>
                </a:solidFill>
              </a:rPr>
              <a:t>直接交付</a:t>
            </a:r>
            <a:r>
              <a:rPr lang="zh-CN" altLang="en-US" sz="2800" smtClean="0"/>
              <a:t>目的主机</a:t>
            </a:r>
            <a:r>
              <a:rPr lang="zh-CN" altLang="en-US" sz="1400" smtClean="0"/>
              <a:t> </a:t>
            </a:r>
            <a:r>
              <a:rPr lang="en-US" altLang="zh-CN" sz="2800" i="1" smtClean="0"/>
              <a:t>D</a:t>
            </a:r>
            <a:r>
              <a:rPr lang="zh-CN" altLang="en-US" sz="2800" smtClean="0"/>
              <a:t>；否则是</a:t>
            </a:r>
            <a:r>
              <a:rPr lang="zh-CN" altLang="en-US" sz="2800" smtClean="0">
                <a:solidFill>
                  <a:schemeClr val="hlink"/>
                </a:solidFill>
              </a:rPr>
              <a:t>间接</a:t>
            </a:r>
            <a:r>
              <a:rPr lang="zh-CN" altLang="en-US" sz="2800" smtClean="0"/>
              <a:t>交付，执行</a:t>
            </a:r>
            <a:r>
              <a:rPr lang="en-US" altLang="zh-CN" sz="2800" smtClean="0"/>
              <a:t>(3)</a:t>
            </a:r>
            <a:r>
              <a:rPr lang="zh-CN" altLang="en-US" sz="2800" smtClean="0"/>
              <a:t>。</a:t>
            </a:r>
          </a:p>
          <a:p>
            <a:pPr marL="609600" indent="-609600" algn="just" eaLnBrk="1" hangingPunct="1">
              <a:spcBef>
                <a:spcPct val="0"/>
              </a:spcBef>
              <a:spcAft>
                <a:spcPct val="20000"/>
              </a:spcAft>
              <a:buFont typeface="Wingdings" pitchFamily="2" charset="2"/>
              <a:buNone/>
            </a:pPr>
            <a:r>
              <a:rPr lang="en-US" altLang="zh-CN" sz="2800" smtClean="0"/>
              <a:t>(3)  </a:t>
            </a:r>
            <a:r>
              <a:rPr lang="zh-CN" altLang="en-US" sz="2800" smtClean="0"/>
              <a:t>若路由表中有目的地址为 </a:t>
            </a:r>
            <a:r>
              <a:rPr lang="en-US" altLang="zh-CN" sz="2800" i="1" smtClean="0"/>
              <a:t>D </a:t>
            </a:r>
            <a:r>
              <a:rPr lang="zh-CN" altLang="en-US" sz="2800" smtClean="0"/>
              <a:t>的特定主机路由，则把数据报传送给路由表中所指明的下一跳路由器；否则，执行</a:t>
            </a:r>
            <a:r>
              <a:rPr lang="en-US" altLang="zh-CN" sz="2800" smtClean="0"/>
              <a:t>(4)</a:t>
            </a:r>
            <a:r>
              <a:rPr lang="zh-CN" altLang="en-US" sz="2800" smtClean="0"/>
              <a:t>。</a:t>
            </a:r>
          </a:p>
          <a:p>
            <a:pPr marL="609600" indent="-609600" algn="just" eaLnBrk="1" hangingPunct="1">
              <a:spcBef>
                <a:spcPct val="0"/>
              </a:spcBef>
              <a:spcAft>
                <a:spcPct val="20000"/>
              </a:spcAft>
              <a:buFont typeface="Wingdings" pitchFamily="2" charset="2"/>
              <a:buNone/>
            </a:pPr>
            <a:r>
              <a:rPr lang="en-US" altLang="zh-CN" sz="2800" smtClean="0"/>
              <a:t>(4)  </a:t>
            </a:r>
            <a:r>
              <a:rPr lang="zh-CN" altLang="en-US" sz="2800" smtClean="0"/>
              <a:t>若路由表中有到达网络 </a:t>
            </a:r>
            <a:r>
              <a:rPr lang="en-US" altLang="zh-CN" sz="2800" i="1" smtClean="0"/>
              <a:t>N </a:t>
            </a:r>
            <a:r>
              <a:rPr lang="zh-CN" altLang="en-US" sz="2800" smtClean="0"/>
              <a:t>的路由，则把数据报传送给路由表指明的下一跳路由器；否则，执行</a:t>
            </a:r>
            <a:r>
              <a:rPr lang="en-US" altLang="zh-CN" sz="2800" smtClean="0"/>
              <a:t>(5)</a:t>
            </a:r>
            <a:r>
              <a:rPr lang="zh-CN" altLang="en-US" sz="2800" smtClean="0"/>
              <a:t>。</a:t>
            </a:r>
          </a:p>
          <a:p>
            <a:pPr marL="609600" indent="-609600" algn="just" eaLnBrk="1" hangingPunct="1">
              <a:spcBef>
                <a:spcPct val="0"/>
              </a:spcBef>
              <a:spcAft>
                <a:spcPct val="20000"/>
              </a:spcAft>
              <a:buFont typeface="Wingdings" pitchFamily="2" charset="2"/>
              <a:buNone/>
            </a:pPr>
            <a:r>
              <a:rPr lang="en-US" altLang="zh-CN" sz="2800" smtClean="0"/>
              <a:t>(5) </a:t>
            </a:r>
            <a:r>
              <a:rPr lang="zh-CN" altLang="en-US" sz="2800" smtClean="0"/>
              <a:t>若路由表中有一个默认路由，则把数据报传送给路由表中所指明的默认路由器；否则，执行</a:t>
            </a:r>
            <a:r>
              <a:rPr lang="en-US" altLang="zh-CN" sz="2800" smtClean="0"/>
              <a:t>(6)</a:t>
            </a:r>
            <a:r>
              <a:rPr lang="zh-CN" altLang="en-US" sz="2800" smtClean="0"/>
              <a:t>。</a:t>
            </a:r>
          </a:p>
          <a:p>
            <a:pPr marL="609600" indent="-609600" algn="just" eaLnBrk="1" hangingPunct="1">
              <a:spcBef>
                <a:spcPct val="0"/>
              </a:spcBef>
              <a:spcAft>
                <a:spcPct val="20000"/>
              </a:spcAft>
              <a:buFont typeface="Wingdings" pitchFamily="2" charset="2"/>
              <a:buNone/>
            </a:pPr>
            <a:r>
              <a:rPr lang="en-US" altLang="zh-CN" sz="2800" smtClean="0"/>
              <a:t>(6)  </a:t>
            </a:r>
            <a:r>
              <a:rPr lang="zh-CN" altLang="en-US" sz="2800" smtClean="0"/>
              <a:t>报告转发分组出错。 </a:t>
            </a:r>
          </a:p>
        </p:txBody>
      </p:sp>
      <p:sp>
        <p:nvSpPr>
          <p:cNvPr id="103432" name="Rectangle 8"/>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03433" name="Rectangle 9"/>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p:cNvSpPr>
            <a:spLocks noGrp="1" noChangeArrowheads="1"/>
          </p:cNvSpPr>
          <p:nvPr>
            <p:ph type="title"/>
          </p:nvPr>
        </p:nvSpPr>
        <p:spPr/>
        <p:txBody>
          <a:bodyPr/>
          <a:lstStyle/>
          <a:p>
            <a:pPr algn="ctr" eaLnBrk="1" hangingPunct="1"/>
            <a:r>
              <a:rPr lang="en-US" altLang="zh-CN" smtClean="0"/>
              <a:t>4.3   </a:t>
            </a:r>
            <a:r>
              <a:rPr lang="zh-CN" altLang="en-US" smtClean="0"/>
              <a:t>划分子网和构造超网</a:t>
            </a:r>
            <a:br>
              <a:rPr lang="zh-CN" altLang="en-US" smtClean="0"/>
            </a:br>
            <a:r>
              <a:rPr lang="en-US" altLang="zh-CN" sz="3600" smtClean="0"/>
              <a:t>4.3.1   </a:t>
            </a:r>
            <a:r>
              <a:rPr lang="zh-CN" altLang="en-US" sz="3600" smtClean="0"/>
              <a:t>划分子网</a:t>
            </a:r>
          </a:p>
        </p:txBody>
      </p:sp>
      <p:sp>
        <p:nvSpPr>
          <p:cNvPr id="500739" name="Rectangle 3"/>
          <p:cNvSpPr>
            <a:spLocks noGrp="1" noChangeArrowheads="1"/>
          </p:cNvSpPr>
          <p:nvPr>
            <p:ph type="body" idx="1"/>
          </p:nvPr>
        </p:nvSpPr>
        <p:spPr>
          <a:xfrm>
            <a:off x="971550" y="1916113"/>
            <a:ext cx="7772400" cy="4114800"/>
          </a:xfrm>
        </p:spPr>
        <p:txBody>
          <a:bodyPr/>
          <a:lstStyle/>
          <a:p>
            <a:pPr algn="just" eaLnBrk="1" hangingPunct="1">
              <a:buFont typeface="Wingdings" pitchFamily="2" charset="2"/>
              <a:buNone/>
            </a:pPr>
            <a:r>
              <a:rPr lang="en-US" altLang="zh-CN" smtClean="0"/>
              <a:t>1. </a:t>
            </a:r>
            <a:r>
              <a:rPr lang="zh-CN" altLang="en-US" smtClean="0"/>
              <a:t>从两级 </a:t>
            </a:r>
            <a:r>
              <a:rPr lang="en-US" altLang="zh-CN" smtClean="0"/>
              <a:t>IP </a:t>
            </a:r>
            <a:r>
              <a:rPr lang="zh-CN" altLang="en-US" smtClean="0"/>
              <a:t>地址到三级 </a:t>
            </a:r>
            <a:r>
              <a:rPr lang="en-US" altLang="zh-CN" smtClean="0"/>
              <a:t>IP </a:t>
            </a:r>
            <a:r>
              <a:rPr lang="zh-CN" altLang="en-US" smtClean="0"/>
              <a:t>地址 </a:t>
            </a:r>
          </a:p>
          <a:p>
            <a:pPr algn="just" eaLnBrk="1" hangingPunct="1"/>
            <a:r>
              <a:rPr lang="zh-CN" altLang="en-US" smtClean="0"/>
              <a:t>在 </a:t>
            </a:r>
            <a:r>
              <a:rPr lang="en-US" altLang="zh-CN" smtClean="0"/>
              <a:t>ARPANET </a:t>
            </a:r>
            <a:r>
              <a:rPr lang="zh-CN" altLang="en-US" smtClean="0"/>
              <a:t>的早期，</a:t>
            </a:r>
            <a:r>
              <a:rPr lang="en-US" altLang="zh-CN" smtClean="0"/>
              <a:t>IP </a:t>
            </a:r>
            <a:r>
              <a:rPr lang="zh-CN" altLang="en-US" smtClean="0"/>
              <a:t>地址的设计确实不够合理。</a:t>
            </a:r>
          </a:p>
          <a:p>
            <a:pPr lvl="1" algn="just" eaLnBrk="1" hangingPunct="1"/>
            <a:r>
              <a:rPr lang="en-US" altLang="zh-CN" smtClean="0">
                <a:solidFill>
                  <a:srgbClr val="333399"/>
                </a:solidFill>
                <a:latin typeface="Arial" pitchFamily="34" charset="0"/>
                <a:ea typeface="黑体" pitchFamily="49" charset="-122"/>
              </a:rPr>
              <a:t>IP </a:t>
            </a:r>
            <a:r>
              <a:rPr lang="zh-CN" altLang="en-US" smtClean="0">
                <a:solidFill>
                  <a:srgbClr val="333399"/>
                </a:solidFill>
                <a:latin typeface="Arial" pitchFamily="34" charset="0"/>
                <a:ea typeface="黑体" pitchFamily="49" charset="-122"/>
              </a:rPr>
              <a:t>地址空间的利用率有时很低。 </a:t>
            </a:r>
          </a:p>
          <a:p>
            <a:pPr lvl="1" algn="just" eaLnBrk="1" hangingPunct="1"/>
            <a:r>
              <a:rPr lang="zh-CN" altLang="en-US" smtClean="0">
                <a:solidFill>
                  <a:srgbClr val="333399"/>
                </a:solidFill>
                <a:latin typeface="Arial" pitchFamily="34" charset="0"/>
                <a:ea typeface="黑体" pitchFamily="49" charset="-122"/>
              </a:rPr>
              <a:t>给每一个物理网络分配一个网络号会使路由表变得太大因而使网络性能变坏。 子网划分、路由聚合</a:t>
            </a:r>
          </a:p>
          <a:p>
            <a:pPr lvl="1" algn="just" eaLnBrk="1" hangingPunct="1"/>
            <a:r>
              <a:rPr lang="zh-CN" altLang="en-US" smtClean="0">
                <a:solidFill>
                  <a:srgbClr val="333399"/>
                </a:solidFill>
                <a:latin typeface="Arial" pitchFamily="34" charset="0"/>
                <a:ea typeface="黑体" pitchFamily="49" charset="-122"/>
              </a:rPr>
              <a:t>两级的 </a:t>
            </a:r>
            <a:r>
              <a:rPr lang="en-US" altLang="zh-CN" smtClean="0">
                <a:solidFill>
                  <a:srgbClr val="333399"/>
                </a:solidFill>
                <a:latin typeface="Arial" pitchFamily="34" charset="0"/>
                <a:ea typeface="黑体" pitchFamily="49" charset="-122"/>
              </a:rPr>
              <a:t>IP </a:t>
            </a:r>
            <a:r>
              <a:rPr lang="zh-CN" altLang="en-US" smtClean="0">
                <a:solidFill>
                  <a:srgbClr val="333399"/>
                </a:solidFill>
                <a:latin typeface="Arial" pitchFamily="34" charset="0"/>
                <a:ea typeface="黑体" pitchFamily="49" charset="-122"/>
              </a:rPr>
              <a:t>地址不够灵活。</a:t>
            </a:r>
            <a:r>
              <a:rPr lang="zh-CN" altLang="en-US"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073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0739">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0739">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073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2"/>
          <p:cNvSpPr>
            <a:spLocks noGrp="1" noChangeArrowheads="1"/>
          </p:cNvSpPr>
          <p:nvPr>
            <p:ph type="body" idx="1"/>
          </p:nvPr>
        </p:nvSpPr>
        <p:spPr>
          <a:xfrm>
            <a:off x="755650" y="2051050"/>
            <a:ext cx="8137525" cy="4257675"/>
          </a:xfrm>
        </p:spPr>
        <p:txBody>
          <a:bodyPr/>
          <a:lstStyle/>
          <a:p>
            <a:pPr eaLnBrk="1" hangingPunct="1"/>
            <a:r>
              <a:rPr lang="zh-CN" altLang="en-US" smtClean="0"/>
              <a:t>从 </a:t>
            </a:r>
            <a:r>
              <a:rPr lang="en-US" altLang="zh-CN" smtClean="0"/>
              <a:t>1985 </a:t>
            </a:r>
            <a:r>
              <a:rPr lang="zh-CN" altLang="en-US" smtClean="0"/>
              <a:t>年起在 </a:t>
            </a:r>
            <a:r>
              <a:rPr lang="en-US" altLang="zh-CN" smtClean="0"/>
              <a:t>IP </a:t>
            </a:r>
            <a:r>
              <a:rPr lang="zh-CN" altLang="en-US" smtClean="0"/>
              <a:t>地址中又增加了一个“子网号字段”，使两级的 </a:t>
            </a:r>
            <a:r>
              <a:rPr lang="en-US" altLang="zh-CN" smtClean="0"/>
              <a:t>IP </a:t>
            </a:r>
            <a:r>
              <a:rPr lang="zh-CN" altLang="en-US" smtClean="0"/>
              <a:t>地址变成为</a:t>
            </a:r>
            <a:r>
              <a:rPr lang="zh-CN" altLang="en-US" smtClean="0">
                <a:solidFill>
                  <a:schemeClr val="hlink"/>
                </a:solidFill>
              </a:rPr>
              <a:t>三级的 </a:t>
            </a:r>
            <a:r>
              <a:rPr lang="en-US" altLang="zh-CN" smtClean="0">
                <a:solidFill>
                  <a:schemeClr val="hlink"/>
                </a:solidFill>
              </a:rPr>
              <a:t>IP </a:t>
            </a:r>
            <a:r>
              <a:rPr lang="zh-CN" altLang="en-US" smtClean="0">
                <a:solidFill>
                  <a:schemeClr val="hlink"/>
                </a:solidFill>
              </a:rPr>
              <a:t>地址</a:t>
            </a:r>
            <a:r>
              <a:rPr lang="zh-CN" altLang="en-US" smtClean="0"/>
              <a:t>。</a:t>
            </a:r>
          </a:p>
          <a:p>
            <a:pPr eaLnBrk="1" hangingPunct="1"/>
            <a:r>
              <a:rPr lang="zh-CN" altLang="en-US" smtClean="0"/>
              <a:t>这种做法叫作</a:t>
            </a:r>
            <a:r>
              <a:rPr lang="zh-CN" altLang="en-US" smtClean="0">
                <a:solidFill>
                  <a:schemeClr val="hlink"/>
                </a:solidFill>
              </a:rPr>
              <a:t>划分子网</a:t>
            </a:r>
            <a:r>
              <a:rPr lang="en-US" altLang="zh-CN" smtClean="0"/>
              <a:t>(subnetting) </a:t>
            </a:r>
            <a:r>
              <a:rPr lang="zh-CN" altLang="en-US" smtClean="0"/>
              <a:t>。划分子网已成为因特网的正式标准协议。 </a:t>
            </a:r>
          </a:p>
        </p:txBody>
      </p:sp>
      <p:sp>
        <p:nvSpPr>
          <p:cNvPr id="105475" name="Rectangle 3"/>
          <p:cNvSpPr>
            <a:spLocks noGrp="1" noChangeArrowheads="1"/>
          </p:cNvSpPr>
          <p:nvPr>
            <p:ph type="title"/>
          </p:nvPr>
        </p:nvSpPr>
        <p:spPr/>
        <p:txBody>
          <a:bodyPr/>
          <a:lstStyle/>
          <a:p>
            <a:pPr algn="ctr" eaLnBrk="1" hangingPunct="1"/>
            <a:r>
              <a:rPr lang="zh-CN" altLang="en-US" smtClean="0"/>
              <a:t>三级的 </a:t>
            </a:r>
            <a:r>
              <a:rPr lang="en-US" altLang="zh-CN" smtClean="0"/>
              <a:t>IP </a:t>
            </a:r>
            <a:r>
              <a:rPr lang="zh-CN" altLang="en-US" smtClean="0"/>
              <a:t>地址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176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2"/>
          <p:cNvSpPr>
            <a:spLocks noChangeArrowheads="1"/>
          </p:cNvSpPr>
          <p:nvPr/>
        </p:nvSpPr>
        <p:spPr bwMode="auto">
          <a:xfrm>
            <a:off x="215900" y="4365625"/>
            <a:ext cx="8802688" cy="819150"/>
          </a:xfrm>
          <a:prstGeom prst="rect">
            <a:avLst/>
          </a:prstGeom>
          <a:solidFill>
            <a:srgbClr val="FFFF99"/>
          </a:solidFill>
          <a:ln w="28575">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106499" name="Rectangle 3"/>
          <p:cNvSpPr>
            <a:spLocks noGrp="1" noChangeArrowheads="1"/>
          </p:cNvSpPr>
          <p:nvPr>
            <p:ph type="body" idx="1"/>
          </p:nvPr>
        </p:nvSpPr>
        <p:spPr>
          <a:xfrm>
            <a:off x="250825" y="2051050"/>
            <a:ext cx="8642350" cy="4257675"/>
          </a:xfrm>
        </p:spPr>
        <p:txBody>
          <a:bodyPr/>
          <a:lstStyle/>
          <a:p>
            <a:pPr algn="just" eaLnBrk="1" hangingPunct="1">
              <a:spcAft>
                <a:spcPct val="40000"/>
              </a:spcAft>
            </a:pPr>
            <a:r>
              <a:rPr lang="zh-CN" altLang="en-US" sz="2800" smtClean="0"/>
              <a:t>划分子网纯属一个</a:t>
            </a:r>
            <a:r>
              <a:rPr lang="zh-CN" altLang="en-US" sz="2800" smtClean="0">
                <a:solidFill>
                  <a:schemeClr val="hlink"/>
                </a:solidFill>
              </a:rPr>
              <a:t>单位内部的事情</a:t>
            </a:r>
            <a:r>
              <a:rPr lang="zh-CN" altLang="en-US" sz="2800" smtClean="0"/>
              <a:t>。单位对外仍然表现为没有划分子网的网络。</a:t>
            </a:r>
          </a:p>
          <a:p>
            <a:pPr algn="just" eaLnBrk="1" hangingPunct="1">
              <a:spcAft>
                <a:spcPct val="80000"/>
              </a:spcAft>
            </a:pPr>
            <a:r>
              <a:rPr lang="zh-CN" altLang="en-US" sz="2800" smtClean="0"/>
              <a:t>从主机号</a:t>
            </a:r>
            <a:r>
              <a:rPr lang="zh-CN" altLang="en-US" sz="2800" smtClean="0">
                <a:solidFill>
                  <a:schemeClr val="hlink"/>
                </a:solidFill>
              </a:rPr>
              <a:t>借用</a:t>
            </a:r>
            <a:r>
              <a:rPr lang="zh-CN" altLang="en-US" sz="2800" smtClean="0"/>
              <a:t>若干位作为</a:t>
            </a:r>
            <a:r>
              <a:rPr lang="zh-CN" altLang="en-US" sz="2800" smtClean="0">
                <a:solidFill>
                  <a:schemeClr val="hlink"/>
                </a:solidFill>
              </a:rPr>
              <a:t>子网号</a:t>
            </a:r>
            <a:r>
              <a:rPr lang="zh-CN" altLang="en-US" sz="2800" smtClean="0"/>
              <a:t> </a:t>
            </a:r>
            <a:r>
              <a:rPr lang="en-US" altLang="zh-CN" sz="2800" smtClean="0"/>
              <a:t>subnet-id</a:t>
            </a:r>
            <a:r>
              <a:rPr lang="zh-CN" altLang="en-US" sz="2800" smtClean="0"/>
              <a:t>，而主机号 </a:t>
            </a:r>
            <a:r>
              <a:rPr lang="en-US" altLang="zh-CN" sz="2800" smtClean="0"/>
              <a:t>host-id </a:t>
            </a:r>
            <a:r>
              <a:rPr lang="zh-CN" altLang="en-US" sz="2800" smtClean="0"/>
              <a:t>也就相应减少了若干位。</a:t>
            </a:r>
          </a:p>
          <a:p>
            <a:pPr algn="r" eaLnBrk="1" hangingPunct="1">
              <a:spcBef>
                <a:spcPct val="40000"/>
              </a:spcBef>
              <a:buFont typeface="Wingdings" pitchFamily="2" charset="2"/>
              <a:buNone/>
            </a:pPr>
            <a:r>
              <a:rPr lang="en-US" altLang="zh-CN" sz="2800" smtClean="0"/>
              <a:t>IP</a:t>
            </a:r>
            <a:r>
              <a:rPr lang="zh-CN" altLang="en-US" sz="2800" smtClean="0"/>
              <a:t>地址 </a:t>
            </a:r>
            <a:r>
              <a:rPr lang="en-US" altLang="zh-CN" sz="2800" smtClean="0"/>
              <a:t>::= {&lt;</a:t>
            </a:r>
            <a:r>
              <a:rPr lang="zh-CN" altLang="en-US" sz="2800" smtClean="0"/>
              <a:t>网络号</a:t>
            </a:r>
            <a:r>
              <a:rPr lang="en-US" altLang="zh-CN" sz="2800" smtClean="0"/>
              <a:t>&gt;, &lt;</a:t>
            </a:r>
            <a:r>
              <a:rPr lang="zh-CN" altLang="en-US" sz="2800" smtClean="0"/>
              <a:t>子网号</a:t>
            </a:r>
            <a:r>
              <a:rPr lang="en-US" altLang="zh-CN" sz="2800" smtClean="0"/>
              <a:t>&gt;, &lt;</a:t>
            </a:r>
            <a:r>
              <a:rPr lang="zh-CN" altLang="en-US" sz="2800" smtClean="0"/>
              <a:t>主机号</a:t>
            </a:r>
            <a:r>
              <a:rPr lang="en-US" altLang="zh-CN" sz="2800" smtClean="0"/>
              <a:t>&gt;}       (4-2) </a:t>
            </a:r>
          </a:p>
          <a:p>
            <a:pPr algn="just" eaLnBrk="1" hangingPunct="1">
              <a:buFont typeface="Wingdings" pitchFamily="2" charset="2"/>
              <a:buNone/>
            </a:pPr>
            <a:endParaRPr lang="en-US" altLang="zh-CN" sz="2800" smtClean="0"/>
          </a:p>
        </p:txBody>
      </p:sp>
      <p:sp>
        <p:nvSpPr>
          <p:cNvPr id="106500" name="Rectangle 4"/>
          <p:cNvSpPr>
            <a:spLocks noGrp="1" noChangeArrowheads="1"/>
          </p:cNvSpPr>
          <p:nvPr>
            <p:ph type="title"/>
          </p:nvPr>
        </p:nvSpPr>
        <p:spPr/>
        <p:txBody>
          <a:bodyPr/>
          <a:lstStyle/>
          <a:p>
            <a:pPr algn="ctr" eaLnBrk="1" hangingPunct="1"/>
            <a:r>
              <a:rPr lang="zh-CN" altLang="en-US" smtClean="0"/>
              <a:t>划分子网的基本思路 </a:t>
            </a:r>
          </a:p>
        </p:txBody>
      </p:sp>
    </p:spTree>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2"/>
          <p:cNvSpPr>
            <a:spLocks noGrp="1" noChangeArrowheads="1"/>
          </p:cNvSpPr>
          <p:nvPr>
            <p:ph type="body" idx="1"/>
          </p:nvPr>
        </p:nvSpPr>
        <p:spPr>
          <a:xfrm>
            <a:off x="250825" y="2051050"/>
            <a:ext cx="8642350" cy="4257675"/>
          </a:xfrm>
        </p:spPr>
        <p:txBody>
          <a:bodyPr/>
          <a:lstStyle/>
          <a:p>
            <a:pPr algn="just" eaLnBrk="1" hangingPunct="1">
              <a:spcAft>
                <a:spcPct val="30000"/>
              </a:spcAft>
            </a:pPr>
            <a:r>
              <a:rPr lang="zh-CN" altLang="en-US" sz="2800" smtClean="0"/>
              <a:t>凡是从其他网络发送给本单位某个主机的 </a:t>
            </a:r>
            <a:r>
              <a:rPr lang="en-US" altLang="zh-CN" sz="2800" smtClean="0"/>
              <a:t>IP </a:t>
            </a:r>
            <a:r>
              <a:rPr lang="zh-CN" altLang="en-US" sz="2800" smtClean="0"/>
              <a:t>数据报，仍然是根据 </a:t>
            </a:r>
            <a:r>
              <a:rPr lang="en-US" altLang="zh-CN" sz="2800" smtClean="0"/>
              <a:t>IP </a:t>
            </a:r>
            <a:r>
              <a:rPr lang="zh-CN" altLang="en-US" sz="2800" smtClean="0"/>
              <a:t>数据报的</a:t>
            </a:r>
            <a:r>
              <a:rPr lang="zh-CN" altLang="en-US" sz="2800" smtClean="0">
                <a:solidFill>
                  <a:schemeClr val="hlink"/>
                </a:solidFill>
              </a:rPr>
              <a:t>目的网络号</a:t>
            </a:r>
            <a:r>
              <a:rPr lang="zh-CN" altLang="en-US" sz="2800" smtClean="0"/>
              <a:t> </a:t>
            </a:r>
            <a:r>
              <a:rPr lang="en-US" altLang="zh-CN" sz="2800" smtClean="0"/>
              <a:t>net-id</a:t>
            </a:r>
            <a:r>
              <a:rPr lang="zh-CN" altLang="en-US" sz="2800" smtClean="0"/>
              <a:t>，先找到连接在</a:t>
            </a:r>
            <a:r>
              <a:rPr lang="zh-CN" altLang="en-US" sz="2800" smtClean="0">
                <a:solidFill>
                  <a:schemeClr val="hlink"/>
                </a:solidFill>
              </a:rPr>
              <a:t>本单位网络上的路由器</a:t>
            </a:r>
            <a:r>
              <a:rPr lang="zh-CN" altLang="en-US" sz="2800" smtClean="0"/>
              <a:t>。</a:t>
            </a:r>
          </a:p>
          <a:p>
            <a:pPr algn="just" eaLnBrk="1" hangingPunct="1">
              <a:spcAft>
                <a:spcPct val="30000"/>
              </a:spcAft>
            </a:pPr>
            <a:r>
              <a:rPr lang="zh-CN" altLang="en-US" sz="2800" smtClean="0"/>
              <a:t>然后</a:t>
            </a:r>
            <a:r>
              <a:rPr lang="zh-CN" altLang="en-US" sz="2800" smtClean="0">
                <a:solidFill>
                  <a:schemeClr val="hlink"/>
                </a:solidFill>
              </a:rPr>
              <a:t>此路由器</a:t>
            </a:r>
            <a:r>
              <a:rPr lang="zh-CN" altLang="en-US" sz="2800" smtClean="0"/>
              <a:t>在收到 </a:t>
            </a:r>
            <a:r>
              <a:rPr lang="en-US" altLang="zh-CN" sz="2800" smtClean="0"/>
              <a:t>IP </a:t>
            </a:r>
            <a:r>
              <a:rPr lang="zh-CN" altLang="en-US" sz="2800" smtClean="0"/>
              <a:t>数据报后，再按目的网络号 </a:t>
            </a:r>
            <a:r>
              <a:rPr lang="en-US" altLang="zh-CN" sz="2800" smtClean="0"/>
              <a:t>net-id </a:t>
            </a:r>
            <a:r>
              <a:rPr lang="zh-CN" altLang="en-US" sz="2800" smtClean="0"/>
              <a:t>和子网号 </a:t>
            </a:r>
            <a:r>
              <a:rPr lang="en-US" altLang="zh-CN" sz="2800" smtClean="0"/>
              <a:t>subnet-id </a:t>
            </a:r>
            <a:r>
              <a:rPr lang="zh-CN" altLang="en-US" sz="2800" smtClean="0"/>
              <a:t>找到目的子网。</a:t>
            </a:r>
          </a:p>
          <a:p>
            <a:pPr algn="just" eaLnBrk="1" hangingPunct="1">
              <a:spcAft>
                <a:spcPct val="30000"/>
              </a:spcAft>
            </a:pPr>
            <a:r>
              <a:rPr lang="zh-CN" altLang="en-US" sz="2800" smtClean="0"/>
              <a:t>最后就将 </a:t>
            </a:r>
            <a:r>
              <a:rPr lang="en-US" altLang="zh-CN" sz="2800" smtClean="0"/>
              <a:t>IP </a:t>
            </a:r>
            <a:r>
              <a:rPr lang="zh-CN" altLang="en-US" sz="2800" smtClean="0"/>
              <a:t>数据报直接交付目的主机。 </a:t>
            </a:r>
          </a:p>
        </p:txBody>
      </p:sp>
      <p:sp>
        <p:nvSpPr>
          <p:cNvPr id="107523" name="Rectangle 3"/>
          <p:cNvSpPr>
            <a:spLocks noGrp="1" noChangeArrowheads="1"/>
          </p:cNvSpPr>
          <p:nvPr>
            <p:ph type="title"/>
          </p:nvPr>
        </p:nvSpPr>
        <p:spPr/>
        <p:txBody>
          <a:bodyPr/>
          <a:lstStyle/>
          <a:p>
            <a:pPr algn="ctr" eaLnBrk="1" hangingPunct="1"/>
            <a:r>
              <a:rPr lang="zh-CN" altLang="en-US" smtClean="0"/>
              <a:t>划分子网的基本思路（续）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3810">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38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build="p"/>
    </p:bldLst>
  </p:timing>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8546" name="AutoShape 2"/>
          <p:cNvSpPr>
            <a:spLocks noChangeArrowheads="1"/>
          </p:cNvSpPr>
          <p:nvPr/>
        </p:nvSpPr>
        <p:spPr bwMode="auto">
          <a:xfrm>
            <a:off x="479425" y="1506538"/>
            <a:ext cx="1789113" cy="676275"/>
          </a:xfrm>
          <a:prstGeom prst="roundRect">
            <a:avLst>
              <a:gd name="adj" fmla="val 16667"/>
            </a:avLst>
          </a:prstGeom>
          <a:solidFill>
            <a:srgbClr val="FFCCFF"/>
          </a:solidFill>
          <a:ln w="9525">
            <a:solidFill>
              <a:srgbClr val="333399"/>
            </a:solidFill>
            <a:round/>
            <a:headEnd/>
            <a:tailEnd/>
          </a:ln>
          <a:effectLst>
            <a:outerShdw dist="35921" dir="2700000" algn="ctr" rotWithShape="0">
              <a:schemeClr val="bg2"/>
            </a:outerShdw>
          </a:effectLst>
        </p:spPr>
        <p:txBody>
          <a:bodyPr wrap="none" anchor="ctr"/>
          <a:lstStyle/>
          <a:p>
            <a:endParaRPr lang="zh-CN" altLang="en-US"/>
          </a:p>
        </p:txBody>
      </p:sp>
      <p:sp>
        <p:nvSpPr>
          <p:cNvPr id="108547" name="Line 3"/>
          <p:cNvSpPr>
            <a:spLocks noChangeShapeType="1"/>
          </p:cNvSpPr>
          <p:nvPr/>
        </p:nvSpPr>
        <p:spPr bwMode="auto">
          <a:xfrm flipV="1">
            <a:off x="1758950" y="4176713"/>
            <a:ext cx="936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48" name="Line 4"/>
          <p:cNvSpPr>
            <a:spLocks noChangeShapeType="1"/>
          </p:cNvSpPr>
          <p:nvPr/>
        </p:nvSpPr>
        <p:spPr bwMode="auto">
          <a:xfrm>
            <a:off x="3163888" y="2605088"/>
            <a:ext cx="234950" cy="784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49" name="Line 5"/>
          <p:cNvSpPr>
            <a:spLocks noChangeShapeType="1"/>
          </p:cNvSpPr>
          <p:nvPr/>
        </p:nvSpPr>
        <p:spPr bwMode="auto">
          <a:xfrm flipH="1">
            <a:off x="7537450" y="2919413"/>
            <a:ext cx="622300" cy="7858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50" name="Line 6"/>
          <p:cNvSpPr>
            <a:spLocks noChangeShapeType="1"/>
          </p:cNvSpPr>
          <p:nvPr/>
        </p:nvSpPr>
        <p:spPr bwMode="auto">
          <a:xfrm flipH="1">
            <a:off x="5505450" y="2370138"/>
            <a:ext cx="77788" cy="8636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51" name="Line 7"/>
          <p:cNvSpPr>
            <a:spLocks noChangeShapeType="1"/>
          </p:cNvSpPr>
          <p:nvPr/>
        </p:nvSpPr>
        <p:spPr bwMode="auto">
          <a:xfrm flipV="1">
            <a:off x="5903913" y="5040313"/>
            <a:ext cx="0" cy="784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52" name="Line 8"/>
          <p:cNvSpPr>
            <a:spLocks noChangeShapeType="1"/>
          </p:cNvSpPr>
          <p:nvPr/>
        </p:nvSpPr>
        <p:spPr bwMode="auto">
          <a:xfrm>
            <a:off x="3944938" y="2449513"/>
            <a:ext cx="0" cy="7064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53" name="Line 9"/>
          <p:cNvSpPr>
            <a:spLocks noChangeShapeType="1"/>
          </p:cNvSpPr>
          <p:nvPr/>
        </p:nvSpPr>
        <p:spPr bwMode="auto">
          <a:xfrm flipH="1">
            <a:off x="7067550" y="2605088"/>
            <a:ext cx="234950" cy="7080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54" name="Line 10"/>
          <p:cNvSpPr>
            <a:spLocks noChangeShapeType="1"/>
          </p:cNvSpPr>
          <p:nvPr/>
        </p:nvSpPr>
        <p:spPr bwMode="auto">
          <a:xfrm flipV="1">
            <a:off x="4886325" y="4960938"/>
            <a:ext cx="77788" cy="7064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55" name="Line 11"/>
          <p:cNvSpPr>
            <a:spLocks noChangeShapeType="1"/>
          </p:cNvSpPr>
          <p:nvPr/>
        </p:nvSpPr>
        <p:spPr bwMode="auto">
          <a:xfrm flipV="1">
            <a:off x="3241675" y="4568825"/>
            <a:ext cx="157163" cy="8636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56" name="Line 12"/>
          <p:cNvSpPr>
            <a:spLocks noChangeShapeType="1"/>
          </p:cNvSpPr>
          <p:nvPr/>
        </p:nvSpPr>
        <p:spPr bwMode="auto">
          <a:xfrm flipH="1" flipV="1">
            <a:off x="7691438" y="4725988"/>
            <a:ext cx="858837" cy="1571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08557"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89363" y="2212975"/>
            <a:ext cx="385762"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5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06725" y="2533650"/>
            <a:ext cx="385763"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59"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29250" y="2055813"/>
            <a:ext cx="385763"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60"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26388" y="2682875"/>
            <a:ext cx="385762"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61" name="Picture 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45338" y="2292350"/>
            <a:ext cx="385762" cy="388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62"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72450" y="4581525"/>
            <a:ext cx="385763"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63"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21350" y="5667375"/>
            <a:ext cx="385763"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64"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9163" y="5589588"/>
            <a:ext cx="385762"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565"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86100" y="5275263"/>
            <a:ext cx="385763"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566" name="Text Box 22"/>
          <p:cNvSpPr txBox="1">
            <a:spLocks noChangeArrowheads="1"/>
          </p:cNvSpPr>
          <p:nvPr/>
        </p:nvSpPr>
        <p:spPr bwMode="auto">
          <a:xfrm rot="5211293">
            <a:off x="8355807" y="3494881"/>
            <a:ext cx="5397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rgbClr val="333399"/>
                </a:solidFill>
                <a:latin typeface="Arial" pitchFamily="34" charset="0"/>
              </a:rPr>
              <a:t>…</a:t>
            </a:r>
          </a:p>
        </p:txBody>
      </p:sp>
      <p:sp>
        <p:nvSpPr>
          <p:cNvPr id="108567" name="Text Box 23"/>
          <p:cNvSpPr txBox="1">
            <a:spLocks noChangeArrowheads="1"/>
          </p:cNvSpPr>
          <p:nvPr/>
        </p:nvSpPr>
        <p:spPr bwMode="auto">
          <a:xfrm rot="546999">
            <a:off x="3997325" y="5176838"/>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rgbClr val="333399"/>
                </a:solidFill>
                <a:latin typeface="Arial" pitchFamily="34" charset="0"/>
              </a:rPr>
              <a:t>…</a:t>
            </a:r>
          </a:p>
        </p:txBody>
      </p:sp>
      <p:sp>
        <p:nvSpPr>
          <p:cNvPr id="108568" name="Text Box 24"/>
          <p:cNvSpPr txBox="1">
            <a:spLocks noChangeArrowheads="1"/>
          </p:cNvSpPr>
          <p:nvPr/>
        </p:nvSpPr>
        <p:spPr bwMode="auto">
          <a:xfrm rot="-362540">
            <a:off x="4575175" y="1971675"/>
            <a:ext cx="5397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rgbClr val="333399"/>
                </a:solidFill>
                <a:latin typeface="Arial" pitchFamily="34" charset="0"/>
              </a:rPr>
              <a:t>…</a:t>
            </a:r>
          </a:p>
        </p:txBody>
      </p:sp>
      <p:sp>
        <p:nvSpPr>
          <p:cNvPr id="108569" name="Text Box 25"/>
          <p:cNvSpPr txBox="1">
            <a:spLocks noChangeArrowheads="1"/>
          </p:cNvSpPr>
          <p:nvPr/>
        </p:nvSpPr>
        <p:spPr bwMode="auto">
          <a:xfrm>
            <a:off x="2268538" y="2168525"/>
            <a:ext cx="15255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145.13.3.10</a:t>
            </a:r>
          </a:p>
        </p:txBody>
      </p:sp>
      <p:sp>
        <p:nvSpPr>
          <p:cNvPr id="108570" name="Text Box 26"/>
          <p:cNvSpPr txBox="1">
            <a:spLocks noChangeArrowheads="1"/>
          </p:cNvSpPr>
          <p:nvPr/>
        </p:nvSpPr>
        <p:spPr bwMode="auto">
          <a:xfrm>
            <a:off x="3346450" y="1808163"/>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145.13.3.11</a:t>
            </a:r>
          </a:p>
        </p:txBody>
      </p:sp>
      <p:sp>
        <p:nvSpPr>
          <p:cNvPr id="108571" name="Text Box 27"/>
          <p:cNvSpPr txBox="1">
            <a:spLocks noChangeArrowheads="1"/>
          </p:cNvSpPr>
          <p:nvPr/>
        </p:nvSpPr>
        <p:spPr bwMode="auto">
          <a:xfrm>
            <a:off x="4868863" y="1663700"/>
            <a:ext cx="16652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145.13.3.101</a:t>
            </a:r>
          </a:p>
        </p:txBody>
      </p:sp>
      <p:sp>
        <p:nvSpPr>
          <p:cNvPr id="108572" name="Text Box 28"/>
          <p:cNvSpPr txBox="1">
            <a:spLocks noChangeArrowheads="1"/>
          </p:cNvSpPr>
          <p:nvPr/>
        </p:nvSpPr>
        <p:spPr bwMode="auto">
          <a:xfrm>
            <a:off x="6624638" y="1952625"/>
            <a:ext cx="1522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145.13.7.34</a:t>
            </a:r>
          </a:p>
        </p:txBody>
      </p:sp>
      <p:sp>
        <p:nvSpPr>
          <p:cNvPr id="108573" name="Text Box 29"/>
          <p:cNvSpPr txBox="1">
            <a:spLocks noChangeArrowheads="1"/>
          </p:cNvSpPr>
          <p:nvPr/>
        </p:nvSpPr>
        <p:spPr bwMode="auto">
          <a:xfrm>
            <a:off x="7524750" y="2349500"/>
            <a:ext cx="15255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145.13.7.35</a:t>
            </a:r>
          </a:p>
        </p:txBody>
      </p:sp>
      <p:sp>
        <p:nvSpPr>
          <p:cNvPr id="108574" name="Text Box 30"/>
          <p:cNvSpPr txBox="1">
            <a:spLocks noChangeArrowheads="1"/>
          </p:cNvSpPr>
          <p:nvPr/>
        </p:nvSpPr>
        <p:spPr bwMode="auto">
          <a:xfrm>
            <a:off x="7596188" y="4946650"/>
            <a:ext cx="15255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145.13.7.56</a:t>
            </a:r>
          </a:p>
        </p:txBody>
      </p:sp>
      <p:sp>
        <p:nvSpPr>
          <p:cNvPr id="108575" name="Text Box 31"/>
          <p:cNvSpPr txBox="1">
            <a:spLocks noChangeArrowheads="1"/>
          </p:cNvSpPr>
          <p:nvPr/>
        </p:nvSpPr>
        <p:spPr bwMode="auto">
          <a:xfrm>
            <a:off x="2557463" y="5592763"/>
            <a:ext cx="16668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145.13.21.23</a:t>
            </a:r>
          </a:p>
        </p:txBody>
      </p:sp>
      <p:sp>
        <p:nvSpPr>
          <p:cNvPr id="108576" name="Text Box 32"/>
          <p:cNvSpPr txBox="1">
            <a:spLocks noChangeArrowheads="1"/>
          </p:cNvSpPr>
          <p:nvPr/>
        </p:nvSpPr>
        <p:spPr bwMode="auto">
          <a:xfrm>
            <a:off x="4140200" y="5946775"/>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145.13.21.9</a:t>
            </a:r>
          </a:p>
        </p:txBody>
      </p:sp>
      <p:sp>
        <p:nvSpPr>
          <p:cNvPr id="108577" name="Text Box 33"/>
          <p:cNvSpPr txBox="1">
            <a:spLocks noChangeArrowheads="1"/>
          </p:cNvSpPr>
          <p:nvPr/>
        </p:nvSpPr>
        <p:spPr bwMode="auto">
          <a:xfrm>
            <a:off x="6072188" y="5661025"/>
            <a:ext cx="1524000"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145.13.21.8</a:t>
            </a:r>
          </a:p>
        </p:txBody>
      </p:sp>
      <p:sp>
        <p:nvSpPr>
          <p:cNvPr id="108578" name="Line 34"/>
          <p:cNvSpPr>
            <a:spLocks noChangeShapeType="1"/>
          </p:cNvSpPr>
          <p:nvPr/>
        </p:nvSpPr>
        <p:spPr bwMode="auto">
          <a:xfrm>
            <a:off x="744538" y="2840038"/>
            <a:ext cx="1482725" cy="133667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579" name="Line 35"/>
          <p:cNvSpPr>
            <a:spLocks noChangeShapeType="1"/>
          </p:cNvSpPr>
          <p:nvPr/>
        </p:nvSpPr>
        <p:spPr bwMode="auto">
          <a:xfrm>
            <a:off x="587375" y="2840038"/>
            <a:ext cx="0" cy="2043112"/>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580" name="Line 36"/>
          <p:cNvSpPr>
            <a:spLocks noChangeShapeType="1"/>
          </p:cNvSpPr>
          <p:nvPr/>
        </p:nvSpPr>
        <p:spPr bwMode="auto">
          <a:xfrm flipV="1">
            <a:off x="666750" y="4252913"/>
            <a:ext cx="1482725" cy="7874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581" name="AutoShape 37"/>
          <p:cNvSpPr>
            <a:spLocks noChangeArrowheads="1"/>
          </p:cNvSpPr>
          <p:nvPr/>
        </p:nvSpPr>
        <p:spPr bwMode="auto">
          <a:xfrm>
            <a:off x="147638" y="5516563"/>
            <a:ext cx="2479675" cy="1054100"/>
          </a:xfrm>
          <a:prstGeom prst="wedgeRoundRectCallout">
            <a:avLst>
              <a:gd name="adj1" fmla="val 34699"/>
              <a:gd name="adj2" fmla="val -169426"/>
              <a:gd name="adj3" fmla="val 16667"/>
            </a:avLst>
          </a:prstGeom>
          <a:solidFill>
            <a:srgbClr val="FFFF99"/>
          </a:solidFill>
          <a:ln w="9525">
            <a:solidFill>
              <a:schemeClr val="tx1"/>
            </a:solidFill>
            <a:miter lim="800000"/>
            <a:headEnd/>
            <a:tailEnd/>
          </a:ln>
          <a:effectLst>
            <a:outerShdw dist="35921" dir="2700000" algn="ctr" rotWithShape="0">
              <a:schemeClr val="bg2"/>
            </a:outerShdw>
          </a:effectLst>
        </p:spPr>
        <p:txBody>
          <a:bodyPr/>
          <a:lstStyle/>
          <a:p>
            <a:pPr algn="ctr"/>
            <a:endParaRPr kumimoji="1" lang="zh-CN" altLang="zh-CN" sz="2000">
              <a:solidFill>
                <a:srgbClr val="333399"/>
              </a:solidFill>
              <a:latin typeface="Arial" pitchFamily="34" charset="0"/>
            </a:endParaRPr>
          </a:p>
        </p:txBody>
      </p:sp>
      <p:sp>
        <p:nvSpPr>
          <p:cNvPr id="108582" name="Text Box 38"/>
          <p:cNvSpPr txBox="1">
            <a:spLocks noChangeArrowheads="1"/>
          </p:cNvSpPr>
          <p:nvPr/>
        </p:nvSpPr>
        <p:spPr bwMode="auto">
          <a:xfrm>
            <a:off x="179388" y="5491163"/>
            <a:ext cx="2535237" cy="1008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所有到网络 </a:t>
            </a:r>
            <a:r>
              <a:rPr kumimoji="1" lang="en-US" altLang="zh-CN" sz="2000">
                <a:solidFill>
                  <a:srgbClr val="333399"/>
                </a:solidFill>
                <a:latin typeface="Arial" pitchFamily="34" charset="0"/>
              </a:rPr>
              <a:t>145.13.0.0</a:t>
            </a:r>
            <a:r>
              <a:rPr kumimoji="1" lang="zh-CN" altLang="en-US" sz="2000">
                <a:solidFill>
                  <a:srgbClr val="333399"/>
                </a:solidFill>
                <a:latin typeface="Arial" pitchFamily="34" charset="0"/>
              </a:rPr>
              <a:t>的分组均到达此路由器</a:t>
            </a:r>
          </a:p>
        </p:txBody>
      </p:sp>
      <p:pic>
        <p:nvPicPr>
          <p:cNvPr id="108583" name="Picture 3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6225" y="4803775"/>
            <a:ext cx="7016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584" name="Picture 4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6225" y="2605088"/>
            <a:ext cx="701675"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8585" name="AutoShape 41"/>
          <p:cNvSpPr>
            <a:spLocks noChangeArrowheads="1"/>
          </p:cNvSpPr>
          <p:nvPr/>
        </p:nvSpPr>
        <p:spPr bwMode="auto">
          <a:xfrm rot="-1643298">
            <a:off x="881063" y="4222750"/>
            <a:ext cx="938212" cy="390525"/>
          </a:xfrm>
          <a:prstGeom prst="leftArrow">
            <a:avLst>
              <a:gd name="adj1" fmla="val 42500"/>
              <a:gd name="adj2" fmla="val 90514"/>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86" name="AutoShape 42"/>
          <p:cNvSpPr>
            <a:spLocks noChangeArrowheads="1"/>
          </p:cNvSpPr>
          <p:nvPr/>
        </p:nvSpPr>
        <p:spPr bwMode="auto">
          <a:xfrm rot="2494205">
            <a:off x="1198563" y="3113088"/>
            <a:ext cx="936625" cy="393700"/>
          </a:xfrm>
          <a:prstGeom prst="leftArrow">
            <a:avLst>
              <a:gd name="adj1" fmla="val 42500"/>
              <a:gd name="adj2" fmla="val 896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8587" name="Text Box 43"/>
          <p:cNvSpPr txBox="1">
            <a:spLocks noChangeArrowheads="1"/>
          </p:cNvSpPr>
          <p:nvPr/>
        </p:nvSpPr>
        <p:spPr bwMode="auto">
          <a:xfrm>
            <a:off x="477838" y="1476375"/>
            <a:ext cx="1708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我的网络地址</a:t>
            </a:r>
          </a:p>
          <a:p>
            <a:pPr eaLnBrk="1" hangingPunct="1"/>
            <a:r>
              <a:rPr kumimoji="1" lang="zh-CN" altLang="en-US" sz="2000">
                <a:solidFill>
                  <a:srgbClr val="333399"/>
                </a:solidFill>
                <a:latin typeface="Arial" pitchFamily="34" charset="0"/>
              </a:rPr>
              <a:t>是 </a:t>
            </a:r>
            <a:r>
              <a:rPr kumimoji="1" lang="en-US" altLang="zh-CN" sz="2000">
                <a:solidFill>
                  <a:srgbClr val="333399"/>
                </a:solidFill>
                <a:latin typeface="Arial" pitchFamily="34" charset="0"/>
              </a:rPr>
              <a:t>145.13.0.0</a:t>
            </a:r>
          </a:p>
        </p:txBody>
      </p:sp>
      <p:sp>
        <p:nvSpPr>
          <p:cNvPr id="108588" name="Line 44"/>
          <p:cNvSpPr>
            <a:spLocks noChangeShapeType="1"/>
          </p:cNvSpPr>
          <p:nvPr/>
        </p:nvSpPr>
        <p:spPr bwMode="auto">
          <a:xfrm>
            <a:off x="1370013" y="2212975"/>
            <a:ext cx="344487" cy="115093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589" name="Line 45"/>
          <p:cNvSpPr>
            <a:spLocks noChangeShapeType="1"/>
          </p:cNvSpPr>
          <p:nvPr/>
        </p:nvSpPr>
        <p:spPr bwMode="auto">
          <a:xfrm>
            <a:off x="1212850" y="2212975"/>
            <a:ext cx="157163" cy="219868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590" name="Text Box 46"/>
          <p:cNvSpPr txBox="1">
            <a:spLocks noChangeArrowheads="1"/>
          </p:cNvSpPr>
          <p:nvPr/>
        </p:nvSpPr>
        <p:spPr bwMode="auto">
          <a:xfrm>
            <a:off x="2076450" y="348615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p>
        </p:txBody>
      </p:sp>
      <p:sp>
        <p:nvSpPr>
          <p:cNvPr id="108591" name="Text Box 47"/>
          <p:cNvSpPr txBox="1">
            <a:spLocks noChangeArrowheads="1"/>
          </p:cNvSpPr>
          <p:nvPr/>
        </p:nvSpPr>
        <p:spPr bwMode="auto">
          <a:xfrm>
            <a:off x="79375" y="440055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3</a:t>
            </a:r>
          </a:p>
        </p:txBody>
      </p:sp>
      <p:sp>
        <p:nvSpPr>
          <p:cNvPr id="108592" name="Text Box 48"/>
          <p:cNvSpPr txBox="1">
            <a:spLocks noChangeArrowheads="1"/>
          </p:cNvSpPr>
          <p:nvPr/>
        </p:nvSpPr>
        <p:spPr bwMode="auto">
          <a:xfrm>
            <a:off x="79375" y="2205038"/>
            <a:ext cx="46037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p>
        </p:txBody>
      </p:sp>
      <p:grpSp>
        <p:nvGrpSpPr>
          <p:cNvPr id="108593" name="Group 49"/>
          <p:cNvGrpSpPr>
            <a:grpSpLocks/>
          </p:cNvGrpSpPr>
          <p:nvPr/>
        </p:nvGrpSpPr>
        <p:grpSpPr bwMode="auto">
          <a:xfrm>
            <a:off x="2471738" y="2611438"/>
            <a:ext cx="5672137" cy="2844800"/>
            <a:chOff x="1746" y="890"/>
            <a:chExt cx="3221" cy="1950"/>
          </a:xfrm>
        </p:grpSpPr>
        <p:grpSp>
          <p:nvGrpSpPr>
            <p:cNvPr id="108596" name="Group 50"/>
            <p:cNvGrpSpPr>
              <a:grpSpLocks/>
            </p:cNvGrpSpPr>
            <p:nvPr/>
          </p:nvGrpSpPr>
          <p:grpSpPr bwMode="auto">
            <a:xfrm>
              <a:off x="1746" y="890"/>
              <a:ext cx="3221" cy="1950"/>
              <a:chOff x="912" y="768"/>
              <a:chExt cx="2400" cy="1584"/>
            </a:xfrm>
          </p:grpSpPr>
          <p:sp>
            <p:nvSpPr>
              <p:cNvPr id="108598" name="Oval 51"/>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599" name="Oval 52"/>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0" name="Oval 53"/>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1" name="Oval 54"/>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2" name="Oval 55"/>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3" name="Oval 56"/>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4" name="Oval 57"/>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5" name="Oval 58"/>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6" name="Oval 59"/>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08607" name="Group 60"/>
              <p:cNvGrpSpPr>
                <a:grpSpLocks/>
              </p:cNvGrpSpPr>
              <p:nvPr/>
            </p:nvGrpSpPr>
            <p:grpSpPr bwMode="auto">
              <a:xfrm>
                <a:off x="912" y="768"/>
                <a:ext cx="2386" cy="1553"/>
                <a:chOff x="912" y="768"/>
                <a:chExt cx="2386" cy="1553"/>
              </a:xfrm>
            </p:grpSpPr>
            <p:sp>
              <p:nvSpPr>
                <p:cNvPr id="108608" name="Oval 61"/>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09" name="Oval 62"/>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10" name="Oval 63"/>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11" name="Oval 64"/>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12" name="Oval 65"/>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13" name="Oval 66"/>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14" name="Oval 67"/>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15" name="Oval 68"/>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616" name="Oval 69"/>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8597" name="Text Box 70"/>
            <p:cNvSpPr txBox="1">
              <a:spLocks noChangeArrowheads="1"/>
            </p:cNvSpPr>
            <p:nvPr/>
          </p:nvSpPr>
          <p:spPr bwMode="auto">
            <a:xfrm>
              <a:off x="2961" y="1410"/>
              <a:ext cx="1193" cy="7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3200">
                  <a:solidFill>
                    <a:srgbClr val="333399"/>
                  </a:solidFill>
                  <a:latin typeface="Arial" pitchFamily="34" charset="0"/>
                </a:rPr>
                <a:t>网络</a:t>
              </a:r>
            </a:p>
            <a:p>
              <a:pPr algn="ctr" eaLnBrk="1" hangingPunct="1"/>
              <a:r>
                <a:rPr kumimoji="1" lang="en-US" altLang="zh-CN" sz="3200">
                  <a:solidFill>
                    <a:srgbClr val="333399"/>
                  </a:solidFill>
                  <a:latin typeface="Arial" pitchFamily="34" charset="0"/>
                </a:rPr>
                <a:t>145.13.0.0</a:t>
              </a:r>
            </a:p>
          </p:txBody>
        </p:sp>
      </p:grpSp>
      <p:pic>
        <p:nvPicPr>
          <p:cNvPr id="108594" name="Picture 7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6113" y="3940175"/>
            <a:ext cx="7016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8595" name="Rectangle 72"/>
          <p:cNvSpPr>
            <a:spLocks noGrp="1" noChangeArrowheads="1"/>
          </p:cNvSpPr>
          <p:nvPr>
            <p:ph type="title"/>
          </p:nvPr>
        </p:nvSpPr>
        <p:spPr>
          <a:xfrm>
            <a:off x="612775" y="357188"/>
            <a:ext cx="7704138" cy="623887"/>
          </a:xfrm>
        </p:spPr>
        <p:txBody>
          <a:bodyPr/>
          <a:lstStyle/>
          <a:p>
            <a:pPr algn="ctr" eaLnBrk="1" hangingPunct="1"/>
            <a:r>
              <a:rPr lang="zh-CN" altLang="en-US" sz="3200" smtClean="0"/>
              <a:t>一个未划分子网的 </a:t>
            </a:r>
            <a:r>
              <a:rPr lang="en-US" altLang="zh-CN" sz="3200" smtClean="0"/>
              <a:t>B </a:t>
            </a:r>
            <a:r>
              <a:rPr lang="zh-CN" altLang="en-US" sz="3200" smtClean="0"/>
              <a:t>类网络</a:t>
            </a:r>
            <a:r>
              <a:rPr lang="en-US" altLang="zh-CN" sz="3200" smtClean="0"/>
              <a:t>145.13.0.0</a:t>
            </a:r>
          </a:p>
        </p:txBody>
      </p:sp>
    </p:spTree>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9570" name="Rectangle 2"/>
          <p:cNvSpPr>
            <a:spLocks noGrp="1" noChangeArrowheads="1"/>
          </p:cNvSpPr>
          <p:nvPr>
            <p:ph type="title"/>
          </p:nvPr>
        </p:nvSpPr>
        <p:spPr>
          <a:xfrm>
            <a:off x="755650" y="44450"/>
            <a:ext cx="7793038" cy="768350"/>
          </a:xfrm>
        </p:spPr>
        <p:txBody>
          <a:bodyPr/>
          <a:lstStyle/>
          <a:p>
            <a:pPr eaLnBrk="1" hangingPunct="1"/>
            <a:r>
              <a:rPr lang="zh-CN" altLang="en-US" sz="3600" smtClean="0"/>
              <a:t>划分为三个子网后对外仍是一个网络 </a:t>
            </a:r>
          </a:p>
        </p:txBody>
      </p:sp>
      <p:sp>
        <p:nvSpPr>
          <p:cNvPr id="109571" name="Line 3"/>
          <p:cNvSpPr>
            <a:spLocks noChangeShapeType="1"/>
          </p:cNvSpPr>
          <p:nvPr/>
        </p:nvSpPr>
        <p:spPr bwMode="auto">
          <a:xfrm>
            <a:off x="749300" y="2628900"/>
            <a:ext cx="1470025" cy="1370013"/>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2" name="Line 4"/>
          <p:cNvSpPr>
            <a:spLocks noChangeShapeType="1"/>
          </p:cNvSpPr>
          <p:nvPr/>
        </p:nvSpPr>
        <p:spPr bwMode="auto">
          <a:xfrm>
            <a:off x="593725" y="2628900"/>
            <a:ext cx="0" cy="20955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3" name="Line 5"/>
          <p:cNvSpPr>
            <a:spLocks noChangeShapeType="1"/>
          </p:cNvSpPr>
          <p:nvPr/>
        </p:nvSpPr>
        <p:spPr bwMode="auto">
          <a:xfrm flipV="1">
            <a:off x="671513" y="4078288"/>
            <a:ext cx="1470025" cy="804862"/>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4" name="AutoShape 6"/>
          <p:cNvSpPr>
            <a:spLocks noChangeArrowheads="1"/>
          </p:cNvSpPr>
          <p:nvPr/>
        </p:nvSpPr>
        <p:spPr bwMode="auto">
          <a:xfrm>
            <a:off x="2360613" y="1341438"/>
            <a:ext cx="6675437" cy="5400675"/>
          </a:xfrm>
          <a:prstGeom prst="roundRect">
            <a:avLst>
              <a:gd name="adj" fmla="val 16667"/>
            </a:avLst>
          </a:prstGeom>
          <a:solidFill>
            <a:srgbClr val="CCE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75" name="Freeform 7"/>
          <p:cNvSpPr>
            <a:spLocks/>
          </p:cNvSpPr>
          <p:nvPr/>
        </p:nvSpPr>
        <p:spPr bwMode="auto">
          <a:xfrm>
            <a:off x="2511425" y="1422400"/>
            <a:ext cx="3748088" cy="2071688"/>
          </a:xfrm>
          <a:custGeom>
            <a:avLst/>
            <a:gdLst>
              <a:gd name="T0" fmla="*/ 2147483647 w 2326"/>
              <a:gd name="T1" fmla="*/ 2147483647 h 1235"/>
              <a:gd name="T2" fmla="*/ 2147483647 w 2326"/>
              <a:gd name="T3" fmla="*/ 2147483647 h 1235"/>
              <a:gd name="T4" fmla="*/ 2147483647 w 2326"/>
              <a:gd name="T5" fmla="*/ 2147483647 h 1235"/>
              <a:gd name="T6" fmla="*/ 2147483647 w 2326"/>
              <a:gd name="T7" fmla="*/ 2147483647 h 1235"/>
              <a:gd name="T8" fmla="*/ 2147483647 w 2326"/>
              <a:gd name="T9" fmla="*/ 2147483647 h 1235"/>
              <a:gd name="T10" fmla="*/ 2147483647 w 2326"/>
              <a:gd name="T11" fmla="*/ 2147483647 h 1235"/>
              <a:gd name="T12" fmla="*/ 2147483647 w 2326"/>
              <a:gd name="T13" fmla="*/ 2147483647 h 1235"/>
              <a:gd name="T14" fmla="*/ 2147483647 w 2326"/>
              <a:gd name="T15" fmla="*/ 2147483647 h 1235"/>
              <a:gd name="T16" fmla="*/ 2147483647 w 2326"/>
              <a:gd name="T17" fmla="*/ 2147483647 h 1235"/>
              <a:gd name="T18" fmla="*/ 2147483647 w 2326"/>
              <a:gd name="T19" fmla="*/ 2147483647 h 1235"/>
              <a:gd name="T20" fmla="*/ 2147483647 w 2326"/>
              <a:gd name="T21" fmla="*/ 2147483647 h 1235"/>
              <a:gd name="T22" fmla="*/ 2147483647 w 2326"/>
              <a:gd name="T23" fmla="*/ 2147483647 h 1235"/>
              <a:gd name="T24" fmla="*/ 2147483647 w 2326"/>
              <a:gd name="T25" fmla="*/ 2147483647 h 1235"/>
              <a:gd name="T26" fmla="*/ 2147483647 w 2326"/>
              <a:gd name="T27" fmla="*/ 2147483647 h 1235"/>
              <a:gd name="T28" fmla="*/ 2147483647 w 2326"/>
              <a:gd name="T29" fmla="*/ 2147483647 h 1235"/>
              <a:gd name="T30" fmla="*/ 2147483647 w 2326"/>
              <a:gd name="T31" fmla="*/ 2147483647 h 1235"/>
              <a:gd name="T32" fmla="*/ 2147483647 w 2326"/>
              <a:gd name="T33" fmla="*/ 2147483647 h 1235"/>
              <a:gd name="T34" fmla="*/ 2147483647 w 2326"/>
              <a:gd name="T35" fmla="*/ 2147483647 h 1235"/>
              <a:gd name="T36" fmla="*/ 2147483647 w 2326"/>
              <a:gd name="T37" fmla="*/ 2147483647 h 1235"/>
              <a:gd name="T38" fmla="*/ 2147483647 w 2326"/>
              <a:gd name="T39" fmla="*/ 2147483647 h 1235"/>
              <a:gd name="T40" fmla="*/ 2147483647 w 2326"/>
              <a:gd name="T41" fmla="*/ 2147483647 h 1235"/>
              <a:gd name="T42" fmla="*/ 2147483647 w 2326"/>
              <a:gd name="T43" fmla="*/ 2147483647 h 1235"/>
              <a:gd name="T44" fmla="*/ 2147483647 w 2326"/>
              <a:gd name="T45" fmla="*/ 2147483647 h 1235"/>
              <a:gd name="T46" fmla="*/ 2147483647 w 2326"/>
              <a:gd name="T47" fmla="*/ 2147483647 h 1235"/>
              <a:gd name="T48" fmla="*/ 2147483647 w 2326"/>
              <a:gd name="T49" fmla="*/ 2147483647 h 1235"/>
              <a:gd name="T50" fmla="*/ 2147483647 w 2326"/>
              <a:gd name="T51" fmla="*/ 2147483647 h 1235"/>
              <a:gd name="T52" fmla="*/ 2147483647 w 2326"/>
              <a:gd name="T53" fmla="*/ 2147483647 h 1235"/>
              <a:gd name="T54" fmla="*/ 2147483647 w 2326"/>
              <a:gd name="T55" fmla="*/ 2147483647 h 123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6" name="Freeform 8"/>
          <p:cNvSpPr>
            <a:spLocks/>
          </p:cNvSpPr>
          <p:nvPr/>
        </p:nvSpPr>
        <p:spPr bwMode="auto">
          <a:xfrm>
            <a:off x="2449513" y="2790825"/>
            <a:ext cx="1162050" cy="1128713"/>
          </a:xfrm>
          <a:custGeom>
            <a:avLst/>
            <a:gdLst>
              <a:gd name="T0" fmla="*/ 0 w 732"/>
              <a:gd name="T1" fmla="*/ 2147483647 h 711"/>
              <a:gd name="T2" fmla="*/ 2147483647 w 732"/>
              <a:gd name="T3" fmla="*/ 2147483647 h 711"/>
              <a:gd name="T4" fmla="*/ 2147483647 w 732"/>
              <a:gd name="T5" fmla="*/ 0 h 711"/>
              <a:gd name="T6" fmla="*/ 0 60000 65536"/>
              <a:gd name="T7" fmla="*/ 0 60000 65536"/>
              <a:gd name="T8" fmla="*/ 0 60000 65536"/>
            </a:gdLst>
            <a:ahLst/>
            <a:cxnLst>
              <a:cxn ang="T6">
                <a:pos x="T0" y="T1"/>
              </a:cxn>
              <a:cxn ang="T7">
                <a:pos x="T2" y="T3"/>
              </a:cxn>
              <a:cxn ang="T8">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7" name="Freeform 9"/>
          <p:cNvSpPr>
            <a:spLocks/>
          </p:cNvSpPr>
          <p:nvPr/>
        </p:nvSpPr>
        <p:spPr bwMode="auto">
          <a:xfrm>
            <a:off x="2757488" y="4251325"/>
            <a:ext cx="4086225" cy="2479675"/>
          </a:xfrm>
          <a:custGeom>
            <a:avLst/>
            <a:gdLst>
              <a:gd name="T0" fmla="*/ 2147483647 w 2574"/>
              <a:gd name="T1" fmla="*/ 2147483647 h 1562"/>
              <a:gd name="T2" fmla="*/ 2147483647 w 2574"/>
              <a:gd name="T3" fmla="*/ 2147483647 h 1562"/>
              <a:gd name="T4" fmla="*/ 2147483647 w 2574"/>
              <a:gd name="T5" fmla="*/ 2147483647 h 1562"/>
              <a:gd name="T6" fmla="*/ 2147483647 w 2574"/>
              <a:gd name="T7" fmla="*/ 2147483647 h 1562"/>
              <a:gd name="T8" fmla="*/ 2147483647 w 2574"/>
              <a:gd name="T9" fmla="*/ 2147483647 h 1562"/>
              <a:gd name="T10" fmla="*/ 2147483647 w 2574"/>
              <a:gd name="T11" fmla="*/ 2147483647 h 1562"/>
              <a:gd name="T12" fmla="*/ 2147483647 w 2574"/>
              <a:gd name="T13" fmla="*/ 2147483647 h 1562"/>
              <a:gd name="T14" fmla="*/ 2147483647 w 2574"/>
              <a:gd name="T15" fmla="*/ 2147483647 h 1562"/>
              <a:gd name="T16" fmla="*/ 2147483647 w 2574"/>
              <a:gd name="T17" fmla="*/ 2147483647 h 1562"/>
              <a:gd name="T18" fmla="*/ 2147483647 w 2574"/>
              <a:gd name="T19" fmla="*/ 2147483647 h 1562"/>
              <a:gd name="T20" fmla="*/ 2147483647 w 2574"/>
              <a:gd name="T21" fmla="*/ 2147483647 h 1562"/>
              <a:gd name="T22" fmla="*/ 2147483647 w 2574"/>
              <a:gd name="T23" fmla="*/ 2147483647 h 1562"/>
              <a:gd name="T24" fmla="*/ 2147483647 w 2574"/>
              <a:gd name="T25" fmla="*/ 2147483647 h 1562"/>
              <a:gd name="T26" fmla="*/ 2147483647 w 2574"/>
              <a:gd name="T27" fmla="*/ 2147483647 h 1562"/>
              <a:gd name="T28" fmla="*/ 2147483647 w 2574"/>
              <a:gd name="T29" fmla="*/ 2147483647 h 1562"/>
              <a:gd name="T30" fmla="*/ 2147483647 w 2574"/>
              <a:gd name="T31" fmla="*/ 2147483647 h 1562"/>
              <a:gd name="T32" fmla="*/ 2147483647 w 2574"/>
              <a:gd name="T33" fmla="*/ 2147483647 h 1562"/>
              <a:gd name="T34" fmla="*/ 2147483647 w 2574"/>
              <a:gd name="T35" fmla="*/ 2147483647 h 1562"/>
              <a:gd name="T36" fmla="*/ 2147483647 w 2574"/>
              <a:gd name="T37" fmla="*/ 2147483647 h 1562"/>
              <a:gd name="T38" fmla="*/ 2147483647 w 2574"/>
              <a:gd name="T39" fmla="*/ 2147483647 h 1562"/>
              <a:gd name="T40" fmla="*/ 2147483647 w 2574"/>
              <a:gd name="T41" fmla="*/ 2147483647 h 1562"/>
              <a:gd name="T42" fmla="*/ 0 w 2574"/>
              <a:gd name="T43" fmla="*/ 2147483647 h 1562"/>
              <a:gd name="T44" fmla="*/ 2147483647 w 2574"/>
              <a:gd name="T45" fmla="*/ 2147483647 h 156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8" name="Freeform 10"/>
          <p:cNvSpPr>
            <a:spLocks/>
          </p:cNvSpPr>
          <p:nvPr/>
        </p:nvSpPr>
        <p:spPr bwMode="auto">
          <a:xfrm>
            <a:off x="2449513" y="4078288"/>
            <a:ext cx="1392237" cy="804862"/>
          </a:xfrm>
          <a:custGeom>
            <a:avLst/>
            <a:gdLst>
              <a:gd name="T0" fmla="*/ 0 w 877"/>
              <a:gd name="T1" fmla="*/ 0 h 507"/>
              <a:gd name="T2" fmla="*/ 2147483647 w 877"/>
              <a:gd name="T3" fmla="*/ 2147483647 h 507"/>
              <a:gd name="T4" fmla="*/ 2147483647 w 877"/>
              <a:gd name="T5" fmla="*/ 2147483647 h 507"/>
              <a:gd name="T6" fmla="*/ 0 60000 65536"/>
              <a:gd name="T7" fmla="*/ 0 60000 65536"/>
              <a:gd name="T8" fmla="*/ 0 60000 65536"/>
            </a:gdLst>
            <a:ahLst/>
            <a:cxnLst>
              <a:cxn ang="T6">
                <a:pos x="T0" y="T1"/>
              </a:cxn>
              <a:cxn ang="T7">
                <a:pos x="T2" y="T3"/>
              </a:cxn>
              <a:cxn ang="T8">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9" name="Freeform 11"/>
          <p:cNvSpPr>
            <a:spLocks/>
          </p:cNvSpPr>
          <p:nvPr/>
        </p:nvSpPr>
        <p:spPr bwMode="auto">
          <a:xfrm>
            <a:off x="6072188" y="1503363"/>
            <a:ext cx="2836862" cy="3963987"/>
          </a:xfrm>
          <a:custGeom>
            <a:avLst/>
            <a:gdLst>
              <a:gd name="T0" fmla="*/ 2147483647 w 1787"/>
              <a:gd name="T1" fmla="*/ 2147483647 h 2497"/>
              <a:gd name="T2" fmla="*/ 2147483647 w 1787"/>
              <a:gd name="T3" fmla="*/ 2147483647 h 2497"/>
              <a:gd name="T4" fmla="*/ 2147483647 w 1787"/>
              <a:gd name="T5" fmla="*/ 2147483647 h 2497"/>
              <a:gd name="T6" fmla="*/ 2147483647 w 1787"/>
              <a:gd name="T7" fmla="*/ 2147483647 h 2497"/>
              <a:gd name="T8" fmla="*/ 2147483647 w 1787"/>
              <a:gd name="T9" fmla="*/ 2147483647 h 2497"/>
              <a:gd name="T10" fmla="*/ 2147483647 w 1787"/>
              <a:gd name="T11" fmla="*/ 2147483647 h 2497"/>
              <a:gd name="T12" fmla="*/ 2147483647 w 1787"/>
              <a:gd name="T13" fmla="*/ 2147483647 h 2497"/>
              <a:gd name="T14" fmla="*/ 2147483647 w 1787"/>
              <a:gd name="T15" fmla="*/ 0 h 2497"/>
              <a:gd name="T16" fmla="*/ 2147483647 w 1787"/>
              <a:gd name="T17" fmla="*/ 2147483647 h 2497"/>
              <a:gd name="T18" fmla="*/ 2147483647 w 1787"/>
              <a:gd name="T19" fmla="*/ 2147483647 h 2497"/>
              <a:gd name="T20" fmla="*/ 2147483647 w 1787"/>
              <a:gd name="T21" fmla="*/ 2147483647 h 2497"/>
              <a:gd name="T22" fmla="*/ 2147483647 w 1787"/>
              <a:gd name="T23" fmla="*/ 2147483647 h 2497"/>
              <a:gd name="T24" fmla="*/ 2147483647 w 1787"/>
              <a:gd name="T25" fmla="*/ 2147483647 h 2497"/>
              <a:gd name="T26" fmla="*/ 2147483647 w 1787"/>
              <a:gd name="T27" fmla="*/ 2147483647 h 2497"/>
              <a:gd name="T28" fmla="*/ 2147483647 w 1787"/>
              <a:gd name="T29" fmla="*/ 2147483647 h 2497"/>
              <a:gd name="T30" fmla="*/ 2147483647 w 1787"/>
              <a:gd name="T31" fmla="*/ 2147483647 h 2497"/>
              <a:gd name="T32" fmla="*/ 2147483647 w 1787"/>
              <a:gd name="T33" fmla="*/ 2147483647 h 2497"/>
              <a:gd name="T34" fmla="*/ 2147483647 w 1787"/>
              <a:gd name="T35" fmla="*/ 2147483647 h 2497"/>
              <a:gd name="T36" fmla="*/ 2147483647 w 1787"/>
              <a:gd name="T37" fmla="*/ 2147483647 h 2497"/>
              <a:gd name="T38" fmla="*/ 2147483647 w 1787"/>
              <a:gd name="T39" fmla="*/ 2147483647 h 2497"/>
              <a:gd name="T40" fmla="*/ 2147483647 w 1787"/>
              <a:gd name="T41" fmla="*/ 2147483647 h 2497"/>
              <a:gd name="T42" fmla="*/ 2147483647 w 1787"/>
              <a:gd name="T43" fmla="*/ 2147483647 h 2497"/>
              <a:gd name="T44" fmla="*/ 2147483647 w 1787"/>
              <a:gd name="T45" fmla="*/ 2147483647 h 2497"/>
              <a:gd name="T46" fmla="*/ 2147483647 w 1787"/>
              <a:gd name="T47" fmla="*/ 2147483647 h 24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80" name="Line 12"/>
          <p:cNvSpPr>
            <a:spLocks noChangeShapeType="1"/>
          </p:cNvSpPr>
          <p:nvPr/>
        </p:nvSpPr>
        <p:spPr bwMode="auto">
          <a:xfrm flipV="1">
            <a:off x="2449513" y="3998913"/>
            <a:ext cx="5106987"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1" name="Line 13"/>
          <p:cNvSpPr>
            <a:spLocks noChangeShapeType="1"/>
          </p:cNvSpPr>
          <p:nvPr/>
        </p:nvSpPr>
        <p:spPr bwMode="auto">
          <a:xfrm>
            <a:off x="3176588" y="2389188"/>
            <a:ext cx="0" cy="4127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2" name="Freeform 14"/>
          <p:cNvSpPr>
            <a:spLocks/>
          </p:cNvSpPr>
          <p:nvPr/>
        </p:nvSpPr>
        <p:spPr bwMode="auto">
          <a:xfrm>
            <a:off x="7543800" y="2776538"/>
            <a:ext cx="495300" cy="508000"/>
          </a:xfrm>
          <a:custGeom>
            <a:avLst/>
            <a:gdLst>
              <a:gd name="T0" fmla="*/ 2147483647 w 308"/>
              <a:gd name="T1" fmla="*/ 0 h 396"/>
              <a:gd name="T2" fmla="*/ 2147483647 w 308"/>
              <a:gd name="T3" fmla="*/ 2147483647 h 396"/>
              <a:gd name="T4" fmla="*/ 0 w 308"/>
              <a:gd name="T5" fmla="*/ 2147483647 h 396"/>
              <a:gd name="T6" fmla="*/ 0 60000 65536"/>
              <a:gd name="T7" fmla="*/ 0 60000 65536"/>
              <a:gd name="T8" fmla="*/ 0 60000 65536"/>
            </a:gdLst>
            <a:ahLst/>
            <a:cxnLst>
              <a:cxn ang="T6">
                <a:pos x="T0" y="T1"/>
              </a:cxn>
              <a:cxn ang="T7">
                <a:pos x="T2" y="T3"/>
              </a:cxn>
              <a:cxn ang="T8">
                <a:pos x="T4" y="T5"/>
              </a:cxn>
            </a:cxnLst>
            <a:rect l="0" t="0" r="r" b="b"/>
            <a:pathLst>
              <a:path w="308" h="396">
                <a:moveTo>
                  <a:pt x="308" y="0"/>
                </a:moveTo>
                <a:lnTo>
                  <a:pt x="308" y="396"/>
                </a:lnTo>
                <a:lnTo>
                  <a:pt x="0"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3" name="Line 15"/>
          <p:cNvSpPr>
            <a:spLocks noChangeShapeType="1"/>
          </p:cNvSpPr>
          <p:nvPr/>
        </p:nvSpPr>
        <p:spPr bwMode="auto">
          <a:xfrm>
            <a:off x="5575300" y="2147888"/>
            <a:ext cx="0" cy="6318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4" name="Line 16"/>
          <p:cNvSpPr>
            <a:spLocks noChangeShapeType="1"/>
          </p:cNvSpPr>
          <p:nvPr/>
        </p:nvSpPr>
        <p:spPr bwMode="auto">
          <a:xfrm flipV="1">
            <a:off x="5956300" y="4870450"/>
            <a:ext cx="9525" cy="10763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5" name="Line 17"/>
          <p:cNvSpPr>
            <a:spLocks noChangeShapeType="1"/>
          </p:cNvSpPr>
          <p:nvPr/>
        </p:nvSpPr>
        <p:spPr bwMode="auto">
          <a:xfrm flipH="1">
            <a:off x="4238625" y="2279650"/>
            <a:ext cx="0" cy="5222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6" name="Freeform 18"/>
          <p:cNvSpPr>
            <a:spLocks/>
          </p:cNvSpPr>
          <p:nvPr/>
        </p:nvSpPr>
        <p:spPr bwMode="auto">
          <a:xfrm>
            <a:off x="7272338" y="2374900"/>
            <a:ext cx="284162" cy="657225"/>
          </a:xfrm>
          <a:custGeom>
            <a:avLst/>
            <a:gdLst>
              <a:gd name="T0" fmla="*/ 0 w 176"/>
              <a:gd name="T1" fmla="*/ 0 h 392"/>
              <a:gd name="T2" fmla="*/ 0 w 176"/>
              <a:gd name="T3" fmla="*/ 2147483647 h 392"/>
              <a:gd name="T4" fmla="*/ 2147483647 w 176"/>
              <a:gd name="T5" fmla="*/ 2147483647 h 392"/>
              <a:gd name="T6" fmla="*/ 0 60000 65536"/>
              <a:gd name="T7" fmla="*/ 0 60000 65536"/>
              <a:gd name="T8" fmla="*/ 0 60000 65536"/>
            </a:gdLst>
            <a:ahLst/>
            <a:cxnLst>
              <a:cxn ang="T6">
                <a:pos x="T0" y="T1"/>
              </a:cxn>
              <a:cxn ang="T7">
                <a:pos x="T2" y="T3"/>
              </a:cxn>
              <a:cxn ang="T8">
                <a:pos x="T4" y="T5"/>
              </a:cxn>
            </a:cxnLst>
            <a:rect l="0" t="0" r="r" b="b"/>
            <a:pathLst>
              <a:path w="176" h="392">
                <a:moveTo>
                  <a:pt x="0" y="0"/>
                </a:moveTo>
                <a:lnTo>
                  <a:pt x="0" y="392"/>
                </a:lnTo>
                <a:lnTo>
                  <a:pt x="176"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7" name="Line 19"/>
          <p:cNvSpPr>
            <a:spLocks noChangeShapeType="1"/>
          </p:cNvSpPr>
          <p:nvPr/>
        </p:nvSpPr>
        <p:spPr bwMode="auto">
          <a:xfrm flipH="1" flipV="1">
            <a:off x="4892675" y="4883150"/>
            <a:ext cx="0" cy="6873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8" name="Line 20"/>
          <p:cNvSpPr>
            <a:spLocks noChangeShapeType="1"/>
          </p:cNvSpPr>
          <p:nvPr/>
        </p:nvSpPr>
        <p:spPr bwMode="auto">
          <a:xfrm flipH="1" flipV="1">
            <a:off x="3500438" y="4883150"/>
            <a:ext cx="0" cy="4048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589" name="Line 21"/>
          <p:cNvSpPr>
            <a:spLocks noChangeShapeType="1"/>
          </p:cNvSpPr>
          <p:nvPr/>
        </p:nvSpPr>
        <p:spPr bwMode="auto">
          <a:xfrm flipH="1" flipV="1">
            <a:off x="7556500" y="4683125"/>
            <a:ext cx="850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09590"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44950" y="1985963"/>
            <a:ext cx="382588"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1" name="Picture 2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9763" y="3756025"/>
            <a:ext cx="696912" cy="48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9592"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92438" y="2236788"/>
            <a:ext cx="3810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3"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91150" y="1825625"/>
            <a:ext cx="3810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4"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66063" y="2468563"/>
            <a:ext cx="382587"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5" name="Picture 2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2950" y="2066925"/>
            <a:ext cx="3810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6"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51825" y="4402138"/>
            <a:ext cx="382588"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7" name="Picture 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73738" y="5734050"/>
            <a:ext cx="38258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8" name="Picture 3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99000" y="5448300"/>
            <a:ext cx="381000" cy="401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99" name="Picture 3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05175" y="5126038"/>
            <a:ext cx="382588"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600" name="Text Box 32"/>
          <p:cNvSpPr txBox="1">
            <a:spLocks noChangeArrowheads="1"/>
          </p:cNvSpPr>
          <p:nvPr/>
        </p:nvSpPr>
        <p:spPr bwMode="auto">
          <a:xfrm>
            <a:off x="2339975" y="1879600"/>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145.13.3.10</a:t>
            </a:r>
          </a:p>
        </p:txBody>
      </p:sp>
      <p:sp>
        <p:nvSpPr>
          <p:cNvPr id="109601" name="Text Box 33"/>
          <p:cNvSpPr txBox="1">
            <a:spLocks noChangeArrowheads="1"/>
          </p:cNvSpPr>
          <p:nvPr/>
        </p:nvSpPr>
        <p:spPr bwMode="auto">
          <a:xfrm>
            <a:off x="3327400" y="1663700"/>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145.13.3.11</a:t>
            </a:r>
          </a:p>
        </p:txBody>
      </p:sp>
      <p:sp>
        <p:nvSpPr>
          <p:cNvPr id="109602" name="Text Box 34"/>
          <p:cNvSpPr txBox="1">
            <a:spLocks noChangeArrowheads="1"/>
          </p:cNvSpPr>
          <p:nvPr/>
        </p:nvSpPr>
        <p:spPr bwMode="auto">
          <a:xfrm>
            <a:off x="4641850" y="1519238"/>
            <a:ext cx="1665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145.13.3.101</a:t>
            </a:r>
          </a:p>
        </p:txBody>
      </p:sp>
      <p:sp>
        <p:nvSpPr>
          <p:cNvPr id="109603" name="Text Box 35"/>
          <p:cNvSpPr txBox="1">
            <a:spLocks noChangeArrowheads="1"/>
          </p:cNvSpPr>
          <p:nvPr/>
        </p:nvSpPr>
        <p:spPr bwMode="auto">
          <a:xfrm>
            <a:off x="6653213" y="1655763"/>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145.13.7.34</a:t>
            </a:r>
          </a:p>
        </p:txBody>
      </p:sp>
      <p:sp>
        <p:nvSpPr>
          <p:cNvPr id="109604" name="Text Box 36"/>
          <p:cNvSpPr txBox="1">
            <a:spLocks noChangeArrowheads="1"/>
          </p:cNvSpPr>
          <p:nvPr/>
        </p:nvSpPr>
        <p:spPr bwMode="auto">
          <a:xfrm>
            <a:off x="7558088" y="2044700"/>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145.13.7.35</a:t>
            </a:r>
          </a:p>
        </p:txBody>
      </p:sp>
      <p:sp>
        <p:nvSpPr>
          <p:cNvPr id="109605" name="Text Box 37"/>
          <p:cNvSpPr txBox="1">
            <a:spLocks noChangeArrowheads="1"/>
          </p:cNvSpPr>
          <p:nvPr/>
        </p:nvSpPr>
        <p:spPr bwMode="auto">
          <a:xfrm>
            <a:off x="7524750" y="4040188"/>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145.13.7.56</a:t>
            </a:r>
          </a:p>
        </p:txBody>
      </p:sp>
      <p:sp>
        <p:nvSpPr>
          <p:cNvPr id="109606" name="Text Box 38"/>
          <p:cNvSpPr txBox="1">
            <a:spLocks noChangeArrowheads="1"/>
          </p:cNvSpPr>
          <p:nvPr/>
        </p:nvSpPr>
        <p:spPr bwMode="auto">
          <a:xfrm>
            <a:off x="2700338" y="5507038"/>
            <a:ext cx="16652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145.13.21.23</a:t>
            </a:r>
          </a:p>
        </p:txBody>
      </p:sp>
      <p:sp>
        <p:nvSpPr>
          <p:cNvPr id="109607" name="Text Box 39"/>
          <p:cNvSpPr txBox="1">
            <a:spLocks noChangeArrowheads="1"/>
          </p:cNvSpPr>
          <p:nvPr/>
        </p:nvSpPr>
        <p:spPr bwMode="auto">
          <a:xfrm>
            <a:off x="4056063" y="5805488"/>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145.13.21.9</a:t>
            </a:r>
          </a:p>
        </p:txBody>
      </p:sp>
      <p:sp>
        <p:nvSpPr>
          <p:cNvPr id="109608" name="Text Box 40"/>
          <p:cNvSpPr txBox="1">
            <a:spLocks noChangeArrowheads="1"/>
          </p:cNvSpPr>
          <p:nvPr/>
        </p:nvSpPr>
        <p:spPr bwMode="auto">
          <a:xfrm>
            <a:off x="5159375" y="6127750"/>
            <a:ext cx="152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145.13.21.8</a:t>
            </a:r>
          </a:p>
        </p:txBody>
      </p:sp>
      <p:sp>
        <p:nvSpPr>
          <p:cNvPr id="109609" name="Line 41"/>
          <p:cNvSpPr>
            <a:spLocks noChangeShapeType="1"/>
          </p:cNvSpPr>
          <p:nvPr/>
        </p:nvSpPr>
        <p:spPr bwMode="auto">
          <a:xfrm flipV="1">
            <a:off x="3146425" y="4868863"/>
            <a:ext cx="3154363" cy="14287"/>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610" name="Line 42"/>
          <p:cNvSpPr>
            <a:spLocks noChangeShapeType="1"/>
          </p:cNvSpPr>
          <p:nvPr/>
        </p:nvSpPr>
        <p:spPr bwMode="auto">
          <a:xfrm>
            <a:off x="2914650" y="2790825"/>
            <a:ext cx="3094038"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611" name="Text Box 43"/>
          <p:cNvSpPr txBox="1">
            <a:spLocks noChangeArrowheads="1"/>
          </p:cNvSpPr>
          <p:nvPr/>
        </p:nvSpPr>
        <p:spPr bwMode="auto">
          <a:xfrm>
            <a:off x="3989388" y="5013325"/>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109612" name="Text Box 44"/>
          <p:cNvSpPr txBox="1">
            <a:spLocks noChangeArrowheads="1"/>
          </p:cNvSpPr>
          <p:nvPr/>
        </p:nvSpPr>
        <p:spPr bwMode="auto">
          <a:xfrm>
            <a:off x="4437063" y="1857375"/>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109613" name="Line 45"/>
          <p:cNvSpPr>
            <a:spLocks noChangeShapeType="1"/>
          </p:cNvSpPr>
          <p:nvPr/>
        </p:nvSpPr>
        <p:spPr bwMode="auto">
          <a:xfrm rot="5400000">
            <a:off x="6388100" y="3797300"/>
            <a:ext cx="233680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614" name="Text Box 46"/>
          <p:cNvSpPr txBox="1">
            <a:spLocks noChangeArrowheads="1"/>
          </p:cNvSpPr>
          <p:nvPr/>
        </p:nvSpPr>
        <p:spPr bwMode="auto">
          <a:xfrm rot="5400000">
            <a:off x="8007351" y="3521075"/>
            <a:ext cx="43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109615" name="Text Box 47"/>
          <p:cNvSpPr txBox="1">
            <a:spLocks noChangeArrowheads="1"/>
          </p:cNvSpPr>
          <p:nvPr/>
        </p:nvSpPr>
        <p:spPr bwMode="auto">
          <a:xfrm>
            <a:off x="3924300" y="4471988"/>
            <a:ext cx="21018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 </a:t>
            </a:r>
            <a:r>
              <a:rPr kumimoji="1" lang="en-US" altLang="zh-CN" sz="2000">
                <a:solidFill>
                  <a:srgbClr val="333399"/>
                </a:solidFill>
                <a:latin typeface="Arial" pitchFamily="34" charset="0"/>
              </a:rPr>
              <a:t>145.13.21.0</a:t>
            </a:r>
          </a:p>
        </p:txBody>
      </p:sp>
      <p:sp>
        <p:nvSpPr>
          <p:cNvPr id="109616" name="Text Box 48"/>
          <p:cNvSpPr txBox="1">
            <a:spLocks noChangeArrowheads="1"/>
          </p:cNvSpPr>
          <p:nvPr/>
        </p:nvSpPr>
        <p:spPr bwMode="auto">
          <a:xfrm>
            <a:off x="3851275" y="2816225"/>
            <a:ext cx="19605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 </a:t>
            </a:r>
            <a:r>
              <a:rPr kumimoji="1" lang="en-US" altLang="zh-CN" sz="2000">
                <a:solidFill>
                  <a:srgbClr val="333399"/>
                </a:solidFill>
                <a:latin typeface="Arial" pitchFamily="34" charset="0"/>
              </a:rPr>
              <a:t>145.13.3.0</a:t>
            </a:r>
          </a:p>
        </p:txBody>
      </p:sp>
      <p:sp>
        <p:nvSpPr>
          <p:cNvPr id="109617" name="Text Box 49"/>
          <p:cNvSpPr txBox="1">
            <a:spLocks noChangeArrowheads="1"/>
          </p:cNvSpPr>
          <p:nvPr/>
        </p:nvSpPr>
        <p:spPr bwMode="auto">
          <a:xfrm>
            <a:off x="6011863" y="3262313"/>
            <a:ext cx="138271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 </a:t>
            </a:r>
          </a:p>
          <a:p>
            <a:pPr eaLnBrk="1" hangingPunct="1"/>
            <a:r>
              <a:rPr kumimoji="1" lang="en-US" altLang="zh-CN" sz="2000">
                <a:solidFill>
                  <a:srgbClr val="333399"/>
                </a:solidFill>
                <a:latin typeface="Arial" pitchFamily="34" charset="0"/>
              </a:rPr>
              <a:t>145.13.7.0</a:t>
            </a:r>
          </a:p>
        </p:txBody>
      </p:sp>
      <p:pic>
        <p:nvPicPr>
          <p:cNvPr id="109618" name="Picture 5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63" y="4643438"/>
            <a:ext cx="696912"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9619" name="Picture 5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63" y="2389188"/>
            <a:ext cx="696912"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9620" name="AutoShape 52"/>
          <p:cNvSpPr>
            <a:spLocks noChangeArrowheads="1"/>
          </p:cNvSpPr>
          <p:nvPr/>
        </p:nvSpPr>
        <p:spPr bwMode="auto">
          <a:xfrm>
            <a:off x="130175" y="876300"/>
            <a:ext cx="1817688" cy="1393825"/>
          </a:xfrm>
          <a:prstGeom prst="wedgeRoundRectCallout">
            <a:avLst>
              <a:gd name="adj1" fmla="val 67731"/>
              <a:gd name="adj2" fmla="val 164009"/>
              <a:gd name="adj3" fmla="val 16667"/>
            </a:avLst>
          </a:prstGeom>
          <a:solidFill>
            <a:srgbClr val="FFFF99"/>
          </a:solidFill>
          <a:ln w="9525">
            <a:solidFill>
              <a:srgbClr val="333399"/>
            </a:solidFill>
            <a:miter lim="800000"/>
            <a:headEnd/>
            <a:tailEnd/>
          </a:ln>
          <a:effectLst>
            <a:outerShdw dist="35921" dir="2700000" algn="ctr" rotWithShape="0">
              <a:schemeClr val="bg2"/>
            </a:outerShdw>
          </a:effectLst>
        </p:spPr>
        <p:txBody>
          <a:bodyPr/>
          <a:lstStyle/>
          <a:p>
            <a:pPr algn="ctr"/>
            <a:endParaRPr kumimoji="1" lang="zh-CN" altLang="zh-CN" sz="2000">
              <a:solidFill>
                <a:srgbClr val="333399"/>
              </a:solidFill>
              <a:latin typeface="Arial" pitchFamily="34" charset="0"/>
            </a:endParaRPr>
          </a:p>
        </p:txBody>
      </p:sp>
      <p:sp>
        <p:nvSpPr>
          <p:cNvPr id="109621" name="Text Box 53"/>
          <p:cNvSpPr txBox="1">
            <a:spLocks noChangeArrowheads="1"/>
          </p:cNvSpPr>
          <p:nvPr/>
        </p:nvSpPr>
        <p:spPr bwMode="auto">
          <a:xfrm>
            <a:off x="-376238" y="908050"/>
            <a:ext cx="2776538"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所有到达网络 </a:t>
            </a:r>
            <a:r>
              <a:rPr kumimoji="1" lang="en-US" altLang="zh-CN" sz="2000">
                <a:solidFill>
                  <a:srgbClr val="333399"/>
                </a:solidFill>
                <a:latin typeface="Arial" pitchFamily="34" charset="0"/>
              </a:rPr>
              <a:t>145.13.0.0</a:t>
            </a:r>
          </a:p>
          <a:p>
            <a:pPr algn="ctr" eaLnBrk="1" hangingPunct="1"/>
            <a:r>
              <a:rPr kumimoji="1" lang="zh-CN" altLang="en-US" sz="2000">
                <a:solidFill>
                  <a:srgbClr val="333399"/>
                </a:solidFill>
                <a:latin typeface="Arial" pitchFamily="34" charset="0"/>
              </a:rPr>
              <a:t>的分组均到达</a:t>
            </a:r>
          </a:p>
          <a:p>
            <a:pPr algn="ctr" eaLnBrk="1" hangingPunct="1"/>
            <a:r>
              <a:rPr kumimoji="1" lang="zh-CN" altLang="en-US" sz="2000">
                <a:solidFill>
                  <a:srgbClr val="333399"/>
                </a:solidFill>
                <a:latin typeface="Arial" pitchFamily="34" charset="0"/>
              </a:rPr>
              <a:t>此路由器</a:t>
            </a:r>
          </a:p>
        </p:txBody>
      </p:sp>
      <p:sp>
        <p:nvSpPr>
          <p:cNvPr id="109622" name="Line 54"/>
          <p:cNvSpPr>
            <a:spLocks noChangeShapeType="1"/>
          </p:cNvSpPr>
          <p:nvPr/>
        </p:nvSpPr>
        <p:spPr bwMode="auto">
          <a:xfrm>
            <a:off x="1290638" y="2871788"/>
            <a:ext cx="538162" cy="525462"/>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623" name="Line 55"/>
          <p:cNvSpPr>
            <a:spLocks noChangeShapeType="1"/>
          </p:cNvSpPr>
          <p:nvPr/>
        </p:nvSpPr>
        <p:spPr bwMode="auto">
          <a:xfrm rot="-4386823">
            <a:off x="1137444" y="3979069"/>
            <a:ext cx="565150" cy="531812"/>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624" name="Text Box 56"/>
          <p:cNvSpPr txBox="1">
            <a:spLocks noChangeArrowheads="1"/>
          </p:cNvSpPr>
          <p:nvPr/>
        </p:nvSpPr>
        <p:spPr bwMode="auto">
          <a:xfrm>
            <a:off x="6877050" y="5680075"/>
            <a:ext cx="186848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a:solidFill>
                  <a:srgbClr val="333399"/>
                </a:solidFill>
                <a:latin typeface="Arial" pitchFamily="34" charset="0"/>
              </a:rPr>
              <a:t>网络</a:t>
            </a:r>
          </a:p>
          <a:p>
            <a:pPr algn="ctr" eaLnBrk="1" hangingPunct="1"/>
            <a:r>
              <a:rPr kumimoji="1" lang="en-US" altLang="zh-CN">
                <a:solidFill>
                  <a:srgbClr val="333399"/>
                </a:solidFill>
                <a:latin typeface="Arial" pitchFamily="34" charset="0"/>
              </a:rPr>
              <a:t>145.13.0.0</a:t>
            </a:r>
          </a:p>
        </p:txBody>
      </p:sp>
      <p:sp>
        <p:nvSpPr>
          <p:cNvPr id="109625" name="Text Box 57"/>
          <p:cNvSpPr txBox="1">
            <a:spLocks noChangeArrowheads="1"/>
          </p:cNvSpPr>
          <p:nvPr/>
        </p:nvSpPr>
        <p:spPr bwMode="auto">
          <a:xfrm>
            <a:off x="1941513" y="416718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p>
        </p:txBody>
      </p:sp>
      <p:sp>
        <p:nvSpPr>
          <p:cNvPr id="109626" name="Text Box 58"/>
          <p:cNvSpPr txBox="1">
            <a:spLocks noChangeArrowheads="1"/>
          </p:cNvSpPr>
          <p:nvPr/>
        </p:nvSpPr>
        <p:spPr bwMode="auto">
          <a:xfrm>
            <a:off x="79375" y="4284663"/>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3</a:t>
            </a:r>
          </a:p>
        </p:txBody>
      </p:sp>
      <p:sp>
        <p:nvSpPr>
          <p:cNvPr id="109627" name="Text Box 59"/>
          <p:cNvSpPr txBox="1">
            <a:spLocks noChangeArrowheads="1"/>
          </p:cNvSpPr>
          <p:nvPr/>
        </p:nvSpPr>
        <p:spPr bwMode="auto">
          <a:xfrm>
            <a:off x="150813" y="2746375"/>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p>
        </p:txBody>
      </p:sp>
    </p:spTree>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2"/>
          <p:cNvSpPr>
            <a:spLocks noGrp="1" noChangeArrowheads="1"/>
          </p:cNvSpPr>
          <p:nvPr>
            <p:ph type="body" idx="1"/>
          </p:nvPr>
        </p:nvSpPr>
        <p:spPr>
          <a:xfrm>
            <a:off x="611188" y="2051050"/>
            <a:ext cx="8281987" cy="4257675"/>
          </a:xfrm>
        </p:spPr>
        <p:txBody>
          <a:bodyPr/>
          <a:lstStyle/>
          <a:p>
            <a:pPr algn="just" eaLnBrk="1" hangingPunct="1"/>
            <a:r>
              <a:rPr lang="zh-CN" altLang="en-US" smtClean="0"/>
              <a:t>当没有划分子网时，</a:t>
            </a:r>
            <a:r>
              <a:rPr lang="en-US" altLang="zh-CN" smtClean="0"/>
              <a:t>IP </a:t>
            </a:r>
            <a:r>
              <a:rPr lang="zh-CN" altLang="en-US" smtClean="0"/>
              <a:t>地址是两级结构。</a:t>
            </a:r>
          </a:p>
          <a:p>
            <a:pPr algn="just" eaLnBrk="1" hangingPunct="1"/>
            <a:r>
              <a:rPr lang="zh-CN" altLang="en-US" smtClean="0"/>
              <a:t>划分子网后 </a:t>
            </a:r>
            <a:r>
              <a:rPr lang="en-US" altLang="zh-CN" smtClean="0"/>
              <a:t>IP </a:t>
            </a:r>
            <a:r>
              <a:rPr lang="zh-CN" altLang="en-US" smtClean="0"/>
              <a:t>地址就变成了</a:t>
            </a:r>
            <a:r>
              <a:rPr lang="zh-CN" altLang="en-US" smtClean="0">
                <a:solidFill>
                  <a:schemeClr val="hlink"/>
                </a:solidFill>
              </a:rPr>
              <a:t>三级结构</a:t>
            </a:r>
            <a:r>
              <a:rPr lang="zh-CN" altLang="en-US" smtClean="0"/>
              <a:t>。</a:t>
            </a:r>
          </a:p>
          <a:p>
            <a:pPr algn="just" eaLnBrk="1" hangingPunct="1"/>
            <a:r>
              <a:rPr lang="zh-CN" altLang="en-US" smtClean="0"/>
              <a:t>划分子网只是把 </a:t>
            </a:r>
            <a:r>
              <a:rPr lang="en-US" altLang="zh-CN" smtClean="0"/>
              <a:t>IP </a:t>
            </a:r>
            <a:r>
              <a:rPr lang="zh-CN" altLang="en-US" smtClean="0"/>
              <a:t>地址的主机号 </a:t>
            </a:r>
            <a:r>
              <a:rPr lang="en-US" altLang="zh-CN" smtClean="0"/>
              <a:t>host-id </a:t>
            </a:r>
            <a:r>
              <a:rPr lang="zh-CN" altLang="en-US" smtClean="0"/>
              <a:t>这部分进行再划分，而不改变 </a:t>
            </a:r>
            <a:r>
              <a:rPr lang="en-US" altLang="zh-CN" smtClean="0"/>
              <a:t>IP </a:t>
            </a:r>
            <a:r>
              <a:rPr lang="zh-CN" altLang="en-US" smtClean="0"/>
              <a:t>地址原来的网络号 </a:t>
            </a:r>
            <a:r>
              <a:rPr lang="en-US" altLang="zh-CN" smtClean="0"/>
              <a:t>net-id</a:t>
            </a:r>
            <a:r>
              <a:rPr lang="zh-CN" altLang="en-US" smtClean="0"/>
              <a:t>。 </a:t>
            </a:r>
          </a:p>
        </p:txBody>
      </p:sp>
      <p:sp>
        <p:nvSpPr>
          <p:cNvPr id="110595" name="Rectangle 3"/>
          <p:cNvSpPr>
            <a:spLocks noGrp="1" noChangeArrowheads="1"/>
          </p:cNvSpPr>
          <p:nvPr>
            <p:ph type="title"/>
          </p:nvPr>
        </p:nvSpPr>
        <p:spPr>
          <a:xfrm>
            <a:off x="919163" y="214313"/>
            <a:ext cx="8116887" cy="1462087"/>
          </a:xfrm>
        </p:spPr>
        <p:txBody>
          <a:bodyPr/>
          <a:lstStyle/>
          <a:p>
            <a:pPr algn="ctr" eaLnBrk="1" hangingPunct="1"/>
            <a:r>
              <a:rPr lang="zh-CN" altLang="en-US" smtClean="0"/>
              <a:t>划分子网后变成了三级结构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688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0688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p:cNvSpPr>
            <a:spLocks noGrp="1" noChangeArrowheads="1"/>
          </p:cNvSpPr>
          <p:nvPr>
            <p:ph type="body" idx="1"/>
          </p:nvPr>
        </p:nvSpPr>
        <p:spPr>
          <a:xfrm>
            <a:off x="900113" y="2051050"/>
            <a:ext cx="7632700" cy="4257675"/>
          </a:xfrm>
        </p:spPr>
        <p:txBody>
          <a:bodyPr/>
          <a:lstStyle/>
          <a:p>
            <a:pPr algn="just" eaLnBrk="1" hangingPunct="1"/>
            <a:r>
              <a:rPr lang="zh-CN" altLang="en-US" smtClean="0"/>
              <a:t>从一个</a:t>
            </a:r>
            <a:r>
              <a:rPr lang="zh-CN" altLang="en-US" sz="2000" smtClean="0"/>
              <a:t> </a:t>
            </a:r>
            <a:r>
              <a:rPr lang="en-US" altLang="zh-CN" smtClean="0"/>
              <a:t>IP</a:t>
            </a:r>
            <a:r>
              <a:rPr lang="en-US" altLang="zh-CN" sz="2000" smtClean="0"/>
              <a:t> </a:t>
            </a:r>
            <a:r>
              <a:rPr lang="zh-CN" altLang="en-US" smtClean="0"/>
              <a:t>数据报的首部并</a:t>
            </a:r>
            <a:r>
              <a:rPr lang="zh-CN" altLang="en-US" smtClean="0">
                <a:solidFill>
                  <a:schemeClr val="hlink"/>
                </a:solidFill>
              </a:rPr>
              <a:t>无法判断</a:t>
            </a:r>
            <a:r>
              <a:rPr lang="zh-CN" altLang="en-US" smtClean="0"/>
              <a:t>源主机或目的主机所连接的网络是否进行了子网划分。</a:t>
            </a:r>
          </a:p>
          <a:p>
            <a:pPr algn="just" eaLnBrk="1" hangingPunct="1"/>
            <a:r>
              <a:rPr lang="zh-CN" altLang="en-US" smtClean="0"/>
              <a:t>使用</a:t>
            </a:r>
            <a:r>
              <a:rPr lang="zh-CN" altLang="en-US" smtClean="0">
                <a:solidFill>
                  <a:schemeClr val="hlink"/>
                </a:solidFill>
              </a:rPr>
              <a:t>子网掩码</a:t>
            </a:r>
            <a:r>
              <a:rPr lang="en-US" altLang="zh-CN" smtClean="0"/>
              <a:t>(subnet mask)</a:t>
            </a:r>
            <a:r>
              <a:rPr lang="zh-CN" altLang="en-US" smtClean="0"/>
              <a:t>可以找出 </a:t>
            </a:r>
            <a:r>
              <a:rPr lang="en-US" altLang="zh-CN" smtClean="0"/>
              <a:t>IP </a:t>
            </a:r>
            <a:r>
              <a:rPr lang="zh-CN" altLang="en-US" smtClean="0"/>
              <a:t>地址中的子网部分。  </a:t>
            </a:r>
          </a:p>
        </p:txBody>
      </p:sp>
      <p:sp>
        <p:nvSpPr>
          <p:cNvPr id="111619" name="Rectangle 3"/>
          <p:cNvSpPr>
            <a:spLocks noGrp="1" noChangeArrowheads="1"/>
          </p:cNvSpPr>
          <p:nvPr>
            <p:ph type="title"/>
          </p:nvPr>
        </p:nvSpPr>
        <p:spPr>
          <a:xfrm>
            <a:off x="919163" y="214313"/>
            <a:ext cx="7540625" cy="1462087"/>
          </a:xfrm>
        </p:spPr>
        <p:txBody>
          <a:bodyPr/>
          <a:lstStyle/>
          <a:p>
            <a:pPr algn="ctr" eaLnBrk="1" hangingPunct="1"/>
            <a:r>
              <a:rPr lang="en-US" altLang="zh-CN" smtClean="0"/>
              <a:t>2.  </a:t>
            </a:r>
            <a:r>
              <a:rPr lang="zh-CN" altLang="en-US" smtClean="0"/>
              <a:t>子网掩码</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79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2"/>
          <p:cNvSpPr>
            <a:spLocks noChangeArrowheads="1"/>
          </p:cNvSpPr>
          <p:nvPr/>
        </p:nvSpPr>
        <p:spPr bwMode="auto">
          <a:xfrm>
            <a:off x="1797050" y="3644900"/>
            <a:ext cx="7110413" cy="473075"/>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43" name="Rectangle 3"/>
          <p:cNvSpPr>
            <a:spLocks noChangeArrowheads="1"/>
          </p:cNvSpPr>
          <p:nvPr/>
        </p:nvSpPr>
        <p:spPr bwMode="auto">
          <a:xfrm>
            <a:off x="1797050" y="2371725"/>
            <a:ext cx="7110413" cy="463550"/>
          </a:xfrm>
          <a:prstGeom prst="rect">
            <a:avLst/>
          </a:prstGeom>
          <a:solidFill>
            <a:srgbClr val="CCECFF"/>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44" name="Rectangle 4"/>
          <p:cNvSpPr>
            <a:spLocks noGrp="1" noChangeArrowheads="1"/>
          </p:cNvSpPr>
          <p:nvPr>
            <p:ph type="title"/>
          </p:nvPr>
        </p:nvSpPr>
        <p:spPr/>
        <p:txBody>
          <a:bodyPr/>
          <a:lstStyle/>
          <a:p>
            <a:pPr algn="ctr" eaLnBrk="1" hangingPunct="1"/>
            <a:r>
              <a:rPr lang="en-US" altLang="zh-CN" smtClean="0"/>
              <a:t>IP </a:t>
            </a:r>
            <a:r>
              <a:rPr lang="zh-CN" altLang="en-US" smtClean="0"/>
              <a:t>地址的各字段和子网掩码 </a:t>
            </a:r>
          </a:p>
        </p:txBody>
      </p:sp>
      <p:sp>
        <p:nvSpPr>
          <p:cNvPr id="508933" name="Line 5"/>
          <p:cNvSpPr>
            <a:spLocks noChangeShapeType="1"/>
          </p:cNvSpPr>
          <p:nvPr/>
        </p:nvSpPr>
        <p:spPr bwMode="auto">
          <a:xfrm>
            <a:off x="1831975" y="4408488"/>
            <a:ext cx="5245100" cy="635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34" name="Line 6"/>
          <p:cNvSpPr>
            <a:spLocks noChangeShapeType="1"/>
          </p:cNvSpPr>
          <p:nvPr/>
        </p:nvSpPr>
        <p:spPr bwMode="auto">
          <a:xfrm flipV="1">
            <a:off x="7108825" y="4408488"/>
            <a:ext cx="1778000"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2647" name="Rectangle 8"/>
          <p:cNvSpPr>
            <a:spLocks noChangeArrowheads="1"/>
          </p:cNvSpPr>
          <p:nvPr/>
        </p:nvSpPr>
        <p:spPr bwMode="auto">
          <a:xfrm>
            <a:off x="1811338" y="2384425"/>
            <a:ext cx="3490912"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48" name="Rectangle 9"/>
          <p:cNvSpPr>
            <a:spLocks noChangeArrowheads="1"/>
          </p:cNvSpPr>
          <p:nvPr/>
        </p:nvSpPr>
        <p:spPr bwMode="auto">
          <a:xfrm>
            <a:off x="2411413" y="2349500"/>
            <a:ext cx="3011487" cy="4540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145        </a:t>
            </a:r>
            <a:r>
              <a:rPr kumimoji="1" lang="en-US" altLang="zh-CN" sz="2400" b="1">
                <a:solidFill>
                  <a:srgbClr val="333399"/>
                </a:solidFill>
                <a:latin typeface="Arial" pitchFamily="34" charset="0"/>
              </a:rPr>
              <a:t>.</a:t>
            </a:r>
            <a:r>
              <a:rPr kumimoji="1" lang="en-US" altLang="zh-CN" sz="2000">
                <a:solidFill>
                  <a:srgbClr val="333399"/>
                </a:solidFill>
                <a:latin typeface="Arial" pitchFamily="34" charset="0"/>
              </a:rPr>
              <a:t>        13            </a:t>
            </a:r>
            <a:r>
              <a:rPr kumimoji="1" lang="en-US" altLang="zh-CN" sz="2400" b="1">
                <a:solidFill>
                  <a:srgbClr val="333399"/>
                </a:solidFill>
                <a:latin typeface="Arial" pitchFamily="34" charset="0"/>
              </a:rPr>
              <a:t>.</a:t>
            </a:r>
          </a:p>
        </p:txBody>
      </p:sp>
      <p:sp>
        <p:nvSpPr>
          <p:cNvPr id="112649" name="Rectangle 10"/>
          <p:cNvSpPr>
            <a:spLocks noChangeArrowheads="1"/>
          </p:cNvSpPr>
          <p:nvPr/>
        </p:nvSpPr>
        <p:spPr bwMode="auto">
          <a:xfrm>
            <a:off x="6156325" y="2349500"/>
            <a:ext cx="1946275" cy="454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         </a:t>
            </a:r>
            <a:r>
              <a:rPr kumimoji="1" lang="en-US" altLang="zh-CN" sz="2400" b="1">
                <a:solidFill>
                  <a:srgbClr val="333399"/>
                </a:solidFill>
                <a:latin typeface="Arial" pitchFamily="34" charset="0"/>
              </a:rPr>
              <a:t>.</a:t>
            </a:r>
            <a:r>
              <a:rPr kumimoji="1" lang="en-US" altLang="zh-CN" sz="2000">
                <a:solidFill>
                  <a:srgbClr val="333399"/>
                </a:solidFill>
                <a:latin typeface="Arial" pitchFamily="34" charset="0"/>
              </a:rPr>
              <a:t>         10</a:t>
            </a:r>
          </a:p>
        </p:txBody>
      </p:sp>
      <p:sp>
        <p:nvSpPr>
          <p:cNvPr id="112650" name="Rectangle 11"/>
          <p:cNvSpPr>
            <a:spLocks noChangeArrowheads="1"/>
          </p:cNvSpPr>
          <p:nvPr/>
        </p:nvSpPr>
        <p:spPr bwMode="auto">
          <a:xfrm>
            <a:off x="179388" y="2384425"/>
            <a:ext cx="15763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两级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地址</a:t>
            </a:r>
          </a:p>
        </p:txBody>
      </p:sp>
      <p:sp>
        <p:nvSpPr>
          <p:cNvPr id="508940" name="Rectangle 12"/>
          <p:cNvSpPr>
            <a:spLocks noChangeArrowheads="1"/>
          </p:cNvSpPr>
          <p:nvPr/>
        </p:nvSpPr>
        <p:spPr bwMode="auto">
          <a:xfrm>
            <a:off x="2955925" y="4303713"/>
            <a:ext cx="1160463"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2652" name="Line 13"/>
          <p:cNvSpPr>
            <a:spLocks noChangeShapeType="1"/>
          </p:cNvSpPr>
          <p:nvPr/>
        </p:nvSpPr>
        <p:spPr bwMode="auto">
          <a:xfrm>
            <a:off x="5310188" y="2379663"/>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42" name="Rectangle 14"/>
          <p:cNvSpPr>
            <a:spLocks noChangeArrowheads="1"/>
          </p:cNvSpPr>
          <p:nvPr/>
        </p:nvSpPr>
        <p:spPr bwMode="auto">
          <a:xfrm>
            <a:off x="2916238" y="4214813"/>
            <a:ext cx="3255962"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子网号为 </a:t>
            </a:r>
            <a:r>
              <a:rPr kumimoji="1" lang="en-US" altLang="zh-CN" sz="2000">
                <a:solidFill>
                  <a:srgbClr val="333399"/>
                </a:solidFill>
                <a:latin typeface="Arial" pitchFamily="34" charset="0"/>
              </a:rPr>
              <a:t>3 </a:t>
            </a:r>
            <a:r>
              <a:rPr kumimoji="1" lang="zh-CN" altLang="en-US" sz="2000">
                <a:solidFill>
                  <a:srgbClr val="333399"/>
                </a:solidFill>
                <a:latin typeface="Arial" pitchFamily="34" charset="0"/>
              </a:rPr>
              <a:t>的网络的网络号</a:t>
            </a:r>
          </a:p>
        </p:txBody>
      </p:sp>
      <p:sp>
        <p:nvSpPr>
          <p:cNvPr id="508943" name="Rectangle 15"/>
          <p:cNvSpPr>
            <a:spLocks noChangeArrowheads="1"/>
          </p:cNvSpPr>
          <p:nvPr/>
        </p:nvSpPr>
        <p:spPr bwMode="auto">
          <a:xfrm>
            <a:off x="1824038" y="3665538"/>
            <a:ext cx="5268912"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46" name="Rectangle 18"/>
          <p:cNvSpPr>
            <a:spLocks noChangeArrowheads="1"/>
          </p:cNvSpPr>
          <p:nvPr/>
        </p:nvSpPr>
        <p:spPr bwMode="auto">
          <a:xfrm>
            <a:off x="179388" y="3665538"/>
            <a:ext cx="15763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三级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地址</a:t>
            </a:r>
          </a:p>
        </p:txBody>
      </p:sp>
      <p:sp>
        <p:nvSpPr>
          <p:cNvPr id="508947" name="Rectangle 19"/>
          <p:cNvSpPr>
            <a:spLocks noChangeArrowheads="1"/>
          </p:cNvSpPr>
          <p:nvPr/>
        </p:nvSpPr>
        <p:spPr bwMode="auto">
          <a:xfrm>
            <a:off x="7640638" y="4303713"/>
            <a:ext cx="889000"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48" name="Line 20"/>
          <p:cNvSpPr>
            <a:spLocks noChangeShapeType="1"/>
          </p:cNvSpPr>
          <p:nvPr/>
        </p:nvSpPr>
        <p:spPr bwMode="auto">
          <a:xfrm>
            <a:off x="5310188" y="3663950"/>
            <a:ext cx="0" cy="450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49" name="Rectangle 21"/>
          <p:cNvSpPr>
            <a:spLocks noChangeArrowheads="1"/>
          </p:cNvSpPr>
          <p:nvPr/>
        </p:nvSpPr>
        <p:spPr bwMode="auto">
          <a:xfrm>
            <a:off x="7589838" y="4149725"/>
            <a:ext cx="942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主机号</a:t>
            </a:r>
          </a:p>
        </p:txBody>
      </p:sp>
      <p:sp>
        <p:nvSpPr>
          <p:cNvPr id="508951" name="Line 23"/>
          <p:cNvSpPr>
            <a:spLocks noChangeShapeType="1"/>
          </p:cNvSpPr>
          <p:nvPr/>
        </p:nvSpPr>
        <p:spPr bwMode="auto">
          <a:xfrm>
            <a:off x="7108825" y="3651250"/>
            <a:ext cx="0" cy="452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55" name="Line 27"/>
          <p:cNvSpPr>
            <a:spLocks noChangeShapeType="1"/>
          </p:cNvSpPr>
          <p:nvPr/>
        </p:nvSpPr>
        <p:spPr bwMode="auto">
          <a:xfrm>
            <a:off x="1809750" y="4156075"/>
            <a:ext cx="0" cy="393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56" name="Line 28"/>
          <p:cNvSpPr>
            <a:spLocks noChangeShapeType="1"/>
          </p:cNvSpPr>
          <p:nvPr/>
        </p:nvSpPr>
        <p:spPr bwMode="auto">
          <a:xfrm>
            <a:off x="7108825" y="3141663"/>
            <a:ext cx="0" cy="434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57" name="Rectangle 29"/>
          <p:cNvSpPr>
            <a:spLocks noChangeArrowheads="1"/>
          </p:cNvSpPr>
          <p:nvPr/>
        </p:nvSpPr>
        <p:spPr bwMode="auto">
          <a:xfrm>
            <a:off x="350838" y="47625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子网掩码</a:t>
            </a:r>
          </a:p>
        </p:txBody>
      </p:sp>
      <p:sp>
        <p:nvSpPr>
          <p:cNvPr id="112663" name="Line 30"/>
          <p:cNvSpPr>
            <a:spLocks noChangeShapeType="1"/>
          </p:cNvSpPr>
          <p:nvPr/>
        </p:nvSpPr>
        <p:spPr bwMode="auto">
          <a:xfrm>
            <a:off x="1809750" y="2092325"/>
            <a:ext cx="348297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2664" name="Line 31"/>
          <p:cNvSpPr>
            <a:spLocks noChangeShapeType="1"/>
          </p:cNvSpPr>
          <p:nvPr/>
        </p:nvSpPr>
        <p:spPr bwMode="auto">
          <a:xfrm>
            <a:off x="1809750" y="1881188"/>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2665" name="Line 32"/>
          <p:cNvSpPr>
            <a:spLocks noChangeShapeType="1"/>
          </p:cNvSpPr>
          <p:nvPr/>
        </p:nvSpPr>
        <p:spPr bwMode="auto">
          <a:xfrm>
            <a:off x="8907463" y="1881188"/>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2666" name="Rectangle 33"/>
          <p:cNvSpPr>
            <a:spLocks noChangeArrowheads="1"/>
          </p:cNvSpPr>
          <p:nvPr/>
        </p:nvSpPr>
        <p:spPr bwMode="auto">
          <a:xfrm>
            <a:off x="3108325" y="1844675"/>
            <a:ext cx="815975"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chemeClr val="folHlink"/>
                </a:solidFill>
                <a:latin typeface="Arial" pitchFamily="34" charset="0"/>
              </a:rPr>
              <a:t>net-id</a:t>
            </a:r>
          </a:p>
        </p:txBody>
      </p:sp>
      <p:sp>
        <p:nvSpPr>
          <p:cNvPr id="112667" name="Line 34"/>
          <p:cNvSpPr>
            <a:spLocks noChangeShapeType="1"/>
          </p:cNvSpPr>
          <p:nvPr/>
        </p:nvSpPr>
        <p:spPr bwMode="auto">
          <a:xfrm>
            <a:off x="5337175" y="2092325"/>
            <a:ext cx="358298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2668" name="Rectangle 35"/>
          <p:cNvSpPr>
            <a:spLocks noChangeArrowheads="1"/>
          </p:cNvSpPr>
          <p:nvPr/>
        </p:nvSpPr>
        <p:spPr bwMode="auto">
          <a:xfrm>
            <a:off x="6653213" y="1844675"/>
            <a:ext cx="942975"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chemeClr val="folHlink"/>
                </a:solidFill>
                <a:latin typeface="Arial" pitchFamily="34" charset="0"/>
              </a:rPr>
              <a:t>host-id</a:t>
            </a:r>
          </a:p>
        </p:txBody>
      </p:sp>
      <p:sp>
        <p:nvSpPr>
          <p:cNvPr id="112669" name="Line 36"/>
          <p:cNvSpPr>
            <a:spLocks noChangeShapeType="1"/>
          </p:cNvSpPr>
          <p:nvPr/>
        </p:nvSpPr>
        <p:spPr bwMode="auto">
          <a:xfrm>
            <a:off x="5310188" y="1881188"/>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65" name="Line 37"/>
          <p:cNvSpPr>
            <a:spLocks noChangeShapeType="1"/>
          </p:cNvSpPr>
          <p:nvPr/>
        </p:nvSpPr>
        <p:spPr bwMode="auto">
          <a:xfrm flipV="1">
            <a:off x="1809750" y="3343275"/>
            <a:ext cx="3495675"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66" name="Line 38"/>
          <p:cNvSpPr>
            <a:spLocks noChangeShapeType="1"/>
          </p:cNvSpPr>
          <p:nvPr/>
        </p:nvSpPr>
        <p:spPr bwMode="auto">
          <a:xfrm>
            <a:off x="1809750" y="3144838"/>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67" name="Line 39"/>
          <p:cNvSpPr>
            <a:spLocks noChangeShapeType="1"/>
          </p:cNvSpPr>
          <p:nvPr/>
        </p:nvSpPr>
        <p:spPr bwMode="auto">
          <a:xfrm>
            <a:off x="8907463" y="3144838"/>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69" name="Line 41"/>
          <p:cNvSpPr>
            <a:spLocks noChangeShapeType="1"/>
          </p:cNvSpPr>
          <p:nvPr/>
        </p:nvSpPr>
        <p:spPr bwMode="auto">
          <a:xfrm flipV="1">
            <a:off x="5337175" y="3343275"/>
            <a:ext cx="3570288"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71" name="Line 43"/>
          <p:cNvSpPr>
            <a:spLocks noChangeShapeType="1"/>
          </p:cNvSpPr>
          <p:nvPr/>
        </p:nvSpPr>
        <p:spPr bwMode="auto">
          <a:xfrm>
            <a:off x="5310188" y="3144838"/>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8972" name="Line 44"/>
          <p:cNvSpPr>
            <a:spLocks noChangeShapeType="1"/>
          </p:cNvSpPr>
          <p:nvPr/>
        </p:nvSpPr>
        <p:spPr bwMode="auto">
          <a:xfrm>
            <a:off x="7092950" y="4208463"/>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73" name="Line 45"/>
          <p:cNvSpPr>
            <a:spLocks noChangeShapeType="1"/>
          </p:cNvSpPr>
          <p:nvPr/>
        </p:nvSpPr>
        <p:spPr bwMode="auto">
          <a:xfrm>
            <a:off x="8907463" y="4156075"/>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74" name="Rectangle 46"/>
          <p:cNvSpPr>
            <a:spLocks noChangeArrowheads="1"/>
          </p:cNvSpPr>
          <p:nvPr/>
        </p:nvSpPr>
        <p:spPr bwMode="auto">
          <a:xfrm>
            <a:off x="350838" y="5503863"/>
            <a:ext cx="1196975" cy="698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a:solidFill>
                  <a:srgbClr val="333399"/>
                </a:solidFill>
                <a:latin typeface="Arial" pitchFamily="34" charset="0"/>
              </a:rPr>
              <a:t>子网的</a:t>
            </a:r>
          </a:p>
          <a:p>
            <a:pPr algn="ctr" defTabSz="762000" eaLnBrk="0" hangingPunct="0"/>
            <a:r>
              <a:rPr kumimoji="1" lang="zh-CN" altLang="en-US" sz="2000">
                <a:solidFill>
                  <a:srgbClr val="333399"/>
                </a:solidFill>
                <a:latin typeface="Arial" pitchFamily="34" charset="0"/>
              </a:rPr>
              <a:t>网络地址</a:t>
            </a:r>
          </a:p>
        </p:txBody>
      </p:sp>
      <p:sp>
        <p:nvSpPr>
          <p:cNvPr id="508975" name="Rectangle 47"/>
          <p:cNvSpPr>
            <a:spLocks noChangeArrowheads="1"/>
          </p:cNvSpPr>
          <p:nvPr/>
        </p:nvSpPr>
        <p:spPr bwMode="auto">
          <a:xfrm>
            <a:off x="7092950" y="4797425"/>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76" name="Rectangle 48"/>
          <p:cNvSpPr>
            <a:spLocks noChangeArrowheads="1"/>
          </p:cNvSpPr>
          <p:nvPr/>
        </p:nvSpPr>
        <p:spPr bwMode="auto">
          <a:xfrm>
            <a:off x="1835150" y="4797425"/>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08977" name="Group 49"/>
          <p:cNvGrpSpPr>
            <a:grpSpLocks/>
          </p:cNvGrpSpPr>
          <p:nvPr/>
        </p:nvGrpSpPr>
        <p:grpSpPr bwMode="auto">
          <a:xfrm>
            <a:off x="1790700" y="4797425"/>
            <a:ext cx="7096125" cy="454025"/>
            <a:chOff x="1116" y="3092"/>
            <a:chExt cx="4470" cy="286"/>
          </a:xfrm>
        </p:grpSpPr>
        <p:sp>
          <p:nvSpPr>
            <p:cNvPr id="112692" name="Rectangle 50"/>
            <p:cNvSpPr>
              <a:spLocks noChangeArrowheads="1"/>
            </p:cNvSpPr>
            <p:nvPr/>
          </p:nvSpPr>
          <p:spPr bwMode="auto">
            <a:xfrm>
              <a:off x="1116" y="3092"/>
              <a:ext cx="3346" cy="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1 1 1 1 1 1 1 1 1 1 1 1 1 1 1 1</a:t>
              </a:r>
              <a:r>
                <a:rPr kumimoji="1" lang="en-US" altLang="zh-CN" sz="2400">
                  <a:solidFill>
                    <a:srgbClr val="333399"/>
                  </a:solidFill>
                  <a:latin typeface="Arial" pitchFamily="34" charset="0"/>
                </a:rPr>
                <a:t>  </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1 1 1 1 1 1 1 1</a:t>
              </a:r>
            </a:p>
          </p:txBody>
        </p:sp>
        <p:sp>
          <p:nvSpPr>
            <p:cNvPr id="112693" name="Rectangle 51"/>
            <p:cNvSpPr>
              <a:spLocks noChangeArrowheads="1"/>
            </p:cNvSpPr>
            <p:nvPr/>
          </p:nvSpPr>
          <p:spPr bwMode="auto">
            <a:xfrm>
              <a:off x="4452" y="3111"/>
              <a:ext cx="1134" cy="24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0 0 0 0 0 0 0 0</a:t>
              </a:r>
            </a:p>
          </p:txBody>
        </p:sp>
      </p:grpSp>
      <p:sp>
        <p:nvSpPr>
          <p:cNvPr id="508980" name="Line 52"/>
          <p:cNvSpPr>
            <a:spLocks noChangeShapeType="1"/>
          </p:cNvSpPr>
          <p:nvPr/>
        </p:nvSpPr>
        <p:spPr bwMode="auto">
          <a:xfrm>
            <a:off x="5310188" y="4797425"/>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81" name="Rectangle 53"/>
          <p:cNvSpPr>
            <a:spLocks noChangeArrowheads="1"/>
          </p:cNvSpPr>
          <p:nvPr/>
        </p:nvSpPr>
        <p:spPr bwMode="auto">
          <a:xfrm>
            <a:off x="7092950" y="5661025"/>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82" name="Rectangle 54"/>
          <p:cNvSpPr>
            <a:spLocks noChangeArrowheads="1"/>
          </p:cNvSpPr>
          <p:nvPr/>
        </p:nvSpPr>
        <p:spPr bwMode="auto">
          <a:xfrm>
            <a:off x="1835150" y="5661025"/>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83" name="Line 55"/>
          <p:cNvSpPr>
            <a:spLocks noChangeShapeType="1"/>
          </p:cNvSpPr>
          <p:nvPr/>
        </p:nvSpPr>
        <p:spPr bwMode="auto">
          <a:xfrm>
            <a:off x="5310188" y="5661025"/>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8986" name="Rectangle 58"/>
          <p:cNvSpPr>
            <a:spLocks noChangeArrowheads="1"/>
          </p:cNvSpPr>
          <p:nvPr/>
        </p:nvSpPr>
        <p:spPr bwMode="auto">
          <a:xfrm>
            <a:off x="7812088" y="5684838"/>
            <a:ext cx="322262"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112686" name="Rectangle 60"/>
          <p:cNvSpPr>
            <a:spLocks noChangeArrowheads="1"/>
          </p:cNvSpPr>
          <p:nvPr/>
        </p:nvSpPr>
        <p:spPr bwMode="auto">
          <a:xfrm>
            <a:off x="3132138" y="3141663"/>
            <a:ext cx="815975"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chemeClr val="folHlink"/>
                </a:solidFill>
                <a:latin typeface="Arial" pitchFamily="34" charset="0"/>
              </a:rPr>
              <a:t>net-id</a:t>
            </a:r>
          </a:p>
        </p:txBody>
      </p:sp>
      <p:sp>
        <p:nvSpPr>
          <p:cNvPr id="112687" name="Rectangle 25"/>
          <p:cNvSpPr>
            <a:spLocks noChangeArrowheads="1"/>
          </p:cNvSpPr>
          <p:nvPr/>
        </p:nvSpPr>
        <p:spPr bwMode="auto">
          <a:xfrm>
            <a:off x="5578475" y="3141663"/>
            <a:ext cx="1225550"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subnet-id</a:t>
            </a:r>
          </a:p>
        </p:txBody>
      </p:sp>
      <p:sp>
        <p:nvSpPr>
          <p:cNvPr id="508945" name="Rectangle 17"/>
          <p:cNvSpPr>
            <a:spLocks noChangeArrowheads="1"/>
          </p:cNvSpPr>
          <p:nvPr/>
        </p:nvSpPr>
        <p:spPr bwMode="auto">
          <a:xfrm>
            <a:off x="7567613" y="3141663"/>
            <a:ext cx="942975" cy="393700"/>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host-id</a:t>
            </a:r>
          </a:p>
        </p:txBody>
      </p:sp>
      <p:sp>
        <p:nvSpPr>
          <p:cNvPr id="112689" name="Rectangle 61"/>
          <p:cNvSpPr>
            <a:spLocks noChangeArrowheads="1"/>
          </p:cNvSpPr>
          <p:nvPr/>
        </p:nvSpPr>
        <p:spPr bwMode="auto">
          <a:xfrm>
            <a:off x="2411413" y="3644900"/>
            <a:ext cx="3011487" cy="4540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145        </a:t>
            </a:r>
            <a:r>
              <a:rPr kumimoji="1" lang="en-US" altLang="zh-CN" sz="2400" b="1">
                <a:solidFill>
                  <a:srgbClr val="333399"/>
                </a:solidFill>
                <a:latin typeface="Arial" pitchFamily="34" charset="0"/>
              </a:rPr>
              <a:t>.</a:t>
            </a:r>
            <a:r>
              <a:rPr kumimoji="1" lang="en-US" altLang="zh-CN" sz="2000">
                <a:solidFill>
                  <a:srgbClr val="333399"/>
                </a:solidFill>
                <a:latin typeface="Arial" pitchFamily="34" charset="0"/>
              </a:rPr>
              <a:t>        13            </a:t>
            </a:r>
            <a:r>
              <a:rPr kumimoji="1" lang="en-US" altLang="zh-CN" sz="2400" b="1">
                <a:solidFill>
                  <a:srgbClr val="333399"/>
                </a:solidFill>
                <a:latin typeface="Arial" pitchFamily="34" charset="0"/>
              </a:rPr>
              <a:t>.</a:t>
            </a:r>
          </a:p>
        </p:txBody>
      </p:sp>
      <p:sp>
        <p:nvSpPr>
          <p:cNvPr id="112690" name="Rectangle 63"/>
          <p:cNvSpPr>
            <a:spLocks noChangeArrowheads="1"/>
          </p:cNvSpPr>
          <p:nvPr/>
        </p:nvSpPr>
        <p:spPr bwMode="auto">
          <a:xfrm>
            <a:off x="2411413" y="5661025"/>
            <a:ext cx="3921125" cy="4540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145        </a:t>
            </a:r>
            <a:r>
              <a:rPr kumimoji="1" lang="en-US" altLang="zh-CN" sz="2400" b="1">
                <a:solidFill>
                  <a:srgbClr val="333399"/>
                </a:solidFill>
                <a:latin typeface="Arial" pitchFamily="34" charset="0"/>
              </a:rPr>
              <a:t>.</a:t>
            </a:r>
            <a:r>
              <a:rPr kumimoji="1" lang="en-US" altLang="zh-CN" sz="2000">
                <a:solidFill>
                  <a:srgbClr val="333399"/>
                </a:solidFill>
                <a:latin typeface="Arial" pitchFamily="34" charset="0"/>
              </a:rPr>
              <a:t>        13            </a:t>
            </a:r>
            <a:r>
              <a:rPr kumimoji="1" lang="en-US" altLang="zh-CN" sz="2400" b="1">
                <a:solidFill>
                  <a:srgbClr val="333399"/>
                </a:solidFill>
                <a:latin typeface="Arial" pitchFamily="34" charset="0"/>
              </a:rPr>
              <a:t>.</a:t>
            </a:r>
            <a:r>
              <a:rPr kumimoji="1" lang="en-US" altLang="zh-CN" sz="2000">
                <a:solidFill>
                  <a:srgbClr val="333399"/>
                </a:solidFill>
                <a:latin typeface="Arial" pitchFamily="34" charset="0"/>
              </a:rPr>
              <a:t>           3</a:t>
            </a:r>
          </a:p>
        </p:txBody>
      </p:sp>
      <p:sp>
        <p:nvSpPr>
          <p:cNvPr id="112691" name="Rectangle 64"/>
          <p:cNvSpPr>
            <a:spLocks noChangeArrowheads="1"/>
          </p:cNvSpPr>
          <p:nvPr/>
        </p:nvSpPr>
        <p:spPr bwMode="auto">
          <a:xfrm>
            <a:off x="6156325" y="3644900"/>
            <a:ext cx="1946275" cy="454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         </a:t>
            </a:r>
            <a:r>
              <a:rPr kumimoji="1" lang="en-US" altLang="zh-CN" sz="2400" b="1">
                <a:solidFill>
                  <a:srgbClr val="333399"/>
                </a:solidFill>
                <a:latin typeface="Arial" pitchFamily="34" charset="0"/>
              </a:rPr>
              <a:t>.</a:t>
            </a:r>
            <a:r>
              <a:rPr kumimoji="1" lang="en-US" altLang="zh-CN" sz="2000">
                <a:solidFill>
                  <a:srgbClr val="333399"/>
                </a:solidFill>
                <a:latin typeface="Arial" pitchFamily="34" charset="0"/>
              </a:rPr>
              <a:t>         10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893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893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0893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0894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0894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0894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0894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0894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0894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0894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0894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0895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0895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0895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08965"/>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0896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0896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0896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08971"/>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08972"/>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08973"/>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0895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0897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089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08977"/>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08980"/>
                                        </p:tgtEl>
                                        <p:attrNameLst>
                                          <p:attrName>style.visibility</p:attrName>
                                        </p:attrNameLst>
                                      </p:cBhvr>
                                      <p:to>
                                        <p:strVal val="visible"/>
                                      </p:to>
                                    </p:set>
                                  </p:childTnLst>
                                </p:cTn>
                              </p:par>
                            </p:childTnLst>
                          </p:cTn>
                        </p:par>
                        <p:par>
                          <p:cTn id="59" fill="hold" nodeType="afterGroup">
                            <p:stCondLst>
                              <p:cond delay="0"/>
                            </p:stCondLst>
                            <p:childTnLst>
                              <p:par>
                                <p:cTn id="60" presetID="35" presetClass="emph" presetSubtype="0" repeatCount="3000" fill="hold" nodeType="afterEffect">
                                  <p:stCondLst>
                                    <p:cond delay="500"/>
                                  </p:stCondLst>
                                  <p:childTnLst>
                                    <p:anim calcmode="discrete" valueType="str">
                                      <p:cBhvr>
                                        <p:cTn id="61" dur="1000" fill="hold"/>
                                        <p:tgtEl>
                                          <p:spTgt spid="508977"/>
                                        </p:tgtEl>
                                        <p:attrNameLst>
                                          <p:attrName>style.visibility</p:attrName>
                                        </p:attrNameLst>
                                      </p:cBhvr>
                                      <p:tavLst>
                                        <p:tav tm="0">
                                          <p:val>
                                            <p:strVal val="hidden"/>
                                          </p:val>
                                        </p:tav>
                                        <p:tav tm="50000">
                                          <p:val>
                                            <p:strVal val="visible"/>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508974"/>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508981"/>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508982"/>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508983"/>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08986"/>
                                        </p:tgtEl>
                                        <p:attrNameLst>
                                          <p:attrName>style.visibility</p:attrName>
                                        </p:attrNameLst>
                                      </p:cBhvr>
                                      <p:to>
                                        <p:strVal val="visible"/>
                                      </p:to>
                                    </p:set>
                                  </p:childTnLst>
                                </p:cTn>
                              </p:par>
                            </p:childTnLst>
                          </p:cTn>
                        </p:par>
                        <p:par>
                          <p:cTn id="74" fill="hold" nodeType="afterGroup">
                            <p:stCondLst>
                              <p:cond delay="0"/>
                            </p:stCondLst>
                            <p:childTnLst>
                              <p:par>
                                <p:cTn id="75" presetID="35" presetClass="emph" presetSubtype="0" repeatCount="3000" fill="hold" grpId="1" nodeType="afterEffect">
                                  <p:stCondLst>
                                    <p:cond delay="500"/>
                                  </p:stCondLst>
                                  <p:childTnLst>
                                    <p:anim calcmode="discrete" valueType="str">
                                      <p:cBhvr>
                                        <p:cTn id="76" dur="1000" fill="hold"/>
                                        <p:tgtEl>
                                          <p:spTgt spid="50897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nimBg="1"/>
      <p:bldP spid="508933" grpId="0" animBg="1"/>
      <p:bldP spid="508934" grpId="0" animBg="1"/>
      <p:bldP spid="508940" grpId="0" animBg="1"/>
      <p:bldP spid="508942" grpId="0" animBg="1"/>
      <p:bldP spid="508943" grpId="0" animBg="1"/>
      <p:bldP spid="508946" grpId="0"/>
      <p:bldP spid="508947" grpId="0" animBg="1"/>
      <p:bldP spid="508948" grpId="0" animBg="1"/>
      <p:bldP spid="508949" grpId="0"/>
      <p:bldP spid="508951" grpId="0" animBg="1"/>
      <p:bldP spid="508955" grpId="0" animBg="1"/>
      <p:bldP spid="508956" grpId="0" animBg="1"/>
      <p:bldP spid="508957" grpId="0"/>
      <p:bldP spid="508965" grpId="0" animBg="1"/>
      <p:bldP spid="508966" grpId="0" animBg="1"/>
      <p:bldP spid="508967" grpId="0" animBg="1"/>
      <p:bldP spid="508969" grpId="0" animBg="1"/>
      <p:bldP spid="508971" grpId="0" animBg="1"/>
      <p:bldP spid="508972" grpId="0" animBg="1"/>
      <p:bldP spid="508973" grpId="0" animBg="1"/>
      <p:bldP spid="508974" grpId="0"/>
      <p:bldP spid="508974" grpId="1"/>
      <p:bldP spid="508975" grpId="0" animBg="1"/>
      <p:bldP spid="508976" grpId="0" animBg="1"/>
      <p:bldP spid="508980" grpId="0" animBg="1"/>
      <p:bldP spid="508981" grpId="0" animBg="1"/>
      <p:bldP spid="508982" grpId="0" animBg="1"/>
      <p:bldP spid="508983" grpId="0" animBg="1"/>
      <p:bldP spid="508986" grpId="0"/>
      <p:bldP spid="508945"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p:cNvSpPr>
            <a:spLocks noChangeArrowheads="1"/>
          </p:cNvSpPr>
          <p:nvPr/>
        </p:nvSpPr>
        <p:spPr bwMode="auto">
          <a:xfrm>
            <a:off x="1797050" y="3654425"/>
            <a:ext cx="7110413" cy="46355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67" name="Rectangle 3"/>
          <p:cNvSpPr>
            <a:spLocks noChangeArrowheads="1"/>
          </p:cNvSpPr>
          <p:nvPr/>
        </p:nvSpPr>
        <p:spPr bwMode="auto">
          <a:xfrm>
            <a:off x="1797050" y="2371725"/>
            <a:ext cx="7110413" cy="463550"/>
          </a:xfrm>
          <a:prstGeom prst="rect">
            <a:avLst/>
          </a:prstGeom>
          <a:solidFill>
            <a:srgbClr val="CCECFF"/>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9956" name="Rectangle 4"/>
          <p:cNvSpPr>
            <a:spLocks noGrp="1" noChangeArrowheads="1"/>
          </p:cNvSpPr>
          <p:nvPr>
            <p:ph type="title"/>
          </p:nvPr>
        </p:nvSpPr>
        <p:spPr/>
        <p:txBody>
          <a:bodyPr/>
          <a:lstStyle/>
          <a:p>
            <a:pPr algn="ctr" eaLnBrk="1" hangingPunct="1"/>
            <a:r>
              <a:rPr lang="en-US" altLang="zh-CN" smtClean="0"/>
              <a:t>(IP</a:t>
            </a:r>
            <a:r>
              <a:rPr lang="en-US" altLang="zh-CN" sz="2000" smtClean="0"/>
              <a:t> </a:t>
            </a:r>
            <a:r>
              <a:rPr lang="zh-CN" altLang="en-US" smtClean="0"/>
              <a:t>地址</a:t>
            </a:r>
            <a:r>
              <a:rPr lang="en-US" altLang="zh-CN" smtClean="0"/>
              <a:t>) AND (</a:t>
            </a:r>
            <a:r>
              <a:rPr lang="zh-CN" altLang="en-US" smtClean="0"/>
              <a:t>子网掩码</a:t>
            </a:r>
            <a:r>
              <a:rPr lang="en-US" altLang="zh-CN" smtClean="0"/>
              <a:t>) =</a:t>
            </a:r>
            <a:br>
              <a:rPr lang="en-US" altLang="zh-CN" smtClean="0"/>
            </a:br>
            <a:r>
              <a:rPr lang="zh-CN" altLang="en-US" smtClean="0"/>
              <a:t>网络地址</a:t>
            </a:r>
          </a:p>
        </p:txBody>
      </p:sp>
      <p:sp>
        <p:nvSpPr>
          <p:cNvPr id="113669" name="Line 5"/>
          <p:cNvSpPr>
            <a:spLocks noChangeShapeType="1"/>
          </p:cNvSpPr>
          <p:nvPr/>
        </p:nvSpPr>
        <p:spPr bwMode="auto">
          <a:xfrm flipV="1">
            <a:off x="1831975" y="4408488"/>
            <a:ext cx="347821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3670" name="Line 6"/>
          <p:cNvSpPr>
            <a:spLocks noChangeShapeType="1"/>
          </p:cNvSpPr>
          <p:nvPr/>
        </p:nvSpPr>
        <p:spPr bwMode="auto">
          <a:xfrm flipV="1">
            <a:off x="7108825" y="4408488"/>
            <a:ext cx="1778000"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3671" name="Line 7"/>
          <p:cNvSpPr>
            <a:spLocks noChangeShapeType="1"/>
          </p:cNvSpPr>
          <p:nvPr/>
        </p:nvSpPr>
        <p:spPr bwMode="auto">
          <a:xfrm flipV="1">
            <a:off x="5310188" y="4408488"/>
            <a:ext cx="179070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3672" name="Rectangle 8"/>
          <p:cNvSpPr>
            <a:spLocks noChangeArrowheads="1"/>
          </p:cNvSpPr>
          <p:nvPr/>
        </p:nvSpPr>
        <p:spPr bwMode="auto">
          <a:xfrm>
            <a:off x="1811338" y="2384425"/>
            <a:ext cx="3490912"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73" name="Rectangle 9"/>
          <p:cNvSpPr>
            <a:spLocks noChangeArrowheads="1"/>
          </p:cNvSpPr>
          <p:nvPr/>
        </p:nvSpPr>
        <p:spPr bwMode="auto">
          <a:xfrm>
            <a:off x="2646363" y="2406650"/>
            <a:ext cx="164782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网络号 </a:t>
            </a:r>
            <a:r>
              <a:rPr kumimoji="1" lang="en-US" altLang="zh-CN" sz="2000">
                <a:solidFill>
                  <a:srgbClr val="333399"/>
                </a:solidFill>
                <a:latin typeface="Arial" pitchFamily="34" charset="0"/>
              </a:rPr>
              <a:t>net-id</a:t>
            </a:r>
          </a:p>
        </p:txBody>
      </p:sp>
      <p:sp>
        <p:nvSpPr>
          <p:cNvPr id="113674" name="Rectangle 10"/>
          <p:cNvSpPr>
            <a:spLocks noChangeArrowheads="1"/>
          </p:cNvSpPr>
          <p:nvPr/>
        </p:nvSpPr>
        <p:spPr bwMode="auto">
          <a:xfrm>
            <a:off x="6243638" y="2406650"/>
            <a:ext cx="1774825"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主机号 </a:t>
            </a:r>
            <a:r>
              <a:rPr kumimoji="1" lang="en-US" altLang="zh-CN" sz="2000">
                <a:solidFill>
                  <a:srgbClr val="333399"/>
                </a:solidFill>
                <a:latin typeface="Arial" pitchFamily="34" charset="0"/>
              </a:rPr>
              <a:t>host-id</a:t>
            </a:r>
          </a:p>
        </p:txBody>
      </p:sp>
      <p:sp>
        <p:nvSpPr>
          <p:cNvPr id="113675" name="Rectangle 11"/>
          <p:cNvSpPr>
            <a:spLocks noChangeArrowheads="1"/>
          </p:cNvSpPr>
          <p:nvPr/>
        </p:nvSpPr>
        <p:spPr bwMode="auto">
          <a:xfrm>
            <a:off x="179388" y="2384425"/>
            <a:ext cx="15763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两级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地址</a:t>
            </a:r>
          </a:p>
        </p:txBody>
      </p:sp>
      <p:sp>
        <p:nvSpPr>
          <p:cNvPr id="113676" name="Rectangle 12"/>
          <p:cNvSpPr>
            <a:spLocks noChangeArrowheads="1"/>
          </p:cNvSpPr>
          <p:nvPr/>
        </p:nvSpPr>
        <p:spPr bwMode="auto">
          <a:xfrm>
            <a:off x="2955925" y="4303713"/>
            <a:ext cx="1160463"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77" name="Line 13"/>
          <p:cNvSpPr>
            <a:spLocks noChangeShapeType="1"/>
          </p:cNvSpPr>
          <p:nvPr/>
        </p:nvSpPr>
        <p:spPr bwMode="auto">
          <a:xfrm>
            <a:off x="5310188" y="2379663"/>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78" name="Rectangle 14"/>
          <p:cNvSpPr>
            <a:spLocks noChangeArrowheads="1"/>
          </p:cNvSpPr>
          <p:nvPr/>
        </p:nvSpPr>
        <p:spPr bwMode="auto">
          <a:xfrm>
            <a:off x="3040063" y="4225925"/>
            <a:ext cx="942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网络号</a:t>
            </a:r>
          </a:p>
        </p:txBody>
      </p:sp>
      <p:sp>
        <p:nvSpPr>
          <p:cNvPr id="113679" name="Rectangle 15"/>
          <p:cNvSpPr>
            <a:spLocks noChangeArrowheads="1"/>
          </p:cNvSpPr>
          <p:nvPr/>
        </p:nvSpPr>
        <p:spPr bwMode="auto">
          <a:xfrm>
            <a:off x="1824038" y="3665538"/>
            <a:ext cx="3465512"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80" name="Rectangle 16"/>
          <p:cNvSpPr>
            <a:spLocks noChangeArrowheads="1"/>
          </p:cNvSpPr>
          <p:nvPr/>
        </p:nvSpPr>
        <p:spPr bwMode="auto">
          <a:xfrm>
            <a:off x="179388" y="3665538"/>
            <a:ext cx="15763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三级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地址</a:t>
            </a:r>
          </a:p>
        </p:txBody>
      </p:sp>
      <p:sp>
        <p:nvSpPr>
          <p:cNvPr id="113681" name="Rectangle 17"/>
          <p:cNvSpPr>
            <a:spLocks noChangeArrowheads="1"/>
          </p:cNvSpPr>
          <p:nvPr/>
        </p:nvSpPr>
        <p:spPr bwMode="auto">
          <a:xfrm>
            <a:off x="7640638" y="4303713"/>
            <a:ext cx="889000"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82" name="Line 18"/>
          <p:cNvSpPr>
            <a:spLocks noChangeShapeType="1"/>
          </p:cNvSpPr>
          <p:nvPr/>
        </p:nvSpPr>
        <p:spPr bwMode="auto">
          <a:xfrm>
            <a:off x="5310188" y="3663950"/>
            <a:ext cx="0" cy="450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83" name="Rectangle 19"/>
          <p:cNvSpPr>
            <a:spLocks noChangeArrowheads="1"/>
          </p:cNvSpPr>
          <p:nvPr/>
        </p:nvSpPr>
        <p:spPr bwMode="auto">
          <a:xfrm>
            <a:off x="7550150" y="4214813"/>
            <a:ext cx="942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主机号</a:t>
            </a:r>
          </a:p>
        </p:txBody>
      </p:sp>
      <p:sp>
        <p:nvSpPr>
          <p:cNvPr id="113684" name="Rectangle 20"/>
          <p:cNvSpPr>
            <a:spLocks noChangeArrowheads="1"/>
          </p:cNvSpPr>
          <p:nvPr/>
        </p:nvSpPr>
        <p:spPr bwMode="auto">
          <a:xfrm>
            <a:off x="5794375" y="4292600"/>
            <a:ext cx="889000"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85" name="Line 21"/>
          <p:cNvSpPr>
            <a:spLocks noChangeShapeType="1"/>
          </p:cNvSpPr>
          <p:nvPr/>
        </p:nvSpPr>
        <p:spPr bwMode="auto">
          <a:xfrm>
            <a:off x="7108825" y="3651250"/>
            <a:ext cx="0" cy="452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09974" name="Group 22"/>
          <p:cNvGrpSpPr>
            <a:grpSpLocks/>
          </p:cNvGrpSpPr>
          <p:nvPr/>
        </p:nvGrpSpPr>
        <p:grpSpPr bwMode="auto">
          <a:xfrm>
            <a:off x="3098800" y="3684588"/>
            <a:ext cx="5411788" cy="395287"/>
            <a:chOff x="1952" y="2321"/>
            <a:chExt cx="3409" cy="249"/>
          </a:xfrm>
        </p:grpSpPr>
        <p:sp>
          <p:nvSpPr>
            <p:cNvPr id="113708" name="Rectangle 23"/>
            <p:cNvSpPr>
              <a:spLocks noChangeArrowheads="1"/>
            </p:cNvSpPr>
            <p:nvPr/>
          </p:nvSpPr>
          <p:spPr bwMode="auto">
            <a:xfrm>
              <a:off x="1952" y="2321"/>
              <a:ext cx="514" cy="24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net-id</a:t>
              </a:r>
            </a:p>
          </p:txBody>
        </p:sp>
        <p:sp>
          <p:nvSpPr>
            <p:cNvPr id="113709" name="Rectangle 24"/>
            <p:cNvSpPr>
              <a:spLocks noChangeArrowheads="1"/>
            </p:cNvSpPr>
            <p:nvPr/>
          </p:nvSpPr>
          <p:spPr bwMode="auto">
            <a:xfrm>
              <a:off x="4767" y="2322"/>
              <a:ext cx="594" cy="24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chemeClr val="hlink"/>
                  </a:solidFill>
                  <a:latin typeface="Arial" pitchFamily="34" charset="0"/>
                </a:rPr>
                <a:t>host-id</a:t>
              </a:r>
            </a:p>
          </p:txBody>
        </p:sp>
        <p:sp>
          <p:nvSpPr>
            <p:cNvPr id="113710" name="Rectangle 25"/>
            <p:cNvSpPr>
              <a:spLocks noChangeArrowheads="1"/>
            </p:cNvSpPr>
            <p:nvPr/>
          </p:nvSpPr>
          <p:spPr bwMode="auto">
            <a:xfrm>
              <a:off x="3514" y="2321"/>
              <a:ext cx="772" cy="24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subnet-id</a:t>
              </a:r>
            </a:p>
          </p:txBody>
        </p:sp>
      </p:grpSp>
      <p:sp>
        <p:nvSpPr>
          <p:cNvPr id="113687" name="Rectangle 26"/>
          <p:cNvSpPr>
            <a:spLocks noChangeArrowheads="1"/>
          </p:cNvSpPr>
          <p:nvPr/>
        </p:nvSpPr>
        <p:spPr bwMode="auto">
          <a:xfrm>
            <a:off x="5691188" y="4225925"/>
            <a:ext cx="942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子网号</a:t>
            </a:r>
          </a:p>
        </p:txBody>
      </p:sp>
      <p:sp>
        <p:nvSpPr>
          <p:cNvPr id="113688" name="Line 27"/>
          <p:cNvSpPr>
            <a:spLocks noChangeShapeType="1"/>
          </p:cNvSpPr>
          <p:nvPr/>
        </p:nvSpPr>
        <p:spPr bwMode="auto">
          <a:xfrm>
            <a:off x="1809750" y="4156075"/>
            <a:ext cx="0" cy="393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3689" name="Line 28"/>
          <p:cNvSpPr>
            <a:spLocks noChangeShapeType="1"/>
          </p:cNvSpPr>
          <p:nvPr/>
        </p:nvSpPr>
        <p:spPr bwMode="auto">
          <a:xfrm>
            <a:off x="7108825" y="4156075"/>
            <a:ext cx="0" cy="434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3690" name="Rectangle 29"/>
          <p:cNvSpPr>
            <a:spLocks noChangeArrowheads="1"/>
          </p:cNvSpPr>
          <p:nvPr/>
        </p:nvSpPr>
        <p:spPr bwMode="auto">
          <a:xfrm>
            <a:off x="350838" y="4762500"/>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子网掩码</a:t>
            </a:r>
          </a:p>
        </p:txBody>
      </p:sp>
      <p:sp>
        <p:nvSpPr>
          <p:cNvPr id="113691" name="Line 44"/>
          <p:cNvSpPr>
            <a:spLocks noChangeShapeType="1"/>
          </p:cNvSpPr>
          <p:nvPr/>
        </p:nvSpPr>
        <p:spPr bwMode="auto">
          <a:xfrm>
            <a:off x="5310188" y="4208463"/>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92" name="Line 45"/>
          <p:cNvSpPr>
            <a:spLocks noChangeShapeType="1"/>
          </p:cNvSpPr>
          <p:nvPr/>
        </p:nvSpPr>
        <p:spPr bwMode="auto">
          <a:xfrm>
            <a:off x="8907463" y="4156075"/>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93" name="Rectangle 46"/>
          <p:cNvSpPr>
            <a:spLocks noChangeArrowheads="1"/>
          </p:cNvSpPr>
          <p:nvPr/>
        </p:nvSpPr>
        <p:spPr bwMode="auto">
          <a:xfrm>
            <a:off x="422275" y="5503863"/>
            <a:ext cx="1196975" cy="698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a:solidFill>
                  <a:srgbClr val="333399"/>
                </a:solidFill>
                <a:latin typeface="Arial" pitchFamily="34" charset="0"/>
              </a:rPr>
              <a:t>子网的</a:t>
            </a:r>
          </a:p>
          <a:p>
            <a:pPr algn="ctr" defTabSz="762000" eaLnBrk="0" hangingPunct="0"/>
            <a:r>
              <a:rPr kumimoji="1" lang="zh-CN" altLang="en-US" sz="2000">
                <a:solidFill>
                  <a:srgbClr val="333399"/>
                </a:solidFill>
                <a:latin typeface="Arial" pitchFamily="34" charset="0"/>
              </a:rPr>
              <a:t>网络地址</a:t>
            </a:r>
          </a:p>
        </p:txBody>
      </p:sp>
      <p:sp>
        <p:nvSpPr>
          <p:cNvPr id="113694" name="Rectangle 47"/>
          <p:cNvSpPr>
            <a:spLocks noChangeArrowheads="1"/>
          </p:cNvSpPr>
          <p:nvPr/>
        </p:nvSpPr>
        <p:spPr bwMode="auto">
          <a:xfrm>
            <a:off x="7092950" y="4797425"/>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95" name="Rectangle 48"/>
          <p:cNvSpPr>
            <a:spLocks noChangeArrowheads="1"/>
          </p:cNvSpPr>
          <p:nvPr/>
        </p:nvSpPr>
        <p:spPr bwMode="auto">
          <a:xfrm>
            <a:off x="1835150" y="4797425"/>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10001" name="Group 49"/>
          <p:cNvGrpSpPr>
            <a:grpSpLocks/>
          </p:cNvGrpSpPr>
          <p:nvPr/>
        </p:nvGrpSpPr>
        <p:grpSpPr bwMode="auto">
          <a:xfrm>
            <a:off x="1790700" y="4797425"/>
            <a:ext cx="7096125" cy="454025"/>
            <a:chOff x="1128" y="3022"/>
            <a:chExt cx="4470" cy="286"/>
          </a:xfrm>
        </p:grpSpPr>
        <p:sp>
          <p:nvSpPr>
            <p:cNvPr id="113706" name="Rectangle 50"/>
            <p:cNvSpPr>
              <a:spLocks noChangeArrowheads="1"/>
            </p:cNvSpPr>
            <p:nvPr/>
          </p:nvSpPr>
          <p:spPr bwMode="auto">
            <a:xfrm>
              <a:off x="1128" y="3022"/>
              <a:ext cx="3346" cy="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1 1 1 1 1 1 1 1 1 1 1 1 1 1 1 1</a:t>
              </a:r>
              <a:r>
                <a:rPr kumimoji="1" lang="en-US" altLang="zh-CN" sz="2400">
                  <a:solidFill>
                    <a:srgbClr val="333399"/>
                  </a:solidFill>
                  <a:latin typeface="Arial" pitchFamily="34" charset="0"/>
                </a:rPr>
                <a:t>  </a:t>
              </a:r>
              <a:r>
                <a:rPr kumimoji="1" lang="en-US" altLang="zh-CN" sz="1000">
                  <a:solidFill>
                    <a:srgbClr val="333399"/>
                  </a:solidFill>
                  <a:latin typeface="Arial" pitchFamily="34" charset="0"/>
                </a:rPr>
                <a:t> </a:t>
              </a:r>
              <a:r>
                <a:rPr kumimoji="1" lang="en-US" altLang="zh-CN" sz="2000">
                  <a:solidFill>
                    <a:srgbClr val="333399"/>
                  </a:solidFill>
                  <a:latin typeface="Arial" pitchFamily="34" charset="0"/>
                </a:rPr>
                <a:t>1 1 1 1 1 1 1 1</a:t>
              </a:r>
            </a:p>
          </p:txBody>
        </p:sp>
        <p:sp>
          <p:nvSpPr>
            <p:cNvPr id="113707" name="Rectangle 51"/>
            <p:cNvSpPr>
              <a:spLocks noChangeArrowheads="1"/>
            </p:cNvSpPr>
            <p:nvPr/>
          </p:nvSpPr>
          <p:spPr bwMode="auto">
            <a:xfrm>
              <a:off x="4464" y="3041"/>
              <a:ext cx="1134" cy="24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chemeClr val="hlink"/>
                  </a:solidFill>
                  <a:latin typeface="Arial" pitchFamily="34" charset="0"/>
                </a:rPr>
                <a:t>0 0 0 0 0 0 0 0</a:t>
              </a:r>
            </a:p>
          </p:txBody>
        </p:sp>
      </p:grpSp>
      <p:sp>
        <p:nvSpPr>
          <p:cNvPr id="113697" name="Line 52"/>
          <p:cNvSpPr>
            <a:spLocks noChangeShapeType="1"/>
          </p:cNvSpPr>
          <p:nvPr/>
        </p:nvSpPr>
        <p:spPr bwMode="auto">
          <a:xfrm>
            <a:off x="5310188" y="4797425"/>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98" name="Rectangle 53"/>
          <p:cNvSpPr>
            <a:spLocks noChangeArrowheads="1"/>
          </p:cNvSpPr>
          <p:nvPr/>
        </p:nvSpPr>
        <p:spPr bwMode="auto">
          <a:xfrm>
            <a:off x="7092950" y="5661025"/>
            <a:ext cx="1800225"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699" name="Rectangle 54"/>
          <p:cNvSpPr>
            <a:spLocks noChangeArrowheads="1"/>
          </p:cNvSpPr>
          <p:nvPr/>
        </p:nvSpPr>
        <p:spPr bwMode="auto">
          <a:xfrm>
            <a:off x="1835150" y="5661025"/>
            <a:ext cx="525780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700" name="Line 55"/>
          <p:cNvSpPr>
            <a:spLocks noChangeShapeType="1"/>
          </p:cNvSpPr>
          <p:nvPr/>
        </p:nvSpPr>
        <p:spPr bwMode="auto">
          <a:xfrm>
            <a:off x="5310188" y="5661025"/>
            <a:ext cx="1587"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701" name="Rectangle 57"/>
          <p:cNvSpPr>
            <a:spLocks noChangeArrowheads="1"/>
          </p:cNvSpPr>
          <p:nvPr/>
        </p:nvSpPr>
        <p:spPr bwMode="auto">
          <a:xfrm>
            <a:off x="3132138" y="5684838"/>
            <a:ext cx="81597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net-id</a:t>
            </a:r>
          </a:p>
        </p:txBody>
      </p:sp>
      <p:sp>
        <p:nvSpPr>
          <p:cNvPr id="113702" name="Rectangle 58"/>
          <p:cNvSpPr>
            <a:spLocks noChangeArrowheads="1"/>
          </p:cNvSpPr>
          <p:nvPr/>
        </p:nvSpPr>
        <p:spPr bwMode="auto">
          <a:xfrm>
            <a:off x="5508625" y="5684838"/>
            <a:ext cx="1225550"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subnet-id</a:t>
            </a:r>
          </a:p>
        </p:txBody>
      </p:sp>
      <p:sp>
        <p:nvSpPr>
          <p:cNvPr id="113703" name="Rectangle 59"/>
          <p:cNvSpPr>
            <a:spLocks noChangeArrowheads="1"/>
          </p:cNvSpPr>
          <p:nvPr/>
        </p:nvSpPr>
        <p:spPr bwMode="auto">
          <a:xfrm>
            <a:off x="7850188" y="5684838"/>
            <a:ext cx="322262"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chemeClr val="hlink"/>
                </a:solidFill>
                <a:latin typeface="Arial" pitchFamily="34" charset="0"/>
              </a:rPr>
              <a:t>0</a:t>
            </a:r>
          </a:p>
        </p:txBody>
      </p:sp>
      <p:sp>
        <p:nvSpPr>
          <p:cNvPr id="510012" name="Rectangle 60"/>
          <p:cNvSpPr>
            <a:spLocks noChangeArrowheads="1"/>
          </p:cNvSpPr>
          <p:nvPr/>
        </p:nvSpPr>
        <p:spPr bwMode="auto">
          <a:xfrm>
            <a:off x="1727200" y="4149725"/>
            <a:ext cx="7254875" cy="600075"/>
          </a:xfrm>
          <a:prstGeom prst="rect">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3600">
                <a:solidFill>
                  <a:srgbClr val="333399"/>
                </a:solidFill>
                <a:latin typeface="Arial" pitchFamily="34" charset="0"/>
              </a:rPr>
              <a:t>逐位进行 </a:t>
            </a:r>
            <a:r>
              <a:rPr lang="en-US" altLang="zh-CN" sz="3600">
                <a:solidFill>
                  <a:srgbClr val="333399"/>
                </a:solidFill>
                <a:latin typeface="Arial" pitchFamily="34" charset="0"/>
              </a:rPr>
              <a:t>AND </a:t>
            </a:r>
            <a:r>
              <a:rPr lang="zh-CN" altLang="en-US" sz="3600">
                <a:solidFill>
                  <a:srgbClr val="333399"/>
                </a:solidFill>
                <a:latin typeface="Arial" pitchFamily="34" charset="0"/>
              </a:rPr>
              <a:t>运算</a:t>
            </a:r>
          </a:p>
        </p:txBody>
      </p:sp>
      <p:sp>
        <p:nvSpPr>
          <p:cNvPr id="510013" name="AutoShape 61"/>
          <p:cNvSpPr>
            <a:spLocks noChangeArrowheads="1"/>
          </p:cNvSpPr>
          <p:nvPr/>
        </p:nvSpPr>
        <p:spPr bwMode="auto">
          <a:xfrm>
            <a:off x="4859338" y="5373688"/>
            <a:ext cx="865187" cy="503237"/>
          </a:xfrm>
          <a:prstGeom prst="downArrow">
            <a:avLst>
              <a:gd name="adj1" fmla="val 50000"/>
              <a:gd name="adj2" fmla="val 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0995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35" presetClass="emph" presetSubtype="0" repeatCount="3000" fill="hold" nodeType="afterEffect">
                                  <p:stCondLst>
                                    <p:cond delay="500"/>
                                  </p:stCondLst>
                                  <p:childTnLst>
                                    <p:anim calcmode="discrete" valueType="str">
                                      <p:cBhvr>
                                        <p:cTn id="9" dur="1000" fill="hold"/>
                                        <p:tgtEl>
                                          <p:spTgt spid="509974"/>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6500"/>
                            </p:stCondLst>
                            <p:childTnLst>
                              <p:par>
                                <p:cTn id="11" presetID="1" presetClass="entr" presetSubtype="0" fill="hold" grpId="0" nodeType="afterEffect">
                                  <p:stCondLst>
                                    <p:cond delay="500"/>
                                  </p:stCondLst>
                                  <p:childTnLst>
                                    <p:set>
                                      <p:cBhvr>
                                        <p:cTn id="12" dur="1" fill="hold">
                                          <p:stCondLst>
                                            <p:cond delay="0"/>
                                          </p:stCondLst>
                                        </p:cTn>
                                        <p:tgtEl>
                                          <p:spTgt spid="510012"/>
                                        </p:tgtEl>
                                        <p:attrNameLst>
                                          <p:attrName>style.visibility</p:attrName>
                                        </p:attrNameLst>
                                      </p:cBhvr>
                                      <p:to>
                                        <p:strVal val="visible"/>
                                      </p:to>
                                    </p:set>
                                  </p:childTnLst>
                                </p:cTn>
                              </p:par>
                            </p:childTnLst>
                          </p:cTn>
                        </p:par>
                        <p:par>
                          <p:cTn id="13" fill="hold" nodeType="afterGroup">
                            <p:stCondLst>
                              <p:cond delay="7000"/>
                            </p:stCondLst>
                            <p:childTnLst>
                              <p:par>
                                <p:cTn id="14" presetID="35" presetClass="emph" presetSubtype="0" repeatCount="3000" fill="hold" nodeType="afterEffect">
                                  <p:stCondLst>
                                    <p:cond delay="0"/>
                                  </p:stCondLst>
                                  <p:childTnLst>
                                    <p:anim calcmode="discrete" valueType="str">
                                      <p:cBhvr>
                                        <p:cTn id="15" dur="1000" fill="hold"/>
                                        <p:tgtEl>
                                          <p:spTgt spid="509974"/>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nodeType="withEffect">
                                  <p:stCondLst>
                                    <p:cond delay="0"/>
                                  </p:stCondLst>
                                  <p:childTnLst>
                                    <p:anim calcmode="discrete" valueType="str">
                                      <p:cBhvr>
                                        <p:cTn id="17" dur="1000" fill="hold"/>
                                        <p:tgtEl>
                                          <p:spTgt spid="510001"/>
                                        </p:tgtEl>
                                        <p:attrNameLst>
                                          <p:attrName>style.visibility</p:attrName>
                                        </p:attrNameLst>
                                      </p:cBhvr>
                                      <p:tavLst>
                                        <p:tav tm="0">
                                          <p:val>
                                            <p:strVal val="hidden"/>
                                          </p:val>
                                        </p:tav>
                                        <p:tav tm="50000">
                                          <p:val>
                                            <p:strVal val="visible"/>
                                          </p:val>
                                        </p:tav>
                                      </p:tavLst>
                                    </p:anim>
                                  </p:childTnLst>
                                </p:cTn>
                              </p:par>
                            </p:childTnLst>
                          </p:cTn>
                        </p:par>
                        <p:par>
                          <p:cTn id="18" fill="hold" nodeType="afterGroup">
                            <p:stCondLst>
                              <p:cond delay="10000"/>
                            </p:stCondLst>
                            <p:childTnLst>
                              <p:par>
                                <p:cTn id="19" presetID="1" presetClass="entr" presetSubtype="0" fill="hold" grpId="0" nodeType="afterEffect">
                                  <p:stCondLst>
                                    <p:cond delay="0"/>
                                  </p:stCondLst>
                                  <p:childTnLst>
                                    <p:set>
                                      <p:cBhvr>
                                        <p:cTn id="20" dur="1" fill="hold">
                                          <p:stCondLst>
                                            <p:cond delay="0"/>
                                          </p:stCondLst>
                                        </p:cTn>
                                        <p:tgtEl>
                                          <p:spTgt spid="5100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6" grpId="0"/>
      <p:bldP spid="510012" grpId="0" animBg="1"/>
      <p:bldP spid="510013" grpId="0" animBg="1"/>
    </p:bldLst>
  </p:timing>
</p:sld>
</file>

<file path=ppt/slides/slide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4690" name="Rectangle 54"/>
          <p:cNvSpPr>
            <a:spLocks noChangeArrowheads="1"/>
          </p:cNvSpPr>
          <p:nvPr/>
        </p:nvSpPr>
        <p:spPr bwMode="auto">
          <a:xfrm>
            <a:off x="7112000" y="6003925"/>
            <a:ext cx="1589088" cy="496888"/>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691" name="Rectangle 35"/>
          <p:cNvSpPr>
            <a:spLocks noChangeArrowheads="1"/>
          </p:cNvSpPr>
          <p:nvPr/>
        </p:nvSpPr>
        <p:spPr bwMode="auto">
          <a:xfrm>
            <a:off x="2433638" y="6016625"/>
            <a:ext cx="4679950" cy="4968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692" name="Rectangle 39"/>
          <p:cNvSpPr>
            <a:spLocks noChangeArrowheads="1"/>
          </p:cNvSpPr>
          <p:nvPr/>
        </p:nvSpPr>
        <p:spPr bwMode="auto">
          <a:xfrm>
            <a:off x="2459038" y="6059488"/>
            <a:ext cx="4691062" cy="39370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1 1 1 1 1 1 1 1 1 1 1 1 1 1 1 1 1 1 1 1 1 1 1 1</a:t>
            </a:r>
          </a:p>
        </p:txBody>
      </p:sp>
      <p:sp>
        <p:nvSpPr>
          <p:cNvPr id="114693" name="Rectangle 44"/>
          <p:cNvSpPr>
            <a:spLocks noChangeArrowheads="1"/>
          </p:cNvSpPr>
          <p:nvPr/>
        </p:nvSpPr>
        <p:spPr bwMode="auto">
          <a:xfrm>
            <a:off x="7062788" y="6059488"/>
            <a:ext cx="164147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0 0 0 0 0 0 0 0</a:t>
            </a:r>
          </a:p>
        </p:txBody>
      </p:sp>
      <p:sp>
        <p:nvSpPr>
          <p:cNvPr id="114694" name="Rectangle 53"/>
          <p:cNvSpPr>
            <a:spLocks noChangeArrowheads="1"/>
          </p:cNvSpPr>
          <p:nvPr/>
        </p:nvSpPr>
        <p:spPr bwMode="auto">
          <a:xfrm>
            <a:off x="5508625" y="4252913"/>
            <a:ext cx="3189288" cy="49371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695" name="Rectangle 42"/>
          <p:cNvSpPr>
            <a:spLocks noChangeArrowheads="1"/>
          </p:cNvSpPr>
          <p:nvPr/>
        </p:nvSpPr>
        <p:spPr bwMode="auto">
          <a:xfrm>
            <a:off x="5514975" y="4292600"/>
            <a:ext cx="316547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0 0 0 0 0 0 0 0 0 0 0 0 0 0 0 0</a:t>
            </a:r>
          </a:p>
        </p:txBody>
      </p:sp>
      <p:sp>
        <p:nvSpPr>
          <p:cNvPr id="114696" name="Rectangle 29"/>
          <p:cNvSpPr>
            <a:spLocks noChangeArrowheads="1"/>
          </p:cNvSpPr>
          <p:nvPr/>
        </p:nvSpPr>
        <p:spPr bwMode="auto">
          <a:xfrm>
            <a:off x="2439988" y="4259263"/>
            <a:ext cx="3074987" cy="493712"/>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697" name="Rectangle 41"/>
          <p:cNvSpPr>
            <a:spLocks noChangeArrowheads="1"/>
          </p:cNvSpPr>
          <p:nvPr/>
        </p:nvSpPr>
        <p:spPr bwMode="auto">
          <a:xfrm>
            <a:off x="2408238" y="4292600"/>
            <a:ext cx="3167062" cy="39370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1 1 1 1 1 1 1 1 1 1 1 1 1 1 1 1</a:t>
            </a:r>
          </a:p>
        </p:txBody>
      </p:sp>
      <p:sp>
        <p:nvSpPr>
          <p:cNvPr id="114698" name="Rectangle 19"/>
          <p:cNvSpPr>
            <a:spLocks noChangeArrowheads="1"/>
          </p:cNvSpPr>
          <p:nvPr/>
        </p:nvSpPr>
        <p:spPr bwMode="auto">
          <a:xfrm>
            <a:off x="2439988" y="2501900"/>
            <a:ext cx="1603375" cy="493713"/>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699" name="Rectangle 52"/>
          <p:cNvSpPr>
            <a:spLocks noChangeArrowheads="1"/>
          </p:cNvSpPr>
          <p:nvPr/>
        </p:nvSpPr>
        <p:spPr bwMode="auto">
          <a:xfrm>
            <a:off x="4022725" y="2503488"/>
            <a:ext cx="4652963" cy="49371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00" name="Rectangle 43"/>
          <p:cNvSpPr>
            <a:spLocks noChangeArrowheads="1"/>
          </p:cNvSpPr>
          <p:nvPr/>
        </p:nvSpPr>
        <p:spPr bwMode="auto">
          <a:xfrm>
            <a:off x="2420938" y="2551113"/>
            <a:ext cx="164147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1 1 1 1 1 1 1 1</a:t>
            </a:r>
          </a:p>
        </p:txBody>
      </p:sp>
      <p:sp>
        <p:nvSpPr>
          <p:cNvPr id="114701" name="Rectangle 40"/>
          <p:cNvSpPr>
            <a:spLocks noChangeArrowheads="1"/>
          </p:cNvSpPr>
          <p:nvPr/>
        </p:nvSpPr>
        <p:spPr bwMode="auto">
          <a:xfrm>
            <a:off x="3995738" y="2551113"/>
            <a:ext cx="4687887" cy="393700"/>
          </a:xfrm>
          <a:prstGeom prst="rect">
            <a:avLst/>
          </a:prstGeom>
          <a:noFill/>
          <a:ln>
            <a:noFill/>
          </a:ln>
          <a:effectLst/>
          <a:extLst>
            <a:ext uri="{909E8E84-426E-40DD-AFC4-6F175D3DCCD1}">
              <a14:hiddenFill xmlns:a14="http://schemas.microsoft.com/office/drawing/2010/main">
                <a:solidFill>
                  <a:srgbClr val="FFCC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0 0 0 0 0 0 0 0 0 0 0 0 0 0 0 0 0 0 0 0 0 0 0 0</a:t>
            </a:r>
          </a:p>
        </p:txBody>
      </p:sp>
      <p:sp>
        <p:nvSpPr>
          <p:cNvPr id="114702" name="Rectangle 2"/>
          <p:cNvSpPr>
            <a:spLocks noChangeArrowheads="1"/>
          </p:cNvSpPr>
          <p:nvPr/>
        </p:nvSpPr>
        <p:spPr bwMode="auto">
          <a:xfrm>
            <a:off x="22225" y="1579563"/>
            <a:ext cx="9032875" cy="51625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03" name="Rectangle 3"/>
          <p:cNvSpPr>
            <a:spLocks noChangeArrowheads="1"/>
          </p:cNvSpPr>
          <p:nvPr/>
        </p:nvSpPr>
        <p:spPr bwMode="auto">
          <a:xfrm>
            <a:off x="2436813" y="5219700"/>
            <a:ext cx="4679950" cy="4968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04" name="Rectangle 4"/>
          <p:cNvSpPr>
            <a:spLocks noChangeArrowheads="1"/>
          </p:cNvSpPr>
          <p:nvPr/>
        </p:nvSpPr>
        <p:spPr bwMode="auto">
          <a:xfrm>
            <a:off x="4676775" y="5240338"/>
            <a:ext cx="77152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net-id</a:t>
            </a:r>
          </a:p>
        </p:txBody>
      </p:sp>
      <p:sp>
        <p:nvSpPr>
          <p:cNvPr id="114705" name="Line 5"/>
          <p:cNvSpPr>
            <a:spLocks noChangeShapeType="1"/>
          </p:cNvSpPr>
          <p:nvPr/>
        </p:nvSpPr>
        <p:spPr bwMode="auto">
          <a:xfrm>
            <a:off x="7121525" y="5203825"/>
            <a:ext cx="0" cy="5064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06" name="Rectangle 6"/>
          <p:cNvSpPr>
            <a:spLocks noChangeArrowheads="1"/>
          </p:cNvSpPr>
          <p:nvPr/>
        </p:nvSpPr>
        <p:spPr bwMode="auto">
          <a:xfrm>
            <a:off x="2432050" y="5207000"/>
            <a:ext cx="6276975" cy="51911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07" name="Rectangle 7"/>
          <p:cNvSpPr>
            <a:spLocks noChangeArrowheads="1"/>
          </p:cNvSpPr>
          <p:nvPr/>
        </p:nvSpPr>
        <p:spPr bwMode="auto">
          <a:xfrm>
            <a:off x="2441575" y="1771650"/>
            <a:ext cx="1570038" cy="493713"/>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08" name="Rectangle 8"/>
          <p:cNvSpPr>
            <a:spLocks noChangeArrowheads="1"/>
          </p:cNvSpPr>
          <p:nvPr/>
        </p:nvSpPr>
        <p:spPr bwMode="auto">
          <a:xfrm>
            <a:off x="4044950" y="1790700"/>
            <a:ext cx="4648200"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09" name="Rectangle 9"/>
          <p:cNvSpPr>
            <a:spLocks noChangeArrowheads="1"/>
          </p:cNvSpPr>
          <p:nvPr/>
        </p:nvSpPr>
        <p:spPr bwMode="auto">
          <a:xfrm>
            <a:off x="2814638" y="1824038"/>
            <a:ext cx="771525"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net-id</a:t>
            </a:r>
          </a:p>
        </p:txBody>
      </p:sp>
      <p:sp>
        <p:nvSpPr>
          <p:cNvPr id="114710" name="Rectangle 10"/>
          <p:cNvSpPr>
            <a:spLocks noChangeArrowheads="1"/>
          </p:cNvSpPr>
          <p:nvPr/>
        </p:nvSpPr>
        <p:spPr bwMode="auto">
          <a:xfrm>
            <a:off x="5619750" y="1824038"/>
            <a:ext cx="1646238"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host-id </a:t>
            </a:r>
            <a:r>
              <a:rPr kumimoji="1" lang="zh-CN" altLang="en-US" sz="2000">
                <a:solidFill>
                  <a:srgbClr val="333399"/>
                </a:solidFill>
                <a:latin typeface="Times New Roman" pitchFamily="18" charset="0"/>
              </a:rPr>
              <a:t>为全 </a:t>
            </a:r>
            <a:r>
              <a:rPr kumimoji="1" lang="en-US" altLang="zh-CN" sz="2000">
                <a:solidFill>
                  <a:srgbClr val="333399"/>
                </a:solidFill>
                <a:latin typeface="Times New Roman" pitchFamily="18" charset="0"/>
              </a:rPr>
              <a:t>0</a:t>
            </a:r>
          </a:p>
        </p:txBody>
      </p:sp>
      <p:sp>
        <p:nvSpPr>
          <p:cNvPr id="114711" name="Line 11"/>
          <p:cNvSpPr>
            <a:spLocks noChangeShapeType="1"/>
          </p:cNvSpPr>
          <p:nvPr/>
        </p:nvSpPr>
        <p:spPr bwMode="auto">
          <a:xfrm>
            <a:off x="4025900" y="1766888"/>
            <a:ext cx="0" cy="508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12" name="Rectangle 12"/>
          <p:cNvSpPr>
            <a:spLocks noChangeArrowheads="1"/>
          </p:cNvSpPr>
          <p:nvPr/>
        </p:nvSpPr>
        <p:spPr bwMode="auto">
          <a:xfrm>
            <a:off x="2433638" y="1757363"/>
            <a:ext cx="6280150" cy="5207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13" name="Rectangle 13"/>
          <p:cNvSpPr>
            <a:spLocks noChangeArrowheads="1"/>
          </p:cNvSpPr>
          <p:nvPr/>
        </p:nvSpPr>
        <p:spPr bwMode="auto">
          <a:xfrm>
            <a:off x="2436813" y="3481388"/>
            <a:ext cx="3078162" cy="493712"/>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14" name="Rectangle 14"/>
          <p:cNvSpPr>
            <a:spLocks noChangeArrowheads="1"/>
          </p:cNvSpPr>
          <p:nvPr/>
        </p:nvSpPr>
        <p:spPr bwMode="auto">
          <a:xfrm>
            <a:off x="3579813" y="3540125"/>
            <a:ext cx="773112" cy="3937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net-id</a:t>
            </a:r>
          </a:p>
        </p:txBody>
      </p:sp>
      <p:sp>
        <p:nvSpPr>
          <p:cNvPr id="114715" name="Line 15"/>
          <p:cNvSpPr>
            <a:spLocks noChangeShapeType="1"/>
          </p:cNvSpPr>
          <p:nvPr/>
        </p:nvSpPr>
        <p:spPr bwMode="auto">
          <a:xfrm>
            <a:off x="5534025" y="3476625"/>
            <a:ext cx="0" cy="508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16" name="Rectangle 16"/>
          <p:cNvSpPr>
            <a:spLocks noChangeArrowheads="1"/>
          </p:cNvSpPr>
          <p:nvPr/>
        </p:nvSpPr>
        <p:spPr bwMode="auto">
          <a:xfrm>
            <a:off x="2430463" y="3467100"/>
            <a:ext cx="6278562" cy="51911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17" name="Rectangle 18"/>
          <p:cNvSpPr>
            <a:spLocks noChangeArrowheads="1"/>
          </p:cNvSpPr>
          <p:nvPr/>
        </p:nvSpPr>
        <p:spPr bwMode="auto">
          <a:xfrm>
            <a:off x="7131050" y="5219700"/>
            <a:ext cx="1555750"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18" name="Rectangle 21"/>
          <p:cNvSpPr>
            <a:spLocks noChangeArrowheads="1"/>
          </p:cNvSpPr>
          <p:nvPr/>
        </p:nvSpPr>
        <p:spPr bwMode="auto">
          <a:xfrm>
            <a:off x="2432050" y="2487613"/>
            <a:ext cx="6280150" cy="51911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19" name="Rectangle 22"/>
          <p:cNvSpPr>
            <a:spLocks noChangeArrowheads="1"/>
          </p:cNvSpPr>
          <p:nvPr/>
        </p:nvSpPr>
        <p:spPr bwMode="auto">
          <a:xfrm>
            <a:off x="1042988" y="1824038"/>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a:solidFill>
                  <a:srgbClr val="333399"/>
                </a:solidFill>
                <a:latin typeface="Times New Roman" pitchFamily="18" charset="0"/>
              </a:rPr>
              <a:t>网络地址</a:t>
            </a:r>
          </a:p>
        </p:txBody>
      </p:sp>
      <p:sp>
        <p:nvSpPr>
          <p:cNvPr id="114720" name="Text Box 23"/>
          <p:cNvSpPr txBox="1">
            <a:spLocks noChangeArrowheads="1"/>
          </p:cNvSpPr>
          <p:nvPr/>
        </p:nvSpPr>
        <p:spPr bwMode="auto">
          <a:xfrm>
            <a:off x="130175" y="1739900"/>
            <a:ext cx="439738" cy="1128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5000"/>
              </a:lnSpc>
            </a:pPr>
            <a:r>
              <a:rPr kumimoji="1" lang="en-US" altLang="zh-CN" sz="2000">
                <a:solidFill>
                  <a:srgbClr val="333399"/>
                </a:solidFill>
                <a:latin typeface="Times New Roman" pitchFamily="18" charset="0"/>
              </a:rPr>
              <a:t>A</a:t>
            </a:r>
          </a:p>
          <a:p>
            <a:pPr algn="ctr" eaLnBrk="1" hangingPunct="1">
              <a:lnSpc>
                <a:spcPct val="85000"/>
              </a:lnSpc>
            </a:pPr>
            <a:r>
              <a:rPr kumimoji="1" lang="zh-CN" altLang="en-US" sz="2000">
                <a:solidFill>
                  <a:srgbClr val="333399"/>
                </a:solidFill>
                <a:latin typeface="Times New Roman" pitchFamily="18" charset="0"/>
              </a:rPr>
              <a:t>类</a:t>
            </a:r>
          </a:p>
          <a:p>
            <a:pPr algn="ctr" eaLnBrk="1" hangingPunct="1">
              <a:lnSpc>
                <a:spcPct val="85000"/>
              </a:lnSpc>
            </a:pPr>
            <a:r>
              <a:rPr kumimoji="1" lang="zh-CN" altLang="en-US" sz="2000">
                <a:solidFill>
                  <a:srgbClr val="333399"/>
                </a:solidFill>
                <a:latin typeface="Times New Roman" pitchFamily="18" charset="0"/>
              </a:rPr>
              <a:t>地</a:t>
            </a:r>
          </a:p>
          <a:p>
            <a:pPr algn="ctr" eaLnBrk="1" hangingPunct="1">
              <a:lnSpc>
                <a:spcPct val="85000"/>
              </a:lnSpc>
            </a:pPr>
            <a:r>
              <a:rPr kumimoji="1" lang="zh-CN" altLang="en-US" sz="2000">
                <a:solidFill>
                  <a:srgbClr val="333399"/>
                </a:solidFill>
                <a:latin typeface="Times New Roman" pitchFamily="18" charset="0"/>
              </a:rPr>
              <a:t>址</a:t>
            </a:r>
          </a:p>
        </p:txBody>
      </p:sp>
      <p:sp>
        <p:nvSpPr>
          <p:cNvPr id="114721" name="Rectangle 24"/>
          <p:cNvSpPr>
            <a:spLocks noChangeArrowheads="1"/>
          </p:cNvSpPr>
          <p:nvPr/>
        </p:nvSpPr>
        <p:spPr bwMode="auto">
          <a:xfrm>
            <a:off x="768350" y="2459038"/>
            <a:ext cx="1704975" cy="63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a:solidFill>
                  <a:srgbClr val="333399"/>
                </a:solidFill>
                <a:latin typeface="Times New Roman" pitchFamily="18" charset="0"/>
              </a:rPr>
              <a:t>默认子网掩码</a:t>
            </a:r>
          </a:p>
          <a:p>
            <a:pPr algn="ctr" defTabSz="762000" eaLnBrk="0" hangingPunct="0">
              <a:lnSpc>
                <a:spcPct val="90000"/>
              </a:lnSpc>
            </a:pPr>
            <a:r>
              <a:rPr kumimoji="1" lang="en-US" altLang="zh-CN" sz="2000">
                <a:solidFill>
                  <a:srgbClr val="333399"/>
                </a:solidFill>
                <a:latin typeface="Times New Roman" pitchFamily="18" charset="0"/>
              </a:rPr>
              <a:t>255.0.0.0</a:t>
            </a:r>
          </a:p>
        </p:txBody>
      </p:sp>
      <p:sp>
        <p:nvSpPr>
          <p:cNvPr id="114722" name="Rectangle 25"/>
          <p:cNvSpPr>
            <a:spLocks noChangeArrowheads="1"/>
          </p:cNvSpPr>
          <p:nvPr/>
        </p:nvSpPr>
        <p:spPr bwMode="auto">
          <a:xfrm>
            <a:off x="1050925" y="3540125"/>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a:solidFill>
                  <a:srgbClr val="333399"/>
                </a:solidFill>
                <a:latin typeface="Times New Roman" pitchFamily="18" charset="0"/>
              </a:rPr>
              <a:t>网络地址</a:t>
            </a:r>
          </a:p>
        </p:txBody>
      </p:sp>
      <p:sp>
        <p:nvSpPr>
          <p:cNvPr id="114723" name="Text Box 26"/>
          <p:cNvSpPr txBox="1">
            <a:spLocks noChangeArrowheads="1"/>
          </p:cNvSpPr>
          <p:nvPr/>
        </p:nvSpPr>
        <p:spPr bwMode="auto">
          <a:xfrm>
            <a:off x="133350" y="3429000"/>
            <a:ext cx="438150" cy="1127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5000"/>
              </a:lnSpc>
            </a:pPr>
            <a:r>
              <a:rPr kumimoji="1" lang="en-US" altLang="zh-CN" sz="2000">
                <a:solidFill>
                  <a:srgbClr val="333399"/>
                </a:solidFill>
                <a:latin typeface="Times New Roman" pitchFamily="18" charset="0"/>
              </a:rPr>
              <a:t>B</a:t>
            </a:r>
          </a:p>
          <a:p>
            <a:pPr algn="ctr" eaLnBrk="1" hangingPunct="1">
              <a:lnSpc>
                <a:spcPct val="85000"/>
              </a:lnSpc>
            </a:pPr>
            <a:r>
              <a:rPr kumimoji="1" lang="zh-CN" altLang="en-US" sz="2000">
                <a:solidFill>
                  <a:srgbClr val="333399"/>
                </a:solidFill>
                <a:latin typeface="Times New Roman" pitchFamily="18" charset="0"/>
              </a:rPr>
              <a:t>类</a:t>
            </a:r>
          </a:p>
          <a:p>
            <a:pPr algn="ctr" eaLnBrk="1" hangingPunct="1">
              <a:lnSpc>
                <a:spcPct val="85000"/>
              </a:lnSpc>
            </a:pPr>
            <a:r>
              <a:rPr kumimoji="1" lang="zh-CN" altLang="en-US" sz="2000">
                <a:solidFill>
                  <a:srgbClr val="333399"/>
                </a:solidFill>
                <a:latin typeface="Times New Roman" pitchFamily="18" charset="0"/>
              </a:rPr>
              <a:t>地</a:t>
            </a:r>
          </a:p>
          <a:p>
            <a:pPr algn="ctr" eaLnBrk="1" hangingPunct="1">
              <a:lnSpc>
                <a:spcPct val="85000"/>
              </a:lnSpc>
            </a:pPr>
            <a:r>
              <a:rPr kumimoji="1" lang="zh-CN" altLang="en-US" sz="2000">
                <a:solidFill>
                  <a:srgbClr val="333399"/>
                </a:solidFill>
                <a:latin typeface="Times New Roman" pitchFamily="18" charset="0"/>
              </a:rPr>
              <a:t>址</a:t>
            </a:r>
          </a:p>
        </p:txBody>
      </p:sp>
      <p:sp>
        <p:nvSpPr>
          <p:cNvPr id="114724" name="Rectangle 27"/>
          <p:cNvSpPr>
            <a:spLocks noChangeArrowheads="1"/>
          </p:cNvSpPr>
          <p:nvPr/>
        </p:nvSpPr>
        <p:spPr bwMode="auto">
          <a:xfrm>
            <a:off x="735013" y="4149725"/>
            <a:ext cx="1704975" cy="639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a:solidFill>
                  <a:srgbClr val="333399"/>
                </a:solidFill>
                <a:latin typeface="Times New Roman" pitchFamily="18" charset="0"/>
              </a:rPr>
              <a:t>默认子网掩码</a:t>
            </a:r>
          </a:p>
          <a:p>
            <a:pPr algn="ctr" defTabSz="762000" eaLnBrk="0" hangingPunct="0">
              <a:lnSpc>
                <a:spcPct val="90000"/>
              </a:lnSpc>
            </a:pPr>
            <a:r>
              <a:rPr kumimoji="1" lang="en-US" altLang="zh-CN" sz="2000">
                <a:solidFill>
                  <a:srgbClr val="333399"/>
                </a:solidFill>
                <a:latin typeface="Times New Roman" pitchFamily="18" charset="0"/>
              </a:rPr>
              <a:t>255.255.0.0</a:t>
            </a:r>
          </a:p>
        </p:txBody>
      </p:sp>
      <p:sp>
        <p:nvSpPr>
          <p:cNvPr id="114725" name="Rectangle 31"/>
          <p:cNvSpPr>
            <a:spLocks noChangeArrowheads="1"/>
          </p:cNvSpPr>
          <p:nvPr/>
        </p:nvSpPr>
        <p:spPr bwMode="auto">
          <a:xfrm>
            <a:off x="2432050" y="4244975"/>
            <a:ext cx="6280150" cy="5207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26" name="Rectangle 32"/>
          <p:cNvSpPr>
            <a:spLocks noChangeArrowheads="1"/>
          </p:cNvSpPr>
          <p:nvPr/>
        </p:nvSpPr>
        <p:spPr bwMode="auto">
          <a:xfrm>
            <a:off x="1050925" y="5267325"/>
            <a:ext cx="1196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a:solidFill>
                  <a:srgbClr val="333399"/>
                </a:solidFill>
                <a:latin typeface="Times New Roman" pitchFamily="18" charset="0"/>
              </a:rPr>
              <a:t>网络地址</a:t>
            </a:r>
          </a:p>
        </p:txBody>
      </p:sp>
      <p:sp>
        <p:nvSpPr>
          <p:cNvPr id="114727" name="Text Box 33"/>
          <p:cNvSpPr txBox="1">
            <a:spLocks noChangeArrowheads="1"/>
          </p:cNvSpPr>
          <p:nvPr/>
        </p:nvSpPr>
        <p:spPr bwMode="auto">
          <a:xfrm>
            <a:off x="133350" y="5191125"/>
            <a:ext cx="438150" cy="1127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5000"/>
              </a:lnSpc>
            </a:pPr>
            <a:r>
              <a:rPr kumimoji="1" lang="en-US" altLang="zh-CN" sz="2000">
                <a:solidFill>
                  <a:srgbClr val="333399"/>
                </a:solidFill>
                <a:latin typeface="Times New Roman" pitchFamily="18" charset="0"/>
              </a:rPr>
              <a:t>C</a:t>
            </a:r>
          </a:p>
          <a:p>
            <a:pPr algn="ctr" eaLnBrk="1" hangingPunct="1">
              <a:lnSpc>
                <a:spcPct val="85000"/>
              </a:lnSpc>
            </a:pPr>
            <a:r>
              <a:rPr kumimoji="1" lang="zh-CN" altLang="en-US" sz="2000">
                <a:solidFill>
                  <a:srgbClr val="333399"/>
                </a:solidFill>
                <a:latin typeface="Times New Roman" pitchFamily="18" charset="0"/>
              </a:rPr>
              <a:t>类</a:t>
            </a:r>
          </a:p>
          <a:p>
            <a:pPr algn="ctr" eaLnBrk="1" hangingPunct="1">
              <a:lnSpc>
                <a:spcPct val="85000"/>
              </a:lnSpc>
            </a:pPr>
            <a:r>
              <a:rPr kumimoji="1" lang="zh-CN" altLang="en-US" sz="2000">
                <a:solidFill>
                  <a:srgbClr val="333399"/>
                </a:solidFill>
                <a:latin typeface="Times New Roman" pitchFamily="18" charset="0"/>
              </a:rPr>
              <a:t>地</a:t>
            </a:r>
          </a:p>
          <a:p>
            <a:pPr algn="ctr" eaLnBrk="1" hangingPunct="1">
              <a:lnSpc>
                <a:spcPct val="85000"/>
              </a:lnSpc>
            </a:pPr>
            <a:r>
              <a:rPr kumimoji="1" lang="zh-CN" altLang="en-US" sz="2000">
                <a:solidFill>
                  <a:srgbClr val="333399"/>
                </a:solidFill>
                <a:latin typeface="Times New Roman" pitchFamily="18" charset="0"/>
              </a:rPr>
              <a:t>址</a:t>
            </a:r>
          </a:p>
        </p:txBody>
      </p:sp>
      <p:sp>
        <p:nvSpPr>
          <p:cNvPr id="114728" name="Rectangle 34"/>
          <p:cNvSpPr>
            <a:spLocks noChangeArrowheads="1"/>
          </p:cNvSpPr>
          <p:nvPr/>
        </p:nvSpPr>
        <p:spPr bwMode="auto">
          <a:xfrm>
            <a:off x="735013" y="5957888"/>
            <a:ext cx="1704975" cy="639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a:solidFill>
                  <a:srgbClr val="333399"/>
                </a:solidFill>
                <a:latin typeface="Times New Roman" pitchFamily="18" charset="0"/>
              </a:rPr>
              <a:t>默认子网掩码</a:t>
            </a:r>
          </a:p>
          <a:p>
            <a:pPr algn="ctr" defTabSz="762000" eaLnBrk="0" hangingPunct="0">
              <a:lnSpc>
                <a:spcPct val="90000"/>
              </a:lnSpc>
            </a:pPr>
            <a:r>
              <a:rPr kumimoji="1" lang="en-US" altLang="zh-CN" sz="2000">
                <a:solidFill>
                  <a:srgbClr val="333399"/>
                </a:solidFill>
                <a:latin typeface="Times New Roman" pitchFamily="18" charset="0"/>
              </a:rPr>
              <a:t>255.255.255.0</a:t>
            </a:r>
          </a:p>
        </p:txBody>
      </p:sp>
      <p:sp>
        <p:nvSpPr>
          <p:cNvPr id="114729" name="Rectangle 37"/>
          <p:cNvSpPr>
            <a:spLocks noChangeArrowheads="1"/>
          </p:cNvSpPr>
          <p:nvPr/>
        </p:nvSpPr>
        <p:spPr bwMode="auto">
          <a:xfrm>
            <a:off x="2427288" y="6002338"/>
            <a:ext cx="6278562" cy="5207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30" name="Rectangle 45"/>
          <p:cNvSpPr>
            <a:spLocks noChangeArrowheads="1"/>
          </p:cNvSpPr>
          <p:nvPr/>
        </p:nvSpPr>
        <p:spPr bwMode="auto">
          <a:xfrm>
            <a:off x="5543550" y="3479800"/>
            <a:ext cx="3149600"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731" name="Rectangle 46"/>
          <p:cNvSpPr>
            <a:spLocks noChangeArrowheads="1"/>
          </p:cNvSpPr>
          <p:nvPr/>
        </p:nvSpPr>
        <p:spPr bwMode="auto">
          <a:xfrm>
            <a:off x="7086600" y="5245100"/>
            <a:ext cx="1646238"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host-id </a:t>
            </a:r>
            <a:r>
              <a:rPr kumimoji="1" lang="zh-CN" altLang="en-US" sz="2000">
                <a:solidFill>
                  <a:srgbClr val="333399"/>
                </a:solidFill>
                <a:latin typeface="Times New Roman" pitchFamily="18" charset="0"/>
              </a:rPr>
              <a:t>为全 </a:t>
            </a:r>
            <a:r>
              <a:rPr kumimoji="1" lang="en-US" altLang="zh-CN" sz="2000">
                <a:solidFill>
                  <a:srgbClr val="333399"/>
                </a:solidFill>
                <a:latin typeface="Times New Roman" pitchFamily="18" charset="0"/>
              </a:rPr>
              <a:t>0</a:t>
            </a:r>
          </a:p>
        </p:txBody>
      </p:sp>
      <p:sp>
        <p:nvSpPr>
          <p:cNvPr id="114732" name="Rectangle 47"/>
          <p:cNvSpPr>
            <a:spLocks noChangeArrowheads="1"/>
          </p:cNvSpPr>
          <p:nvPr/>
        </p:nvSpPr>
        <p:spPr bwMode="auto">
          <a:xfrm>
            <a:off x="6296025" y="3540125"/>
            <a:ext cx="1646238" cy="3937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Times New Roman" pitchFamily="18" charset="0"/>
              </a:rPr>
              <a:t>host-id </a:t>
            </a:r>
            <a:r>
              <a:rPr kumimoji="1" lang="zh-CN" altLang="en-US" sz="2000">
                <a:solidFill>
                  <a:srgbClr val="333399"/>
                </a:solidFill>
                <a:latin typeface="Times New Roman" pitchFamily="18" charset="0"/>
              </a:rPr>
              <a:t>为全 </a:t>
            </a:r>
            <a:r>
              <a:rPr kumimoji="1" lang="en-US" altLang="zh-CN" sz="2000">
                <a:solidFill>
                  <a:srgbClr val="333399"/>
                </a:solidFill>
                <a:latin typeface="Times New Roman" pitchFamily="18" charset="0"/>
              </a:rPr>
              <a:t>0</a:t>
            </a:r>
          </a:p>
        </p:txBody>
      </p:sp>
      <p:sp>
        <p:nvSpPr>
          <p:cNvPr id="114733" name="Line 48"/>
          <p:cNvSpPr>
            <a:spLocks noChangeShapeType="1"/>
          </p:cNvSpPr>
          <p:nvPr/>
        </p:nvSpPr>
        <p:spPr bwMode="auto">
          <a:xfrm>
            <a:off x="22225" y="3227388"/>
            <a:ext cx="90328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734" name="Line 49"/>
          <p:cNvSpPr>
            <a:spLocks noChangeShapeType="1"/>
          </p:cNvSpPr>
          <p:nvPr/>
        </p:nvSpPr>
        <p:spPr bwMode="auto">
          <a:xfrm>
            <a:off x="22225" y="4984750"/>
            <a:ext cx="90328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735" name="Line 50"/>
          <p:cNvSpPr>
            <a:spLocks noChangeShapeType="1"/>
          </p:cNvSpPr>
          <p:nvPr/>
        </p:nvSpPr>
        <p:spPr bwMode="auto">
          <a:xfrm>
            <a:off x="674688" y="1579563"/>
            <a:ext cx="0" cy="5162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736" name="Rectangle 51"/>
          <p:cNvSpPr>
            <a:spLocks noGrp="1" noChangeArrowheads="1"/>
          </p:cNvSpPr>
          <p:nvPr>
            <p:ph type="title"/>
          </p:nvPr>
        </p:nvSpPr>
        <p:spPr>
          <a:xfrm>
            <a:off x="3132138" y="430213"/>
            <a:ext cx="3384550" cy="695325"/>
          </a:xfrm>
          <a:solidFill>
            <a:srgbClr val="FFFFCC"/>
          </a:solidFill>
          <a:ln>
            <a:solidFill>
              <a:srgbClr val="333399"/>
            </a:solidFill>
            <a:miter lim="800000"/>
            <a:headEnd/>
            <a:tailEnd/>
          </a:ln>
          <a:effectLst>
            <a:outerShdw dist="35921" dir="2700000" algn="ctr" rotWithShape="0">
              <a:schemeClr val="bg2"/>
            </a:outerShdw>
          </a:effectLst>
        </p:spPr>
        <p:txBody>
          <a:bodyPr/>
          <a:lstStyle/>
          <a:p>
            <a:pPr algn="ctr" eaLnBrk="1" hangingPunct="1"/>
            <a:r>
              <a:rPr lang="zh-CN" altLang="en-US" sz="4000" smtClean="0"/>
              <a:t>默认子网掩码 </a:t>
            </a:r>
          </a:p>
        </p:txBody>
      </p:sp>
    </p:spTree>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p:cNvSpPr>
            <a:spLocks noGrp="1" noChangeArrowheads="1"/>
          </p:cNvSpPr>
          <p:nvPr>
            <p:ph type="title"/>
          </p:nvPr>
        </p:nvSpPr>
        <p:spPr>
          <a:xfrm>
            <a:off x="1150938" y="765175"/>
            <a:ext cx="7793037" cy="911225"/>
          </a:xfrm>
        </p:spPr>
        <p:txBody>
          <a:bodyPr/>
          <a:lstStyle/>
          <a:p>
            <a:pPr algn="ctr" eaLnBrk="1" hangingPunct="1"/>
            <a:r>
              <a:rPr lang="zh-CN" altLang="en-US" sz="4000" smtClean="0"/>
              <a:t>子网掩码是一个重要属性</a:t>
            </a:r>
          </a:p>
        </p:txBody>
      </p:sp>
      <p:sp>
        <p:nvSpPr>
          <p:cNvPr id="115715" name="Rectangle 3"/>
          <p:cNvSpPr>
            <a:spLocks noGrp="1" noChangeArrowheads="1"/>
          </p:cNvSpPr>
          <p:nvPr>
            <p:ph type="body" idx="1"/>
          </p:nvPr>
        </p:nvSpPr>
        <p:spPr>
          <a:xfrm>
            <a:off x="1042988" y="1773238"/>
            <a:ext cx="7772400" cy="4608512"/>
          </a:xfrm>
        </p:spPr>
        <p:txBody>
          <a:bodyPr/>
          <a:lstStyle/>
          <a:p>
            <a:pPr eaLnBrk="1" hangingPunct="1"/>
            <a:r>
              <a:rPr lang="zh-CN" altLang="en-US" sz="2800" smtClean="0"/>
              <a:t>子网掩码是一个网络或一个子网的重要属性。</a:t>
            </a:r>
          </a:p>
          <a:p>
            <a:pPr eaLnBrk="1" hangingPunct="1"/>
            <a:r>
              <a:rPr lang="zh-CN" altLang="en-US" sz="2800" smtClean="0"/>
              <a:t>路由器在和相邻路由器交换路由信息时，必须把自己所在网络（或子网）的子网掩码告诉相邻路由器。</a:t>
            </a:r>
          </a:p>
          <a:p>
            <a:pPr eaLnBrk="1" hangingPunct="1"/>
            <a:r>
              <a:rPr lang="zh-CN" altLang="en-US" sz="2800" smtClean="0"/>
              <a:t>路由器的路由表中的每一个项目，除了要给出目的网络地址外，还必须同时给出该网络的子网掩码。</a:t>
            </a:r>
          </a:p>
          <a:p>
            <a:pPr eaLnBrk="1" hangingPunct="1"/>
            <a:r>
              <a:rPr lang="zh-CN" altLang="en-US" sz="2800" smtClean="0"/>
              <a:t>若一个路由器连接在两个子网上就拥有两个网络地址和两个子网掩码。</a:t>
            </a:r>
          </a:p>
        </p:txBody>
      </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6738" name="Freeform 57"/>
          <p:cNvSpPr>
            <a:spLocks/>
          </p:cNvSpPr>
          <p:nvPr/>
        </p:nvSpPr>
        <p:spPr bwMode="auto">
          <a:xfrm>
            <a:off x="6102350" y="2132013"/>
            <a:ext cx="1223963" cy="306387"/>
          </a:xfrm>
          <a:custGeom>
            <a:avLst/>
            <a:gdLst>
              <a:gd name="T0" fmla="*/ 2147483647 w 771"/>
              <a:gd name="T1" fmla="*/ 0 h 181"/>
              <a:gd name="T2" fmla="*/ 2147483647 w 771"/>
              <a:gd name="T3" fmla="*/ 0 h 181"/>
              <a:gd name="T4" fmla="*/ 2147483647 w 771"/>
              <a:gd name="T5" fmla="*/ 2147483647 h 181"/>
              <a:gd name="T6" fmla="*/ 0 w 771"/>
              <a:gd name="T7" fmla="*/ 2147483647 h 181"/>
              <a:gd name="T8" fmla="*/ 2147483647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739" name="Rectangle 43"/>
          <p:cNvSpPr>
            <a:spLocks noChangeArrowheads="1"/>
          </p:cNvSpPr>
          <p:nvPr/>
        </p:nvSpPr>
        <p:spPr bwMode="auto">
          <a:xfrm>
            <a:off x="3527425" y="3798888"/>
            <a:ext cx="2916238" cy="344487"/>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40" name="Text Box 49"/>
          <p:cNvSpPr txBox="1">
            <a:spLocks noChangeArrowheads="1"/>
          </p:cNvSpPr>
          <p:nvPr/>
        </p:nvSpPr>
        <p:spPr bwMode="auto">
          <a:xfrm>
            <a:off x="4013200" y="3810000"/>
            <a:ext cx="343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141       .        14            . 0 1 </a:t>
            </a:r>
            <a:r>
              <a:rPr kumimoji="1" lang="en-US" altLang="zh-CN" sz="1600">
                <a:solidFill>
                  <a:schemeClr val="folHlink"/>
                </a:solidFill>
                <a:latin typeface="Times New Roman" pitchFamily="18" charset="0"/>
                <a:ea typeface="宋体" pitchFamily="2" charset="-122"/>
              </a:rPr>
              <a:t>0 0 0 0 0 0 </a:t>
            </a:r>
            <a:endParaRPr kumimoji="1" lang="en-US" altLang="zh-CN" sz="1600" b="1">
              <a:solidFill>
                <a:schemeClr val="folHlink"/>
              </a:solidFill>
              <a:latin typeface="Times New Roman" pitchFamily="18" charset="0"/>
              <a:ea typeface="宋体" pitchFamily="2" charset="-122"/>
            </a:endParaRPr>
          </a:p>
        </p:txBody>
      </p:sp>
      <p:sp>
        <p:nvSpPr>
          <p:cNvPr id="116741" name="Rectangle 36"/>
          <p:cNvSpPr>
            <a:spLocks noChangeArrowheads="1"/>
          </p:cNvSpPr>
          <p:nvPr/>
        </p:nvSpPr>
        <p:spPr bwMode="auto">
          <a:xfrm>
            <a:off x="3519488" y="3084513"/>
            <a:ext cx="2870200" cy="342900"/>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42" name="Rectangle 41"/>
          <p:cNvSpPr>
            <a:spLocks noChangeArrowheads="1"/>
          </p:cNvSpPr>
          <p:nvPr/>
        </p:nvSpPr>
        <p:spPr bwMode="auto">
          <a:xfrm>
            <a:off x="3495675" y="3068638"/>
            <a:ext cx="387667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Times New Roman" pitchFamily="18" charset="0"/>
                <a:ea typeface="宋体" pitchFamily="2" charset="-122"/>
              </a:rPr>
              <a:t>1 1 1 1 1 1 1 1 1 1 1 1 1 1 1 1</a:t>
            </a:r>
            <a:r>
              <a:rPr kumimoji="1" lang="en-US" altLang="zh-CN" sz="1800">
                <a:solidFill>
                  <a:schemeClr val="folHlink"/>
                </a:solidFill>
                <a:latin typeface="Times New Roman" pitchFamily="18" charset="0"/>
                <a:ea typeface="宋体" pitchFamily="2" charset="-122"/>
              </a:rPr>
              <a:t>  </a:t>
            </a:r>
            <a:r>
              <a:rPr kumimoji="1" lang="en-US" altLang="zh-CN" sz="800">
                <a:solidFill>
                  <a:schemeClr val="folHlink"/>
                </a:solidFill>
                <a:latin typeface="Times New Roman" pitchFamily="18" charset="0"/>
                <a:ea typeface="宋体" pitchFamily="2" charset="-122"/>
              </a:rPr>
              <a:t> </a:t>
            </a:r>
            <a:r>
              <a:rPr kumimoji="1" lang="en-US" altLang="zh-CN" sz="1600">
                <a:solidFill>
                  <a:schemeClr val="folHlink"/>
                </a:solidFill>
                <a:latin typeface="Times New Roman" pitchFamily="18" charset="0"/>
                <a:ea typeface="宋体" pitchFamily="2" charset="-122"/>
              </a:rPr>
              <a:t>1 1 0 0 0 0 0 0</a:t>
            </a:r>
          </a:p>
        </p:txBody>
      </p:sp>
      <p:sp>
        <p:nvSpPr>
          <p:cNvPr id="116743" name="Rectangle 2"/>
          <p:cNvSpPr>
            <a:spLocks noGrp="1" noChangeArrowheads="1"/>
          </p:cNvSpPr>
          <p:nvPr>
            <p:ph type="title"/>
          </p:nvPr>
        </p:nvSpPr>
        <p:spPr>
          <a:xfrm>
            <a:off x="468313" y="260350"/>
            <a:ext cx="8475662" cy="1055688"/>
          </a:xfrm>
          <a:solidFill>
            <a:srgbClr val="FFFFCC"/>
          </a:solidFill>
          <a:ln>
            <a:solidFill>
              <a:srgbClr val="333399"/>
            </a:solidFill>
            <a:miter lim="800000"/>
            <a:headEnd/>
            <a:tailEnd/>
          </a:ln>
          <a:effectLst>
            <a:outerShdw dist="35921" dir="2700000" algn="ctr" rotWithShape="0">
              <a:schemeClr val="bg2"/>
            </a:outerShdw>
          </a:effectLst>
        </p:spPr>
        <p:txBody>
          <a:bodyPr/>
          <a:lstStyle/>
          <a:p>
            <a:pPr algn="ctr" eaLnBrk="1" hangingPunct="1"/>
            <a:r>
              <a:rPr lang="en-US" altLang="zh-CN" sz="3200" smtClean="0"/>
              <a:t>【</a:t>
            </a:r>
            <a:r>
              <a:rPr lang="zh-CN" altLang="en-US" sz="3200" smtClean="0"/>
              <a:t>例</a:t>
            </a:r>
            <a:r>
              <a:rPr lang="en-US" altLang="zh-CN" sz="3200" smtClean="0"/>
              <a:t>4-2】</a:t>
            </a:r>
            <a:r>
              <a:rPr lang="zh-CN" altLang="en-US" sz="3200" smtClean="0"/>
              <a:t>已知 </a:t>
            </a:r>
            <a:r>
              <a:rPr lang="en-US" altLang="zh-CN" sz="3200" smtClean="0"/>
              <a:t>IP </a:t>
            </a:r>
            <a:r>
              <a:rPr lang="zh-CN" altLang="en-US" sz="3200" smtClean="0"/>
              <a:t>地址是 </a:t>
            </a:r>
            <a:r>
              <a:rPr lang="en-US" altLang="zh-CN" sz="3200" smtClean="0"/>
              <a:t>141.14.72.24</a:t>
            </a:r>
            <a:r>
              <a:rPr lang="zh-CN" altLang="en-US" sz="3200" smtClean="0"/>
              <a:t>，子网掩码是 </a:t>
            </a:r>
            <a:r>
              <a:rPr lang="en-US" altLang="zh-CN" sz="3200" smtClean="0"/>
              <a:t>255.255.192.0</a:t>
            </a:r>
            <a:r>
              <a:rPr lang="zh-CN" altLang="en-US" sz="3200" smtClean="0"/>
              <a:t>。试求网络地址。 </a:t>
            </a:r>
          </a:p>
        </p:txBody>
      </p:sp>
      <p:sp>
        <p:nvSpPr>
          <p:cNvPr id="116744" name="Rectangle 33"/>
          <p:cNvSpPr>
            <a:spLocks noChangeArrowheads="1"/>
          </p:cNvSpPr>
          <p:nvPr/>
        </p:nvSpPr>
        <p:spPr bwMode="auto">
          <a:xfrm>
            <a:off x="3513138" y="1785938"/>
            <a:ext cx="5137150"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45" name="Rectangle 34"/>
          <p:cNvSpPr>
            <a:spLocks noChangeArrowheads="1"/>
          </p:cNvSpPr>
          <p:nvPr/>
        </p:nvSpPr>
        <p:spPr bwMode="auto">
          <a:xfrm>
            <a:off x="495300" y="1795463"/>
            <a:ext cx="2825750"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(a) </a:t>
            </a:r>
            <a:r>
              <a:rPr kumimoji="1" lang="zh-CN" altLang="en-US" sz="1600">
                <a:solidFill>
                  <a:schemeClr val="folHlink"/>
                </a:solidFill>
                <a:latin typeface="Arial" pitchFamily="34" charset="0"/>
              </a:rPr>
              <a:t>点分十进制表示的 </a:t>
            </a:r>
            <a:r>
              <a:rPr kumimoji="1" lang="en-US" altLang="zh-CN" sz="1600">
                <a:solidFill>
                  <a:schemeClr val="folHlink"/>
                </a:solidFill>
                <a:latin typeface="Arial" pitchFamily="34" charset="0"/>
              </a:rPr>
              <a:t>IP </a:t>
            </a:r>
            <a:r>
              <a:rPr kumimoji="1" lang="zh-CN" altLang="en-US" sz="1600">
                <a:solidFill>
                  <a:schemeClr val="folHlink"/>
                </a:solidFill>
                <a:latin typeface="Arial" pitchFamily="34" charset="0"/>
              </a:rPr>
              <a:t>地址</a:t>
            </a:r>
          </a:p>
        </p:txBody>
      </p:sp>
      <p:sp>
        <p:nvSpPr>
          <p:cNvPr id="116746" name="Rectangle 35"/>
          <p:cNvSpPr>
            <a:spLocks noChangeArrowheads="1"/>
          </p:cNvSpPr>
          <p:nvPr/>
        </p:nvSpPr>
        <p:spPr bwMode="auto">
          <a:xfrm>
            <a:off x="3513138" y="4508500"/>
            <a:ext cx="5137150" cy="3603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47" name="Rectangle 37"/>
          <p:cNvSpPr>
            <a:spLocks noChangeArrowheads="1"/>
          </p:cNvSpPr>
          <p:nvPr/>
        </p:nvSpPr>
        <p:spPr bwMode="auto">
          <a:xfrm>
            <a:off x="495300" y="3068638"/>
            <a:ext cx="2847975"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(c) </a:t>
            </a:r>
            <a:r>
              <a:rPr kumimoji="1" lang="zh-CN" altLang="en-US" sz="1600">
                <a:solidFill>
                  <a:schemeClr val="folHlink"/>
                </a:solidFill>
                <a:latin typeface="Arial" pitchFamily="34" charset="0"/>
              </a:rPr>
              <a:t>子网掩码是 </a:t>
            </a:r>
            <a:r>
              <a:rPr kumimoji="1" lang="en-US" altLang="zh-CN" sz="1600">
                <a:solidFill>
                  <a:schemeClr val="folHlink"/>
                </a:solidFill>
                <a:latin typeface="Arial" pitchFamily="34" charset="0"/>
              </a:rPr>
              <a:t>255.255.192.0</a:t>
            </a:r>
          </a:p>
        </p:txBody>
      </p:sp>
      <p:sp>
        <p:nvSpPr>
          <p:cNvPr id="116748" name="Line 38"/>
          <p:cNvSpPr>
            <a:spLocks noChangeShapeType="1"/>
          </p:cNvSpPr>
          <p:nvPr/>
        </p:nvSpPr>
        <p:spPr bwMode="auto">
          <a:xfrm>
            <a:off x="6051550" y="3081338"/>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49" name="Line 39"/>
          <p:cNvSpPr>
            <a:spLocks noChangeShapeType="1"/>
          </p:cNvSpPr>
          <p:nvPr/>
        </p:nvSpPr>
        <p:spPr bwMode="auto">
          <a:xfrm>
            <a:off x="7351713" y="3071813"/>
            <a:ext cx="0" cy="357187"/>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50" name="Rectangle 40"/>
          <p:cNvSpPr>
            <a:spLocks noChangeArrowheads="1"/>
          </p:cNvSpPr>
          <p:nvPr/>
        </p:nvSpPr>
        <p:spPr bwMode="auto">
          <a:xfrm>
            <a:off x="3513138" y="3074988"/>
            <a:ext cx="5137150"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51" name="Rectangle 42"/>
          <p:cNvSpPr>
            <a:spLocks noChangeArrowheads="1"/>
          </p:cNvSpPr>
          <p:nvPr/>
        </p:nvSpPr>
        <p:spPr bwMode="auto">
          <a:xfrm>
            <a:off x="7326313" y="3098800"/>
            <a:ext cx="1349375" cy="3333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Times New Roman" pitchFamily="18" charset="0"/>
                <a:ea typeface="宋体" pitchFamily="2" charset="-122"/>
              </a:rPr>
              <a:t>0 0 0 0 0 0 0 0</a:t>
            </a:r>
          </a:p>
        </p:txBody>
      </p:sp>
      <p:sp>
        <p:nvSpPr>
          <p:cNvPr id="116752" name="Rectangle 44"/>
          <p:cNvSpPr>
            <a:spLocks noChangeArrowheads="1"/>
          </p:cNvSpPr>
          <p:nvPr/>
        </p:nvSpPr>
        <p:spPr bwMode="auto">
          <a:xfrm>
            <a:off x="3522663" y="3789363"/>
            <a:ext cx="5137150"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53" name="Text Box 45"/>
          <p:cNvSpPr txBox="1">
            <a:spLocks noChangeArrowheads="1"/>
          </p:cNvSpPr>
          <p:nvPr/>
        </p:nvSpPr>
        <p:spPr bwMode="auto">
          <a:xfrm>
            <a:off x="4013200" y="1795463"/>
            <a:ext cx="216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a:t>
            </a:r>
          </a:p>
        </p:txBody>
      </p:sp>
      <p:sp>
        <p:nvSpPr>
          <p:cNvPr id="116754" name="Text Box 46"/>
          <p:cNvSpPr txBox="1">
            <a:spLocks noChangeArrowheads="1"/>
          </p:cNvSpPr>
          <p:nvPr/>
        </p:nvSpPr>
        <p:spPr bwMode="auto">
          <a:xfrm>
            <a:off x="6462713" y="1795463"/>
            <a:ext cx="17081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 72          .          24</a:t>
            </a:r>
          </a:p>
        </p:txBody>
      </p:sp>
      <p:sp>
        <p:nvSpPr>
          <p:cNvPr id="116755" name="Text Box 47"/>
          <p:cNvSpPr txBox="1">
            <a:spLocks noChangeArrowheads="1"/>
          </p:cNvSpPr>
          <p:nvPr/>
        </p:nvSpPr>
        <p:spPr bwMode="auto">
          <a:xfrm>
            <a:off x="4013200" y="4529138"/>
            <a:ext cx="216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a:t>
            </a:r>
          </a:p>
        </p:txBody>
      </p:sp>
      <p:sp>
        <p:nvSpPr>
          <p:cNvPr id="116756" name="Text Box 48"/>
          <p:cNvSpPr txBox="1">
            <a:spLocks noChangeArrowheads="1"/>
          </p:cNvSpPr>
          <p:nvPr/>
        </p:nvSpPr>
        <p:spPr bwMode="auto">
          <a:xfrm>
            <a:off x="6516688" y="4529138"/>
            <a:ext cx="1657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64          .            </a:t>
            </a:r>
            <a:r>
              <a:rPr kumimoji="1" lang="en-US" altLang="zh-CN" sz="1600">
                <a:solidFill>
                  <a:schemeClr val="folHlink"/>
                </a:solidFill>
                <a:latin typeface="Times New Roman" pitchFamily="18" charset="0"/>
                <a:ea typeface="宋体" pitchFamily="2" charset="-122"/>
              </a:rPr>
              <a:t>0</a:t>
            </a:r>
          </a:p>
        </p:txBody>
      </p:sp>
      <p:sp>
        <p:nvSpPr>
          <p:cNvPr id="116757" name="Text Box 50"/>
          <p:cNvSpPr txBox="1">
            <a:spLocks noChangeArrowheads="1"/>
          </p:cNvSpPr>
          <p:nvPr/>
        </p:nvSpPr>
        <p:spPr bwMode="auto">
          <a:xfrm>
            <a:off x="7277100" y="3810000"/>
            <a:ext cx="89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           </a:t>
            </a:r>
            <a:r>
              <a:rPr kumimoji="1" lang="en-US" altLang="zh-CN" sz="1600">
                <a:solidFill>
                  <a:schemeClr val="folHlink"/>
                </a:solidFill>
                <a:latin typeface="Times New Roman" pitchFamily="18" charset="0"/>
                <a:ea typeface="宋体" pitchFamily="2" charset="-122"/>
              </a:rPr>
              <a:t>0</a:t>
            </a:r>
          </a:p>
        </p:txBody>
      </p:sp>
      <p:sp>
        <p:nvSpPr>
          <p:cNvPr id="116758" name="Line 51"/>
          <p:cNvSpPr>
            <a:spLocks noChangeShapeType="1"/>
          </p:cNvSpPr>
          <p:nvPr/>
        </p:nvSpPr>
        <p:spPr bwMode="auto">
          <a:xfrm>
            <a:off x="4805363" y="3071813"/>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59" name="Rectangle 52"/>
          <p:cNvSpPr>
            <a:spLocks noChangeArrowheads="1"/>
          </p:cNvSpPr>
          <p:nvPr/>
        </p:nvSpPr>
        <p:spPr bwMode="auto">
          <a:xfrm>
            <a:off x="6029325" y="2433638"/>
            <a:ext cx="1349375" cy="3333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Times New Roman" pitchFamily="18" charset="0"/>
                <a:ea typeface="宋体" pitchFamily="2" charset="-122"/>
              </a:rPr>
              <a:t>0 1 0 0 1 0 0 0</a:t>
            </a:r>
          </a:p>
        </p:txBody>
      </p:sp>
      <p:sp>
        <p:nvSpPr>
          <p:cNvPr id="116760" name="Rectangle 53"/>
          <p:cNvSpPr>
            <a:spLocks noChangeArrowheads="1"/>
          </p:cNvSpPr>
          <p:nvPr/>
        </p:nvSpPr>
        <p:spPr bwMode="auto">
          <a:xfrm>
            <a:off x="3509963" y="2419350"/>
            <a:ext cx="5137150" cy="3603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61" name="Text Box 54"/>
          <p:cNvSpPr txBox="1">
            <a:spLocks noChangeArrowheads="1"/>
          </p:cNvSpPr>
          <p:nvPr/>
        </p:nvSpPr>
        <p:spPr bwMode="auto">
          <a:xfrm>
            <a:off x="4013200" y="2430463"/>
            <a:ext cx="216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a:t>
            </a:r>
          </a:p>
        </p:txBody>
      </p:sp>
      <p:sp>
        <p:nvSpPr>
          <p:cNvPr id="116762" name="Text Box 55"/>
          <p:cNvSpPr txBox="1">
            <a:spLocks noChangeArrowheads="1"/>
          </p:cNvSpPr>
          <p:nvPr/>
        </p:nvSpPr>
        <p:spPr bwMode="auto">
          <a:xfrm>
            <a:off x="7254875" y="2430463"/>
            <a:ext cx="9461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          24</a:t>
            </a:r>
          </a:p>
        </p:txBody>
      </p:sp>
      <p:sp>
        <p:nvSpPr>
          <p:cNvPr id="116763" name="Rectangle 56"/>
          <p:cNvSpPr>
            <a:spLocks noChangeArrowheads="1"/>
          </p:cNvSpPr>
          <p:nvPr/>
        </p:nvSpPr>
        <p:spPr bwMode="auto">
          <a:xfrm>
            <a:off x="6389688" y="1795463"/>
            <a:ext cx="647700" cy="360362"/>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764" name="Rectangle 58"/>
          <p:cNvSpPr>
            <a:spLocks noChangeArrowheads="1"/>
          </p:cNvSpPr>
          <p:nvPr/>
        </p:nvSpPr>
        <p:spPr bwMode="auto">
          <a:xfrm>
            <a:off x="495300" y="2419350"/>
            <a:ext cx="29956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(b) IP </a:t>
            </a:r>
            <a:r>
              <a:rPr kumimoji="1" lang="zh-CN" altLang="en-US" sz="1600">
                <a:solidFill>
                  <a:schemeClr val="folHlink"/>
                </a:solidFill>
                <a:latin typeface="Arial" pitchFamily="34" charset="0"/>
              </a:rPr>
              <a:t>地址的第 </a:t>
            </a:r>
            <a:r>
              <a:rPr kumimoji="1" lang="en-US" altLang="zh-CN" sz="1600">
                <a:solidFill>
                  <a:schemeClr val="folHlink"/>
                </a:solidFill>
                <a:latin typeface="Arial" pitchFamily="34" charset="0"/>
              </a:rPr>
              <a:t>3 </a:t>
            </a:r>
            <a:r>
              <a:rPr kumimoji="1" lang="zh-CN" altLang="en-US" sz="1600">
                <a:solidFill>
                  <a:schemeClr val="folHlink"/>
                </a:solidFill>
                <a:latin typeface="Arial" pitchFamily="34" charset="0"/>
              </a:rPr>
              <a:t>字节是二进制</a:t>
            </a:r>
          </a:p>
        </p:txBody>
      </p:sp>
      <p:sp>
        <p:nvSpPr>
          <p:cNvPr id="116765" name="Rectangle 59"/>
          <p:cNvSpPr>
            <a:spLocks noChangeArrowheads="1"/>
          </p:cNvSpPr>
          <p:nvPr/>
        </p:nvSpPr>
        <p:spPr bwMode="auto">
          <a:xfrm>
            <a:off x="495300" y="3787775"/>
            <a:ext cx="2971800"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(d) IP </a:t>
            </a:r>
            <a:r>
              <a:rPr kumimoji="1" lang="zh-CN" altLang="en-US" sz="1600">
                <a:solidFill>
                  <a:schemeClr val="folHlink"/>
                </a:solidFill>
                <a:latin typeface="Arial" pitchFamily="34" charset="0"/>
              </a:rPr>
              <a:t>地址与子网掩码逐位相与</a:t>
            </a:r>
          </a:p>
        </p:txBody>
      </p:sp>
      <p:sp>
        <p:nvSpPr>
          <p:cNvPr id="116766" name="Rectangle 60"/>
          <p:cNvSpPr>
            <a:spLocks noChangeArrowheads="1"/>
          </p:cNvSpPr>
          <p:nvPr/>
        </p:nvSpPr>
        <p:spPr bwMode="auto">
          <a:xfrm>
            <a:off x="495300" y="4532313"/>
            <a:ext cx="312896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(e) </a:t>
            </a:r>
            <a:r>
              <a:rPr kumimoji="1" lang="zh-CN" altLang="en-US" sz="1600">
                <a:solidFill>
                  <a:schemeClr val="folHlink"/>
                </a:solidFill>
                <a:latin typeface="Arial" pitchFamily="34" charset="0"/>
              </a:rPr>
              <a:t>网络地址（点分十进制表示）</a:t>
            </a:r>
          </a:p>
        </p:txBody>
      </p:sp>
    </p:spTree>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7762" name="Rectangle 3"/>
          <p:cNvSpPr>
            <a:spLocks noChangeArrowheads="1"/>
          </p:cNvSpPr>
          <p:nvPr/>
        </p:nvSpPr>
        <p:spPr bwMode="auto">
          <a:xfrm>
            <a:off x="3527425" y="3798888"/>
            <a:ext cx="3017838" cy="344487"/>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63" name="Text Box 4"/>
          <p:cNvSpPr txBox="1">
            <a:spLocks noChangeArrowheads="1"/>
          </p:cNvSpPr>
          <p:nvPr/>
        </p:nvSpPr>
        <p:spPr bwMode="auto">
          <a:xfrm>
            <a:off x="4013200" y="3810000"/>
            <a:ext cx="343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141       .        14            . 0 1 0</a:t>
            </a:r>
            <a:r>
              <a:rPr kumimoji="1" lang="en-US" altLang="zh-CN" sz="1600">
                <a:solidFill>
                  <a:schemeClr val="folHlink"/>
                </a:solidFill>
                <a:latin typeface="Times New Roman" pitchFamily="18" charset="0"/>
                <a:ea typeface="宋体" pitchFamily="2" charset="-122"/>
              </a:rPr>
              <a:t> 0 0 0 0 0 </a:t>
            </a:r>
            <a:endParaRPr kumimoji="1" lang="en-US" altLang="zh-CN" sz="1600" b="1">
              <a:solidFill>
                <a:schemeClr val="folHlink"/>
              </a:solidFill>
              <a:latin typeface="Times New Roman" pitchFamily="18" charset="0"/>
              <a:ea typeface="宋体" pitchFamily="2" charset="-122"/>
            </a:endParaRPr>
          </a:p>
        </p:txBody>
      </p:sp>
      <p:sp>
        <p:nvSpPr>
          <p:cNvPr id="117764" name="Rectangle 5"/>
          <p:cNvSpPr>
            <a:spLocks noChangeArrowheads="1"/>
          </p:cNvSpPr>
          <p:nvPr/>
        </p:nvSpPr>
        <p:spPr bwMode="auto">
          <a:xfrm>
            <a:off x="3519488" y="3084513"/>
            <a:ext cx="3022600" cy="342900"/>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65" name="Rectangle 6"/>
          <p:cNvSpPr>
            <a:spLocks noChangeArrowheads="1"/>
          </p:cNvSpPr>
          <p:nvPr/>
        </p:nvSpPr>
        <p:spPr bwMode="auto">
          <a:xfrm>
            <a:off x="3495675" y="3068638"/>
            <a:ext cx="387667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Times New Roman" pitchFamily="18" charset="0"/>
                <a:ea typeface="宋体" pitchFamily="2" charset="-122"/>
              </a:rPr>
              <a:t>1 1 1 1 1 1 1 1 1 1 1 1 1 1 1 1</a:t>
            </a:r>
            <a:r>
              <a:rPr kumimoji="1" lang="en-US" altLang="zh-CN" sz="1800">
                <a:solidFill>
                  <a:schemeClr val="folHlink"/>
                </a:solidFill>
                <a:latin typeface="Times New Roman" pitchFamily="18" charset="0"/>
                <a:ea typeface="宋体" pitchFamily="2" charset="-122"/>
              </a:rPr>
              <a:t>  </a:t>
            </a:r>
            <a:r>
              <a:rPr kumimoji="1" lang="en-US" altLang="zh-CN" sz="800">
                <a:solidFill>
                  <a:schemeClr val="folHlink"/>
                </a:solidFill>
                <a:latin typeface="Times New Roman" pitchFamily="18" charset="0"/>
                <a:ea typeface="宋体" pitchFamily="2" charset="-122"/>
              </a:rPr>
              <a:t> </a:t>
            </a:r>
            <a:r>
              <a:rPr kumimoji="1" lang="en-US" altLang="zh-CN" sz="1600">
                <a:solidFill>
                  <a:schemeClr val="folHlink"/>
                </a:solidFill>
                <a:latin typeface="Times New Roman" pitchFamily="18" charset="0"/>
                <a:ea typeface="宋体" pitchFamily="2" charset="-122"/>
              </a:rPr>
              <a:t>1 1 1 0 0 0 0 0</a:t>
            </a:r>
          </a:p>
        </p:txBody>
      </p:sp>
      <p:sp>
        <p:nvSpPr>
          <p:cNvPr id="117766" name="Freeform 2"/>
          <p:cNvSpPr>
            <a:spLocks/>
          </p:cNvSpPr>
          <p:nvPr/>
        </p:nvSpPr>
        <p:spPr bwMode="auto">
          <a:xfrm>
            <a:off x="6102350" y="2132013"/>
            <a:ext cx="1223963" cy="306387"/>
          </a:xfrm>
          <a:custGeom>
            <a:avLst/>
            <a:gdLst>
              <a:gd name="T0" fmla="*/ 2147483647 w 771"/>
              <a:gd name="T1" fmla="*/ 0 h 181"/>
              <a:gd name="T2" fmla="*/ 2147483647 w 771"/>
              <a:gd name="T3" fmla="*/ 0 h 181"/>
              <a:gd name="T4" fmla="*/ 2147483647 w 771"/>
              <a:gd name="T5" fmla="*/ 2147483647 h 181"/>
              <a:gd name="T6" fmla="*/ 0 w 771"/>
              <a:gd name="T7" fmla="*/ 2147483647 h 181"/>
              <a:gd name="T8" fmla="*/ 2147483647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7767" name="Rectangle 7"/>
          <p:cNvSpPr>
            <a:spLocks noGrp="1" noChangeArrowheads="1"/>
          </p:cNvSpPr>
          <p:nvPr>
            <p:ph type="title"/>
          </p:nvPr>
        </p:nvSpPr>
        <p:spPr>
          <a:xfrm>
            <a:off x="92075" y="260350"/>
            <a:ext cx="8943975" cy="1055688"/>
          </a:xfrm>
          <a:solidFill>
            <a:srgbClr val="FFFFCC"/>
          </a:solidFill>
          <a:ln>
            <a:solidFill>
              <a:srgbClr val="333399"/>
            </a:solidFill>
            <a:miter lim="800000"/>
            <a:headEnd/>
            <a:tailEnd/>
          </a:ln>
          <a:effectLst>
            <a:outerShdw dist="35921" dir="2700000" algn="ctr" rotWithShape="0">
              <a:schemeClr val="bg2"/>
            </a:outerShdw>
          </a:effectLst>
        </p:spPr>
        <p:txBody>
          <a:bodyPr/>
          <a:lstStyle/>
          <a:p>
            <a:pPr algn="ctr" eaLnBrk="1" hangingPunct="1"/>
            <a:r>
              <a:rPr lang="en-US" altLang="zh-CN" sz="3200" smtClean="0"/>
              <a:t>【</a:t>
            </a:r>
            <a:r>
              <a:rPr lang="zh-CN" altLang="en-US" sz="3200" smtClean="0"/>
              <a:t>例</a:t>
            </a:r>
            <a:r>
              <a:rPr lang="en-US" altLang="zh-CN" sz="3200" smtClean="0"/>
              <a:t>4-3】</a:t>
            </a:r>
            <a:r>
              <a:rPr lang="zh-CN" altLang="en-US" sz="3200" smtClean="0"/>
              <a:t>在上例中，若子网掩码改为</a:t>
            </a:r>
            <a:r>
              <a:rPr lang="en-US" altLang="zh-CN" sz="3200" smtClean="0"/>
              <a:t>255.255.224.0</a:t>
            </a:r>
            <a:r>
              <a:rPr lang="zh-CN" altLang="en-US" sz="3200" smtClean="0"/>
              <a:t>。试求网络地址，讨论所得结果。 </a:t>
            </a:r>
          </a:p>
        </p:txBody>
      </p:sp>
      <p:sp>
        <p:nvSpPr>
          <p:cNvPr id="117768" name="Rectangle 8"/>
          <p:cNvSpPr>
            <a:spLocks noChangeArrowheads="1"/>
          </p:cNvSpPr>
          <p:nvPr/>
        </p:nvSpPr>
        <p:spPr bwMode="auto">
          <a:xfrm>
            <a:off x="3513138" y="1785938"/>
            <a:ext cx="5137150"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69" name="Rectangle 9"/>
          <p:cNvSpPr>
            <a:spLocks noChangeArrowheads="1"/>
          </p:cNvSpPr>
          <p:nvPr/>
        </p:nvSpPr>
        <p:spPr bwMode="auto">
          <a:xfrm>
            <a:off x="495300" y="1795463"/>
            <a:ext cx="2825750"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(a) </a:t>
            </a:r>
            <a:r>
              <a:rPr kumimoji="1" lang="zh-CN" altLang="en-US" sz="1600">
                <a:solidFill>
                  <a:schemeClr val="folHlink"/>
                </a:solidFill>
                <a:latin typeface="Arial" pitchFamily="34" charset="0"/>
              </a:rPr>
              <a:t>点分十进制表示的 </a:t>
            </a:r>
            <a:r>
              <a:rPr kumimoji="1" lang="en-US" altLang="zh-CN" sz="1600">
                <a:solidFill>
                  <a:schemeClr val="folHlink"/>
                </a:solidFill>
                <a:latin typeface="Arial" pitchFamily="34" charset="0"/>
              </a:rPr>
              <a:t>IP </a:t>
            </a:r>
            <a:r>
              <a:rPr kumimoji="1" lang="zh-CN" altLang="en-US" sz="1600">
                <a:solidFill>
                  <a:schemeClr val="folHlink"/>
                </a:solidFill>
                <a:latin typeface="Arial" pitchFamily="34" charset="0"/>
              </a:rPr>
              <a:t>地址</a:t>
            </a:r>
          </a:p>
        </p:txBody>
      </p:sp>
      <p:sp>
        <p:nvSpPr>
          <p:cNvPr id="117770" name="Rectangle 10"/>
          <p:cNvSpPr>
            <a:spLocks noChangeArrowheads="1"/>
          </p:cNvSpPr>
          <p:nvPr/>
        </p:nvSpPr>
        <p:spPr bwMode="auto">
          <a:xfrm>
            <a:off x="3513138" y="4508500"/>
            <a:ext cx="5137150" cy="3603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71" name="Rectangle 11"/>
          <p:cNvSpPr>
            <a:spLocks noChangeArrowheads="1"/>
          </p:cNvSpPr>
          <p:nvPr/>
        </p:nvSpPr>
        <p:spPr bwMode="auto">
          <a:xfrm>
            <a:off x="495300" y="3068638"/>
            <a:ext cx="2847975"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(c) </a:t>
            </a:r>
            <a:r>
              <a:rPr kumimoji="1" lang="zh-CN" altLang="en-US" sz="1600">
                <a:solidFill>
                  <a:schemeClr val="folHlink"/>
                </a:solidFill>
                <a:latin typeface="Arial" pitchFamily="34" charset="0"/>
              </a:rPr>
              <a:t>子网掩码是 </a:t>
            </a:r>
            <a:r>
              <a:rPr kumimoji="1" lang="en-US" altLang="zh-CN" sz="1600">
                <a:solidFill>
                  <a:schemeClr val="folHlink"/>
                </a:solidFill>
                <a:latin typeface="Arial" pitchFamily="34" charset="0"/>
              </a:rPr>
              <a:t>255.255.224.0</a:t>
            </a:r>
          </a:p>
        </p:txBody>
      </p:sp>
      <p:sp>
        <p:nvSpPr>
          <p:cNvPr id="117772" name="Line 12"/>
          <p:cNvSpPr>
            <a:spLocks noChangeShapeType="1"/>
          </p:cNvSpPr>
          <p:nvPr/>
        </p:nvSpPr>
        <p:spPr bwMode="auto">
          <a:xfrm>
            <a:off x="6051550" y="3081338"/>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73" name="Line 13"/>
          <p:cNvSpPr>
            <a:spLocks noChangeShapeType="1"/>
          </p:cNvSpPr>
          <p:nvPr/>
        </p:nvSpPr>
        <p:spPr bwMode="auto">
          <a:xfrm>
            <a:off x="7351713" y="3071813"/>
            <a:ext cx="0" cy="357187"/>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74" name="Rectangle 14"/>
          <p:cNvSpPr>
            <a:spLocks noChangeArrowheads="1"/>
          </p:cNvSpPr>
          <p:nvPr/>
        </p:nvSpPr>
        <p:spPr bwMode="auto">
          <a:xfrm>
            <a:off x="3513138" y="3074988"/>
            <a:ext cx="5137150"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75" name="Rectangle 15"/>
          <p:cNvSpPr>
            <a:spLocks noChangeArrowheads="1"/>
          </p:cNvSpPr>
          <p:nvPr/>
        </p:nvSpPr>
        <p:spPr bwMode="auto">
          <a:xfrm>
            <a:off x="7326313" y="3098800"/>
            <a:ext cx="1349375" cy="3333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Times New Roman" pitchFamily="18" charset="0"/>
                <a:ea typeface="宋体" pitchFamily="2" charset="-122"/>
              </a:rPr>
              <a:t>0 0 0 0 0 0 0 0</a:t>
            </a:r>
          </a:p>
        </p:txBody>
      </p:sp>
      <p:sp>
        <p:nvSpPr>
          <p:cNvPr id="117776" name="Rectangle 16"/>
          <p:cNvSpPr>
            <a:spLocks noChangeArrowheads="1"/>
          </p:cNvSpPr>
          <p:nvPr/>
        </p:nvSpPr>
        <p:spPr bwMode="auto">
          <a:xfrm>
            <a:off x="3522663" y="3789363"/>
            <a:ext cx="5137150"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77" name="Text Box 17"/>
          <p:cNvSpPr txBox="1">
            <a:spLocks noChangeArrowheads="1"/>
          </p:cNvSpPr>
          <p:nvPr/>
        </p:nvSpPr>
        <p:spPr bwMode="auto">
          <a:xfrm>
            <a:off x="4013200" y="1795463"/>
            <a:ext cx="216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a:t>
            </a:r>
          </a:p>
        </p:txBody>
      </p:sp>
      <p:sp>
        <p:nvSpPr>
          <p:cNvPr id="117778" name="Text Box 18"/>
          <p:cNvSpPr txBox="1">
            <a:spLocks noChangeArrowheads="1"/>
          </p:cNvSpPr>
          <p:nvPr/>
        </p:nvSpPr>
        <p:spPr bwMode="auto">
          <a:xfrm>
            <a:off x="6462713" y="1795463"/>
            <a:ext cx="17081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 72          .          24</a:t>
            </a:r>
          </a:p>
        </p:txBody>
      </p:sp>
      <p:sp>
        <p:nvSpPr>
          <p:cNvPr id="117779" name="Text Box 19"/>
          <p:cNvSpPr txBox="1">
            <a:spLocks noChangeArrowheads="1"/>
          </p:cNvSpPr>
          <p:nvPr/>
        </p:nvSpPr>
        <p:spPr bwMode="auto">
          <a:xfrm>
            <a:off x="4013200" y="4529138"/>
            <a:ext cx="216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a:t>
            </a:r>
          </a:p>
        </p:txBody>
      </p:sp>
      <p:sp>
        <p:nvSpPr>
          <p:cNvPr id="117780" name="Text Box 20"/>
          <p:cNvSpPr txBox="1">
            <a:spLocks noChangeArrowheads="1"/>
          </p:cNvSpPr>
          <p:nvPr/>
        </p:nvSpPr>
        <p:spPr bwMode="auto">
          <a:xfrm>
            <a:off x="6516688" y="4529138"/>
            <a:ext cx="1657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64          .            </a:t>
            </a:r>
            <a:r>
              <a:rPr kumimoji="1" lang="en-US" altLang="zh-CN" sz="1600">
                <a:solidFill>
                  <a:schemeClr val="folHlink"/>
                </a:solidFill>
                <a:latin typeface="Times New Roman" pitchFamily="18" charset="0"/>
                <a:ea typeface="宋体" pitchFamily="2" charset="-122"/>
              </a:rPr>
              <a:t>0</a:t>
            </a:r>
          </a:p>
        </p:txBody>
      </p:sp>
      <p:sp>
        <p:nvSpPr>
          <p:cNvPr id="117781" name="Text Box 21"/>
          <p:cNvSpPr txBox="1">
            <a:spLocks noChangeArrowheads="1"/>
          </p:cNvSpPr>
          <p:nvPr/>
        </p:nvSpPr>
        <p:spPr bwMode="auto">
          <a:xfrm>
            <a:off x="7277100" y="3810000"/>
            <a:ext cx="89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           </a:t>
            </a:r>
            <a:r>
              <a:rPr kumimoji="1" lang="en-US" altLang="zh-CN" sz="1600">
                <a:solidFill>
                  <a:schemeClr val="folHlink"/>
                </a:solidFill>
                <a:latin typeface="Times New Roman" pitchFamily="18" charset="0"/>
                <a:ea typeface="宋体" pitchFamily="2" charset="-122"/>
              </a:rPr>
              <a:t>0</a:t>
            </a:r>
          </a:p>
        </p:txBody>
      </p:sp>
      <p:sp>
        <p:nvSpPr>
          <p:cNvPr id="117782" name="Line 22"/>
          <p:cNvSpPr>
            <a:spLocks noChangeShapeType="1"/>
          </p:cNvSpPr>
          <p:nvPr/>
        </p:nvSpPr>
        <p:spPr bwMode="auto">
          <a:xfrm>
            <a:off x="4805363" y="3071813"/>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83" name="Rectangle 23"/>
          <p:cNvSpPr>
            <a:spLocks noChangeArrowheads="1"/>
          </p:cNvSpPr>
          <p:nvPr/>
        </p:nvSpPr>
        <p:spPr bwMode="auto">
          <a:xfrm>
            <a:off x="6029325" y="2433638"/>
            <a:ext cx="1349375" cy="3333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Times New Roman" pitchFamily="18" charset="0"/>
                <a:ea typeface="宋体" pitchFamily="2" charset="-122"/>
              </a:rPr>
              <a:t>0 1 0 0 1 0 0 0</a:t>
            </a:r>
          </a:p>
        </p:txBody>
      </p:sp>
      <p:sp>
        <p:nvSpPr>
          <p:cNvPr id="117784" name="Rectangle 24"/>
          <p:cNvSpPr>
            <a:spLocks noChangeArrowheads="1"/>
          </p:cNvSpPr>
          <p:nvPr/>
        </p:nvSpPr>
        <p:spPr bwMode="auto">
          <a:xfrm>
            <a:off x="3509963" y="2419350"/>
            <a:ext cx="5137150" cy="3603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85" name="Text Box 25"/>
          <p:cNvSpPr txBox="1">
            <a:spLocks noChangeArrowheads="1"/>
          </p:cNvSpPr>
          <p:nvPr/>
        </p:nvSpPr>
        <p:spPr bwMode="auto">
          <a:xfrm>
            <a:off x="4013200" y="2430463"/>
            <a:ext cx="21653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141       .        14            .</a:t>
            </a:r>
          </a:p>
        </p:txBody>
      </p:sp>
      <p:sp>
        <p:nvSpPr>
          <p:cNvPr id="117786" name="Text Box 26"/>
          <p:cNvSpPr txBox="1">
            <a:spLocks noChangeArrowheads="1"/>
          </p:cNvSpPr>
          <p:nvPr/>
        </p:nvSpPr>
        <p:spPr bwMode="auto">
          <a:xfrm>
            <a:off x="7254875" y="2430463"/>
            <a:ext cx="9461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600" b="1">
                <a:solidFill>
                  <a:schemeClr val="folHlink"/>
                </a:solidFill>
                <a:latin typeface="Times New Roman" pitchFamily="18" charset="0"/>
                <a:ea typeface="宋体" pitchFamily="2" charset="-122"/>
              </a:rPr>
              <a:t>.          24</a:t>
            </a:r>
          </a:p>
        </p:txBody>
      </p:sp>
      <p:sp>
        <p:nvSpPr>
          <p:cNvPr id="117787" name="Rectangle 27"/>
          <p:cNvSpPr>
            <a:spLocks noChangeArrowheads="1"/>
          </p:cNvSpPr>
          <p:nvPr/>
        </p:nvSpPr>
        <p:spPr bwMode="auto">
          <a:xfrm>
            <a:off x="6389688" y="1795463"/>
            <a:ext cx="647700" cy="360362"/>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788" name="Rectangle 28"/>
          <p:cNvSpPr>
            <a:spLocks noChangeArrowheads="1"/>
          </p:cNvSpPr>
          <p:nvPr/>
        </p:nvSpPr>
        <p:spPr bwMode="auto">
          <a:xfrm>
            <a:off x="495300" y="2419350"/>
            <a:ext cx="29956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(b) IP </a:t>
            </a:r>
            <a:r>
              <a:rPr kumimoji="1" lang="zh-CN" altLang="en-US" sz="1600">
                <a:solidFill>
                  <a:schemeClr val="folHlink"/>
                </a:solidFill>
                <a:latin typeface="Arial" pitchFamily="34" charset="0"/>
              </a:rPr>
              <a:t>地址的第 </a:t>
            </a:r>
            <a:r>
              <a:rPr kumimoji="1" lang="en-US" altLang="zh-CN" sz="1600">
                <a:solidFill>
                  <a:schemeClr val="folHlink"/>
                </a:solidFill>
                <a:latin typeface="Arial" pitchFamily="34" charset="0"/>
              </a:rPr>
              <a:t>3 </a:t>
            </a:r>
            <a:r>
              <a:rPr kumimoji="1" lang="zh-CN" altLang="en-US" sz="1600">
                <a:solidFill>
                  <a:schemeClr val="folHlink"/>
                </a:solidFill>
                <a:latin typeface="Arial" pitchFamily="34" charset="0"/>
              </a:rPr>
              <a:t>字节是二进制</a:t>
            </a:r>
          </a:p>
        </p:txBody>
      </p:sp>
      <p:sp>
        <p:nvSpPr>
          <p:cNvPr id="117789" name="Rectangle 29"/>
          <p:cNvSpPr>
            <a:spLocks noChangeArrowheads="1"/>
          </p:cNvSpPr>
          <p:nvPr/>
        </p:nvSpPr>
        <p:spPr bwMode="auto">
          <a:xfrm>
            <a:off x="495300" y="3787775"/>
            <a:ext cx="2971800"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(d) IP </a:t>
            </a:r>
            <a:r>
              <a:rPr kumimoji="1" lang="zh-CN" altLang="en-US" sz="1600">
                <a:solidFill>
                  <a:schemeClr val="folHlink"/>
                </a:solidFill>
                <a:latin typeface="Arial" pitchFamily="34" charset="0"/>
              </a:rPr>
              <a:t>地址与子网掩码逐位相与</a:t>
            </a:r>
          </a:p>
        </p:txBody>
      </p:sp>
      <p:sp>
        <p:nvSpPr>
          <p:cNvPr id="117790" name="Rectangle 30"/>
          <p:cNvSpPr>
            <a:spLocks noChangeArrowheads="1"/>
          </p:cNvSpPr>
          <p:nvPr/>
        </p:nvSpPr>
        <p:spPr bwMode="auto">
          <a:xfrm>
            <a:off x="495300" y="4532313"/>
            <a:ext cx="312896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a:solidFill>
                  <a:schemeClr val="folHlink"/>
                </a:solidFill>
                <a:latin typeface="Arial" pitchFamily="34" charset="0"/>
              </a:rPr>
              <a:t>(e) </a:t>
            </a:r>
            <a:r>
              <a:rPr kumimoji="1" lang="zh-CN" altLang="en-US" sz="1600">
                <a:solidFill>
                  <a:schemeClr val="folHlink"/>
                </a:solidFill>
                <a:latin typeface="Arial" pitchFamily="34" charset="0"/>
              </a:rPr>
              <a:t>网络地址（点分十进制表示）</a:t>
            </a:r>
          </a:p>
        </p:txBody>
      </p:sp>
      <p:sp>
        <p:nvSpPr>
          <p:cNvPr id="117791" name="Text Box 31"/>
          <p:cNvSpPr txBox="1">
            <a:spLocks noChangeArrowheads="1"/>
          </p:cNvSpPr>
          <p:nvPr/>
        </p:nvSpPr>
        <p:spPr bwMode="auto">
          <a:xfrm>
            <a:off x="1476375" y="5354638"/>
            <a:ext cx="7102475" cy="1076325"/>
          </a:xfrm>
          <a:prstGeom prst="rect">
            <a:avLst/>
          </a:prstGeom>
          <a:solidFill>
            <a:srgbClr val="FFFF99"/>
          </a:solidFill>
          <a:ln w="9525">
            <a:solidFill>
              <a:srgbClr val="333399"/>
            </a:solidFill>
            <a:miter lim="800000"/>
            <a:headEnd/>
            <a:tailEnd/>
          </a:ln>
          <a:effectLst>
            <a:outerShdw dist="35921" dir="2700000"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3200">
                <a:solidFill>
                  <a:schemeClr val="folHlink"/>
                </a:solidFill>
              </a:rPr>
              <a:t>不同的子网掩码得出</a:t>
            </a:r>
            <a:r>
              <a:rPr lang="zh-CN" altLang="en-US" sz="3200">
                <a:solidFill>
                  <a:schemeClr val="hlink"/>
                </a:solidFill>
              </a:rPr>
              <a:t>相同</a:t>
            </a:r>
            <a:r>
              <a:rPr lang="zh-CN" altLang="en-US" sz="3200">
                <a:solidFill>
                  <a:schemeClr val="folHlink"/>
                </a:solidFill>
              </a:rPr>
              <a:t>的网络地址。</a:t>
            </a:r>
          </a:p>
          <a:p>
            <a:pPr algn="ctr" eaLnBrk="1" hangingPunct="1"/>
            <a:r>
              <a:rPr lang="zh-CN" altLang="en-US" sz="3200">
                <a:solidFill>
                  <a:schemeClr val="folHlink"/>
                </a:solidFill>
              </a:rPr>
              <a:t>但不同的掩码的效果是不同的。</a:t>
            </a:r>
            <a:r>
              <a:rPr lang="zh-CN" altLang="en-US" sz="3200"/>
              <a:t> </a:t>
            </a:r>
          </a:p>
        </p:txBody>
      </p:sp>
    </p:spTree>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2"/>
          <p:cNvSpPr>
            <a:spLocks noGrp="1" noChangeArrowheads="1"/>
          </p:cNvSpPr>
          <p:nvPr>
            <p:ph type="body" idx="1"/>
          </p:nvPr>
        </p:nvSpPr>
        <p:spPr>
          <a:xfrm>
            <a:off x="611188" y="2051050"/>
            <a:ext cx="8281987" cy="4257675"/>
          </a:xfrm>
        </p:spPr>
        <p:txBody>
          <a:bodyPr/>
          <a:lstStyle/>
          <a:p>
            <a:pPr eaLnBrk="1" hangingPunct="1"/>
            <a:r>
              <a:rPr lang="zh-CN" altLang="en-US" smtClean="0"/>
              <a:t>在不划分子网的两级 </a:t>
            </a:r>
            <a:r>
              <a:rPr lang="en-US" altLang="zh-CN" smtClean="0"/>
              <a:t>IP </a:t>
            </a:r>
            <a:r>
              <a:rPr lang="zh-CN" altLang="en-US" smtClean="0"/>
              <a:t>地址下，从 </a:t>
            </a:r>
            <a:r>
              <a:rPr lang="en-US" altLang="zh-CN" smtClean="0"/>
              <a:t>IP </a:t>
            </a:r>
            <a:r>
              <a:rPr lang="zh-CN" altLang="en-US" smtClean="0"/>
              <a:t>地址得出网络地址是个很简单的事。</a:t>
            </a:r>
          </a:p>
          <a:p>
            <a:pPr eaLnBrk="1" hangingPunct="1"/>
            <a:r>
              <a:rPr lang="zh-CN" altLang="en-US" smtClean="0"/>
              <a:t>但在划分子网的情况下，从 </a:t>
            </a:r>
            <a:r>
              <a:rPr lang="en-US" altLang="zh-CN" smtClean="0"/>
              <a:t>IP </a:t>
            </a:r>
            <a:r>
              <a:rPr lang="zh-CN" altLang="en-US" smtClean="0"/>
              <a:t>地址却不能唯一地得出网络地址来，这是因为网络地址取决于那个网络所采用的子网掩码，但数据报的首部并没有提供子网掩码的信息。</a:t>
            </a:r>
          </a:p>
          <a:p>
            <a:pPr eaLnBrk="1" hangingPunct="1"/>
            <a:r>
              <a:rPr lang="zh-CN" altLang="en-US" smtClean="0"/>
              <a:t>因此分组转发的算法也必须做相应的改动。 </a:t>
            </a:r>
          </a:p>
        </p:txBody>
      </p:sp>
      <p:sp>
        <p:nvSpPr>
          <p:cNvPr id="118787" name="Rectangle 3"/>
          <p:cNvSpPr>
            <a:spLocks noGrp="1" noChangeArrowheads="1"/>
          </p:cNvSpPr>
          <p:nvPr>
            <p:ph type="title"/>
          </p:nvPr>
        </p:nvSpPr>
        <p:spPr>
          <a:xfrm>
            <a:off x="612775" y="214313"/>
            <a:ext cx="8712200" cy="1462087"/>
          </a:xfrm>
        </p:spPr>
        <p:txBody>
          <a:bodyPr/>
          <a:lstStyle/>
          <a:p>
            <a:pPr algn="ctr" eaLnBrk="1" hangingPunct="1"/>
            <a:r>
              <a:rPr lang="en-US" altLang="zh-CN" sz="4000" smtClean="0"/>
              <a:t>4.3.2  </a:t>
            </a:r>
            <a:r>
              <a:rPr lang="zh-CN" altLang="en-US" sz="4000" smtClean="0"/>
              <a:t>使用子网掩码的分组转发过程</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1200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1200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0" y="428625"/>
            <a:ext cx="8943975" cy="623888"/>
          </a:xfrm>
        </p:spPr>
        <p:txBody>
          <a:bodyPr/>
          <a:lstStyle/>
          <a:p>
            <a:pPr algn="ctr" eaLnBrk="1" hangingPunct="1"/>
            <a:r>
              <a:rPr lang="zh-CN" altLang="en-US" sz="3200" smtClean="0"/>
              <a:t>在划分子网的情况下路由器转发分组的算法 </a:t>
            </a:r>
          </a:p>
        </p:txBody>
      </p:sp>
      <p:sp>
        <p:nvSpPr>
          <p:cNvPr id="119811" name="Text Box 3"/>
          <p:cNvSpPr txBox="1">
            <a:spLocks noChangeArrowheads="1"/>
          </p:cNvSpPr>
          <p:nvPr/>
        </p:nvSpPr>
        <p:spPr bwMode="auto">
          <a:xfrm>
            <a:off x="107950" y="1141413"/>
            <a:ext cx="8947150" cy="5738812"/>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spcAft>
                <a:spcPct val="10000"/>
              </a:spcAft>
            </a:pPr>
            <a:r>
              <a:rPr lang="en-US" altLang="zh-CN">
                <a:solidFill>
                  <a:schemeClr val="tx2"/>
                </a:solidFill>
                <a:latin typeface="Arial" pitchFamily="34" charset="0"/>
              </a:rPr>
              <a:t>(1) </a:t>
            </a:r>
            <a:r>
              <a:rPr lang="zh-CN" altLang="en-US">
                <a:solidFill>
                  <a:schemeClr val="tx2"/>
                </a:solidFill>
                <a:latin typeface="Arial" pitchFamily="34" charset="0"/>
              </a:rPr>
              <a:t>从收到的分组的首部提取目的 </a:t>
            </a:r>
            <a:r>
              <a:rPr lang="en-US" altLang="zh-CN">
                <a:solidFill>
                  <a:schemeClr val="tx2"/>
                </a:solidFill>
                <a:latin typeface="Arial" pitchFamily="34" charset="0"/>
              </a:rPr>
              <a:t>IP </a:t>
            </a:r>
            <a:r>
              <a:rPr lang="zh-CN" altLang="en-US">
                <a:solidFill>
                  <a:schemeClr val="tx2"/>
                </a:solidFill>
                <a:latin typeface="Arial" pitchFamily="34" charset="0"/>
              </a:rPr>
              <a:t>地址 </a:t>
            </a:r>
            <a:r>
              <a:rPr lang="en-US" altLang="zh-CN" i="1">
                <a:solidFill>
                  <a:schemeClr val="tx2"/>
                </a:solidFill>
                <a:latin typeface="Arial" pitchFamily="34" charset="0"/>
              </a:rPr>
              <a:t>D</a:t>
            </a:r>
            <a:r>
              <a:rPr lang="zh-CN" altLang="en-US">
                <a:solidFill>
                  <a:schemeClr val="tx2"/>
                </a:solidFill>
                <a:latin typeface="Arial" pitchFamily="34" charset="0"/>
              </a:rPr>
              <a:t>。</a:t>
            </a:r>
          </a:p>
          <a:p>
            <a:pPr eaLnBrk="1" hangingPunct="1"/>
            <a:r>
              <a:rPr lang="en-US" altLang="zh-CN">
                <a:solidFill>
                  <a:schemeClr val="tx2"/>
                </a:solidFill>
                <a:latin typeface="Arial" pitchFamily="34" charset="0"/>
              </a:rPr>
              <a:t>(2) </a:t>
            </a:r>
            <a:r>
              <a:rPr lang="zh-CN" altLang="en-US">
                <a:solidFill>
                  <a:schemeClr val="tx2"/>
                </a:solidFill>
                <a:latin typeface="Arial" pitchFamily="34" charset="0"/>
              </a:rPr>
              <a:t>先判断是否为直接交付，对路由器直接相连的网络，用各网络的子网掩码和 </a:t>
            </a:r>
            <a:r>
              <a:rPr lang="en-US" altLang="zh-CN" i="1">
                <a:solidFill>
                  <a:schemeClr val="tx2"/>
                </a:solidFill>
                <a:latin typeface="Arial" pitchFamily="34" charset="0"/>
              </a:rPr>
              <a:t>D </a:t>
            </a:r>
            <a:r>
              <a:rPr lang="zh-CN" altLang="en-US">
                <a:solidFill>
                  <a:schemeClr val="tx2"/>
                </a:solidFill>
                <a:latin typeface="Arial" pitchFamily="34" charset="0"/>
              </a:rPr>
              <a:t>逐位相“与”，看是否和</a:t>
            </a:r>
          </a:p>
          <a:p>
            <a:pPr eaLnBrk="1" hangingPunct="1"/>
            <a:r>
              <a:rPr lang="zh-CN" altLang="en-US">
                <a:solidFill>
                  <a:schemeClr val="tx2"/>
                </a:solidFill>
                <a:latin typeface="Arial" pitchFamily="34" charset="0"/>
              </a:rPr>
              <a:t>     相应的网络地址匹配。若匹配，则将分组直接交付。</a:t>
            </a:r>
          </a:p>
          <a:p>
            <a:pPr eaLnBrk="1" hangingPunct="1">
              <a:spcBef>
                <a:spcPct val="10000"/>
              </a:spcBef>
            </a:pPr>
            <a:r>
              <a:rPr lang="zh-CN" altLang="en-US">
                <a:solidFill>
                  <a:schemeClr val="tx2"/>
                </a:solidFill>
                <a:latin typeface="Arial" pitchFamily="34" charset="0"/>
              </a:rPr>
              <a:t>     否则就是间接交付，执行</a:t>
            </a:r>
            <a:r>
              <a:rPr lang="en-US" altLang="zh-CN">
                <a:solidFill>
                  <a:schemeClr val="tx2"/>
                </a:solidFill>
                <a:latin typeface="Arial" pitchFamily="34" charset="0"/>
              </a:rPr>
              <a:t>(3)</a:t>
            </a:r>
            <a:r>
              <a:rPr lang="zh-CN" altLang="en-US">
                <a:solidFill>
                  <a:schemeClr val="tx2"/>
                </a:solidFill>
                <a:latin typeface="Arial" pitchFamily="34" charset="0"/>
              </a:rPr>
              <a:t>。</a:t>
            </a:r>
          </a:p>
          <a:p>
            <a:pPr eaLnBrk="1" hangingPunct="1"/>
            <a:r>
              <a:rPr lang="en-US" altLang="zh-CN">
                <a:solidFill>
                  <a:schemeClr val="tx2"/>
                </a:solidFill>
                <a:latin typeface="Arial" pitchFamily="34" charset="0"/>
              </a:rPr>
              <a:t>(3) </a:t>
            </a:r>
            <a:r>
              <a:rPr lang="zh-CN" altLang="en-US">
                <a:solidFill>
                  <a:schemeClr val="tx2"/>
                </a:solidFill>
                <a:latin typeface="Arial" pitchFamily="34" charset="0"/>
              </a:rPr>
              <a:t>若路由表中有目的地址为 </a:t>
            </a:r>
            <a:r>
              <a:rPr lang="en-US" altLang="zh-CN" i="1">
                <a:solidFill>
                  <a:schemeClr val="tx2"/>
                </a:solidFill>
                <a:latin typeface="Arial" pitchFamily="34" charset="0"/>
              </a:rPr>
              <a:t>D </a:t>
            </a:r>
            <a:r>
              <a:rPr lang="zh-CN" altLang="en-US">
                <a:solidFill>
                  <a:schemeClr val="tx2"/>
                </a:solidFill>
                <a:latin typeface="Arial" pitchFamily="34" charset="0"/>
              </a:rPr>
              <a:t>的特定主机路由，则将</a:t>
            </a:r>
          </a:p>
          <a:p>
            <a:pPr eaLnBrk="1" hangingPunct="1"/>
            <a:r>
              <a:rPr lang="zh-CN" altLang="en-US">
                <a:solidFill>
                  <a:schemeClr val="tx2"/>
                </a:solidFill>
                <a:latin typeface="Arial" pitchFamily="34" charset="0"/>
              </a:rPr>
              <a:t>     分组传送给指明的下一跳路由器；否则，执行</a:t>
            </a:r>
            <a:r>
              <a:rPr lang="en-US" altLang="zh-CN">
                <a:solidFill>
                  <a:schemeClr val="tx2"/>
                </a:solidFill>
                <a:latin typeface="Arial" pitchFamily="34" charset="0"/>
              </a:rPr>
              <a:t>(4)</a:t>
            </a:r>
            <a:r>
              <a:rPr lang="zh-CN" altLang="en-US">
                <a:solidFill>
                  <a:schemeClr val="tx2"/>
                </a:solidFill>
                <a:latin typeface="Arial" pitchFamily="34" charset="0"/>
              </a:rPr>
              <a:t>。</a:t>
            </a:r>
          </a:p>
          <a:p>
            <a:pPr eaLnBrk="1" hangingPunct="1"/>
            <a:r>
              <a:rPr lang="en-US" altLang="zh-CN">
                <a:solidFill>
                  <a:schemeClr val="tx2"/>
                </a:solidFill>
                <a:latin typeface="Arial" pitchFamily="34" charset="0"/>
              </a:rPr>
              <a:t>(4) </a:t>
            </a:r>
            <a:r>
              <a:rPr lang="zh-CN" altLang="en-US">
                <a:solidFill>
                  <a:schemeClr val="tx2"/>
                </a:solidFill>
                <a:latin typeface="Arial" pitchFamily="34" charset="0"/>
              </a:rPr>
              <a:t>对路由表中的每一行的子网掩码和</a:t>
            </a:r>
            <a:r>
              <a:rPr lang="zh-CN" altLang="en-US" sz="1800">
                <a:solidFill>
                  <a:schemeClr val="tx2"/>
                </a:solidFill>
                <a:latin typeface="Arial" pitchFamily="34" charset="0"/>
              </a:rPr>
              <a:t> </a:t>
            </a:r>
            <a:r>
              <a:rPr lang="en-US" altLang="zh-CN" i="1">
                <a:solidFill>
                  <a:schemeClr val="tx2"/>
                </a:solidFill>
                <a:latin typeface="Arial" pitchFamily="34" charset="0"/>
              </a:rPr>
              <a:t>D </a:t>
            </a:r>
            <a:r>
              <a:rPr lang="zh-CN" altLang="en-US">
                <a:solidFill>
                  <a:schemeClr val="tx2"/>
                </a:solidFill>
                <a:latin typeface="Arial" pitchFamily="34" charset="0"/>
              </a:rPr>
              <a:t>逐位相“与”，</a:t>
            </a:r>
          </a:p>
          <a:p>
            <a:pPr eaLnBrk="1" hangingPunct="1"/>
            <a:r>
              <a:rPr lang="zh-CN" altLang="en-US">
                <a:solidFill>
                  <a:schemeClr val="tx2"/>
                </a:solidFill>
                <a:latin typeface="Arial" pitchFamily="34" charset="0"/>
              </a:rPr>
              <a:t>     若其结果与该行的目的网络地址匹配，则将分组传送</a:t>
            </a:r>
          </a:p>
          <a:p>
            <a:pPr eaLnBrk="1" hangingPunct="1"/>
            <a:r>
              <a:rPr lang="zh-CN" altLang="en-US">
                <a:solidFill>
                  <a:schemeClr val="tx2"/>
                </a:solidFill>
                <a:latin typeface="Arial" pitchFamily="34" charset="0"/>
              </a:rPr>
              <a:t>     给该行指明的下一跳路由器；否则，执行</a:t>
            </a:r>
            <a:r>
              <a:rPr lang="en-US" altLang="zh-CN">
                <a:solidFill>
                  <a:schemeClr val="tx2"/>
                </a:solidFill>
                <a:latin typeface="Arial" pitchFamily="34" charset="0"/>
              </a:rPr>
              <a:t>(5)</a:t>
            </a:r>
            <a:r>
              <a:rPr lang="zh-CN" altLang="en-US">
                <a:solidFill>
                  <a:schemeClr val="tx2"/>
                </a:solidFill>
                <a:latin typeface="Arial" pitchFamily="34" charset="0"/>
              </a:rPr>
              <a:t>。</a:t>
            </a:r>
          </a:p>
          <a:p>
            <a:pPr eaLnBrk="1" hangingPunct="1"/>
            <a:r>
              <a:rPr lang="en-US" altLang="zh-CN">
                <a:solidFill>
                  <a:schemeClr val="tx2"/>
                </a:solidFill>
                <a:latin typeface="Arial" pitchFamily="34" charset="0"/>
              </a:rPr>
              <a:t>(5) </a:t>
            </a:r>
            <a:r>
              <a:rPr lang="zh-CN" altLang="en-US">
                <a:solidFill>
                  <a:schemeClr val="tx2"/>
                </a:solidFill>
                <a:latin typeface="Arial" pitchFamily="34" charset="0"/>
              </a:rPr>
              <a:t>若路由表中有一个默认路由，则将分组传送给路由表</a:t>
            </a:r>
          </a:p>
          <a:p>
            <a:pPr eaLnBrk="1" hangingPunct="1"/>
            <a:r>
              <a:rPr lang="zh-CN" altLang="en-US">
                <a:solidFill>
                  <a:schemeClr val="tx2"/>
                </a:solidFill>
                <a:latin typeface="Arial" pitchFamily="34" charset="0"/>
              </a:rPr>
              <a:t>     中所指明的默认路由器；否则，执行</a:t>
            </a:r>
            <a:r>
              <a:rPr lang="en-US" altLang="zh-CN">
                <a:solidFill>
                  <a:schemeClr val="tx2"/>
                </a:solidFill>
                <a:latin typeface="Arial" pitchFamily="34" charset="0"/>
              </a:rPr>
              <a:t>(6)</a:t>
            </a:r>
            <a:r>
              <a:rPr lang="zh-CN" altLang="en-US">
                <a:solidFill>
                  <a:schemeClr val="tx2"/>
                </a:solidFill>
                <a:latin typeface="Arial" pitchFamily="34" charset="0"/>
              </a:rPr>
              <a:t>。</a:t>
            </a:r>
          </a:p>
          <a:p>
            <a:pPr eaLnBrk="1" hangingPunct="1"/>
            <a:r>
              <a:rPr lang="en-US" altLang="zh-CN">
                <a:solidFill>
                  <a:schemeClr val="tx2"/>
                </a:solidFill>
                <a:latin typeface="Arial" pitchFamily="34" charset="0"/>
              </a:rPr>
              <a:t>(6) </a:t>
            </a:r>
            <a:r>
              <a:rPr lang="zh-CN" altLang="en-US">
                <a:solidFill>
                  <a:schemeClr val="tx2"/>
                </a:solidFill>
                <a:latin typeface="Arial" pitchFamily="34" charset="0"/>
              </a:rPr>
              <a:t>报告转发分组出错。</a:t>
            </a:r>
            <a:endParaRPr lang="zh-CN" altLang="en-US"/>
          </a:p>
        </p:txBody>
      </p:sp>
    </p:spTree>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2"/>
          <p:cNvSpPr>
            <a:spLocks noGrp="1" noChangeArrowheads="1"/>
          </p:cNvSpPr>
          <p:nvPr>
            <p:ph type="title"/>
          </p:nvPr>
        </p:nvSpPr>
        <p:spPr/>
        <p:txBody>
          <a:bodyPr/>
          <a:lstStyle/>
          <a:p>
            <a:pPr eaLnBrk="1" hangingPunct="1"/>
            <a:endParaRPr lang="zh-CN" altLang="zh-CN" smtClean="0"/>
          </a:p>
        </p:txBody>
      </p:sp>
      <p:sp>
        <p:nvSpPr>
          <p:cNvPr id="120835" name="Rectangle 3"/>
          <p:cNvSpPr>
            <a:spLocks noGrp="1" noChangeArrowheads="1"/>
          </p:cNvSpPr>
          <p:nvPr>
            <p:ph type="body" idx="1"/>
          </p:nvPr>
        </p:nvSpPr>
        <p:spPr/>
        <p:txBody>
          <a:bodyPr/>
          <a:lstStyle/>
          <a:p>
            <a:pPr eaLnBrk="1" hangingPunct="1"/>
            <a:r>
              <a:rPr lang="zh-CN" altLang="en-US" smtClean="0"/>
              <a:t>直接交付</a:t>
            </a:r>
          </a:p>
          <a:p>
            <a:pPr eaLnBrk="1" hangingPunct="1"/>
            <a:r>
              <a:rPr lang="zh-CN" altLang="en-US" smtClean="0"/>
              <a:t>特定主机路由</a:t>
            </a:r>
          </a:p>
          <a:p>
            <a:pPr eaLnBrk="1" hangingPunct="1"/>
            <a:r>
              <a:rPr lang="zh-CN" altLang="en-US" smtClean="0"/>
              <a:t>间接交付，下一跳路由</a:t>
            </a:r>
          </a:p>
          <a:p>
            <a:pPr eaLnBrk="1" hangingPunct="1"/>
            <a:r>
              <a:rPr lang="zh-CN" altLang="en-US" smtClean="0"/>
              <a:t>默认路由</a:t>
            </a:r>
          </a:p>
          <a:p>
            <a:pPr eaLnBrk="1" hangingPunct="1"/>
            <a:r>
              <a:rPr lang="zh-CN" altLang="en-US" smtClean="0"/>
              <a:t> 出错</a:t>
            </a:r>
          </a:p>
          <a:p>
            <a:pPr eaLnBrk="1" hangingPunct="1">
              <a:buFont typeface="Wingdings" pitchFamily="2" charset="2"/>
              <a:buNone/>
            </a:pPr>
            <a:endParaRPr lang="en-US" altLang="zh-CN" smtClean="0"/>
          </a:p>
        </p:txBody>
      </p:sp>
    </p:spTree>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1858" name="Freeform 2"/>
          <p:cNvSpPr>
            <a:spLocks/>
          </p:cNvSpPr>
          <p:nvPr/>
        </p:nvSpPr>
        <p:spPr bwMode="auto">
          <a:xfrm>
            <a:off x="2549525" y="2044700"/>
            <a:ext cx="1681163" cy="1819275"/>
          </a:xfrm>
          <a:custGeom>
            <a:avLst/>
            <a:gdLst>
              <a:gd name="T0" fmla="*/ 2147483647 w 1059"/>
              <a:gd name="T1" fmla="*/ 2147483647 h 1146"/>
              <a:gd name="T2" fmla="*/ 2147483647 w 1059"/>
              <a:gd name="T3" fmla="*/ 0 h 1146"/>
              <a:gd name="T4" fmla="*/ 2147483647 w 1059"/>
              <a:gd name="T5" fmla="*/ 2147483647 h 1146"/>
              <a:gd name="T6" fmla="*/ 0 w 1059"/>
              <a:gd name="T7" fmla="*/ 2147483647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B9B96F"/>
              </a:gs>
              <a:gs pos="100000">
                <a:srgbClr val="FFFF99"/>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59" name="Text Box 3"/>
          <p:cNvSpPr txBox="1">
            <a:spLocks noChangeArrowheads="1"/>
          </p:cNvSpPr>
          <p:nvPr/>
        </p:nvSpPr>
        <p:spPr bwMode="auto">
          <a:xfrm>
            <a:off x="1116013" y="3098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a:t>
            </a:r>
          </a:p>
        </p:txBody>
      </p:sp>
      <p:sp>
        <p:nvSpPr>
          <p:cNvPr id="121860" name="Text Box 4"/>
          <p:cNvSpPr txBox="1">
            <a:spLocks noChangeArrowheads="1"/>
          </p:cNvSpPr>
          <p:nvPr/>
        </p:nvSpPr>
        <p:spPr bwMode="auto">
          <a:xfrm>
            <a:off x="2549525" y="3127375"/>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graphicFrame>
        <p:nvGraphicFramePr>
          <p:cNvPr id="513029" name="Group 5"/>
          <p:cNvGraphicFramePr>
            <a:graphicFrameLocks noGrp="1"/>
          </p:cNvGraphicFramePr>
          <p:nvPr/>
        </p:nvGraphicFramePr>
        <p:xfrm>
          <a:off x="4230688" y="2052638"/>
          <a:ext cx="4645025" cy="1376362"/>
        </p:xfrm>
        <a:graphic>
          <a:graphicData uri="http://schemas.openxmlformats.org/drawingml/2006/table">
            <a:tbl>
              <a:tblPr/>
              <a:tblGrid>
                <a:gridCol w="1668462">
                  <a:extLst>
                    <a:ext uri="{9D8B030D-6E8A-4147-A177-3AD203B41FA5}">
                      <a16:colId xmlns:a16="http://schemas.microsoft.com/office/drawing/2014/main" val="20000"/>
                    </a:ext>
                  </a:extLst>
                </a:gridCol>
                <a:gridCol w="1998663">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38314">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目的网络地址</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子网掩码</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下一跳</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1038048">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128.30.36.0</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255.255.255.0</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R</a:t>
                      </a:r>
                      <a:r>
                        <a:rPr kumimoji="0" lang="en-US" altLang="zh-CN" sz="1800" b="0" i="0" u="none" strike="noStrike" cap="none" normalizeH="0" baseline="-25000" smtClean="0">
                          <a:ln>
                            <a:noFill/>
                          </a:ln>
                          <a:solidFill>
                            <a:srgbClr val="333399"/>
                          </a:solidFill>
                          <a:effectLst/>
                          <a:latin typeface="Arial" charset="0"/>
                          <a:ea typeface="黑体" pitchFamily="2" charset="-122"/>
                        </a:rPr>
                        <a:t>2</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121875" name="Line 19"/>
          <p:cNvSpPr>
            <a:spLocks noChangeShapeType="1"/>
          </p:cNvSpPr>
          <p:nvPr/>
        </p:nvSpPr>
        <p:spPr bwMode="auto">
          <a:xfrm>
            <a:off x="2522538" y="31051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76" name="Line 20"/>
          <p:cNvSpPr>
            <a:spLocks noChangeShapeType="1"/>
          </p:cNvSpPr>
          <p:nvPr/>
        </p:nvSpPr>
        <p:spPr bwMode="auto">
          <a:xfrm>
            <a:off x="314325" y="3087688"/>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77" name="Line 21"/>
          <p:cNvSpPr>
            <a:spLocks noChangeShapeType="1"/>
          </p:cNvSpPr>
          <p:nvPr/>
        </p:nvSpPr>
        <p:spPr bwMode="auto">
          <a:xfrm>
            <a:off x="34925" y="3105150"/>
            <a:ext cx="38163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78" name="Line 22"/>
          <p:cNvSpPr>
            <a:spLocks noChangeShapeType="1"/>
          </p:cNvSpPr>
          <p:nvPr/>
        </p:nvSpPr>
        <p:spPr bwMode="auto">
          <a:xfrm>
            <a:off x="481013" y="2535238"/>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1879"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563" y="2276475"/>
            <a:ext cx="3984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880" name="Text Box 24"/>
          <p:cNvSpPr txBox="1">
            <a:spLocks noChangeArrowheads="1"/>
          </p:cNvSpPr>
          <p:nvPr/>
        </p:nvSpPr>
        <p:spPr bwMode="auto">
          <a:xfrm>
            <a:off x="-36513" y="1922463"/>
            <a:ext cx="151765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a:t>
            </a:r>
          </a:p>
        </p:txBody>
      </p:sp>
      <p:sp>
        <p:nvSpPr>
          <p:cNvPr id="121881" name="Text Box 25"/>
          <p:cNvSpPr txBox="1">
            <a:spLocks noChangeArrowheads="1"/>
          </p:cNvSpPr>
          <p:nvPr/>
        </p:nvSpPr>
        <p:spPr bwMode="auto">
          <a:xfrm>
            <a:off x="-36513" y="22891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p>
        </p:txBody>
      </p:sp>
      <p:sp>
        <p:nvSpPr>
          <p:cNvPr id="121882" name="Text Box 26"/>
          <p:cNvSpPr txBox="1">
            <a:spLocks noChangeArrowheads="1"/>
          </p:cNvSpPr>
          <p:nvPr/>
        </p:nvSpPr>
        <p:spPr bwMode="auto">
          <a:xfrm>
            <a:off x="250825" y="2189163"/>
            <a:ext cx="3494088"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1800">
                <a:solidFill>
                  <a:srgbClr val="333399"/>
                </a:solidFill>
                <a:latin typeface="Arial" pitchFamily="34" charset="0"/>
              </a:rPr>
              <a:t>子网</a:t>
            </a:r>
            <a:r>
              <a:rPr kumimoji="1" lang="en-US" altLang="zh-CN" sz="1800">
                <a:solidFill>
                  <a:srgbClr val="333399"/>
                </a:solidFill>
                <a:latin typeface="Arial" pitchFamily="34" charset="0"/>
              </a:rPr>
              <a:t>1</a:t>
            </a:r>
            <a:r>
              <a:rPr kumimoji="1" lang="zh-CN" altLang="en-US" sz="1800">
                <a:solidFill>
                  <a:srgbClr val="333399"/>
                </a:solidFill>
                <a:latin typeface="Arial" pitchFamily="34" charset="0"/>
              </a:rPr>
              <a:t>：</a:t>
            </a:r>
          </a:p>
          <a:p>
            <a:pPr algn="ctr" eaLnBrk="1" hangingPunct="1"/>
            <a:r>
              <a:rPr kumimoji="1" lang="zh-CN" altLang="en-US" sz="1800">
                <a:solidFill>
                  <a:srgbClr val="333399"/>
                </a:solidFill>
                <a:latin typeface="Arial" pitchFamily="34" charset="0"/>
              </a:rPr>
              <a:t>    网络地址 </a:t>
            </a:r>
            <a:r>
              <a:rPr kumimoji="1" lang="en-US" altLang="zh-CN" sz="1800">
                <a:solidFill>
                  <a:srgbClr val="333399"/>
                </a:solidFill>
                <a:latin typeface="Arial" pitchFamily="34" charset="0"/>
              </a:rPr>
              <a:t>128.30.33.0</a:t>
            </a:r>
          </a:p>
          <a:p>
            <a:pPr algn="ctr" eaLnBrk="1" hangingPunct="1"/>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子网掩码 </a:t>
            </a:r>
            <a:r>
              <a:rPr kumimoji="1" lang="en-US" altLang="zh-CN" sz="1800">
                <a:solidFill>
                  <a:srgbClr val="333399"/>
                </a:solidFill>
                <a:latin typeface="Arial" pitchFamily="34" charset="0"/>
              </a:rPr>
              <a:t>255.255.255.128</a:t>
            </a:r>
          </a:p>
        </p:txBody>
      </p:sp>
      <p:sp>
        <p:nvSpPr>
          <p:cNvPr id="121883" name="Line 27"/>
          <p:cNvSpPr>
            <a:spLocks noChangeShapeType="1"/>
          </p:cNvSpPr>
          <p:nvPr/>
        </p:nvSpPr>
        <p:spPr bwMode="auto">
          <a:xfrm>
            <a:off x="1628775" y="5011738"/>
            <a:ext cx="1588"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84" name="Line 28"/>
          <p:cNvSpPr>
            <a:spLocks noChangeShapeType="1"/>
          </p:cNvSpPr>
          <p:nvPr/>
        </p:nvSpPr>
        <p:spPr bwMode="auto">
          <a:xfrm>
            <a:off x="6156325"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85" name="Line 29"/>
          <p:cNvSpPr>
            <a:spLocks noChangeShapeType="1"/>
          </p:cNvSpPr>
          <p:nvPr/>
        </p:nvSpPr>
        <p:spPr bwMode="auto">
          <a:xfrm>
            <a:off x="833438" y="5708650"/>
            <a:ext cx="1587"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86" name="Line 30"/>
          <p:cNvSpPr>
            <a:spLocks noChangeShapeType="1"/>
          </p:cNvSpPr>
          <p:nvPr/>
        </p:nvSpPr>
        <p:spPr bwMode="auto">
          <a:xfrm>
            <a:off x="1628775" y="4400550"/>
            <a:ext cx="1588"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87" name="Line 31"/>
          <p:cNvSpPr>
            <a:spLocks noChangeShapeType="1"/>
          </p:cNvSpPr>
          <p:nvPr/>
        </p:nvSpPr>
        <p:spPr bwMode="auto">
          <a:xfrm>
            <a:off x="2528888" y="36766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1888"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813" y="6018213"/>
            <a:ext cx="398462"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889" name="Picture 3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775" y="34131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1890" name="Group 34"/>
          <p:cNvGrpSpPr>
            <a:grpSpLocks/>
          </p:cNvGrpSpPr>
          <p:nvPr/>
        </p:nvGrpSpPr>
        <p:grpSpPr bwMode="auto">
          <a:xfrm>
            <a:off x="2268538" y="3459163"/>
            <a:ext cx="612775" cy="460375"/>
            <a:chOff x="864" y="1824"/>
            <a:chExt cx="432" cy="288"/>
          </a:xfrm>
        </p:grpSpPr>
        <p:pic>
          <p:nvPicPr>
            <p:cNvPr id="121918" name="Picture 3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1919" name="Picture 3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121891" name="Picture 3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91225" y="477996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892" name="Line 38"/>
          <p:cNvSpPr>
            <a:spLocks noChangeShapeType="1"/>
          </p:cNvSpPr>
          <p:nvPr/>
        </p:nvSpPr>
        <p:spPr bwMode="auto">
          <a:xfrm>
            <a:off x="935038" y="4379913"/>
            <a:ext cx="6948487"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93" name="Line 39"/>
          <p:cNvSpPr>
            <a:spLocks noChangeShapeType="1"/>
          </p:cNvSpPr>
          <p:nvPr/>
        </p:nvSpPr>
        <p:spPr bwMode="auto">
          <a:xfrm>
            <a:off x="520700" y="5729288"/>
            <a:ext cx="7835900"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894" name="Text Box 40"/>
          <p:cNvSpPr txBox="1">
            <a:spLocks noChangeArrowheads="1"/>
          </p:cNvSpPr>
          <p:nvPr/>
        </p:nvSpPr>
        <p:spPr bwMode="auto">
          <a:xfrm>
            <a:off x="839788" y="38909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128.30.33.130</a:t>
            </a:r>
          </a:p>
        </p:txBody>
      </p:sp>
      <p:grpSp>
        <p:nvGrpSpPr>
          <p:cNvPr id="513065" name="Group 41"/>
          <p:cNvGrpSpPr>
            <a:grpSpLocks/>
          </p:cNvGrpSpPr>
          <p:nvPr/>
        </p:nvGrpSpPr>
        <p:grpSpPr bwMode="auto">
          <a:xfrm>
            <a:off x="2914650" y="1628775"/>
            <a:ext cx="5765800" cy="2274888"/>
            <a:chOff x="1836" y="1026"/>
            <a:chExt cx="3632" cy="1433"/>
          </a:xfrm>
        </p:grpSpPr>
        <p:sp>
          <p:nvSpPr>
            <p:cNvPr id="121916" name="Text Box 42"/>
            <p:cNvSpPr txBox="1">
              <a:spLocks noChangeArrowheads="1"/>
            </p:cNvSpPr>
            <p:nvPr/>
          </p:nvSpPr>
          <p:spPr bwMode="auto">
            <a:xfrm>
              <a:off x="2894" y="1026"/>
              <a:ext cx="257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的路由表（未给出默认路由器）</a:t>
              </a:r>
              <a:endParaRPr kumimoji="1" lang="zh-CN" altLang="en-US" sz="2000" baseline="-25000">
                <a:solidFill>
                  <a:srgbClr val="333399"/>
                </a:solidFill>
                <a:latin typeface="Arial" pitchFamily="34" charset="0"/>
              </a:endParaRPr>
            </a:p>
          </p:txBody>
        </p:sp>
        <p:sp>
          <p:nvSpPr>
            <p:cNvPr id="121917" name="Text Box 43"/>
            <p:cNvSpPr txBox="1">
              <a:spLocks noChangeArrowheads="1"/>
            </p:cNvSpPr>
            <p:nvPr/>
          </p:nvSpPr>
          <p:spPr bwMode="auto">
            <a:xfrm>
              <a:off x="1836" y="2228"/>
              <a:ext cx="273"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grpSp>
      <p:sp>
        <p:nvSpPr>
          <p:cNvPr id="121896" name="Text Box 44"/>
          <p:cNvSpPr txBox="1">
            <a:spLocks noChangeArrowheads="1"/>
          </p:cNvSpPr>
          <p:nvPr/>
        </p:nvSpPr>
        <p:spPr bwMode="auto">
          <a:xfrm>
            <a:off x="2533650" y="389731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1897" name="Line 45"/>
          <p:cNvSpPr>
            <a:spLocks noChangeShapeType="1"/>
          </p:cNvSpPr>
          <p:nvPr/>
        </p:nvSpPr>
        <p:spPr bwMode="auto">
          <a:xfrm>
            <a:off x="4019550"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1898" name="Group 46"/>
          <p:cNvGrpSpPr>
            <a:grpSpLocks/>
          </p:cNvGrpSpPr>
          <p:nvPr/>
        </p:nvGrpSpPr>
        <p:grpSpPr bwMode="auto">
          <a:xfrm>
            <a:off x="1368425" y="4843463"/>
            <a:ext cx="612775" cy="460375"/>
            <a:chOff x="864" y="1824"/>
            <a:chExt cx="432" cy="288"/>
          </a:xfrm>
        </p:grpSpPr>
        <p:pic>
          <p:nvPicPr>
            <p:cNvPr id="121914" name="Picture 4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1915" name="Picture 4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21899" name="Text Box 49"/>
          <p:cNvSpPr txBox="1">
            <a:spLocks noChangeArrowheads="1"/>
          </p:cNvSpPr>
          <p:nvPr/>
        </p:nvSpPr>
        <p:spPr bwMode="auto">
          <a:xfrm>
            <a:off x="971550" y="482600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121900" name="Line 50"/>
          <p:cNvSpPr>
            <a:spLocks noChangeShapeType="1"/>
          </p:cNvSpPr>
          <p:nvPr/>
        </p:nvSpPr>
        <p:spPr bwMode="auto">
          <a:xfrm>
            <a:off x="2217738" y="5707063"/>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1901"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44925" y="47847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902" name="Text Box 52"/>
          <p:cNvSpPr txBox="1">
            <a:spLocks noChangeArrowheads="1"/>
          </p:cNvSpPr>
          <p:nvPr/>
        </p:nvSpPr>
        <p:spPr bwMode="auto">
          <a:xfrm>
            <a:off x="3951288" y="3681413"/>
            <a:ext cx="458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2</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128.30.33.128</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255.255.255.128</a:t>
            </a:r>
            <a:endParaRPr kumimoji="1" lang="en-US" altLang="zh-CN" sz="2000" baseline="-25000">
              <a:solidFill>
                <a:srgbClr val="333399"/>
              </a:solidFill>
              <a:latin typeface="Arial" pitchFamily="34" charset="0"/>
            </a:endParaRPr>
          </a:p>
        </p:txBody>
      </p:sp>
      <p:sp>
        <p:nvSpPr>
          <p:cNvPr id="121903" name="Text Box 53"/>
          <p:cNvSpPr txBox="1">
            <a:spLocks noChangeArrowheads="1"/>
          </p:cNvSpPr>
          <p:nvPr/>
        </p:nvSpPr>
        <p:spPr bwMode="auto">
          <a:xfrm>
            <a:off x="3563938" y="4689475"/>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p>
        </p:txBody>
      </p:sp>
      <p:sp>
        <p:nvSpPr>
          <p:cNvPr id="121904" name="Text Box 54"/>
          <p:cNvSpPr txBox="1">
            <a:spLocks noChangeArrowheads="1"/>
          </p:cNvSpPr>
          <p:nvPr/>
        </p:nvSpPr>
        <p:spPr bwMode="auto">
          <a:xfrm>
            <a:off x="4140200" y="476091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128.30.33.138</a:t>
            </a:r>
          </a:p>
        </p:txBody>
      </p:sp>
      <p:sp>
        <p:nvSpPr>
          <p:cNvPr id="121905" name="Text Box 55"/>
          <p:cNvSpPr txBox="1">
            <a:spLocks noChangeArrowheads="1"/>
          </p:cNvSpPr>
          <p:nvPr/>
        </p:nvSpPr>
        <p:spPr bwMode="auto">
          <a:xfrm>
            <a:off x="1308100" y="453866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sp>
        <p:nvSpPr>
          <p:cNvPr id="121906" name="Text Box 56"/>
          <p:cNvSpPr txBox="1">
            <a:spLocks noChangeArrowheads="1"/>
          </p:cNvSpPr>
          <p:nvPr/>
        </p:nvSpPr>
        <p:spPr bwMode="auto">
          <a:xfrm>
            <a:off x="1308100" y="52593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1907" name="Text Box 57"/>
          <p:cNvSpPr txBox="1">
            <a:spLocks noChangeArrowheads="1"/>
          </p:cNvSpPr>
          <p:nvPr/>
        </p:nvSpPr>
        <p:spPr bwMode="auto">
          <a:xfrm>
            <a:off x="1619250" y="45386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128.30.33.129</a:t>
            </a:r>
          </a:p>
        </p:txBody>
      </p:sp>
      <p:pic>
        <p:nvPicPr>
          <p:cNvPr id="121908"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43113" y="6016625"/>
            <a:ext cx="40005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909" name="Text Box 59"/>
          <p:cNvSpPr txBox="1">
            <a:spLocks noChangeArrowheads="1"/>
          </p:cNvSpPr>
          <p:nvPr/>
        </p:nvSpPr>
        <p:spPr bwMode="auto">
          <a:xfrm>
            <a:off x="1692275" y="59848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3</a:t>
            </a:r>
          </a:p>
        </p:txBody>
      </p:sp>
      <p:sp>
        <p:nvSpPr>
          <p:cNvPr id="121910" name="Text Box 60"/>
          <p:cNvSpPr txBox="1">
            <a:spLocks noChangeArrowheads="1"/>
          </p:cNvSpPr>
          <p:nvPr/>
        </p:nvSpPr>
        <p:spPr bwMode="auto">
          <a:xfrm>
            <a:off x="1687513" y="5257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128.30.36.2</a:t>
            </a:r>
          </a:p>
        </p:txBody>
      </p:sp>
      <p:sp>
        <p:nvSpPr>
          <p:cNvPr id="121911" name="Text Box 61"/>
          <p:cNvSpPr txBox="1">
            <a:spLocks noChangeArrowheads="1"/>
          </p:cNvSpPr>
          <p:nvPr/>
        </p:nvSpPr>
        <p:spPr bwMode="auto">
          <a:xfrm>
            <a:off x="4019550" y="5788025"/>
            <a:ext cx="37306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3</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128.30.36.0</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255.255.255.0</a:t>
            </a:r>
            <a:endParaRPr kumimoji="1" lang="en-US" altLang="zh-CN" sz="2000" baseline="-25000">
              <a:solidFill>
                <a:srgbClr val="333399"/>
              </a:solidFill>
              <a:latin typeface="Arial" pitchFamily="34" charset="0"/>
            </a:endParaRPr>
          </a:p>
        </p:txBody>
      </p:sp>
      <p:sp>
        <p:nvSpPr>
          <p:cNvPr id="121912" name="Text Box 62"/>
          <p:cNvSpPr txBox="1">
            <a:spLocks noChangeArrowheads="1"/>
          </p:cNvSpPr>
          <p:nvPr/>
        </p:nvSpPr>
        <p:spPr bwMode="auto">
          <a:xfrm>
            <a:off x="2333625" y="6056313"/>
            <a:ext cx="151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128.30.36.12</a:t>
            </a:r>
          </a:p>
        </p:txBody>
      </p:sp>
      <p:sp>
        <p:nvSpPr>
          <p:cNvPr id="121913" name="Rectangle 63"/>
          <p:cNvSpPr>
            <a:spLocks noGrp="1" noChangeArrowheads="1"/>
          </p:cNvSpPr>
          <p:nvPr>
            <p:ph type="title"/>
          </p:nvPr>
        </p:nvSpPr>
        <p:spPr>
          <a:xfrm>
            <a:off x="250825" y="96838"/>
            <a:ext cx="8569325" cy="1460500"/>
          </a:xfrm>
          <a:solidFill>
            <a:srgbClr val="CCECFF"/>
          </a:solidFill>
          <a:ln>
            <a:solidFill>
              <a:srgbClr val="333399"/>
            </a:solidFill>
            <a:miter lim="800000"/>
            <a:headEnd/>
            <a:tailEnd/>
          </a:ln>
          <a:effectLst>
            <a:outerShdw dist="35921" dir="2700000" algn="ctr" rotWithShape="0">
              <a:schemeClr val="bg2"/>
            </a:outerShdw>
          </a:effectLst>
        </p:spPr>
        <p:txBody>
          <a:bodyPr/>
          <a:lstStyle/>
          <a:p>
            <a:pPr algn="ctr" eaLnBrk="1" hangingPunct="1"/>
            <a:r>
              <a:rPr lang="en-US" altLang="zh-CN" sz="2800" smtClean="0"/>
              <a:t>【</a:t>
            </a:r>
            <a:r>
              <a:rPr lang="zh-CN" altLang="en-US" sz="2800" smtClean="0"/>
              <a:t>例</a:t>
            </a:r>
            <a:r>
              <a:rPr lang="en-US" altLang="zh-CN" sz="2800" smtClean="0"/>
              <a:t>4-4】</a:t>
            </a:r>
            <a:r>
              <a:rPr lang="zh-CN" altLang="en-US" sz="2800" smtClean="0"/>
              <a:t>已知互联网和路由器 </a:t>
            </a:r>
            <a:r>
              <a:rPr lang="en-US" altLang="zh-CN" sz="2800" smtClean="0"/>
              <a:t>R</a:t>
            </a:r>
            <a:r>
              <a:rPr lang="en-US" altLang="zh-CN" sz="2800" baseline="-25000" smtClean="0"/>
              <a:t>1 </a:t>
            </a:r>
            <a:r>
              <a:rPr lang="zh-CN" altLang="en-US" sz="2800" smtClean="0"/>
              <a:t>中的路由表。主机 </a:t>
            </a:r>
            <a:r>
              <a:rPr lang="en-US" altLang="zh-CN" sz="2800" smtClean="0"/>
              <a:t>H</a:t>
            </a:r>
            <a:r>
              <a:rPr lang="en-US" altLang="zh-CN" sz="2800" baseline="-25000" smtClean="0"/>
              <a:t>1 </a:t>
            </a:r>
            <a:r>
              <a:rPr lang="zh-CN" altLang="en-US" sz="2800" smtClean="0"/>
              <a:t>向 </a:t>
            </a:r>
            <a:r>
              <a:rPr lang="en-US" altLang="zh-CN" sz="2800" smtClean="0"/>
              <a:t>H</a:t>
            </a:r>
            <a:r>
              <a:rPr lang="en-US" altLang="zh-CN" sz="2800" baseline="-25000" smtClean="0"/>
              <a:t>2 </a:t>
            </a:r>
            <a:r>
              <a:rPr lang="zh-CN" altLang="en-US" sz="2800" smtClean="0"/>
              <a:t>发送分组。试讨论 </a:t>
            </a:r>
            <a:r>
              <a:rPr lang="en-US" altLang="zh-CN" sz="2800" smtClean="0"/>
              <a:t>R</a:t>
            </a:r>
            <a:r>
              <a:rPr lang="en-US" altLang="zh-CN" sz="2800" baseline="-25000" smtClean="0"/>
              <a:t>1 </a:t>
            </a:r>
            <a:r>
              <a:rPr lang="zh-CN" altLang="en-US" sz="2800" smtClean="0"/>
              <a:t>收到 </a:t>
            </a:r>
            <a:r>
              <a:rPr lang="en-US" altLang="zh-CN" sz="2800" smtClean="0"/>
              <a:t>H</a:t>
            </a:r>
            <a:r>
              <a:rPr lang="en-US" altLang="zh-CN" sz="2800" baseline="-25000" smtClean="0"/>
              <a:t>1 </a:t>
            </a:r>
            <a:br>
              <a:rPr lang="en-US" altLang="zh-CN" sz="2800" baseline="-25000" smtClean="0"/>
            </a:br>
            <a:r>
              <a:rPr lang="zh-CN" altLang="en-US" sz="2800" smtClean="0"/>
              <a:t>向 </a:t>
            </a:r>
            <a:r>
              <a:rPr lang="en-US" altLang="zh-CN" sz="2800" smtClean="0"/>
              <a:t>H</a:t>
            </a:r>
            <a:r>
              <a:rPr lang="en-US" altLang="zh-CN" sz="2800" baseline="-25000" smtClean="0"/>
              <a:t>2 </a:t>
            </a:r>
            <a:r>
              <a:rPr lang="zh-CN" altLang="en-US" sz="2800" smtClean="0"/>
              <a:t>发送的分组后查找路由表的过程。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5130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2882" name="Rectangle 2"/>
          <p:cNvSpPr>
            <a:spLocks noGrp="1" noChangeArrowheads="1"/>
          </p:cNvSpPr>
          <p:nvPr>
            <p:ph type="title"/>
          </p:nvPr>
        </p:nvSpPr>
        <p:spPr>
          <a:xfrm>
            <a:off x="1439863" y="260350"/>
            <a:ext cx="5940425" cy="623888"/>
          </a:xfrm>
        </p:spPr>
        <p:txBody>
          <a:bodyPr/>
          <a:lstStyle/>
          <a:p>
            <a:pPr algn="ctr" eaLnBrk="1" hangingPunct="1"/>
            <a:r>
              <a:rPr lang="zh-CN" altLang="en-US" sz="3200" smtClean="0"/>
              <a:t>主机 </a:t>
            </a:r>
            <a:r>
              <a:rPr lang="en-US" altLang="zh-CN" sz="3200" smtClean="0"/>
              <a:t>H</a:t>
            </a:r>
            <a:r>
              <a:rPr lang="en-US" altLang="zh-CN" sz="3200" baseline="-25000" smtClean="0"/>
              <a:t>1 </a:t>
            </a:r>
            <a:r>
              <a:rPr lang="zh-CN" altLang="en-US" sz="3200" smtClean="0"/>
              <a:t>要发送分组给 </a:t>
            </a:r>
            <a:r>
              <a:rPr lang="en-US" altLang="zh-CN" sz="3200" smtClean="0"/>
              <a:t>H</a:t>
            </a:r>
            <a:r>
              <a:rPr lang="en-US" altLang="zh-CN" sz="3200" baseline="-25000" smtClean="0"/>
              <a:t>2</a:t>
            </a:r>
            <a:r>
              <a:rPr lang="en-US" altLang="zh-CN" sz="3200" smtClean="0"/>
              <a:t> </a:t>
            </a:r>
          </a:p>
        </p:txBody>
      </p:sp>
      <p:sp>
        <p:nvSpPr>
          <p:cNvPr id="122883" name="Freeform 3"/>
          <p:cNvSpPr>
            <a:spLocks/>
          </p:cNvSpPr>
          <p:nvPr/>
        </p:nvSpPr>
        <p:spPr bwMode="auto">
          <a:xfrm>
            <a:off x="2549525" y="2044700"/>
            <a:ext cx="1681163" cy="1819275"/>
          </a:xfrm>
          <a:custGeom>
            <a:avLst/>
            <a:gdLst>
              <a:gd name="T0" fmla="*/ 2147483647 w 1059"/>
              <a:gd name="T1" fmla="*/ 2147483647 h 1146"/>
              <a:gd name="T2" fmla="*/ 2147483647 w 1059"/>
              <a:gd name="T3" fmla="*/ 0 h 1146"/>
              <a:gd name="T4" fmla="*/ 2147483647 w 1059"/>
              <a:gd name="T5" fmla="*/ 2147483647 h 1146"/>
              <a:gd name="T6" fmla="*/ 0 w 1059"/>
              <a:gd name="T7" fmla="*/ 2147483647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884" name="Text Box 4"/>
          <p:cNvSpPr txBox="1">
            <a:spLocks noChangeArrowheads="1"/>
          </p:cNvSpPr>
          <p:nvPr/>
        </p:nvSpPr>
        <p:spPr bwMode="auto">
          <a:xfrm>
            <a:off x="1116013" y="3098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a:t>
            </a:r>
          </a:p>
        </p:txBody>
      </p:sp>
      <p:sp>
        <p:nvSpPr>
          <p:cNvPr id="122885" name="Text Box 5"/>
          <p:cNvSpPr txBox="1">
            <a:spLocks noChangeArrowheads="1"/>
          </p:cNvSpPr>
          <p:nvPr/>
        </p:nvSpPr>
        <p:spPr bwMode="auto">
          <a:xfrm>
            <a:off x="2549525" y="3127375"/>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graphicFrame>
        <p:nvGraphicFramePr>
          <p:cNvPr id="514054" name="Group 6"/>
          <p:cNvGraphicFramePr>
            <a:graphicFrameLocks noGrp="1"/>
          </p:cNvGraphicFramePr>
          <p:nvPr/>
        </p:nvGraphicFramePr>
        <p:xfrm>
          <a:off x="4230688" y="2052638"/>
          <a:ext cx="4645025" cy="1376362"/>
        </p:xfrm>
        <a:graphic>
          <a:graphicData uri="http://schemas.openxmlformats.org/drawingml/2006/table">
            <a:tbl>
              <a:tblPr/>
              <a:tblGrid>
                <a:gridCol w="1668462">
                  <a:extLst>
                    <a:ext uri="{9D8B030D-6E8A-4147-A177-3AD203B41FA5}">
                      <a16:colId xmlns:a16="http://schemas.microsoft.com/office/drawing/2014/main" val="20000"/>
                    </a:ext>
                  </a:extLst>
                </a:gridCol>
                <a:gridCol w="1998663">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38314">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目的网络地址</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子网掩码</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下一跳</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1038048">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128.30.36.0</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255.255.255.0</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R</a:t>
                      </a:r>
                      <a:r>
                        <a:rPr kumimoji="0" lang="en-US" altLang="zh-CN" sz="1800" b="0" i="0" u="none" strike="noStrike" cap="none" normalizeH="0" baseline="-25000" smtClean="0">
                          <a:ln>
                            <a:noFill/>
                          </a:ln>
                          <a:solidFill>
                            <a:srgbClr val="333399"/>
                          </a:solidFill>
                          <a:effectLst/>
                          <a:latin typeface="Arial" charset="0"/>
                          <a:ea typeface="黑体" pitchFamily="2" charset="-122"/>
                        </a:rPr>
                        <a:t>2</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122900" name="Text Box 20"/>
          <p:cNvSpPr txBox="1">
            <a:spLocks noChangeArrowheads="1"/>
          </p:cNvSpPr>
          <p:nvPr/>
        </p:nvSpPr>
        <p:spPr bwMode="auto">
          <a:xfrm>
            <a:off x="4594225" y="1628775"/>
            <a:ext cx="4086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的路由表（未给出默认路由器）</a:t>
            </a:r>
            <a:endParaRPr kumimoji="1" lang="zh-CN" altLang="en-US" sz="2000" baseline="-25000">
              <a:solidFill>
                <a:srgbClr val="333399"/>
              </a:solidFill>
              <a:latin typeface="Arial" pitchFamily="34" charset="0"/>
            </a:endParaRPr>
          </a:p>
        </p:txBody>
      </p:sp>
      <p:sp>
        <p:nvSpPr>
          <p:cNvPr id="122901" name="Line 21"/>
          <p:cNvSpPr>
            <a:spLocks noChangeShapeType="1"/>
          </p:cNvSpPr>
          <p:nvPr/>
        </p:nvSpPr>
        <p:spPr bwMode="auto">
          <a:xfrm>
            <a:off x="2522538" y="31051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02" name="Line 22"/>
          <p:cNvSpPr>
            <a:spLocks noChangeShapeType="1"/>
          </p:cNvSpPr>
          <p:nvPr/>
        </p:nvSpPr>
        <p:spPr bwMode="auto">
          <a:xfrm>
            <a:off x="314325" y="3087688"/>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03" name="Line 23"/>
          <p:cNvSpPr>
            <a:spLocks noChangeShapeType="1"/>
          </p:cNvSpPr>
          <p:nvPr/>
        </p:nvSpPr>
        <p:spPr bwMode="auto">
          <a:xfrm>
            <a:off x="34925" y="3105150"/>
            <a:ext cx="38163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04" name="Line 24"/>
          <p:cNvSpPr>
            <a:spLocks noChangeShapeType="1"/>
          </p:cNvSpPr>
          <p:nvPr/>
        </p:nvSpPr>
        <p:spPr bwMode="auto">
          <a:xfrm>
            <a:off x="481013" y="2535238"/>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2905"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563" y="2276475"/>
            <a:ext cx="3984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2906" name="Text Box 26"/>
          <p:cNvSpPr txBox="1">
            <a:spLocks noChangeArrowheads="1"/>
          </p:cNvSpPr>
          <p:nvPr/>
        </p:nvSpPr>
        <p:spPr bwMode="auto">
          <a:xfrm>
            <a:off x="-36513" y="1922463"/>
            <a:ext cx="151765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a:t>
            </a:r>
          </a:p>
        </p:txBody>
      </p:sp>
      <p:sp>
        <p:nvSpPr>
          <p:cNvPr id="122907" name="Text Box 27"/>
          <p:cNvSpPr txBox="1">
            <a:spLocks noChangeArrowheads="1"/>
          </p:cNvSpPr>
          <p:nvPr/>
        </p:nvSpPr>
        <p:spPr bwMode="auto">
          <a:xfrm>
            <a:off x="-36513" y="22891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p>
        </p:txBody>
      </p:sp>
      <p:sp>
        <p:nvSpPr>
          <p:cNvPr id="122908" name="Text Box 28"/>
          <p:cNvSpPr txBox="1">
            <a:spLocks noChangeArrowheads="1"/>
          </p:cNvSpPr>
          <p:nvPr/>
        </p:nvSpPr>
        <p:spPr bwMode="auto">
          <a:xfrm>
            <a:off x="250825" y="2189163"/>
            <a:ext cx="3494088"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1800">
                <a:solidFill>
                  <a:srgbClr val="333399"/>
                </a:solidFill>
                <a:latin typeface="Arial" pitchFamily="34" charset="0"/>
              </a:rPr>
              <a:t>子网</a:t>
            </a:r>
            <a:r>
              <a:rPr kumimoji="1" lang="en-US" altLang="zh-CN" sz="1800">
                <a:solidFill>
                  <a:srgbClr val="333399"/>
                </a:solidFill>
                <a:latin typeface="Arial" pitchFamily="34" charset="0"/>
              </a:rPr>
              <a:t>1</a:t>
            </a:r>
            <a:r>
              <a:rPr kumimoji="1" lang="zh-CN" altLang="en-US" sz="1800">
                <a:solidFill>
                  <a:srgbClr val="333399"/>
                </a:solidFill>
                <a:latin typeface="Arial" pitchFamily="34" charset="0"/>
              </a:rPr>
              <a:t>：</a:t>
            </a:r>
          </a:p>
          <a:p>
            <a:pPr algn="ctr" eaLnBrk="1" hangingPunct="1"/>
            <a:r>
              <a:rPr kumimoji="1" lang="zh-CN" altLang="en-US" sz="1800">
                <a:solidFill>
                  <a:srgbClr val="333399"/>
                </a:solidFill>
                <a:latin typeface="Arial" pitchFamily="34" charset="0"/>
              </a:rPr>
              <a:t>    网络地址 </a:t>
            </a:r>
            <a:r>
              <a:rPr kumimoji="1" lang="en-US" altLang="zh-CN" sz="1800">
                <a:solidFill>
                  <a:srgbClr val="333399"/>
                </a:solidFill>
                <a:latin typeface="Arial" pitchFamily="34" charset="0"/>
              </a:rPr>
              <a:t>128.30.33.0</a:t>
            </a:r>
          </a:p>
          <a:p>
            <a:pPr algn="ctr" eaLnBrk="1" hangingPunct="1"/>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子网掩码 </a:t>
            </a:r>
            <a:r>
              <a:rPr kumimoji="1" lang="en-US" altLang="zh-CN" sz="1800">
                <a:solidFill>
                  <a:srgbClr val="333399"/>
                </a:solidFill>
                <a:latin typeface="Arial" pitchFamily="34" charset="0"/>
              </a:rPr>
              <a:t>255.255.255.128</a:t>
            </a:r>
          </a:p>
        </p:txBody>
      </p:sp>
      <p:sp>
        <p:nvSpPr>
          <p:cNvPr id="122909" name="Line 29"/>
          <p:cNvSpPr>
            <a:spLocks noChangeShapeType="1"/>
          </p:cNvSpPr>
          <p:nvPr/>
        </p:nvSpPr>
        <p:spPr bwMode="auto">
          <a:xfrm>
            <a:off x="1628775" y="5011738"/>
            <a:ext cx="1588"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10" name="Line 30"/>
          <p:cNvSpPr>
            <a:spLocks noChangeShapeType="1"/>
          </p:cNvSpPr>
          <p:nvPr/>
        </p:nvSpPr>
        <p:spPr bwMode="auto">
          <a:xfrm>
            <a:off x="6156325"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11" name="Line 31"/>
          <p:cNvSpPr>
            <a:spLocks noChangeShapeType="1"/>
          </p:cNvSpPr>
          <p:nvPr/>
        </p:nvSpPr>
        <p:spPr bwMode="auto">
          <a:xfrm>
            <a:off x="833438" y="5708650"/>
            <a:ext cx="1587"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12" name="Line 32"/>
          <p:cNvSpPr>
            <a:spLocks noChangeShapeType="1"/>
          </p:cNvSpPr>
          <p:nvPr/>
        </p:nvSpPr>
        <p:spPr bwMode="auto">
          <a:xfrm>
            <a:off x="1628775" y="4400550"/>
            <a:ext cx="1588"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13" name="Line 33"/>
          <p:cNvSpPr>
            <a:spLocks noChangeShapeType="1"/>
          </p:cNvSpPr>
          <p:nvPr/>
        </p:nvSpPr>
        <p:spPr bwMode="auto">
          <a:xfrm>
            <a:off x="2528888" y="36766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2914"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813" y="6018213"/>
            <a:ext cx="398462"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915"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775" y="34131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2916" name="Group 36"/>
          <p:cNvGrpSpPr>
            <a:grpSpLocks/>
          </p:cNvGrpSpPr>
          <p:nvPr/>
        </p:nvGrpSpPr>
        <p:grpSpPr bwMode="auto">
          <a:xfrm>
            <a:off x="2268538" y="3459163"/>
            <a:ext cx="612775" cy="460375"/>
            <a:chOff x="864" y="1824"/>
            <a:chExt cx="432" cy="288"/>
          </a:xfrm>
        </p:grpSpPr>
        <p:pic>
          <p:nvPicPr>
            <p:cNvPr id="122946" name="Picture 3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2947" name="Picture 3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122917" name="Picture 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91225" y="477996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2918" name="Line 40"/>
          <p:cNvSpPr>
            <a:spLocks noChangeShapeType="1"/>
          </p:cNvSpPr>
          <p:nvPr/>
        </p:nvSpPr>
        <p:spPr bwMode="auto">
          <a:xfrm>
            <a:off x="935038" y="4379913"/>
            <a:ext cx="6948487"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19" name="Line 41"/>
          <p:cNvSpPr>
            <a:spLocks noChangeShapeType="1"/>
          </p:cNvSpPr>
          <p:nvPr/>
        </p:nvSpPr>
        <p:spPr bwMode="auto">
          <a:xfrm>
            <a:off x="520700" y="5729288"/>
            <a:ext cx="7835900"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20" name="Text Box 42"/>
          <p:cNvSpPr txBox="1">
            <a:spLocks noChangeArrowheads="1"/>
          </p:cNvSpPr>
          <p:nvPr/>
        </p:nvSpPr>
        <p:spPr bwMode="auto">
          <a:xfrm>
            <a:off x="839788" y="38909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128.30.33.130</a:t>
            </a:r>
          </a:p>
        </p:txBody>
      </p:sp>
      <p:sp>
        <p:nvSpPr>
          <p:cNvPr id="122921" name="Text Box 43"/>
          <p:cNvSpPr txBox="1">
            <a:spLocks noChangeArrowheads="1"/>
          </p:cNvSpPr>
          <p:nvPr/>
        </p:nvSpPr>
        <p:spPr bwMode="auto">
          <a:xfrm>
            <a:off x="2914650" y="353695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sp>
        <p:nvSpPr>
          <p:cNvPr id="122922" name="Text Box 44"/>
          <p:cNvSpPr txBox="1">
            <a:spLocks noChangeArrowheads="1"/>
          </p:cNvSpPr>
          <p:nvPr/>
        </p:nvSpPr>
        <p:spPr bwMode="auto">
          <a:xfrm>
            <a:off x="2533650" y="389731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2923" name="Line 45"/>
          <p:cNvSpPr>
            <a:spLocks noChangeShapeType="1"/>
          </p:cNvSpPr>
          <p:nvPr/>
        </p:nvSpPr>
        <p:spPr bwMode="auto">
          <a:xfrm>
            <a:off x="4019550"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2924" name="Group 46"/>
          <p:cNvGrpSpPr>
            <a:grpSpLocks/>
          </p:cNvGrpSpPr>
          <p:nvPr/>
        </p:nvGrpSpPr>
        <p:grpSpPr bwMode="auto">
          <a:xfrm>
            <a:off x="1368425" y="4843463"/>
            <a:ext cx="612775" cy="460375"/>
            <a:chOff x="864" y="1824"/>
            <a:chExt cx="432" cy="288"/>
          </a:xfrm>
        </p:grpSpPr>
        <p:pic>
          <p:nvPicPr>
            <p:cNvPr id="122944" name="Picture 4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2945" name="Picture 4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22925" name="Text Box 49"/>
          <p:cNvSpPr txBox="1">
            <a:spLocks noChangeArrowheads="1"/>
          </p:cNvSpPr>
          <p:nvPr/>
        </p:nvSpPr>
        <p:spPr bwMode="auto">
          <a:xfrm>
            <a:off x="971550" y="482600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122926" name="Line 50"/>
          <p:cNvSpPr>
            <a:spLocks noChangeShapeType="1"/>
          </p:cNvSpPr>
          <p:nvPr/>
        </p:nvSpPr>
        <p:spPr bwMode="auto">
          <a:xfrm>
            <a:off x="2217738" y="5707063"/>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2927"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44925" y="47847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2928" name="Text Box 52"/>
          <p:cNvSpPr txBox="1">
            <a:spLocks noChangeArrowheads="1"/>
          </p:cNvSpPr>
          <p:nvPr/>
        </p:nvSpPr>
        <p:spPr bwMode="auto">
          <a:xfrm>
            <a:off x="3951288" y="3681413"/>
            <a:ext cx="458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2</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128.30.33.128</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255.255.255.128</a:t>
            </a:r>
            <a:endParaRPr kumimoji="1" lang="en-US" altLang="zh-CN" sz="2000" baseline="-25000">
              <a:solidFill>
                <a:srgbClr val="333399"/>
              </a:solidFill>
              <a:latin typeface="Arial" pitchFamily="34" charset="0"/>
            </a:endParaRPr>
          </a:p>
        </p:txBody>
      </p:sp>
      <p:sp>
        <p:nvSpPr>
          <p:cNvPr id="122929" name="Text Box 53"/>
          <p:cNvSpPr txBox="1">
            <a:spLocks noChangeArrowheads="1"/>
          </p:cNvSpPr>
          <p:nvPr/>
        </p:nvSpPr>
        <p:spPr bwMode="auto">
          <a:xfrm>
            <a:off x="3490913" y="4797425"/>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p>
        </p:txBody>
      </p:sp>
      <p:sp>
        <p:nvSpPr>
          <p:cNvPr id="122930" name="Text Box 54"/>
          <p:cNvSpPr txBox="1">
            <a:spLocks noChangeArrowheads="1"/>
          </p:cNvSpPr>
          <p:nvPr/>
        </p:nvSpPr>
        <p:spPr bwMode="auto">
          <a:xfrm>
            <a:off x="4140200" y="476091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128.30.33.138</a:t>
            </a:r>
          </a:p>
        </p:txBody>
      </p:sp>
      <p:sp>
        <p:nvSpPr>
          <p:cNvPr id="122931" name="Text Box 55"/>
          <p:cNvSpPr txBox="1">
            <a:spLocks noChangeArrowheads="1"/>
          </p:cNvSpPr>
          <p:nvPr/>
        </p:nvSpPr>
        <p:spPr bwMode="auto">
          <a:xfrm>
            <a:off x="1308100" y="453866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sp>
        <p:nvSpPr>
          <p:cNvPr id="122932" name="Text Box 56"/>
          <p:cNvSpPr txBox="1">
            <a:spLocks noChangeArrowheads="1"/>
          </p:cNvSpPr>
          <p:nvPr/>
        </p:nvSpPr>
        <p:spPr bwMode="auto">
          <a:xfrm>
            <a:off x="1308100" y="52593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2933" name="Text Box 57"/>
          <p:cNvSpPr txBox="1">
            <a:spLocks noChangeArrowheads="1"/>
          </p:cNvSpPr>
          <p:nvPr/>
        </p:nvSpPr>
        <p:spPr bwMode="auto">
          <a:xfrm>
            <a:off x="1619250" y="45386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128.30.33.129</a:t>
            </a:r>
          </a:p>
        </p:txBody>
      </p:sp>
      <p:pic>
        <p:nvPicPr>
          <p:cNvPr id="12293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43113" y="6016625"/>
            <a:ext cx="40005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2935" name="Text Box 59"/>
          <p:cNvSpPr txBox="1">
            <a:spLocks noChangeArrowheads="1"/>
          </p:cNvSpPr>
          <p:nvPr/>
        </p:nvSpPr>
        <p:spPr bwMode="auto">
          <a:xfrm>
            <a:off x="1692275" y="59848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3</a:t>
            </a:r>
          </a:p>
        </p:txBody>
      </p:sp>
      <p:sp>
        <p:nvSpPr>
          <p:cNvPr id="122936" name="Text Box 60"/>
          <p:cNvSpPr txBox="1">
            <a:spLocks noChangeArrowheads="1"/>
          </p:cNvSpPr>
          <p:nvPr/>
        </p:nvSpPr>
        <p:spPr bwMode="auto">
          <a:xfrm>
            <a:off x="1687513" y="5257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128.30.36.2</a:t>
            </a:r>
          </a:p>
        </p:txBody>
      </p:sp>
      <p:sp>
        <p:nvSpPr>
          <p:cNvPr id="122937" name="Text Box 61"/>
          <p:cNvSpPr txBox="1">
            <a:spLocks noChangeArrowheads="1"/>
          </p:cNvSpPr>
          <p:nvPr/>
        </p:nvSpPr>
        <p:spPr bwMode="auto">
          <a:xfrm>
            <a:off x="4019550" y="5788025"/>
            <a:ext cx="37306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3</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128.30.36.0</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255.255.255.0</a:t>
            </a:r>
            <a:endParaRPr kumimoji="1" lang="en-US" altLang="zh-CN" sz="2000" baseline="-25000">
              <a:solidFill>
                <a:srgbClr val="333399"/>
              </a:solidFill>
              <a:latin typeface="Arial" pitchFamily="34" charset="0"/>
            </a:endParaRPr>
          </a:p>
        </p:txBody>
      </p:sp>
      <p:sp>
        <p:nvSpPr>
          <p:cNvPr id="122938" name="Text Box 62"/>
          <p:cNvSpPr txBox="1">
            <a:spLocks noChangeArrowheads="1"/>
          </p:cNvSpPr>
          <p:nvPr/>
        </p:nvSpPr>
        <p:spPr bwMode="auto">
          <a:xfrm>
            <a:off x="2333625" y="6056313"/>
            <a:ext cx="151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128.30.36.12</a:t>
            </a:r>
          </a:p>
        </p:txBody>
      </p:sp>
      <p:sp>
        <p:nvSpPr>
          <p:cNvPr id="514111" name="Line 63"/>
          <p:cNvSpPr>
            <a:spLocks noChangeShapeType="1"/>
          </p:cNvSpPr>
          <p:nvPr/>
        </p:nvSpPr>
        <p:spPr bwMode="auto">
          <a:xfrm>
            <a:off x="468313" y="2420938"/>
            <a:ext cx="3527425" cy="2520950"/>
          </a:xfrm>
          <a:prstGeom prst="line">
            <a:avLst/>
          </a:prstGeom>
          <a:noFill/>
          <a:ln w="7620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940" name="Rectangle 64"/>
          <p:cNvSpPr>
            <a:spLocks noChangeArrowheads="1"/>
          </p:cNvSpPr>
          <p:nvPr/>
        </p:nvSpPr>
        <p:spPr bwMode="auto">
          <a:xfrm>
            <a:off x="1116013" y="981075"/>
            <a:ext cx="6480175" cy="5048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lang="zh-CN" altLang="en-US" sz="2400">
                <a:solidFill>
                  <a:srgbClr val="333399"/>
                </a:solidFill>
                <a:latin typeface="Arial" pitchFamily="34" charset="0"/>
              </a:rPr>
              <a:t>要发送的分组的目的 </a:t>
            </a:r>
            <a:r>
              <a:rPr lang="en-US" altLang="zh-CN" sz="2400">
                <a:solidFill>
                  <a:srgbClr val="333399"/>
                </a:solidFill>
                <a:latin typeface="Arial" pitchFamily="34" charset="0"/>
              </a:rPr>
              <a:t>IP </a:t>
            </a:r>
            <a:r>
              <a:rPr lang="zh-CN" altLang="en-US" sz="2400">
                <a:solidFill>
                  <a:srgbClr val="333399"/>
                </a:solidFill>
                <a:latin typeface="Arial" pitchFamily="34" charset="0"/>
              </a:rPr>
              <a:t>地址：</a:t>
            </a:r>
            <a:r>
              <a:rPr lang="en-US" altLang="zh-CN" sz="2400">
                <a:solidFill>
                  <a:srgbClr val="333399"/>
                </a:solidFill>
                <a:latin typeface="Arial" pitchFamily="34" charset="0"/>
              </a:rPr>
              <a:t>128.30.33.138</a:t>
            </a:r>
          </a:p>
        </p:txBody>
      </p:sp>
      <p:sp>
        <p:nvSpPr>
          <p:cNvPr id="122941" name="Line 65"/>
          <p:cNvSpPr>
            <a:spLocks noChangeShapeType="1"/>
          </p:cNvSpPr>
          <p:nvPr/>
        </p:nvSpPr>
        <p:spPr bwMode="auto">
          <a:xfrm flipH="1">
            <a:off x="1979613" y="1484313"/>
            <a:ext cx="1296987" cy="2016125"/>
          </a:xfrm>
          <a:prstGeom prst="line">
            <a:avLst/>
          </a:prstGeom>
          <a:noFill/>
          <a:ln w="28575">
            <a:solidFill>
              <a:schemeClr va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4114" name="Rectangle 66"/>
          <p:cNvSpPr>
            <a:spLocks noChangeArrowheads="1"/>
          </p:cNvSpPr>
          <p:nvPr/>
        </p:nvSpPr>
        <p:spPr bwMode="auto">
          <a:xfrm>
            <a:off x="0" y="5300663"/>
            <a:ext cx="9144000" cy="15573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a:solidFill>
                  <a:srgbClr val="333399"/>
                </a:solidFill>
                <a:latin typeface="Arial" pitchFamily="34" charset="0"/>
              </a:rPr>
              <a:t>请注意：</a:t>
            </a:r>
            <a:r>
              <a:rPr lang="en-US" altLang="zh-CN">
                <a:solidFill>
                  <a:srgbClr val="333399"/>
                </a:solidFill>
                <a:latin typeface="Arial" pitchFamily="34" charset="0"/>
              </a:rPr>
              <a:t>H</a:t>
            </a:r>
            <a:r>
              <a:rPr lang="en-US" altLang="zh-CN" baseline="-25000">
                <a:solidFill>
                  <a:srgbClr val="333399"/>
                </a:solidFill>
                <a:latin typeface="Arial" pitchFamily="34" charset="0"/>
              </a:rPr>
              <a:t>1</a:t>
            </a:r>
            <a:r>
              <a:rPr lang="en-US" altLang="zh-CN" sz="1200">
                <a:solidFill>
                  <a:srgbClr val="333399"/>
                </a:solidFill>
                <a:latin typeface="Arial" pitchFamily="34" charset="0"/>
              </a:rPr>
              <a:t> </a:t>
            </a:r>
            <a:r>
              <a:rPr lang="zh-CN" altLang="en-US">
                <a:solidFill>
                  <a:schemeClr val="hlink"/>
                </a:solidFill>
                <a:latin typeface="Arial" pitchFamily="34" charset="0"/>
              </a:rPr>
              <a:t>并不知道</a:t>
            </a:r>
            <a:r>
              <a:rPr lang="zh-CN" altLang="en-US" sz="1800">
                <a:solidFill>
                  <a:srgbClr val="333399"/>
                </a:solidFill>
                <a:latin typeface="Arial" pitchFamily="34" charset="0"/>
              </a:rPr>
              <a:t> </a:t>
            </a:r>
            <a:r>
              <a:rPr lang="en-US" altLang="zh-CN">
                <a:solidFill>
                  <a:srgbClr val="333399"/>
                </a:solidFill>
                <a:latin typeface="Arial" pitchFamily="34" charset="0"/>
              </a:rPr>
              <a:t>H</a:t>
            </a:r>
            <a:r>
              <a:rPr lang="en-US" altLang="zh-CN" baseline="-25000">
                <a:solidFill>
                  <a:srgbClr val="333399"/>
                </a:solidFill>
                <a:latin typeface="Arial" pitchFamily="34" charset="0"/>
              </a:rPr>
              <a:t>2</a:t>
            </a:r>
            <a:r>
              <a:rPr lang="en-US" altLang="zh-CN" sz="1800">
                <a:solidFill>
                  <a:srgbClr val="333399"/>
                </a:solidFill>
                <a:latin typeface="Arial" pitchFamily="34" charset="0"/>
              </a:rPr>
              <a:t> </a:t>
            </a:r>
            <a:r>
              <a:rPr lang="zh-CN" altLang="en-US">
                <a:solidFill>
                  <a:srgbClr val="333399"/>
                </a:solidFill>
                <a:latin typeface="Arial" pitchFamily="34" charset="0"/>
              </a:rPr>
              <a:t>连接在哪一个网络上。</a:t>
            </a:r>
          </a:p>
          <a:p>
            <a:pPr algn="ctr"/>
            <a:r>
              <a:rPr lang="en-US" altLang="zh-CN">
                <a:solidFill>
                  <a:srgbClr val="333399"/>
                </a:solidFill>
                <a:latin typeface="Arial" pitchFamily="34" charset="0"/>
              </a:rPr>
              <a:t>H</a:t>
            </a:r>
            <a:r>
              <a:rPr lang="en-US" altLang="zh-CN" baseline="-25000">
                <a:solidFill>
                  <a:srgbClr val="333399"/>
                </a:solidFill>
                <a:latin typeface="Arial" pitchFamily="34" charset="0"/>
              </a:rPr>
              <a:t>1</a:t>
            </a:r>
            <a:r>
              <a:rPr lang="en-US" altLang="zh-CN" sz="1800">
                <a:solidFill>
                  <a:srgbClr val="333399"/>
                </a:solidFill>
                <a:latin typeface="Arial" pitchFamily="34" charset="0"/>
              </a:rPr>
              <a:t> </a:t>
            </a:r>
            <a:r>
              <a:rPr lang="zh-CN" altLang="en-US">
                <a:solidFill>
                  <a:srgbClr val="333399"/>
                </a:solidFill>
                <a:latin typeface="Arial" pitchFamily="34" charset="0"/>
              </a:rPr>
              <a:t>仅仅知道</a:t>
            </a:r>
            <a:r>
              <a:rPr lang="zh-CN" altLang="en-US" sz="1800">
                <a:solidFill>
                  <a:srgbClr val="333399"/>
                </a:solidFill>
                <a:latin typeface="Arial" pitchFamily="34" charset="0"/>
              </a:rPr>
              <a:t> </a:t>
            </a:r>
            <a:r>
              <a:rPr lang="en-US" altLang="zh-CN">
                <a:solidFill>
                  <a:srgbClr val="333399"/>
                </a:solidFill>
                <a:latin typeface="Arial" pitchFamily="34" charset="0"/>
              </a:rPr>
              <a:t>H</a:t>
            </a:r>
            <a:r>
              <a:rPr lang="en-US" altLang="zh-CN" baseline="-25000">
                <a:solidFill>
                  <a:srgbClr val="333399"/>
                </a:solidFill>
                <a:latin typeface="Arial" pitchFamily="34" charset="0"/>
              </a:rPr>
              <a:t>2</a:t>
            </a:r>
            <a:r>
              <a:rPr lang="en-US" altLang="zh-CN" sz="1800">
                <a:solidFill>
                  <a:srgbClr val="333399"/>
                </a:solidFill>
                <a:latin typeface="Arial" pitchFamily="34" charset="0"/>
              </a:rPr>
              <a:t> </a:t>
            </a:r>
            <a:r>
              <a:rPr lang="zh-CN" altLang="en-US">
                <a:solidFill>
                  <a:srgbClr val="333399"/>
                </a:solidFill>
                <a:latin typeface="Arial" pitchFamily="34" charset="0"/>
              </a:rPr>
              <a:t>的</a:t>
            </a:r>
            <a:r>
              <a:rPr lang="zh-CN" altLang="en-US" sz="1800">
                <a:solidFill>
                  <a:srgbClr val="333399"/>
                </a:solidFill>
                <a:latin typeface="Arial" pitchFamily="34" charset="0"/>
              </a:rPr>
              <a:t> </a:t>
            </a:r>
            <a:r>
              <a:rPr lang="en-US" altLang="zh-CN">
                <a:solidFill>
                  <a:srgbClr val="333399"/>
                </a:solidFill>
                <a:latin typeface="Arial" pitchFamily="34" charset="0"/>
              </a:rPr>
              <a:t>IP</a:t>
            </a:r>
            <a:r>
              <a:rPr lang="en-US" altLang="zh-CN" sz="1800">
                <a:solidFill>
                  <a:srgbClr val="333399"/>
                </a:solidFill>
                <a:latin typeface="Arial" pitchFamily="34" charset="0"/>
              </a:rPr>
              <a:t> </a:t>
            </a:r>
            <a:r>
              <a:rPr lang="zh-CN" altLang="en-US">
                <a:solidFill>
                  <a:srgbClr val="333399"/>
                </a:solidFill>
                <a:latin typeface="Arial" pitchFamily="34" charset="0"/>
              </a:rPr>
              <a:t>地址是</a:t>
            </a:r>
          </a:p>
          <a:p>
            <a:pPr algn="ctr"/>
            <a:r>
              <a:rPr lang="en-US" altLang="zh-CN">
                <a:solidFill>
                  <a:srgbClr val="333399"/>
                </a:solidFill>
                <a:latin typeface="Arial" pitchFamily="34" charset="0"/>
              </a:rPr>
              <a:t>128.30.33.138</a:t>
            </a:r>
          </a:p>
        </p:txBody>
      </p:sp>
      <p:sp>
        <p:nvSpPr>
          <p:cNvPr id="514115" name="Rectangle 67"/>
          <p:cNvSpPr>
            <a:spLocks noChangeArrowheads="1"/>
          </p:cNvSpPr>
          <p:nvPr/>
        </p:nvSpPr>
        <p:spPr bwMode="auto">
          <a:xfrm>
            <a:off x="0" y="5300663"/>
            <a:ext cx="9144000" cy="15573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ct val="110000"/>
              </a:lnSpc>
            </a:pPr>
            <a:r>
              <a:rPr lang="zh-CN" altLang="en-US">
                <a:solidFill>
                  <a:srgbClr val="333399"/>
                </a:solidFill>
                <a:latin typeface="Arial" pitchFamily="34" charset="0"/>
              </a:rPr>
              <a:t>因此</a:t>
            </a:r>
            <a:r>
              <a:rPr lang="zh-CN" altLang="en-US" sz="1000">
                <a:solidFill>
                  <a:srgbClr val="333399"/>
                </a:solidFill>
                <a:latin typeface="Arial" pitchFamily="34" charset="0"/>
              </a:rPr>
              <a:t> </a:t>
            </a:r>
            <a:r>
              <a:rPr lang="en-US" altLang="zh-CN">
                <a:solidFill>
                  <a:srgbClr val="333399"/>
                </a:solidFill>
                <a:latin typeface="Arial" pitchFamily="34" charset="0"/>
              </a:rPr>
              <a:t>H</a:t>
            </a:r>
            <a:r>
              <a:rPr lang="en-US" altLang="zh-CN" baseline="-25000">
                <a:solidFill>
                  <a:srgbClr val="333399"/>
                </a:solidFill>
                <a:latin typeface="Arial" pitchFamily="34" charset="0"/>
              </a:rPr>
              <a:t>1</a:t>
            </a:r>
            <a:r>
              <a:rPr lang="en-US" altLang="zh-CN" sz="1400" baseline="-25000">
                <a:solidFill>
                  <a:srgbClr val="333399"/>
                </a:solidFill>
                <a:latin typeface="Arial" pitchFamily="34" charset="0"/>
              </a:rPr>
              <a:t> </a:t>
            </a:r>
            <a:r>
              <a:rPr lang="zh-CN" altLang="en-US">
                <a:solidFill>
                  <a:srgbClr val="333399"/>
                </a:solidFill>
                <a:latin typeface="Arial" pitchFamily="34" charset="0"/>
              </a:rPr>
              <a:t>首先检查主机</a:t>
            </a:r>
            <a:r>
              <a:rPr lang="zh-CN" altLang="en-US" sz="1400">
                <a:solidFill>
                  <a:srgbClr val="333399"/>
                </a:solidFill>
                <a:latin typeface="Arial" pitchFamily="34" charset="0"/>
              </a:rPr>
              <a:t> </a:t>
            </a:r>
            <a:r>
              <a:rPr lang="en-US" altLang="zh-CN">
                <a:solidFill>
                  <a:srgbClr val="333399"/>
                </a:solidFill>
                <a:latin typeface="Arial" pitchFamily="34" charset="0"/>
              </a:rPr>
              <a:t>128.30.33.138</a:t>
            </a:r>
            <a:r>
              <a:rPr lang="en-US" altLang="zh-CN" sz="1600">
                <a:solidFill>
                  <a:srgbClr val="333399"/>
                </a:solidFill>
                <a:latin typeface="Arial" pitchFamily="34" charset="0"/>
              </a:rPr>
              <a:t> </a:t>
            </a:r>
            <a:r>
              <a:rPr lang="zh-CN" altLang="en-US">
                <a:solidFill>
                  <a:srgbClr val="333399"/>
                </a:solidFill>
                <a:latin typeface="Arial" pitchFamily="34" charset="0"/>
              </a:rPr>
              <a:t>是否连接在本网络上</a:t>
            </a:r>
          </a:p>
          <a:p>
            <a:pPr algn="ctr">
              <a:lnSpc>
                <a:spcPct val="110000"/>
              </a:lnSpc>
            </a:pPr>
            <a:r>
              <a:rPr lang="zh-CN" altLang="en-US">
                <a:solidFill>
                  <a:srgbClr val="333399"/>
                </a:solidFill>
                <a:latin typeface="Arial" pitchFamily="34" charset="0"/>
              </a:rPr>
              <a:t>如果是，则直接交付；</a:t>
            </a:r>
          </a:p>
          <a:p>
            <a:pPr algn="ctr">
              <a:lnSpc>
                <a:spcPct val="110000"/>
              </a:lnSpc>
            </a:pPr>
            <a:r>
              <a:rPr lang="zh-CN" altLang="en-US">
                <a:solidFill>
                  <a:srgbClr val="333399"/>
                </a:solidFill>
                <a:latin typeface="Arial" pitchFamily="34" charset="0"/>
              </a:rPr>
              <a:t>否则，就送交路由器</a:t>
            </a:r>
            <a:r>
              <a:rPr lang="zh-CN" altLang="en-US" sz="1200">
                <a:solidFill>
                  <a:srgbClr val="333399"/>
                </a:solidFill>
                <a:latin typeface="Arial" pitchFamily="34" charset="0"/>
              </a:rPr>
              <a:t> </a:t>
            </a:r>
            <a:r>
              <a:rPr lang="en-US" altLang="zh-CN">
                <a:solidFill>
                  <a:srgbClr val="333399"/>
                </a:solidFill>
                <a:latin typeface="Arial" pitchFamily="34" charset="0"/>
              </a:rPr>
              <a:t>R</a:t>
            </a:r>
            <a:r>
              <a:rPr lang="en-US" altLang="zh-CN" baseline="-25000">
                <a:solidFill>
                  <a:srgbClr val="333399"/>
                </a:solidFill>
                <a:latin typeface="Arial" pitchFamily="34" charset="0"/>
              </a:rPr>
              <a:t>1</a:t>
            </a:r>
            <a:r>
              <a:rPr lang="zh-CN" altLang="en-US">
                <a:solidFill>
                  <a:srgbClr val="333399"/>
                </a:solidFill>
                <a:latin typeface="Arial" pitchFamily="34" charset="0"/>
              </a:rPr>
              <a:t>，并逐项查找路由表。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14111"/>
                                        </p:tgtEl>
                                        <p:attrNameLst>
                                          <p:attrName>style.visibility</p:attrName>
                                        </p:attrNameLst>
                                      </p:cBhvr>
                                      <p:to>
                                        <p:strVal val="visible"/>
                                      </p:to>
                                    </p:set>
                                    <p:animEffect transition="in" filter="wipe(left)">
                                      <p:cBhvr>
                                        <p:cTn id="7" dur="2000"/>
                                        <p:tgtEl>
                                          <p:spTgt spid="514111"/>
                                        </p:tgtEl>
                                      </p:cBhvr>
                                    </p:animEffect>
                                  </p:childTnLst>
                                </p:cTn>
                              </p:par>
                            </p:childTnLst>
                          </p:cTn>
                        </p:par>
                        <p:par>
                          <p:cTn id="8" fill="hold" nodeType="afterGroup">
                            <p:stCondLst>
                              <p:cond delay="2000"/>
                            </p:stCondLst>
                            <p:childTnLst>
                              <p:par>
                                <p:cTn id="9" presetID="4" presetClass="entr" presetSubtype="32" fill="hold" grpId="0" nodeType="afterEffect">
                                  <p:stCondLst>
                                    <p:cond delay="0"/>
                                  </p:stCondLst>
                                  <p:childTnLst>
                                    <p:set>
                                      <p:cBhvr>
                                        <p:cTn id="10" dur="1" fill="hold">
                                          <p:stCondLst>
                                            <p:cond delay="0"/>
                                          </p:stCondLst>
                                        </p:cTn>
                                        <p:tgtEl>
                                          <p:spTgt spid="514114"/>
                                        </p:tgtEl>
                                        <p:attrNameLst>
                                          <p:attrName>style.visibility</p:attrName>
                                        </p:attrNameLst>
                                      </p:cBhvr>
                                      <p:to>
                                        <p:strVal val="visible"/>
                                      </p:to>
                                    </p:set>
                                    <p:animEffect transition="in" filter="box(out)">
                                      <p:cBhvr>
                                        <p:cTn id="11" dur="2000"/>
                                        <p:tgtEl>
                                          <p:spTgt spid="51411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514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11" grpId="0" animBg="1"/>
      <p:bldP spid="514114" grpId="0" animBg="1"/>
      <p:bldP spid="514115" grpId="0" animBg="1"/>
    </p:bldLst>
  </p:timing>
</p:sld>
</file>

<file path=ppt/slides/slide1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3906" name="Freeform 2"/>
          <p:cNvSpPr>
            <a:spLocks/>
          </p:cNvSpPr>
          <p:nvPr/>
        </p:nvSpPr>
        <p:spPr bwMode="auto">
          <a:xfrm>
            <a:off x="2549525" y="2044700"/>
            <a:ext cx="1681163" cy="1819275"/>
          </a:xfrm>
          <a:custGeom>
            <a:avLst/>
            <a:gdLst>
              <a:gd name="T0" fmla="*/ 2147483647 w 1059"/>
              <a:gd name="T1" fmla="*/ 2147483647 h 1146"/>
              <a:gd name="T2" fmla="*/ 2147483647 w 1059"/>
              <a:gd name="T3" fmla="*/ 0 h 1146"/>
              <a:gd name="T4" fmla="*/ 2147483647 w 1059"/>
              <a:gd name="T5" fmla="*/ 2147483647 h 1146"/>
              <a:gd name="T6" fmla="*/ 0 w 1059"/>
              <a:gd name="T7" fmla="*/ 2147483647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07" name="Text Box 3"/>
          <p:cNvSpPr txBox="1">
            <a:spLocks noChangeArrowheads="1"/>
          </p:cNvSpPr>
          <p:nvPr/>
        </p:nvSpPr>
        <p:spPr bwMode="auto">
          <a:xfrm>
            <a:off x="1331913" y="2624138"/>
            <a:ext cx="1390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a:t>
            </a:r>
          </a:p>
        </p:txBody>
      </p:sp>
      <p:sp>
        <p:nvSpPr>
          <p:cNvPr id="123908" name="Text Box 4"/>
          <p:cNvSpPr txBox="1">
            <a:spLocks noChangeArrowheads="1"/>
          </p:cNvSpPr>
          <p:nvPr/>
        </p:nvSpPr>
        <p:spPr bwMode="auto">
          <a:xfrm>
            <a:off x="2765425" y="265271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graphicFrame>
        <p:nvGraphicFramePr>
          <p:cNvPr id="515077" name="Group 5"/>
          <p:cNvGraphicFramePr>
            <a:graphicFrameLocks noGrp="1"/>
          </p:cNvGraphicFramePr>
          <p:nvPr/>
        </p:nvGraphicFramePr>
        <p:xfrm>
          <a:off x="4230688" y="2052638"/>
          <a:ext cx="4645025" cy="1376362"/>
        </p:xfrm>
        <a:graphic>
          <a:graphicData uri="http://schemas.openxmlformats.org/drawingml/2006/table">
            <a:tbl>
              <a:tblPr/>
              <a:tblGrid>
                <a:gridCol w="1668462">
                  <a:extLst>
                    <a:ext uri="{9D8B030D-6E8A-4147-A177-3AD203B41FA5}">
                      <a16:colId xmlns:a16="http://schemas.microsoft.com/office/drawing/2014/main" val="20000"/>
                    </a:ext>
                  </a:extLst>
                </a:gridCol>
                <a:gridCol w="1998663">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38314">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目的网络地址</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子网掩码</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下一跳</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1038048">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128.30.36.0</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255.255.255.0</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R</a:t>
                      </a:r>
                      <a:r>
                        <a:rPr kumimoji="0" lang="en-US" altLang="zh-CN" sz="1800" b="0" i="0" u="none" strike="noStrike" cap="none" normalizeH="0" baseline="-25000" smtClean="0">
                          <a:ln>
                            <a:noFill/>
                          </a:ln>
                          <a:solidFill>
                            <a:srgbClr val="333399"/>
                          </a:solidFill>
                          <a:effectLst/>
                          <a:latin typeface="Arial" charset="0"/>
                          <a:ea typeface="黑体" pitchFamily="2" charset="-122"/>
                        </a:rPr>
                        <a:t>2</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123923" name="Line 20"/>
          <p:cNvSpPr>
            <a:spLocks noChangeShapeType="1"/>
          </p:cNvSpPr>
          <p:nvPr/>
        </p:nvSpPr>
        <p:spPr bwMode="auto">
          <a:xfrm>
            <a:off x="2738438" y="2630488"/>
            <a:ext cx="1587"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24" name="Line 21"/>
          <p:cNvSpPr>
            <a:spLocks noChangeShapeType="1"/>
          </p:cNvSpPr>
          <p:nvPr/>
        </p:nvSpPr>
        <p:spPr bwMode="auto">
          <a:xfrm>
            <a:off x="530225" y="2613025"/>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25" name="Line 22"/>
          <p:cNvSpPr>
            <a:spLocks noChangeShapeType="1"/>
          </p:cNvSpPr>
          <p:nvPr/>
        </p:nvSpPr>
        <p:spPr bwMode="auto">
          <a:xfrm>
            <a:off x="250825" y="2630488"/>
            <a:ext cx="38163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26" name="Line 23"/>
          <p:cNvSpPr>
            <a:spLocks noChangeShapeType="1"/>
          </p:cNvSpPr>
          <p:nvPr/>
        </p:nvSpPr>
        <p:spPr bwMode="auto">
          <a:xfrm>
            <a:off x="696913" y="2060575"/>
            <a:ext cx="1587"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3927"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5463" y="2101850"/>
            <a:ext cx="3984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928" name="Text Box 25"/>
          <p:cNvSpPr txBox="1">
            <a:spLocks noChangeArrowheads="1"/>
          </p:cNvSpPr>
          <p:nvPr/>
        </p:nvSpPr>
        <p:spPr bwMode="auto">
          <a:xfrm>
            <a:off x="-36513" y="1989138"/>
            <a:ext cx="4333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p>
        </p:txBody>
      </p:sp>
      <p:sp>
        <p:nvSpPr>
          <p:cNvPr id="123929" name="Text Box 26"/>
          <p:cNvSpPr txBox="1">
            <a:spLocks noChangeArrowheads="1"/>
          </p:cNvSpPr>
          <p:nvPr/>
        </p:nvSpPr>
        <p:spPr bwMode="auto">
          <a:xfrm>
            <a:off x="250825" y="2189163"/>
            <a:ext cx="3494088"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1800">
                <a:solidFill>
                  <a:srgbClr val="333399"/>
                </a:solidFill>
                <a:latin typeface="Arial" pitchFamily="34" charset="0"/>
              </a:rPr>
              <a:t>子网</a:t>
            </a:r>
            <a:r>
              <a:rPr kumimoji="1" lang="en-US" altLang="zh-CN" sz="1800">
                <a:solidFill>
                  <a:srgbClr val="333399"/>
                </a:solidFill>
                <a:latin typeface="Arial" pitchFamily="34" charset="0"/>
              </a:rPr>
              <a:t>1</a:t>
            </a:r>
            <a:r>
              <a:rPr kumimoji="1" lang="zh-CN" altLang="en-US" sz="1800">
                <a:solidFill>
                  <a:srgbClr val="333399"/>
                </a:solidFill>
                <a:latin typeface="Arial" pitchFamily="34" charset="0"/>
              </a:rPr>
              <a:t>：</a:t>
            </a:r>
          </a:p>
          <a:p>
            <a:pPr algn="ctr" eaLnBrk="1" hangingPunct="1"/>
            <a:r>
              <a:rPr kumimoji="1" lang="zh-CN" altLang="en-US" sz="1800">
                <a:solidFill>
                  <a:srgbClr val="333399"/>
                </a:solidFill>
                <a:latin typeface="Arial" pitchFamily="34" charset="0"/>
              </a:rPr>
              <a:t>    网络地址 </a:t>
            </a:r>
            <a:r>
              <a:rPr kumimoji="1" lang="en-US" altLang="zh-CN" sz="1800">
                <a:solidFill>
                  <a:srgbClr val="333399"/>
                </a:solidFill>
                <a:latin typeface="Arial" pitchFamily="34" charset="0"/>
              </a:rPr>
              <a:t>128.30.33.0</a:t>
            </a:r>
          </a:p>
          <a:p>
            <a:pPr algn="ctr" eaLnBrk="1" hangingPunct="1"/>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子网掩码 </a:t>
            </a:r>
            <a:r>
              <a:rPr kumimoji="1" lang="en-US" altLang="zh-CN" sz="1800">
                <a:solidFill>
                  <a:srgbClr val="333399"/>
                </a:solidFill>
                <a:latin typeface="Arial" pitchFamily="34" charset="0"/>
              </a:rPr>
              <a:t>255.255.255.128</a:t>
            </a:r>
          </a:p>
        </p:txBody>
      </p:sp>
      <p:sp>
        <p:nvSpPr>
          <p:cNvPr id="123930" name="Line 27"/>
          <p:cNvSpPr>
            <a:spLocks noChangeShapeType="1"/>
          </p:cNvSpPr>
          <p:nvPr/>
        </p:nvSpPr>
        <p:spPr bwMode="auto">
          <a:xfrm>
            <a:off x="2205038" y="5011738"/>
            <a:ext cx="1587"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31" name="Line 28"/>
          <p:cNvSpPr>
            <a:spLocks noChangeShapeType="1"/>
          </p:cNvSpPr>
          <p:nvPr/>
        </p:nvSpPr>
        <p:spPr bwMode="auto">
          <a:xfrm>
            <a:off x="6372225" y="3925888"/>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32" name="Line 29"/>
          <p:cNvSpPr>
            <a:spLocks noChangeShapeType="1"/>
          </p:cNvSpPr>
          <p:nvPr/>
        </p:nvSpPr>
        <p:spPr bwMode="auto">
          <a:xfrm>
            <a:off x="1409700" y="57086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33" name="Line 30"/>
          <p:cNvSpPr>
            <a:spLocks noChangeShapeType="1"/>
          </p:cNvSpPr>
          <p:nvPr/>
        </p:nvSpPr>
        <p:spPr bwMode="auto">
          <a:xfrm>
            <a:off x="1844675" y="3925888"/>
            <a:ext cx="1588"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34" name="Line 31"/>
          <p:cNvSpPr>
            <a:spLocks noChangeShapeType="1"/>
          </p:cNvSpPr>
          <p:nvPr/>
        </p:nvSpPr>
        <p:spPr bwMode="auto">
          <a:xfrm>
            <a:off x="2744788" y="3201988"/>
            <a:ext cx="1587"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3935"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35075" y="601821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3936" name="Picture 3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0675" y="293846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3937" name="Group 34"/>
          <p:cNvGrpSpPr>
            <a:grpSpLocks/>
          </p:cNvGrpSpPr>
          <p:nvPr/>
        </p:nvGrpSpPr>
        <p:grpSpPr bwMode="auto">
          <a:xfrm>
            <a:off x="2484438" y="2984500"/>
            <a:ext cx="612775" cy="460375"/>
            <a:chOff x="864" y="1824"/>
            <a:chExt cx="432" cy="288"/>
          </a:xfrm>
        </p:grpSpPr>
        <p:pic>
          <p:nvPicPr>
            <p:cNvPr id="123981" name="Picture 3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3982" name="Picture 3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123938" name="Picture 3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07125" y="4305300"/>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939" name="Line 38"/>
          <p:cNvSpPr>
            <a:spLocks noChangeShapeType="1"/>
          </p:cNvSpPr>
          <p:nvPr/>
        </p:nvSpPr>
        <p:spPr bwMode="auto">
          <a:xfrm>
            <a:off x="1150938" y="3905250"/>
            <a:ext cx="6948487" cy="1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40" name="Line 39"/>
          <p:cNvSpPr>
            <a:spLocks noChangeShapeType="1"/>
          </p:cNvSpPr>
          <p:nvPr/>
        </p:nvSpPr>
        <p:spPr bwMode="auto">
          <a:xfrm>
            <a:off x="520700" y="5729288"/>
            <a:ext cx="7835900"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41" name="Text Box 40"/>
          <p:cNvSpPr txBox="1">
            <a:spLocks noChangeArrowheads="1"/>
          </p:cNvSpPr>
          <p:nvPr/>
        </p:nvSpPr>
        <p:spPr bwMode="auto">
          <a:xfrm>
            <a:off x="2640013" y="3416300"/>
            <a:ext cx="164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128.30.33.130</a:t>
            </a:r>
          </a:p>
        </p:txBody>
      </p:sp>
      <p:sp>
        <p:nvSpPr>
          <p:cNvPr id="123942" name="Text Box 41"/>
          <p:cNvSpPr txBox="1">
            <a:spLocks noChangeArrowheads="1"/>
          </p:cNvSpPr>
          <p:nvPr/>
        </p:nvSpPr>
        <p:spPr bwMode="auto">
          <a:xfrm>
            <a:off x="3130550" y="3062288"/>
            <a:ext cx="4333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sp>
        <p:nvSpPr>
          <p:cNvPr id="123943" name="Text Box 42"/>
          <p:cNvSpPr txBox="1">
            <a:spLocks noChangeArrowheads="1"/>
          </p:cNvSpPr>
          <p:nvPr/>
        </p:nvSpPr>
        <p:spPr bwMode="auto">
          <a:xfrm>
            <a:off x="4333875" y="3422650"/>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3944" name="Line 43"/>
          <p:cNvSpPr>
            <a:spLocks noChangeShapeType="1"/>
          </p:cNvSpPr>
          <p:nvPr/>
        </p:nvSpPr>
        <p:spPr bwMode="auto">
          <a:xfrm>
            <a:off x="4930775" y="3925888"/>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3945" name="Group 44"/>
          <p:cNvGrpSpPr>
            <a:grpSpLocks/>
          </p:cNvGrpSpPr>
          <p:nvPr/>
        </p:nvGrpSpPr>
        <p:grpSpPr bwMode="auto">
          <a:xfrm>
            <a:off x="1584325" y="4368800"/>
            <a:ext cx="612775" cy="460375"/>
            <a:chOff x="864" y="1824"/>
            <a:chExt cx="432" cy="288"/>
          </a:xfrm>
        </p:grpSpPr>
        <p:pic>
          <p:nvPicPr>
            <p:cNvPr id="123979" name="Picture 4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3980" name="Picture 4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23946" name="Text Box 47"/>
          <p:cNvSpPr txBox="1">
            <a:spLocks noChangeArrowheads="1"/>
          </p:cNvSpPr>
          <p:nvPr/>
        </p:nvSpPr>
        <p:spPr bwMode="auto">
          <a:xfrm>
            <a:off x="1187450" y="4351338"/>
            <a:ext cx="433388"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123947" name="Line 48"/>
          <p:cNvSpPr>
            <a:spLocks noChangeShapeType="1"/>
          </p:cNvSpPr>
          <p:nvPr/>
        </p:nvSpPr>
        <p:spPr bwMode="auto">
          <a:xfrm>
            <a:off x="2794000" y="5707063"/>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3948"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0825" y="431006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949" name="Text Box 50"/>
          <p:cNvSpPr txBox="1">
            <a:spLocks noChangeArrowheads="1"/>
          </p:cNvSpPr>
          <p:nvPr/>
        </p:nvSpPr>
        <p:spPr bwMode="auto">
          <a:xfrm>
            <a:off x="4167188" y="3206750"/>
            <a:ext cx="458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2</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128.30.33.128</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255.255.255.128</a:t>
            </a:r>
            <a:endParaRPr kumimoji="1" lang="en-US" altLang="zh-CN" sz="2000" baseline="-25000">
              <a:solidFill>
                <a:srgbClr val="333399"/>
              </a:solidFill>
              <a:latin typeface="Arial" pitchFamily="34" charset="0"/>
            </a:endParaRPr>
          </a:p>
        </p:txBody>
      </p:sp>
      <p:sp>
        <p:nvSpPr>
          <p:cNvPr id="123950" name="Text Box 51"/>
          <p:cNvSpPr txBox="1">
            <a:spLocks noChangeArrowheads="1"/>
          </p:cNvSpPr>
          <p:nvPr/>
        </p:nvSpPr>
        <p:spPr bwMode="auto">
          <a:xfrm>
            <a:off x="3779838" y="4214813"/>
            <a:ext cx="43338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p>
        </p:txBody>
      </p:sp>
      <p:sp>
        <p:nvSpPr>
          <p:cNvPr id="123951" name="Text Box 52"/>
          <p:cNvSpPr txBox="1">
            <a:spLocks noChangeArrowheads="1"/>
          </p:cNvSpPr>
          <p:nvPr/>
        </p:nvSpPr>
        <p:spPr bwMode="auto">
          <a:xfrm>
            <a:off x="-36513" y="1922463"/>
            <a:ext cx="151765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a:t>
            </a:r>
          </a:p>
        </p:txBody>
      </p:sp>
      <p:sp>
        <p:nvSpPr>
          <p:cNvPr id="123952" name="Text Box 53"/>
          <p:cNvSpPr txBox="1">
            <a:spLocks noChangeArrowheads="1"/>
          </p:cNvSpPr>
          <p:nvPr/>
        </p:nvSpPr>
        <p:spPr bwMode="auto">
          <a:xfrm>
            <a:off x="4356100" y="4286250"/>
            <a:ext cx="164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128.30.33.138</a:t>
            </a:r>
          </a:p>
        </p:txBody>
      </p:sp>
      <p:sp>
        <p:nvSpPr>
          <p:cNvPr id="123953" name="Text Box 54"/>
          <p:cNvSpPr txBox="1">
            <a:spLocks noChangeArrowheads="1"/>
          </p:cNvSpPr>
          <p:nvPr/>
        </p:nvSpPr>
        <p:spPr bwMode="auto">
          <a:xfrm>
            <a:off x="3108325" y="4064000"/>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sp>
        <p:nvSpPr>
          <p:cNvPr id="123954" name="Text Box 55"/>
          <p:cNvSpPr txBox="1">
            <a:spLocks noChangeArrowheads="1"/>
          </p:cNvSpPr>
          <p:nvPr/>
        </p:nvSpPr>
        <p:spPr bwMode="auto">
          <a:xfrm>
            <a:off x="1884363" y="4959350"/>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3955" name="Text Box 56"/>
          <p:cNvSpPr txBox="1">
            <a:spLocks noChangeArrowheads="1"/>
          </p:cNvSpPr>
          <p:nvPr/>
        </p:nvSpPr>
        <p:spPr bwMode="auto">
          <a:xfrm>
            <a:off x="3419475" y="4064000"/>
            <a:ext cx="164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128.30.33.129</a:t>
            </a:r>
          </a:p>
        </p:txBody>
      </p:sp>
      <p:pic>
        <p:nvPicPr>
          <p:cNvPr id="123956" name="Picture 5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19375" y="6016625"/>
            <a:ext cx="40005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3957" name="Text Box 58"/>
          <p:cNvSpPr txBox="1">
            <a:spLocks noChangeArrowheads="1"/>
          </p:cNvSpPr>
          <p:nvPr/>
        </p:nvSpPr>
        <p:spPr bwMode="auto">
          <a:xfrm>
            <a:off x="2268538" y="5984875"/>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3</a:t>
            </a:r>
          </a:p>
        </p:txBody>
      </p:sp>
      <p:sp>
        <p:nvSpPr>
          <p:cNvPr id="123958" name="Text Box 59"/>
          <p:cNvSpPr txBox="1">
            <a:spLocks noChangeArrowheads="1"/>
          </p:cNvSpPr>
          <p:nvPr/>
        </p:nvSpPr>
        <p:spPr bwMode="auto">
          <a:xfrm>
            <a:off x="2263775" y="4957763"/>
            <a:ext cx="1390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128.30.36.2</a:t>
            </a:r>
          </a:p>
        </p:txBody>
      </p:sp>
      <p:sp>
        <p:nvSpPr>
          <p:cNvPr id="123959" name="Text Box 60"/>
          <p:cNvSpPr txBox="1">
            <a:spLocks noChangeArrowheads="1"/>
          </p:cNvSpPr>
          <p:nvPr/>
        </p:nvSpPr>
        <p:spPr bwMode="auto">
          <a:xfrm>
            <a:off x="4019550" y="5788025"/>
            <a:ext cx="37306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3</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128.30.36.0</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255.255.255.0</a:t>
            </a:r>
            <a:endParaRPr kumimoji="1" lang="en-US" altLang="zh-CN" sz="2000" baseline="-25000">
              <a:solidFill>
                <a:srgbClr val="333399"/>
              </a:solidFill>
              <a:latin typeface="Arial" pitchFamily="34" charset="0"/>
            </a:endParaRPr>
          </a:p>
        </p:txBody>
      </p:sp>
      <p:sp>
        <p:nvSpPr>
          <p:cNvPr id="123960" name="Text Box 61"/>
          <p:cNvSpPr txBox="1">
            <a:spLocks noChangeArrowheads="1"/>
          </p:cNvSpPr>
          <p:nvPr/>
        </p:nvSpPr>
        <p:spPr bwMode="auto">
          <a:xfrm>
            <a:off x="2909888" y="6056313"/>
            <a:ext cx="151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128.30.36.12</a:t>
            </a:r>
          </a:p>
        </p:txBody>
      </p:sp>
      <p:sp>
        <p:nvSpPr>
          <p:cNvPr id="123961" name="Line 62"/>
          <p:cNvSpPr>
            <a:spLocks noChangeShapeType="1"/>
          </p:cNvSpPr>
          <p:nvPr/>
        </p:nvSpPr>
        <p:spPr bwMode="auto">
          <a:xfrm>
            <a:off x="468313" y="2120900"/>
            <a:ext cx="3598862" cy="2376488"/>
          </a:xfrm>
          <a:prstGeom prst="line">
            <a:avLst/>
          </a:prstGeom>
          <a:noFill/>
          <a:ln w="7620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62" name="Rectangle 63"/>
          <p:cNvSpPr>
            <a:spLocks noGrp="1" noChangeArrowheads="1"/>
          </p:cNvSpPr>
          <p:nvPr>
            <p:ph type="title"/>
          </p:nvPr>
        </p:nvSpPr>
        <p:spPr>
          <a:xfrm>
            <a:off x="34925" y="188913"/>
            <a:ext cx="9144000" cy="1296987"/>
          </a:xfrm>
          <a:noFill/>
        </p:spPr>
        <p:txBody>
          <a:bodyPr/>
          <a:lstStyle/>
          <a:p>
            <a:pPr eaLnBrk="1" hangingPunct="1">
              <a:lnSpc>
                <a:spcPct val="110000"/>
              </a:lnSpc>
            </a:pPr>
            <a:r>
              <a:rPr lang="zh-CN" altLang="en-US" sz="2800" smtClean="0"/>
              <a:t>主机 </a:t>
            </a:r>
            <a:r>
              <a:rPr lang="en-US" altLang="zh-CN" sz="2800" smtClean="0"/>
              <a:t>H</a:t>
            </a:r>
            <a:r>
              <a:rPr lang="en-US" altLang="zh-CN" sz="2800" baseline="-25000" smtClean="0"/>
              <a:t>1</a:t>
            </a:r>
            <a:r>
              <a:rPr lang="en-US" altLang="zh-CN" sz="2800" smtClean="0"/>
              <a:t> </a:t>
            </a:r>
            <a:r>
              <a:rPr lang="zh-CN" altLang="en-US" sz="2800" smtClean="0"/>
              <a:t>首先将</a:t>
            </a:r>
            <a:br>
              <a:rPr lang="zh-CN" altLang="en-US" sz="2800" smtClean="0"/>
            </a:br>
            <a:r>
              <a:rPr lang="zh-CN" altLang="en-US" sz="2800" smtClean="0"/>
              <a:t>本子网的子网掩码 </a:t>
            </a:r>
            <a:r>
              <a:rPr lang="en-US" altLang="zh-CN" sz="2800" smtClean="0"/>
              <a:t>255.255.255.128</a:t>
            </a:r>
            <a:br>
              <a:rPr lang="en-US" altLang="zh-CN" sz="2800" smtClean="0"/>
            </a:br>
            <a:r>
              <a:rPr lang="zh-CN" altLang="en-US" sz="2800" smtClean="0"/>
              <a:t>与分组的</a:t>
            </a:r>
            <a:r>
              <a:rPr lang="zh-CN" altLang="en-US" sz="1600" smtClean="0"/>
              <a:t> </a:t>
            </a:r>
            <a:r>
              <a:rPr lang="en-US" altLang="zh-CN" sz="2800" smtClean="0"/>
              <a:t>IP</a:t>
            </a:r>
            <a:r>
              <a:rPr lang="en-US" altLang="zh-CN" sz="1600" smtClean="0"/>
              <a:t> </a:t>
            </a:r>
            <a:r>
              <a:rPr lang="zh-CN" altLang="en-US" sz="2800" smtClean="0"/>
              <a:t>地址 </a:t>
            </a:r>
            <a:r>
              <a:rPr lang="en-US" altLang="zh-CN" sz="2800" smtClean="0"/>
              <a:t>128.30.33.138 </a:t>
            </a:r>
            <a:r>
              <a:rPr lang="zh-CN" altLang="en-US" sz="2800" smtClean="0"/>
              <a:t>逐比特相“</a:t>
            </a:r>
            <a:r>
              <a:rPr lang="zh-CN" altLang="en-US" sz="2800" smtClean="0">
                <a:solidFill>
                  <a:schemeClr val="hlink"/>
                </a:solidFill>
              </a:rPr>
              <a:t>与</a:t>
            </a:r>
            <a:r>
              <a:rPr lang="zh-CN" altLang="en-US" sz="2800" smtClean="0"/>
              <a:t>”</a:t>
            </a:r>
            <a:r>
              <a:rPr lang="en-US" altLang="zh-CN" sz="2800" smtClean="0"/>
              <a:t>(</a:t>
            </a:r>
            <a:r>
              <a:rPr lang="en-US" altLang="zh-CN" sz="2800" smtClean="0">
                <a:solidFill>
                  <a:schemeClr val="hlink"/>
                </a:solidFill>
              </a:rPr>
              <a:t>AND</a:t>
            </a:r>
            <a:r>
              <a:rPr lang="en-US" altLang="zh-CN" sz="2800" smtClean="0"/>
              <a:t> </a:t>
            </a:r>
            <a:r>
              <a:rPr lang="zh-CN" altLang="en-US" sz="2800" smtClean="0"/>
              <a:t>操作</a:t>
            </a:r>
            <a:r>
              <a:rPr lang="en-US" altLang="zh-CN" sz="2800" smtClean="0"/>
              <a:t>) </a:t>
            </a:r>
          </a:p>
        </p:txBody>
      </p:sp>
      <p:sp>
        <p:nvSpPr>
          <p:cNvPr id="123963" name="Rectangle 64"/>
          <p:cNvSpPr>
            <a:spLocks noChangeArrowheads="1"/>
          </p:cNvSpPr>
          <p:nvPr/>
        </p:nvSpPr>
        <p:spPr bwMode="auto">
          <a:xfrm>
            <a:off x="0" y="1800225"/>
            <a:ext cx="9144000" cy="53006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a:ea typeface="宋体" pitchFamily="2" charset="-122"/>
            </a:endParaRPr>
          </a:p>
        </p:txBody>
      </p:sp>
      <p:sp>
        <p:nvSpPr>
          <p:cNvPr id="123964" name="Text Box 65"/>
          <p:cNvSpPr txBox="1">
            <a:spLocks noChangeArrowheads="1"/>
          </p:cNvSpPr>
          <p:nvPr/>
        </p:nvSpPr>
        <p:spPr bwMode="auto">
          <a:xfrm>
            <a:off x="900113" y="1773238"/>
            <a:ext cx="72532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ea typeface="宋体" pitchFamily="2" charset="-122"/>
              </a:rPr>
              <a:t>255.255.255.128 </a:t>
            </a:r>
            <a:r>
              <a:rPr lang="en-US" altLang="zh-CN">
                <a:solidFill>
                  <a:schemeClr val="hlink"/>
                </a:solidFill>
                <a:latin typeface="Arial" pitchFamily="34" charset="0"/>
                <a:ea typeface="宋体" pitchFamily="2" charset="-122"/>
              </a:rPr>
              <a:t>AND</a:t>
            </a:r>
            <a:r>
              <a:rPr lang="en-US" altLang="zh-CN">
                <a:solidFill>
                  <a:srgbClr val="333399"/>
                </a:solidFill>
                <a:latin typeface="Arial" pitchFamily="34" charset="0"/>
                <a:ea typeface="宋体" pitchFamily="2" charset="-122"/>
              </a:rPr>
              <a:t> 128.30.33.138 </a:t>
            </a:r>
            <a:r>
              <a:rPr lang="zh-CN" altLang="en-US">
                <a:solidFill>
                  <a:srgbClr val="333399"/>
                </a:solidFill>
                <a:latin typeface="Arial" pitchFamily="34" charset="0"/>
              </a:rPr>
              <a:t>的计算</a:t>
            </a:r>
          </a:p>
        </p:txBody>
      </p:sp>
      <p:sp>
        <p:nvSpPr>
          <p:cNvPr id="123965" name="Text Box 66"/>
          <p:cNvSpPr txBox="1">
            <a:spLocks noChangeArrowheads="1"/>
          </p:cNvSpPr>
          <p:nvPr/>
        </p:nvSpPr>
        <p:spPr bwMode="auto">
          <a:xfrm>
            <a:off x="466725" y="2378075"/>
            <a:ext cx="819943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rPr>
              <a:t>255 </a:t>
            </a:r>
            <a:r>
              <a:rPr lang="zh-CN" altLang="en-US">
                <a:solidFill>
                  <a:srgbClr val="333399"/>
                </a:solidFill>
                <a:latin typeface="Arial" pitchFamily="34" charset="0"/>
              </a:rPr>
              <a:t>就是二进制的全 </a:t>
            </a:r>
            <a:r>
              <a:rPr lang="en-US" altLang="zh-CN">
                <a:solidFill>
                  <a:srgbClr val="333399"/>
                </a:solidFill>
                <a:latin typeface="Arial" pitchFamily="34" charset="0"/>
              </a:rPr>
              <a:t>1</a:t>
            </a:r>
            <a:r>
              <a:rPr lang="zh-CN" altLang="en-US">
                <a:solidFill>
                  <a:srgbClr val="333399"/>
                </a:solidFill>
                <a:latin typeface="Arial" pitchFamily="34" charset="0"/>
              </a:rPr>
              <a:t>，因此 </a:t>
            </a:r>
            <a:r>
              <a:rPr lang="en-US" altLang="zh-CN">
                <a:solidFill>
                  <a:srgbClr val="333399"/>
                </a:solidFill>
                <a:latin typeface="Arial" pitchFamily="34" charset="0"/>
              </a:rPr>
              <a:t>255 </a:t>
            </a:r>
            <a:r>
              <a:rPr lang="en-US" altLang="zh-CN">
                <a:solidFill>
                  <a:schemeClr val="hlink"/>
                </a:solidFill>
                <a:latin typeface="Arial" pitchFamily="34" charset="0"/>
              </a:rPr>
              <a:t>AND</a:t>
            </a:r>
            <a:r>
              <a:rPr lang="en-US" altLang="zh-CN">
                <a:solidFill>
                  <a:srgbClr val="333399"/>
                </a:solidFill>
                <a:latin typeface="Arial" pitchFamily="34" charset="0"/>
              </a:rPr>
              <a:t> xyz = xyz</a:t>
            </a:r>
            <a:r>
              <a:rPr lang="zh-CN" altLang="en-US">
                <a:solidFill>
                  <a:srgbClr val="333399"/>
                </a:solidFill>
                <a:latin typeface="Arial" pitchFamily="34" charset="0"/>
              </a:rPr>
              <a:t>，</a:t>
            </a:r>
          </a:p>
          <a:p>
            <a:pPr eaLnBrk="1" hangingPunct="1"/>
            <a:r>
              <a:rPr lang="zh-CN" altLang="en-US">
                <a:solidFill>
                  <a:srgbClr val="333399"/>
                </a:solidFill>
                <a:latin typeface="Arial" pitchFamily="34" charset="0"/>
              </a:rPr>
              <a:t>这里只需计算最后的 </a:t>
            </a:r>
            <a:r>
              <a:rPr lang="en-US" altLang="zh-CN">
                <a:solidFill>
                  <a:srgbClr val="333399"/>
                </a:solidFill>
                <a:latin typeface="Arial" pitchFamily="34" charset="0"/>
              </a:rPr>
              <a:t>128 </a:t>
            </a:r>
            <a:r>
              <a:rPr lang="en-US" altLang="zh-CN">
                <a:solidFill>
                  <a:schemeClr val="hlink"/>
                </a:solidFill>
                <a:latin typeface="Arial" pitchFamily="34" charset="0"/>
              </a:rPr>
              <a:t>AND</a:t>
            </a:r>
            <a:r>
              <a:rPr lang="en-US" altLang="zh-CN">
                <a:solidFill>
                  <a:srgbClr val="333399"/>
                </a:solidFill>
                <a:latin typeface="Arial" pitchFamily="34" charset="0"/>
              </a:rPr>
              <a:t> 138 </a:t>
            </a:r>
            <a:r>
              <a:rPr lang="zh-CN" altLang="en-US">
                <a:solidFill>
                  <a:srgbClr val="333399"/>
                </a:solidFill>
                <a:latin typeface="Arial" pitchFamily="34" charset="0"/>
              </a:rPr>
              <a:t>即可。</a:t>
            </a:r>
          </a:p>
        </p:txBody>
      </p:sp>
      <p:sp>
        <p:nvSpPr>
          <p:cNvPr id="123966" name="Text Box 67"/>
          <p:cNvSpPr txBox="1">
            <a:spLocks noChangeArrowheads="1"/>
          </p:cNvSpPr>
          <p:nvPr/>
        </p:nvSpPr>
        <p:spPr bwMode="auto">
          <a:xfrm>
            <a:off x="2484438" y="3314700"/>
            <a:ext cx="2919412"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ea typeface="宋体" pitchFamily="2" charset="-122"/>
              </a:rPr>
              <a:t>128 → 10000000</a:t>
            </a:r>
          </a:p>
          <a:p>
            <a:pPr eaLnBrk="1" hangingPunct="1"/>
            <a:r>
              <a:rPr lang="en-US" altLang="zh-CN">
                <a:solidFill>
                  <a:srgbClr val="333399"/>
                </a:solidFill>
                <a:latin typeface="Arial" pitchFamily="34" charset="0"/>
                <a:ea typeface="宋体" pitchFamily="2" charset="-122"/>
              </a:rPr>
              <a:t>138 → 10001010</a:t>
            </a:r>
          </a:p>
        </p:txBody>
      </p:sp>
      <p:sp>
        <p:nvSpPr>
          <p:cNvPr id="123967" name="Line 68"/>
          <p:cNvSpPr>
            <a:spLocks noChangeShapeType="1"/>
          </p:cNvSpPr>
          <p:nvPr/>
        </p:nvSpPr>
        <p:spPr bwMode="auto">
          <a:xfrm>
            <a:off x="2268538" y="4249738"/>
            <a:ext cx="331152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68" name="Text Box 69"/>
          <p:cNvSpPr txBox="1">
            <a:spLocks noChangeArrowheads="1"/>
          </p:cNvSpPr>
          <p:nvPr/>
        </p:nvSpPr>
        <p:spPr bwMode="auto">
          <a:xfrm>
            <a:off x="219075" y="4308475"/>
            <a:ext cx="63230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rPr>
              <a:t>逐比特 </a:t>
            </a:r>
            <a:r>
              <a:rPr lang="en-US" altLang="zh-CN">
                <a:solidFill>
                  <a:schemeClr val="hlink"/>
                </a:solidFill>
              </a:rPr>
              <a:t>AND</a:t>
            </a:r>
            <a:r>
              <a:rPr lang="en-US" altLang="zh-CN">
                <a:solidFill>
                  <a:srgbClr val="333399"/>
                </a:solidFill>
              </a:rPr>
              <a:t> </a:t>
            </a:r>
            <a:r>
              <a:rPr lang="zh-CN" altLang="en-US">
                <a:solidFill>
                  <a:srgbClr val="333399"/>
                </a:solidFill>
              </a:rPr>
              <a:t>操作后：</a:t>
            </a:r>
            <a:r>
              <a:rPr lang="en-US" altLang="zh-CN">
                <a:solidFill>
                  <a:srgbClr val="333399"/>
                </a:solidFill>
                <a:latin typeface="Arial" pitchFamily="34" charset="0"/>
              </a:rPr>
              <a:t>10000000 → 128</a:t>
            </a:r>
          </a:p>
        </p:txBody>
      </p:sp>
      <p:sp>
        <p:nvSpPr>
          <p:cNvPr id="515142" name="Rectangle 70"/>
          <p:cNvSpPr>
            <a:spLocks noChangeArrowheads="1"/>
          </p:cNvSpPr>
          <p:nvPr/>
        </p:nvSpPr>
        <p:spPr bwMode="auto">
          <a:xfrm>
            <a:off x="3708400" y="3332163"/>
            <a:ext cx="271463" cy="150018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5143" name="Rectangle 71"/>
          <p:cNvSpPr>
            <a:spLocks noChangeArrowheads="1"/>
          </p:cNvSpPr>
          <p:nvPr/>
        </p:nvSpPr>
        <p:spPr bwMode="auto">
          <a:xfrm>
            <a:off x="3886200" y="3314700"/>
            <a:ext cx="1528763" cy="1500188"/>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15144" name="Group 72"/>
          <p:cNvGrpSpPr>
            <a:grpSpLocks/>
          </p:cNvGrpSpPr>
          <p:nvPr/>
        </p:nvGrpSpPr>
        <p:grpSpPr bwMode="auto">
          <a:xfrm>
            <a:off x="400050" y="5013325"/>
            <a:ext cx="5756275" cy="1527175"/>
            <a:chOff x="252" y="3158"/>
            <a:chExt cx="3626" cy="962"/>
          </a:xfrm>
        </p:grpSpPr>
        <p:sp>
          <p:nvSpPr>
            <p:cNvPr id="123975" name="Text Box 73"/>
            <p:cNvSpPr txBox="1">
              <a:spLocks noChangeArrowheads="1"/>
            </p:cNvSpPr>
            <p:nvPr/>
          </p:nvSpPr>
          <p:spPr bwMode="auto">
            <a:xfrm>
              <a:off x="2064" y="3158"/>
              <a:ext cx="1802"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ea typeface="宋体" pitchFamily="2" charset="-122"/>
                </a:rPr>
                <a:t>255.255.255.128</a:t>
              </a:r>
            </a:p>
            <a:p>
              <a:pPr eaLnBrk="1" hangingPunct="1"/>
              <a:r>
                <a:rPr lang="en-US" altLang="zh-CN">
                  <a:solidFill>
                    <a:srgbClr val="333399"/>
                  </a:solidFill>
                  <a:latin typeface="Arial" pitchFamily="34" charset="0"/>
                  <a:ea typeface="宋体" pitchFamily="2" charset="-122"/>
                </a:rPr>
                <a:t>128.  30.  33.138</a:t>
              </a:r>
            </a:p>
          </p:txBody>
        </p:sp>
        <p:sp>
          <p:nvSpPr>
            <p:cNvPr id="123976" name="Text Box 74"/>
            <p:cNvSpPr txBox="1">
              <a:spLocks noChangeArrowheads="1"/>
            </p:cNvSpPr>
            <p:nvPr/>
          </p:nvSpPr>
          <p:spPr bwMode="auto">
            <a:xfrm>
              <a:off x="2064" y="3793"/>
              <a:ext cx="180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rPr>
                <a:t>128.  30.  33.128</a:t>
              </a:r>
            </a:p>
          </p:txBody>
        </p:sp>
        <p:sp>
          <p:nvSpPr>
            <p:cNvPr id="123977" name="Line 75"/>
            <p:cNvSpPr>
              <a:spLocks noChangeShapeType="1"/>
            </p:cNvSpPr>
            <p:nvPr/>
          </p:nvSpPr>
          <p:spPr bwMode="auto">
            <a:xfrm>
              <a:off x="295" y="3748"/>
              <a:ext cx="358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978" name="Text Box 76"/>
            <p:cNvSpPr txBox="1">
              <a:spLocks noChangeArrowheads="1"/>
            </p:cNvSpPr>
            <p:nvPr/>
          </p:nvSpPr>
          <p:spPr bwMode="auto">
            <a:xfrm>
              <a:off x="252" y="3421"/>
              <a:ext cx="181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rPr>
                <a:t>逐比特 </a:t>
              </a:r>
              <a:r>
                <a:rPr lang="en-US" altLang="zh-CN">
                  <a:solidFill>
                    <a:schemeClr val="hlink"/>
                  </a:solidFill>
                </a:rPr>
                <a:t>AND</a:t>
              </a:r>
              <a:r>
                <a:rPr lang="en-US" altLang="zh-CN">
                  <a:solidFill>
                    <a:srgbClr val="333399"/>
                  </a:solidFill>
                </a:rPr>
                <a:t> </a:t>
              </a:r>
              <a:r>
                <a:rPr lang="zh-CN" altLang="en-US">
                  <a:solidFill>
                    <a:srgbClr val="333399"/>
                  </a:solidFill>
                </a:rPr>
                <a:t>操作</a:t>
              </a:r>
              <a:endParaRPr lang="zh-CN" altLang="en-US">
                <a:solidFill>
                  <a:srgbClr val="333399"/>
                </a:solidFill>
                <a:latin typeface="Arial" pitchFamily="34" charset="0"/>
              </a:endParaRPr>
            </a:p>
          </p:txBody>
        </p:sp>
      </p:grpSp>
      <p:sp>
        <p:nvSpPr>
          <p:cNvPr id="515149" name="Rectangle 77"/>
          <p:cNvSpPr>
            <a:spLocks noChangeArrowheads="1"/>
          </p:cNvSpPr>
          <p:nvPr/>
        </p:nvSpPr>
        <p:spPr bwMode="auto">
          <a:xfrm>
            <a:off x="3276600" y="5024438"/>
            <a:ext cx="2159000" cy="1500187"/>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5150" name="Rectangle 78"/>
          <p:cNvSpPr>
            <a:spLocks noChangeArrowheads="1"/>
          </p:cNvSpPr>
          <p:nvPr/>
        </p:nvSpPr>
        <p:spPr bwMode="auto">
          <a:xfrm>
            <a:off x="5437188" y="5013325"/>
            <a:ext cx="719137" cy="1500188"/>
          </a:xfrm>
          <a:prstGeom prst="rect">
            <a:avLst/>
          </a:prstGeom>
          <a:noFill/>
          <a:ln w="762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5151" name="Text Box 79"/>
          <p:cNvSpPr txBox="1">
            <a:spLocks noChangeArrowheads="1"/>
          </p:cNvSpPr>
          <p:nvPr/>
        </p:nvSpPr>
        <p:spPr bwMode="auto">
          <a:xfrm>
            <a:off x="6173788" y="5913438"/>
            <a:ext cx="2719387"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3200" b="1">
                <a:solidFill>
                  <a:schemeClr val="hlink"/>
                </a:solidFill>
                <a:latin typeface="Arial" pitchFamily="34" charset="0"/>
                <a:sym typeface="Symbol" pitchFamily="18" charset="2"/>
              </a:rPr>
              <a:t></a:t>
            </a:r>
            <a:r>
              <a:rPr lang="en-US" altLang="zh-CN">
                <a:solidFill>
                  <a:srgbClr val="333399"/>
                </a:solidFill>
                <a:latin typeface="Arial" pitchFamily="34" charset="0"/>
                <a:sym typeface="Symbol" pitchFamily="18" charset="2"/>
              </a:rPr>
              <a:t> H</a:t>
            </a:r>
            <a:r>
              <a:rPr lang="en-US" altLang="zh-CN" baseline="-25000">
                <a:solidFill>
                  <a:srgbClr val="333399"/>
                </a:solidFill>
                <a:latin typeface="Arial" pitchFamily="34" charset="0"/>
                <a:sym typeface="Symbol" pitchFamily="18" charset="2"/>
              </a:rPr>
              <a:t>1</a:t>
            </a:r>
            <a:r>
              <a:rPr lang="en-US" altLang="zh-CN" sz="1200">
                <a:solidFill>
                  <a:srgbClr val="333399"/>
                </a:solidFill>
                <a:latin typeface="Arial" pitchFamily="34" charset="0"/>
                <a:sym typeface="Symbol" pitchFamily="18" charset="2"/>
              </a:rPr>
              <a:t> </a:t>
            </a:r>
            <a:r>
              <a:rPr lang="zh-CN" altLang="en-US">
                <a:solidFill>
                  <a:srgbClr val="333399"/>
                </a:solidFill>
                <a:latin typeface="Arial" pitchFamily="34" charset="0"/>
                <a:sym typeface="Symbol" pitchFamily="18" charset="2"/>
              </a:rPr>
              <a:t>的网络地址</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514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5142"/>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5142"/>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grpId="0" nodeType="afterEffect">
                                  <p:stCondLst>
                                    <p:cond delay="0"/>
                                  </p:stCondLst>
                                  <p:childTnLst>
                                    <p:set>
                                      <p:cBhvr>
                                        <p:cTn id="15" dur="1" fill="hold">
                                          <p:stCondLst>
                                            <p:cond delay="0"/>
                                          </p:stCondLst>
                                        </p:cTn>
                                        <p:tgtEl>
                                          <p:spTgt spid="515143"/>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grpId="1" nodeType="afterEffect">
                                  <p:stCondLst>
                                    <p:cond delay="0"/>
                                  </p:stCondLst>
                                  <p:childTnLst>
                                    <p:anim calcmode="discrete" valueType="str">
                                      <p:cBhvr>
                                        <p:cTn id="18" dur="1000" fill="hold"/>
                                        <p:tgtEl>
                                          <p:spTgt spid="515143"/>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1" presetClass="exit" presetSubtype="0" fill="hold" grpId="2" nodeType="afterEffect">
                                  <p:stCondLst>
                                    <p:cond delay="0"/>
                                  </p:stCondLst>
                                  <p:childTnLst>
                                    <p:set>
                                      <p:cBhvr>
                                        <p:cTn id="21" dur="1" fill="hold">
                                          <p:stCondLst>
                                            <p:cond delay="0"/>
                                          </p:stCondLst>
                                        </p:cTn>
                                        <p:tgtEl>
                                          <p:spTgt spid="515143"/>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515144"/>
                                        </p:tgtEl>
                                        <p:attrNameLst>
                                          <p:attrName>style.visibility</p:attrName>
                                        </p:attrNameLst>
                                      </p:cBhvr>
                                      <p:to>
                                        <p:strVal val="visible"/>
                                      </p:to>
                                    </p:set>
                                  </p:childTnLst>
                                </p:cTn>
                              </p:par>
                            </p:childTnLst>
                          </p:cTn>
                        </p:par>
                        <p:par>
                          <p:cTn id="26" fill="hold" nodeType="afterGroup">
                            <p:stCondLst>
                              <p:cond delay="0"/>
                            </p:stCondLst>
                            <p:childTnLst>
                              <p:par>
                                <p:cTn id="27" presetID="1" presetClass="entr" presetSubtype="0" fill="hold" grpId="0" nodeType="afterEffect">
                                  <p:stCondLst>
                                    <p:cond delay="0"/>
                                  </p:stCondLst>
                                  <p:childTnLst>
                                    <p:set>
                                      <p:cBhvr>
                                        <p:cTn id="28" dur="1" fill="hold">
                                          <p:stCondLst>
                                            <p:cond delay="0"/>
                                          </p:stCondLst>
                                        </p:cTn>
                                        <p:tgtEl>
                                          <p:spTgt spid="515149"/>
                                        </p:tgtEl>
                                        <p:attrNameLst>
                                          <p:attrName>style.visibility</p:attrName>
                                        </p:attrNameLst>
                                      </p:cBhvr>
                                      <p:to>
                                        <p:strVal val="visible"/>
                                      </p:to>
                                    </p:set>
                                  </p:childTnLst>
                                </p:cTn>
                              </p:par>
                            </p:childTnLst>
                          </p:cTn>
                        </p:par>
                        <p:par>
                          <p:cTn id="29" fill="hold" nodeType="afterGroup">
                            <p:stCondLst>
                              <p:cond delay="0"/>
                            </p:stCondLst>
                            <p:childTnLst>
                              <p:par>
                                <p:cTn id="30" presetID="35" presetClass="emph" presetSubtype="0" repeatCount="3000" fill="hold" grpId="1" nodeType="afterEffect">
                                  <p:stCondLst>
                                    <p:cond delay="0"/>
                                  </p:stCondLst>
                                  <p:childTnLst>
                                    <p:anim calcmode="discrete" valueType="str">
                                      <p:cBhvr>
                                        <p:cTn id="31" dur="1000" fill="hold"/>
                                        <p:tgtEl>
                                          <p:spTgt spid="515149"/>
                                        </p:tgtEl>
                                        <p:attrNameLst>
                                          <p:attrName>style.visibility</p:attrName>
                                        </p:attrNameLst>
                                      </p:cBhvr>
                                      <p:tavLst>
                                        <p:tav tm="0">
                                          <p:val>
                                            <p:strVal val="hidden"/>
                                          </p:val>
                                        </p:tav>
                                        <p:tav tm="50000">
                                          <p:val>
                                            <p:strVal val="visible"/>
                                          </p:val>
                                        </p:tav>
                                      </p:tavLst>
                                    </p:anim>
                                  </p:childTnLst>
                                </p:cTn>
                              </p:par>
                            </p:childTnLst>
                          </p:cTn>
                        </p:par>
                        <p:par>
                          <p:cTn id="32" fill="hold" nodeType="afterGroup">
                            <p:stCondLst>
                              <p:cond delay="3000"/>
                            </p:stCondLst>
                            <p:childTnLst>
                              <p:par>
                                <p:cTn id="33" presetID="1" presetClass="exit" presetSubtype="0" fill="hold" grpId="2" nodeType="afterEffect">
                                  <p:stCondLst>
                                    <p:cond delay="0"/>
                                  </p:stCondLst>
                                  <p:childTnLst>
                                    <p:set>
                                      <p:cBhvr>
                                        <p:cTn id="34" dur="1" fill="hold">
                                          <p:stCondLst>
                                            <p:cond delay="0"/>
                                          </p:stCondLst>
                                        </p:cTn>
                                        <p:tgtEl>
                                          <p:spTgt spid="515149"/>
                                        </p:tgtEl>
                                        <p:attrNameLst>
                                          <p:attrName>style.visibility</p:attrName>
                                        </p:attrNameLst>
                                      </p:cBhvr>
                                      <p:to>
                                        <p:strVal val="hidden"/>
                                      </p:to>
                                    </p:set>
                                  </p:childTnLst>
                                </p:cTn>
                              </p:par>
                            </p:childTnLst>
                          </p:cTn>
                        </p:par>
                        <p:par>
                          <p:cTn id="35" fill="hold" nodeType="afterGroup">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515150"/>
                                        </p:tgtEl>
                                        <p:attrNameLst>
                                          <p:attrName>style.visibility</p:attrName>
                                        </p:attrNameLst>
                                      </p:cBhvr>
                                      <p:to>
                                        <p:strVal val="visible"/>
                                      </p:to>
                                    </p:set>
                                  </p:childTnLst>
                                </p:cTn>
                              </p:par>
                            </p:childTnLst>
                          </p:cTn>
                        </p:par>
                        <p:par>
                          <p:cTn id="38" fill="hold" nodeType="afterGroup">
                            <p:stCondLst>
                              <p:cond delay="3000"/>
                            </p:stCondLst>
                            <p:childTnLst>
                              <p:par>
                                <p:cTn id="39" presetID="35" presetClass="emph" presetSubtype="0" repeatCount="3000" fill="hold" grpId="1" nodeType="afterEffect">
                                  <p:stCondLst>
                                    <p:cond delay="0"/>
                                  </p:stCondLst>
                                  <p:childTnLst>
                                    <p:anim calcmode="discrete" valueType="str">
                                      <p:cBhvr>
                                        <p:cTn id="40" dur="1000" fill="hold"/>
                                        <p:tgtEl>
                                          <p:spTgt spid="515150"/>
                                        </p:tgtEl>
                                        <p:attrNameLst>
                                          <p:attrName>style.visibility</p:attrName>
                                        </p:attrNameLst>
                                      </p:cBhvr>
                                      <p:tavLst>
                                        <p:tav tm="0">
                                          <p:val>
                                            <p:strVal val="hidden"/>
                                          </p:val>
                                        </p:tav>
                                        <p:tav tm="50000">
                                          <p:val>
                                            <p:strVal val="visible"/>
                                          </p:val>
                                        </p:tav>
                                      </p:tavLst>
                                    </p:anim>
                                  </p:childTnLst>
                                </p:cTn>
                              </p:par>
                            </p:childTnLst>
                          </p:cTn>
                        </p:par>
                        <p:par>
                          <p:cTn id="41" fill="hold" nodeType="afterGroup">
                            <p:stCondLst>
                              <p:cond delay="6000"/>
                            </p:stCondLst>
                            <p:childTnLst>
                              <p:par>
                                <p:cTn id="42" presetID="1" presetClass="exit" presetSubtype="0" fill="hold" grpId="2" nodeType="afterEffect">
                                  <p:stCondLst>
                                    <p:cond delay="0"/>
                                  </p:stCondLst>
                                  <p:childTnLst>
                                    <p:set>
                                      <p:cBhvr>
                                        <p:cTn id="43" dur="1" fill="hold">
                                          <p:stCondLst>
                                            <p:cond delay="0"/>
                                          </p:stCondLst>
                                        </p:cTn>
                                        <p:tgtEl>
                                          <p:spTgt spid="515150"/>
                                        </p:tgtEl>
                                        <p:attrNameLst>
                                          <p:attrName>style.visibility</p:attrName>
                                        </p:attrNameLst>
                                      </p:cBhvr>
                                      <p:to>
                                        <p:strVal val="hidden"/>
                                      </p:to>
                                    </p:set>
                                  </p:childTnLst>
                                </p:cTn>
                              </p:par>
                            </p:childTnLst>
                          </p:cTn>
                        </p:par>
                        <p:par>
                          <p:cTn id="44" fill="hold" nodeType="afterGroup">
                            <p:stCondLst>
                              <p:cond delay="6000"/>
                            </p:stCondLst>
                            <p:childTnLst>
                              <p:par>
                                <p:cTn id="45" presetID="1" presetClass="entr" presetSubtype="0" fill="hold" grpId="0" nodeType="afterEffect">
                                  <p:stCondLst>
                                    <p:cond delay="500"/>
                                  </p:stCondLst>
                                  <p:childTnLst>
                                    <p:set>
                                      <p:cBhvr>
                                        <p:cTn id="46" dur="1" fill="hold">
                                          <p:stCondLst>
                                            <p:cond delay="0"/>
                                          </p:stCondLst>
                                        </p:cTn>
                                        <p:tgtEl>
                                          <p:spTgt spid="5151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5142" grpId="0" animBg="1"/>
      <p:bldP spid="515142" grpId="1" animBg="1"/>
      <p:bldP spid="515142" grpId="2" animBg="1"/>
      <p:bldP spid="515143" grpId="0" animBg="1"/>
      <p:bldP spid="515143" grpId="1" animBg="1"/>
      <p:bldP spid="515143" grpId="2" animBg="1"/>
      <p:bldP spid="515149" grpId="0" animBg="1"/>
      <p:bldP spid="515149" grpId="1" animBg="1"/>
      <p:bldP spid="515149" grpId="2" animBg="1"/>
      <p:bldP spid="515150" grpId="0" animBg="1"/>
      <p:bldP spid="515150" grpId="1" animBg="1"/>
      <p:bldP spid="515150" grpId="2" animBg="1"/>
      <p:bldP spid="515151" grpId="0"/>
    </p:bldLst>
  </p:timing>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4930" name="Rectangle 2"/>
          <p:cNvSpPr>
            <a:spLocks noGrp="1" noChangeArrowheads="1"/>
          </p:cNvSpPr>
          <p:nvPr>
            <p:ph type="title"/>
          </p:nvPr>
        </p:nvSpPr>
        <p:spPr>
          <a:xfrm>
            <a:off x="107950" y="204788"/>
            <a:ext cx="8893175" cy="1063625"/>
          </a:xfrm>
          <a:solidFill>
            <a:srgbClr val="CCECFF"/>
          </a:solidFill>
          <a:ln>
            <a:solidFill>
              <a:schemeClr val="tx2"/>
            </a:solidFill>
            <a:miter lim="800000"/>
            <a:headEnd/>
            <a:tailEnd/>
          </a:ln>
        </p:spPr>
        <p:txBody>
          <a:bodyPr/>
          <a:lstStyle/>
          <a:p>
            <a:pPr algn="ctr" eaLnBrk="1" hangingPunct="1"/>
            <a:r>
              <a:rPr lang="zh-CN" altLang="en-US" sz="3200" smtClean="0"/>
              <a:t>因此 </a:t>
            </a:r>
            <a:r>
              <a:rPr lang="en-US" altLang="zh-CN" sz="3200" smtClean="0"/>
              <a:t>H</a:t>
            </a:r>
            <a:r>
              <a:rPr lang="en-US" altLang="zh-CN" sz="3200" baseline="-25000" smtClean="0"/>
              <a:t>1 </a:t>
            </a:r>
            <a:r>
              <a:rPr lang="zh-CN" altLang="en-US" sz="3200" smtClean="0"/>
              <a:t>必须把分组传送到路由器 </a:t>
            </a:r>
            <a:r>
              <a:rPr lang="en-US" altLang="zh-CN" sz="3200" smtClean="0"/>
              <a:t>R</a:t>
            </a:r>
            <a:r>
              <a:rPr lang="en-US" altLang="zh-CN" sz="3200" baseline="-25000" smtClean="0"/>
              <a:t>1</a:t>
            </a:r>
            <a:r>
              <a:rPr lang="en-US" altLang="zh-CN" sz="3200" smtClean="0"/>
              <a:t/>
            </a:r>
            <a:br>
              <a:rPr lang="en-US" altLang="zh-CN" sz="3200" smtClean="0"/>
            </a:br>
            <a:r>
              <a:rPr lang="zh-CN" altLang="en-US" sz="3200" smtClean="0"/>
              <a:t>然后逐项查找路由表</a:t>
            </a:r>
          </a:p>
        </p:txBody>
      </p:sp>
      <p:sp>
        <p:nvSpPr>
          <p:cNvPr id="124931" name="Freeform 3"/>
          <p:cNvSpPr>
            <a:spLocks/>
          </p:cNvSpPr>
          <p:nvPr/>
        </p:nvSpPr>
        <p:spPr bwMode="auto">
          <a:xfrm>
            <a:off x="2549525" y="2044700"/>
            <a:ext cx="1681163" cy="1819275"/>
          </a:xfrm>
          <a:custGeom>
            <a:avLst/>
            <a:gdLst>
              <a:gd name="T0" fmla="*/ 2147483647 w 1059"/>
              <a:gd name="T1" fmla="*/ 2147483647 h 1146"/>
              <a:gd name="T2" fmla="*/ 2147483647 w 1059"/>
              <a:gd name="T3" fmla="*/ 0 h 1146"/>
              <a:gd name="T4" fmla="*/ 2147483647 w 1059"/>
              <a:gd name="T5" fmla="*/ 2147483647 h 1146"/>
              <a:gd name="T6" fmla="*/ 0 w 1059"/>
              <a:gd name="T7" fmla="*/ 2147483647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32" name="Text Box 4"/>
          <p:cNvSpPr txBox="1">
            <a:spLocks noChangeArrowheads="1"/>
          </p:cNvSpPr>
          <p:nvPr/>
        </p:nvSpPr>
        <p:spPr bwMode="auto">
          <a:xfrm>
            <a:off x="1116013" y="3098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a:t>
            </a:r>
          </a:p>
        </p:txBody>
      </p:sp>
      <p:sp>
        <p:nvSpPr>
          <p:cNvPr id="124933" name="Text Box 5"/>
          <p:cNvSpPr txBox="1">
            <a:spLocks noChangeArrowheads="1"/>
          </p:cNvSpPr>
          <p:nvPr/>
        </p:nvSpPr>
        <p:spPr bwMode="auto">
          <a:xfrm>
            <a:off x="2549525" y="3127375"/>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graphicFrame>
        <p:nvGraphicFramePr>
          <p:cNvPr id="516102" name="Group 6"/>
          <p:cNvGraphicFramePr>
            <a:graphicFrameLocks noGrp="1"/>
          </p:cNvGraphicFramePr>
          <p:nvPr/>
        </p:nvGraphicFramePr>
        <p:xfrm>
          <a:off x="4230688" y="2052638"/>
          <a:ext cx="4645025" cy="1376362"/>
        </p:xfrm>
        <a:graphic>
          <a:graphicData uri="http://schemas.openxmlformats.org/drawingml/2006/table">
            <a:tbl>
              <a:tblPr/>
              <a:tblGrid>
                <a:gridCol w="1668462">
                  <a:extLst>
                    <a:ext uri="{9D8B030D-6E8A-4147-A177-3AD203B41FA5}">
                      <a16:colId xmlns:a16="http://schemas.microsoft.com/office/drawing/2014/main" val="20000"/>
                    </a:ext>
                  </a:extLst>
                </a:gridCol>
                <a:gridCol w="1998663">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38314">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目的网络地址</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子网掩码</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下一跳</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1038048">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128.30.36.0</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255.255.255.0</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R</a:t>
                      </a:r>
                      <a:r>
                        <a:rPr kumimoji="0" lang="en-US" altLang="zh-CN" sz="1800" b="0" i="0" u="none" strike="noStrike" cap="none" normalizeH="0" baseline="-25000" smtClean="0">
                          <a:ln>
                            <a:noFill/>
                          </a:ln>
                          <a:solidFill>
                            <a:srgbClr val="333399"/>
                          </a:solidFill>
                          <a:effectLst/>
                          <a:latin typeface="Arial" charset="0"/>
                          <a:ea typeface="黑体" pitchFamily="2" charset="-122"/>
                        </a:rPr>
                        <a:t>2</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124948" name="Text Box 20"/>
          <p:cNvSpPr txBox="1">
            <a:spLocks noChangeArrowheads="1"/>
          </p:cNvSpPr>
          <p:nvPr/>
        </p:nvSpPr>
        <p:spPr bwMode="auto">
          <a:xfrm>
            <a:off x="4594225" y="1628775"/>
            <a:ext cx="4086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的路由表（未给出默认路由器）</a:t>
            </a:r>
            <a:endParaRPr kumimoji="1" lang="zh-CN" altLang="en-US" sz="2000" baseline="-25000">
              <a:solidFill>
                <a:srgbClr val="333399"/>
              </a:solidFill>
              <a:latin typeface="Arial" pitchFamily="34" charset="0"/>
            </a:endParaRPr>
          </a:p>
        </p:txBody>
      </p:sp>
      <p:sp>
        <p:nvSpPr>
          <p:cNvPr id="124949" name="Line 21"/>
          <p:cNvSpPr>
            <a:spLocks noChangeShapeType="1"/>
          </p:cNvSpPr>
          <p:nvPr/>
        </p:nvSpPr>
        <p:spPr bwMode="auto">
          <a:xfrm>
            <a:off x="2522538" y="31051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50" name="Line 22"/>
          <p:cNvSpPr>
            <a:spLocks noChangeShapeType="1"/>
          </p:cNvSpPr>
          <p:nvPr/>
        </p:nvSpPr>
        <p:spPr bwMode="auto">
          <a:xfrm>
            <a:off x="314325" y="3087688"/>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51" name="Line 23"/>
          <p:cNvSpPr>
            <a:spLocks noChangeShapeType="1"/>
          </p:cNvSpPr>
          <p:nvPr/>
        </p:nvSpPr>
        <p:spPr bwMode="auto">
          <a:xfrm>
            <a:off x="34925" y="3105150"/>
            <a:ext cx="38163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52" name="Line 24"/>
          <p:cNvSpPr>
            <a:spLocks noChangeShapeType="1"/>
          </p:cNvSpPr>
          <p:nvPr/>
        </p:nvSpPr>
        <p:spPr bwMode="auto">
          <a:xfrm>
            <a:off x="481013" y="2535238"/>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4953"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563" y="2276475"/>
            <a:ext cx="3984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4954" name="Text Box 26"/>
          <p:cNvSpPr txBox="1">
            <a:spLocks noChangeArrowheads="1"/>
          </p:cNvSpPr>
          <p:nvPr/>
        </p:nvSpPr>
        <p:spPr bwMode="auto">
          <a:xfrm>
            <a:off x="-36513" y="1922463"/>
            <a:ext cx="151765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a:t>
            </a:r>
          </a:p>
        </p:txBody>
      </p:sp>
      <p:sp>
        <p:nvSpPr>
          <p:cNvPr id="124955" name="Text Box 27"/>
          <p:cNvSpPr txBox="1">
            <a:spLocks noChangeArrowheads="1"/>
          </p:cNvSpPr>
          <p:nvPr/>
        </p:nvSpPr>
        <p:spPr bwMode="auto">
          <a:xfrm>
            <a:off x="-36513" y="22891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p>
        </p:txBody>
      </p:sp>
      <p:sp>
        <p:nvSpPr>
          <p:cNvPr id="124956" name="Text Box 28"/>
          <p:cNvSpPr txBox="1">
            <a:spLocks noChangeArrowheads="1"/>
          </p:cNvSpPr>
          <p:nvPr/>
        </p:nvSpPr>
        <p:spPr bwMode="auto">
          <a:xfrm>
            <a:off x="250825" y="2189163"/>
            <a:ext cx="3494088"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1800">
                <a:solidFill>
                  <a:srgbClr val="333399"/>
                </a:solidFill>
                <a:latin typeface="Arial" pitchFamily="34" charset="0"/>
              </a:rPr>
              <a:t>子网</a:t>
            </a:r>
            <a:r>
              <a:rPr kumimoji="1" lang="en-US" altLang="zh-CN" sz="1800">
                <a:solidFill>
                  <a:srgbClr val="333399"/>
                </a:solidFill>
                <a:latin typeface="Arial" pitchFamily="34" charset="0"/>
              </a:rPr>
              <a:t>1</a:t>
            </a:r>
            <a:r>
              <a:rPr kumimoji="1" lang="zh-CN" altLang="en-US" sz="1800">
                <a:solidFill>
                  <a:srgbClr val="333399"/>
                </a:solidFill>
                <a:latin typeface="Arial" pitchFamily="34" charset="0"/>
              </a:rPr>
              <a:t>：</a:t>
            </a:r>
          </a:p>
          <a:p>
            <a:pPr algn="ctr" eaLnBrk="1" hangingPunct="1"/>
            <a:r>
              <a:rPr kumimoji="1" lang="zh-CN" altLang="en-US" sz="1800">
                <a:solidFill>
                  <a:srgbClr val="333399"/>
                </a:solidFill>
                <a:latin typeface="Arial" pitchFamily="34" charset="0"/>
              </a:rPr>
              <a:t>    网络地址 </a:t>
            </a:r>
            <a:r>
              <a:rPr kumimoji="1" lang="en-US" altLang="zh-CN" sz="1800">
                <a:solidFill>
                  <a:srgbClr val="333399"/>
                </a:solidFill>
                <a:latin typeface="Arial" pitchFamily="34" charset="0"/>
              </a:rPr>
              <a:t>128.30.33.0</a:t>
            </a:r>
          </a:p>
          <a:p>
            <a:pPr algn="ctr" eaLnBrk="1" hangingPunct="1"/>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子网掩码 </a:t>
            </a:r>
            <a:r>
              <a:rPr kumimoji="1" lang="en-US" altLang="zh-CN" sz="1800">
                <a:solidFill>
                  <a:srgbClr val="333399"/>
                </a:solidFill>
                <a:latin typeface="Arial" pitchFamily="34" charset="0"/>
              </a:rPr>
              <a:t>255.255.255.128</a:t>
            </a:r>
          </a:p>
        </p:txBody>
      </p:sp>
      <p:sp>
        <p:nvSpPr>
          <p:cNvPr id="124957" name="Line 29"/>
          <p:cNvSpPr>
            <a:spLocks noChangeShapeType="1"/>
          </p:cNvSpPr>
          <p:nvPr/>
        </p:nvSpPr>
        <p:spPr bwMode="auto">
          <a:xfrm>
            <a:off x="1628775" y="5011738"/>
            <a:ext cx="1588"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58" name="Line 30"/>
          <p:cNvSpPr>
            <a:spLocks noChangeShapeType="1"/>
          </p:cNvSpPr>
          <p:nvPr/>
        </p:nvSpPr>
        <p:spPr bwMode="auto">
          <a:xfrm>
            <a:off x="6156325"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59" name="Line 31"/>
          <p:cNvSpPr>
            <a:spLocks noChangeShapeType="1"/>
          </p:cNvSpPr>
          <p:nvPr/>
        </p:nvSpPr>
        <p:spPr bwMode="auto">
          <a:xfrm>
            <a:off x="833438" y="5708650"/>
            <a:ext cx="1587"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60" name="Line 32"/>
          <p:cNvSpPr>
            <a:spLocks noChangeShapeType="1"/>
          </p:cNvSpPr>
          <p:nvPr/>
        </p:nvSpPr>
        <p:spPr bwMode="auto">
          <a:xfrm>
            <a:off x="1628775" y="4400550"/>
            <a:ext cx="1588"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61" name="Line 33"/>
          <p:cNvSpPr>
            <a:spLocks noChangeShapeType="1"/>
          </p:cNvSpPr>
          <p:nvPr/>
        </p:nvSpPr>
        <p:spPr bwMode="auto">
          <a:xfrm>
            <a:off x="2528888" y="36766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4962"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813" y="6018213"/>
            <a:ext cx="398462"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4963"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775" y="34131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4964" name="Group 36"/>
          <p:cNvGrpSpPr>
            <a:grpSpLocks/>
          </p:cNvGrpSpPr>
          <p:nvPr/>
        </p:nvGrpSpPr>
        <p:grpSpPr bwMode="auto">
          <a:xfrm>
            <a:off x="2268538" y="3459163"/>
            <a:ext cx="612775" cy="460375"/>
            <a:chOff x="864" y="1824"/>
            <a:chExt cx="432" cy="288"/>
          </a:xfrm>
        </p:grpSpPr>
        <p:pic>
          <p:nvPicPr>
            <p:cNvPr id="124992" name="Picture 3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4993" name="Picture 3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124965" name="Picture 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91225" y="477996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4966" name="Line 40"/>
          <p:cNvSpPr>
            <a:spLocks noChangeShapeType="1"/>
          </p:cNvSpPr>
          <p:nvPr/>
        </p:nvSpPr>
        <p:spPr bwMode="auto">
          <a:xfrm>
            <a:off x="935038" y="4379913"/>
            <a:ext cx="6948487"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67" name="Line 41"/>
          <p:cNvSpPr>
            <a:spLocks noChangeShapeType="1"/>
          </p:cNvSpPr>
          <p:nvPr/>
        </p:nvSpPr>
        <p:spPr bwMode="auto">
          <a:xfrm>
            <a:off x="520700" y="5729288"/>
            <a:ext cx="7835900"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968" name="Text Box 42"/>
          <p:cNvSpPr txBox="1">
            <a:spLocks noChangeArrowheads="1"/>
          </p:cNvSpPr>
          <p:nvPr/>
        </p:nvSpPr>
        <p:spPr bwMode="auto">
          <a:xfrm>
            <a:off x="839788" y="38909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128.30.33.130</a:t>
            </a:r>
          </a:p>
        </p:txBody>
      </p:sp>
      <p:sp>
        <p:nvSpPr>
          <p:cNvPr id="124969" name="Text Box 43"/>
          <p:cNvSpPr txBox="1">
            <a:spLocks noChangeArrowheads="1"/>
          </p:cNvSpPr>
          <p:nvPr/>
        </p:nvSpPr>
        <p:spPr bwMode="auto">
          <a:xfrm>
            <a:off x="2914650" y="353695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sp>
        <p:nvSpPr>
          <p:cNvPr id="124970" name="Text Box 44"/>
          <p:cNvSpPr txBox="1">
            <a:spLocks noChangeArrowheads="1"/>
          </p:cNvSpPr>
          <p:nvPr/>
        </p:nvSpPr>
        <p:spPr bwMode="auto">
          <a:xfrm>
            <a:off x="2533650" y="389731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4971" name="Line 45"/>
          <p:cNvSpPr>
            <a:spLocks noChangeShapeType="1"/>
          </p:cNvSpPr>
          <p:nvPr/>
        </p:nvSpPr>
        <p:spPr bwMode="auto">
          <a:xfrm>
            <a:off x="4019550"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4972" name="Group 46"/>
          <p:cNvGrpSpPr>
            <a:grpSpLocks/>
          </p:cNvGrpSpPr>
          <p:nvPr/>
        </p:nvGrpSpPr>
        <p:grpSpPr bwMode="auto">
          <a:xfrm>
            <a:off x="1368425" y="4843463"/>
            <a:ext cx="612775" cy="460375"/>
            <a:chOff x="864" y="1824"/>
            <a:chExt cx="432" cy="288"/>
          </a:xfrm>
        </p:grpSpPr>
        <p:pic>
          <p:nvPicPr>
            <p:cNvPr id="124990" name="Picture 4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4991" name="Picture 4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24973" name="Text Box 49"/>
          <p:cNvSpPr txBox="1">
            <a:spLocks noChangeArrowheads="1"/>
          </p:cNvSpPr>
          <p:nvPr/>
        </p:nvSpPr>
        <p:spPr bwMode="auto">
          <a:xfrm>
            <a:off x="971550" y="482600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124974" name="Line 50"/>
          <p:cNvSpPr>
            <a:spLocks noChangeShapeType="1"/>
          </p:cNvSpPr>
          <p:nvPr/>
        </p:nvSpPr>
        <p:spPr bwMode="auto">
          <a:xfrm>
            <a:off x="2217738" y="5707063"/>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4975"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44925" y="47847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4976" name="Text Box 52"/>
          <p:cNvSpPr txBox="1">
            <a:spLocks noChangeArrowheads="1"/>
          </p:cNvSpPr>
          <p:nvPr/>
        </p:nvSpPr>
        <p:spPr bwMode="auto">
          <a:xfrm>
            <a:off x="3951288" y="3681413"/>
            <a:ext cx="458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2</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128.30.33.128</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255.255.255.128</a:t>
            </a:r>
            <a:endParaRPr kumimoji="1" lang="en-US" altLang="zh-CN" sz="2000" baseline="-25000">
              <a:solidFill>
                <a:srgbClr val="333399"/>
              </a:solidFill>
              <a:latin typeface="Arial" pitchFamily="34" charset="0"/>
            </a:endParaRPr>
          </a:p>
        </p:txBody>
      </p:sp>
      <p:sp>
        <p:nvSpPr>
          <p:cNvPr id="124977" name="Text Box 53"/>
          <p:cNvSpPr txBox="1">
            <a:spLocks noChangeArrowheads="1"/>
          </p:cNvSpPr>
          <p:nvPr/>
        </p:nvSpPr>
        <p:spPr bwMode="auto">
          <a:xfrm>
            <a:off x="3490913" y="4797425"/>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p>
        </p:txBody>
      </p:sp>
      <p:sp>
        <p:nvSpPr>
          <p:cNvPr id="124978" name="Text Box 54"/>
          <p:cNvSpPr txBox="1">
            <a:spLocks noChangeArrowheads="1"/>
          </p:cNvSpPr>
          <p:nvPr/>
        </p:nvSpPr>
        <p:spPr bwMode="auto">
          <a:xfrm>
            <a:off x="4140200" y="476091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128.30.33.138</a:t>
            </a:r>
          </a:p>
        </p:txBody>
      </p:sp>
      <p:sp>
        <p:nvSpPr>
          <p:cNvPr id="124979" name="Text Box 55"/>
          <p:cNvSpPr txBox="1">
            <a:spLocks noChangeArrowheads="1"/>
          </p:cNvSpPr>
          <p:nvPr/>
        </p:nvSpPr>
        <p:spPr bwMode="auto">
          <a:xfrm>
            <a:off x="1308100" y="453866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sp>
        <p:nvSpPr>
          <p:cNvPr id="124980" name="Text Box 56"/>
          <p:cNvSpPr txBox="1">
            <a:spLocks noChangeArrowheads="1"/>
          </p:cNvSpPr>
          <p:nvPr/>
        </p:nvSpPr>
        <p:spPr bwMode="auto">
          <a:xfrm>
            <a:off x="1308100" y="52593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4981" name="Text Box 57"/>
          <p:cNvSpPr txBox="1">
            <a:spLocks noChangeArrowheads="1"/>
          </p:cNvSpPr>
          <p:nvPr/>
        </p:nvSpPr>
        <p:spPr bwMode="auto">
          <a:xfrm>
            <a:off x="1619250" y="45386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128.30.33.129</a:t>
            </a:r>
          </a:p>
        </p:txBody>
      </p:sp>
      <p:pic>
        <p:nvPicPr>
          <p:cNvPr id="12498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43113" y="6016625"/>
            <a:ext cx="40005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4983" name="Text Box 59"/>
          <p:cNvSpPr txBox="1">
            <a:spLocks noChangeArrowheads="1"/>
          </p:cNvSpPr>
          <p:nvPr/>
        </p:nvSpPr>
        <p:spPr bwMode="auto">
          <a:xfrm>
            <a:off x="1692275" y="59848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3</a:t>
            </a:r>
          </a:p>
        </p:txBody>
      </p:sp>
      <p:sp>
        <p:nvSpPr>
          <p:cNvPr id="124984" name="Text Box 60"/>
          <p:cNvSpPr txBox="1">
            <a:spLocks noChangeArrowheads="1"/>
          </p:cNvSpPr>
          <p:nvPr/>
        </p:nvSpPr>
        <p:spPr bwMode="auto">
          <a:xfrm>
            <a:off x="1687513" y="5257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128.30.36.2</a:t>
            </a:r>
          </a:p>
        </p:txBody>
      </p:sp>
      <p:sp>
        <p:nvSpPr>
          <p:cNvPr id="124985" name="Text Box 61"/>
          <p:cNvSpPr txBox="1">
            <a:spLocks noChangeArrowheads="1"/>
          </p:cNvSpPr>
          <p:nvPr/>
        </p:nvSpPr>
        <p:spPr bwMode="auto">
          <a:xfrm>
            <a:off x="4019550" y="5788025"/>
            <a:ext cx="37306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3</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128.30.36.0</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255.255.255.0</a:t>
            </a:r>
            <a:endParaRPr kumimoji="1" lang="en-US" altLang="zh-CN" sz="2000" baseline="-25000">
              <a:solidFill>
                <a:srgbClr val="333399"/>
              </a:solidFill>
              <a:latin typeface="Arial" pitchFamily="34" charset="0"/>
            </a:endParaRPr>
          </a:p>
        </p:txBody>
      </p:sp>
      <p:sp>
        <p:nvSpPr>
          <p:cNvPr id="124986" name="Text Box 62"/>
          <p:cNvSpPr txBox="1">
            <a:spLocks noChangeArrowheads="1"/>
          </p:cNvSpPr>
          <p:nvPr/>
        </p:nvSpPr>
        <p:spPr bwMode="auto">
          <a:xfrm>
            <a:off x="2333625" y="6056313"/>
            <a:ext cx="151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128.30.36.12</a:t>
            </a:r>
          </a:p>
        </p:txBody>
      </p:sp>
      <p:sp>
        <p:nvSpPr>
          <p:cNvPr id="516159" name="AutoShape 63"/>
          <p:cNvSpPr>
            <a:spLocks noChangeArrowheads="1"/>
          </p:cNvSpPr>
          <p:nvPr/>
        </p:nvSpPr>
        <p:spPr bwMode="auto">
          <a:xfrm>
            <a:off x="3708400" y="2420938"/>
            <a:ext cx="576263" cy="215900"/>
          </a:xfrm>
          <a:prstGeom prst="rightArrow">
            <a:avLst>
              <a:gd name="adj1" fmla="val 50000"/>
              <a:gd name="adj2" fmla="val 66728"/>
            </a:avLst>
          </a:prstGeom>
          <a:solidFill>
            <a:schemeClr val="accent1"/>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6160" name="AutoShape 64"/>
          <p:cNvSpPr>
            <a:spLocks noChangeArrowheads="1"/>
          </p:cNvSpPr>
          <p:nvPr/>
        </p:nvSpPr>
        <p:spPr bwMode="auto">
          <a:xfrm>
            <a:off x="3708400" y="2725738"/>
            <a:ext cx="576263" cy="215900"/>
          </a:xfrm>
          <a:prstGeom prst="rightArrow">
            <a:avLst>
              <a:gd name="adj1" fmla="val 50000"/>
              <a:gd name="adj2" fmla="val 66728"/>
            </a:avLst>
          </a:prstGeom>
          <a:solidFill>
            <a:schemeClr val="accent1"/>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6161" name="AutoShape 65"/>
          <p:cNvSpPr>
            <a:spLocks noChangeArrowheads="1"/>
          </p:cNvSpPr>
          <p:nvPr/>
        </p:nvSpPr>
        <p:spPr bwMode="auto">
          <a:xfrm>
            <a:off x="3708400" y="3032125"/>
            <a:ext cx="576263" cy="215900"/>
          </a:xfrm>
          <a:prstGeom prst="rightArrow">
            <a:avLst>
              <a:gd name="adj1" fmla="val 50000"/>
              <a:gd name="adj2" fmla="val 66728"/>
            </a:avLst>
          </a:prstGeom>
          <a:solidFill>
            <a:schemeClr val="accent1"/>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6159"/>
                                        </p:tgtEl>
                                        <p:attrNameLst>
                                          <p:attrName>style.visibility</p:attrName>
                                        </p:attrNameLst>
                                      </p:cBhvr>
                                      <p:to>
                                        <p:strVal val="visible"/>
                                      </p:to>
                                    </p:set>
                                  </p:childTnLst>
                                </p:cTn>
                              </p:par>
                            </p:childTnLst>
                          </p:cTn>
                        </p:par>
                        <p:par>
                          <p:cTn id="7" fill="hold" nodeType="afterGroup">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516159"/>
                                        </p:tgtEl>
                                        <p:attrNameLst>
                                          <p:attrName>style.visibility</p:attrName>
                                        </p:attrNameLst>
                                      </p:cBhvr>
                                      <p:to>
                                        <p:strVal val="hidden"/>
                                      </p:to>
                                    </p:set>
                                  </p:childTnLst>
                                </p:cTn>
                              </p:par>
                            </p:childTnLst>
                          </p:cTn>
                        </p:par>
                        <p:par>
                          <p:cTn id="10" fill="hold" nodeType="afterGroup">
                            <p:stCondLst>
                              <p:cond delay="1000"/>
                            </p:stCondLst>
                            <p:childTnLst>
                              <p:par>
                                <p:cTn id="11" presetID="1" presetClass="entr" presetSubtype="0" fill="hold" grpId="0" nodeType="afterEffect">
                                  <p:stCondLst>
                                    <p:cond delay="0"/>
                                  </p:stCondLst>
                                  <p:childTnLst>
                                    <p:set>
                                      <p:cBhvr>
                                        <p:cTn id="12" dur="1" fill="hold">
                                          <p:stCondLst>
                                            <p:cond delay="0"/>
                                          </p:stCondLst>
                                        </p:cTn>
                                        <p:tgtEl>
                                          <p:spTgt spid="516160"/>
                                        </p:tgtEl>
                                        <p:attrNameLst>
                                          <p:attrName>style.visibility</p:attrName>
                                        </p:attrNameLst>
                                      </p:cBhvr>
                                      <p:to>
                                        <p:strVal val="visible"/>
                                      </p:to>
                                    </p:set>
                                  </p:childTnLst>
                                </p:cTn>
                              </p:par>
                            </p:childTnLst>
                          </p:cTn>
                        </p:par>
                        <p:par>
                          <p:cTn id="13" fill="hold" nodeType="afterGroup">
                            <p:stCondLst>
                              <p:cond delay="1000"/>
                            </p:stCondLst>
                            <p:childTnLst>
                              <p:par>
                                <p:cTn id="14" presetID="1" presetClass="exit" presetSubtype="0" fill="hold" grpId="1" nodeType="afterEffect">
                                  <p:stCondLst>
                                    <p:cond delay="1000"/>
                                  </p:stCondLst>
                                  <p:childTnLst>
                                    <p:set>
                                      <p:cBhvr>
                                        <p:cTn id="15" dur="1" fill="hold">
                                          <p:stCondLst>
                                            <p:cond delay="0"/>
                                          </p:stCondLst>
                                        </p:cTn>
                                        <p:tgtEl>
                                          <p:spTgt spid="516160"/>
                                        </p:tgtEl>
                                        <p:attrNameLst>
                                          <p:attrName>style.visibility</p:attrName>
                                        </p:attrNameLst>
                                      </p:cBhvr>
                                      <p:to>
                                        <p:strVal val="hidden"/>
                                      </p:to>
                                    </p:set>
                                  </p:childTnLst>
                                </p:cTn>
                              </p:par>
                            </p:childTnLst>
                          </p:cTn>
                        </p:par>
                        <p:par>
                          <p:cTn id="16" fill="hold" nodeType="afterGroup">
                            <p:stCondLst>
                              <p:cond delay="2000"/>
                            </p:stCondLst>
                            <p:childTnLst>
                              <p:par>
                                <p:cTn id="17" presetID="1" presetClass="entr" presetSubtype="0" fill="hold" grpId="0" nodeType="afterEffect">
                                  <p:stCondLst>
                                    <p:cond delay="0"/>
                                  </p:stCondLst>
                                  <p:childTnLst>
                                    <p:set>
                                      <p:cBhvr>
                                        <p:cTn id="18" dur="1" fill="hold">
                                          <p:stCondLst>
                                            <p:cond delay="0"/>
                                          </p:stCondLst>
                                        </p:cTn>
                                        <p:tgtEl>
                                          <p:spTgt spid="5161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159" grpId="0" animBg="1"/>
      <p:bldP spid="516159" grpId="1" animBg="1"/>
      <p:bldP spid="516160" grpId="0" animBg="1"/>
      <p:bldP spid="516160" grpId="1" animBg="1"/>
      <p:bldP spid="516161" grpId="0" animBg="1"/>
    </p:bldLst>
  </p:timing>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5954" name="Rectangle 2"/>
          <p:cNvSpPr>
            <a:spLocks noGrp="1" noChangeArrowheads="1"/>
          </p:cNvSpPr>
          <p:nvPr>
            <p:ph type="title"/>
          </p:nvPr>
        </p:nvSpPr>
        <p:spPr>
          <a:xfrm>
            <a:off x="107950" y="115888"/>
            <a:ext cx="8893175" cy="992187"/>
          </a:xfrm>
          <a:solidFill>
            <a:srgbClr val="CCECFF"/>
          </a:solidFill>
          <a:ln>
            <a:solidFill>
              <a:schemeClr val="tx2"/>
            </a:solidFill>
            <a:miter lim="800000"/>
            <a:headEnd/>
            <a:tailEnd/>
          </a:ln>
        </p:spPr>
        <p:txBody>
          <a:bodyPr/>
          <a:lstStyle/>
          <a:p>
            <a:pPr algn="ctr" eaLnBrk="1" hangingPunct="1"/>
            <a:r>
              <a:rPr lang="zh-CN" altLang="en-US" sz="2800" smtClean="0"/>
              <a:t>路由器 </a:t>
            </a:r>
            <a:r>
              <a:rPr lang="en-US" altLang="zh-CN" sz="2800" smtClean="0"/>
              <a:t>R</a:t>
            </a:r>
            <a:r>
              <a:rPr lang="en-US" altLang="zh-CN" sz="2800" baseline="-25000" smtClean="0"/>
              <a:t>1 </a:t>
            </a:r>
            <a:r>
              <a:rPr lang="zh-CN" altLang="en-US" sz="2800" smtClean="0"/>
              <a:t>收到分组后就用路由表中第 </a:t>
            </a:r>
            <a:r>
              <a:rPr lang="en-US" altLang="zh-CN" sz="2800" smtClean="0"/>
              <a:t>1 </a:t>
            </a:r>
            <a:r>
              <a:rPr lang="zh-CN" altLang="en-US" sz="2800" smtClean="0"/>
              <a:t>个项目的</a:t>
            </a:r>
            <a:br>
              <a:rPr lang="zh-CN" altLang="en-US" sz="2800" smtClean="0"/>
            </a:br>
            <a:r>
              <a:rPr lang="zh-CN" altLang="en-US" sz="2800" smtClean="0"/>
              <a:t>子网掩码和 </a:t>
            </a:r>
            <a:r>
              <a:rPr lang="en-US" altLang="zh-CN" sz="2800" smtClean="0"/>
              <a:t>128.30.33.138 </a:t>
            </a:r>
            <a:r>
              <a:rPr lang="zh-CN" altLang="en-US" sz="2800" smtClean="0"/>
              <a:t>逐比特 </a:t>
            </a:r>
            <a:r>
              <a:rPr lang="en-US" altLang="zh-CN" sz="2800" smtClean="0">
                <a:solidFill>
                  <a:schemeClr val="hlink"/>
                </a:solidFill>
              </a:rPr>
              <a:t>AND</a:t>
            </a:r>
            <a:r>
              <a:rPr lang="en-US" altLang="zh-CN" sz="2800" smtClean="0"/>
              <a:t> </a:t>
            </a:r>
            <a:r>
              <a:rPr lang="zh-CN" altLang="en-US" sz="2800" smtClean="0"/>
              <a:t>操作 </a:t>
            </a:r>
          </a:p>
        </p:txBody>
      </p:sp>
      <p:sp>
        <p:nvSpPr>
          <p:cNvPr id="125955" name="Freeform 3"/>
          <p:cNvSpPr>
            <a:spLocks/>
          </p:cNvSpPr>
          <p:nvPr/>
        </p:nvSpPr>
        <p:spPr bwMode="auto">
          <a:xfrm>
            <a:off x="2549525" y="2044700"/>
            <a:ext cx="1681163" cy="1819275"/>
          </a:xfrm>
          <a:custGeom>
            <a:avLst/>
            <a:gdLst>
              <a:gd name="T0" fmla="*/ 2147483647 w 1059"/>
              <a:gd name="T1" fmla="*/ 2147483647 h 1146"/>
              <a:gd name="T2" fmla="*/ 2147483647 w 1059"/>
              <a:gd name="T3" fmla="*/ 0 h 1146"/>
              <a:gd name="T4" fmla="*/ 2147483647 w 1059"/>
              <a:gd name="T5" fmla="*/ 2147483647 h 1146"/>
              <a:gd name="T6" fmla="*/ 0 w 1059"/>
              <a:gd name="T7" fmla="*/ 2147483647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56" name="Text Box 4"/>
          <p:cNvSpPr txBox="1">
            <a:spLocks noChangeArrowheads="1"/>
          </p:cNvSpPr>
          <p:nvPr/>
        </p:nvSpPr>
        <p:spPr bwMode="auto">
          <a:xfrm>
            <a:off x="1116013" y="3098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a:t>
            </a:r>
          </a:p>
        </p:txBody>
      </p:sp>
      <p:sp>
        <p:nvSpPr>
          <p:cNvPr id="125957" name="Text Box 5"/>
          <p:cNvSpPr txBox="1">
            <a:spLocks noChangeArrowheads="1"/>
          </p:cNvSpPr>
          <p:nvPr/>
        </p:nvSpPr>
        <p:spPr bwMode="auto">
          <a:xfrm>
            <a:off x="2549525" y="3127375"/>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graphicFrame>
        <p:nvGraphicFramePr>
          <p:cNvPr id="517126" name="Group 6"/>
          <p:cNvGraphicFramePr>
            <a:graphicFrameLocks noGrp="1"/>
          </p:cNvGraphicFramePr>
          <p:nvPr/>
        </p:nvGraphicFramePr>
        <p:xfrm>
          <a:off x="4230688" y="2052638"/>
          <a:ext cx="4645025" cy="1376362"/>
        </p:xfrm>
        <a:graphic>
          <a:graphicData uri="http://schemas.openxmlformats.org/drawingml/2006/table">
            <a:tbl>
              <a:tblPr/>
              <a:tblGrid>
                <a:gridCol w="1668462">
                  <a:extLst>
                    <a:ext uri="{9D8B030D-6E8A-4147-A177-3AD203B41FA5}">
                      <a16:colId xmlns:a16="http://schemas.microsoft.com/office/drawing/2014/main" val="20000"/>
                    </a:ext>
                  </a:extLst>
                </a:gridCol>
                <a:gridCol w="1998663">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38314">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目的网络地址</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子网掩码</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下一跳</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1038048">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128.30.36.0</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255.255.255.0</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R</a:t>
                      </a:r>
                      <a:r>
                        <a:rPr kumimoji="0" lang="en-US" altLang="zh-CN" sz="1800" b="0" i="0" u="none" strike="noStrike" cap="none" normalizeH="0" baseline="-25000" smtClean="0">
                          <a:ln>
                            <a:noFill/>
                          </a:ln>
                          <a:solidFill>
                            <a:srgbClr val="333399"/>
                          </a:solidFill>
                          <a:effectLst/>
                          <a:latin typeface="Arial" charset="0"/>
                          <a:ea typeface="黑体" pitchFamily="2" charset="-122"/>
                        </a:rPr>
                        <a:t>2</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125972" name="Text Box 20"/>
          <p:cNvSpPr txBox="1">
            <a:spLocks noChangeArrowheads="1"/>
          </p:cNvSpPr>
          <p:nvPr/>
        </p:nvSpPr>
        <p:spPr bwMode="auto">
          <a:xfrm>
            <a:off x="4594225" y="1663700"/>
            <a:ext cx="4086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的路由表（未给出默认路由器）</a:t>
            </a:r>
            <a:endParaRPr kumimoji="1" lang="zh-CN" altLang="en-US" sz="2000" baseline="-25000">
              <a:solidFill>
                <a:srgbClr val="333399"/>
              </a:solidFill>
              <a:latin typeface="Arial" pitchFamily="34" charset="0"/>
            </a:endParaRPr>
          </a:p>
        </p:txBody>
      </p:sp>
      <p:sp>
        <p:nvSpPr>
          <p:cNvPr id="125973" name="Line 21"/>
          <p:cNvSpPr>
            <a:spLocks noChangeShapeType="1"/>
          </p:cNvSpPr>
          <p:nvPr/>
        </p:nvSpPr>
        <p:spPr bwMode="auto">
          <a:xfrm>
            <a:off x="2522538" y="31051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74" name="Line 22"/>
          <p:cNvSpPr>
            <a:spLocks noChangeShapeType="1"/>
          </p:cNvSpPr>
          <p:nvPr/>
        </p:nvSpPr>
        <p:spPr bwMode="auto">
          <a:xfrm>
            <a:off x="314325" y="3087688"/>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75" name="Line 23"/>
          <p:cNvSpPr>
            <a:spLocks noChangeShapeType="1"/>
          </p:cNvSpPr>
          <p:nvPr/>
        </p:nvSpPr>
        <p:spPr bwMode="auto">
          <a:xfrm>
            <a:off x="34925" y="3105150"/>
            <a:ext cx="38163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76" name="Line 24"/>
          <p:cNvSpPr>
            <a:spLocks noChangeShapeType="1"/>
          </p:cNvSpPr>
          <p:nvPr/>
        </p:nvSpPr>
        <p:spPr bwMode="auto">
          <a:xfrm>
            <a:off x="481013" y="2535238"/>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5977"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563" y="2276475"/>
            <a:ext cx="3984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5978" name="Text Box 26"/>
          <p:cNvSpPr txBox="1">
            <a:spLocks noChangeArrowheads="1"/>
          </p:cNvSpPr>
          <p:nvPr/>
        </p:nvSpPr>
        <p:spPr bwMode="auto">
          <a:xfrm>
            <a:off x="-36513" y="1922463"/>
            <a:ext cx="151765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a:t>
            </a:r>
          </a:p>
        </p:txBody>
      </p:sp>
      <p:sp>
        <p:nvSpPr>
          <p:cNvPr id="125979" name="Text Box 27"/>
          <p:cNvSpPr txBox="1">
            <a:spLocks noChangeArrowheads="1"/>
          </p:cNvSpPr>
          <p:nvPr/>
        </p:nvSpPr>
        <p:spPr bwMode="auto">
          <a:xfrm>
            <a:off x="-36513" y="22891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p>
        </p:txBody>
      </p:sp>
      <p:sp>
        <p:nvSpPr>
          <p:cNvPr id="125980" name="Text Box 28"/>
          <p:cNvSpPr txBox="1">
            <a:spLocks noChangeArrowheads="1"/>
          </p:cNvSpPr>
          <p:nvPr/>
        </p:nvSpPr>
        <p:spPr bwMode="auto">
          <a:xfrm>
            <a:off x="250825" y="2189163"/>
            <a:ext cx="3494088"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1800">
                <a:solidFill>
                  <a:srgbClr val="333399"/>
                </a:solidFill>
                <a:latin typeface="Arial" pitchFamily="34" charset="0"/>
              </a:rPr>
              <a:t>子网</a:t>
            </a:r>
            <a:r>
              <a:rPr kumimoji="1" lang="en-US" altLang="zh-CN" sz="1800">
                <a:solidFill>
                  <a:srgbClr val="333399"/>
                </a:solidFill>
                <a:latin typeface="Arial" pitchFamily="34" charset="0"/>
              </a:rPr>
              <a:t>1</a:t>
            </a:r>
            <a:r>
              <a:rPr kumimoji="1" lang="zh-CN" altLang="en-US" sz="1800">
                <a:solidFill>
                  <a:srgbClr val="333399"/>
                </a:solidFill>
                <a:latin typeface="Arial" pitchFamily="34" charset="0"/>
              </a:rPr>
              <a:t>：</a:t>
            </a:r>
          </a:p>
          <a:p>
            <a:pPr algn="ctr" eaLnBrk="1" hangingPunct="1"/>
            <a:r>
              <a:rPr kumimoji="1" lang="zh-CN" altLang="en-US" sz="1800">
                <a:solidFill>
                  <a:srgbClr val="333399"/>
                </a:solidFill>
                <a:latin typeface="Arial" pitchFamily="34" charset="0"/>
              </a:rPr>
              <a:t>    网络地址 </a:t>
            </a:r>
            <a:r>
              <a:rPr kumimoji="1" lang="en-US" altLang="zh-CN" sz="1800">
                <a:solidFill>
                  <a:srgbClr val="333399"/>
                </a:solidFill>
                <a:latin typeface="Arial" pitchFamily="34" charset="0"/>
              </a:rPr>
              <a:t>128.30.33.0</a:t>
            </a:r>
          </a:p>
          <a:p>
            <a:pPr algn="ctr" eaLnBrk="1" hangingPunct="1"/>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子网掩码 </a:t>
            </a:r>
            <a:r>
              <a:rPr kumimoji="1" lang="en-US" altLang="zh-CN" sz="1800">
                <a:solidFill>
                  <a:srgbClr val="333399"/>
                </a:solidFill>
                <a:latin typeface="Arial" pitchFamily="34" charset="0"/>
              </a:rPr>
              <a:t>255.255.255.128</a:t>
            </a:r>
          </a:p>
        </p:txBody>
      </p:sp>
      <p:sp>
        <p:nvSpPr>
          <p:cNvPr id="125981" name="Line 29"/>
          <p:cNvSpPr>
            <a:spLocks noChangeShapeType="1"/>
          </p:cNvSpPr>
          <p:nvPr/>
        </p:nvSpPr>
        <p:spPr bwMode="auto">
          <a:xfrm>
            <a:off x="1628775" y="5011738"/>
            <a:ext cx="1588"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82" name="Line 30"/>
          <p:cNvSpPr>
            <a:spLocks noChangeShapeType="1"/>
          </p:cNvSpPr>
          <p:nvPr/>
        </p:nvSpPr>
        <p:spPr bwMode="auto">
          <a:xfrm>
            <a:off x="6156325"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83" name="Line 31"/>
          <p:cNvSpPr>
            <a:spLocks noChangeShapeType="1"/>
          </p:cNvSpPr>
          <p:nvPr/>
        </p:nvSpPr>
        <p:spPr bwMode="auto">
          <a:xfrm>
            <a:off x="833438" y="5708650"/>
            <a:ext cx="1587"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84" name="Line 32"/>
          <p:cNvSpPr>
            <a:spLocks noChangeShapeType="1"/>
          </p:cNvSpPr>
          <p:nvPr/>
        </p:nvSpPr>
        <p:spPr bwMode="auto">
          <a:xfrm>
            <a:off x="1628775" y="4400550"/>
            <a:ext cx="1588"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85" name="Line 33"/>
          <p:cNvSpPr>
            <a:spLocks noChangeShapeType="1"/>
          </p:cNvSpPr>
          <p:nvPr/>
        </p:nvSpPr>
        <p:spPr bwMode="auto">
          <a:xfrm>
            <a:off x="2528888" y="36766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5986"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813" y="6018213"/>
            <a:ext cx="398462"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5987"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775" y="34131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5988" name="Group 36"/>
          <p:cNvGrpSpPr>
            <a:grpSpLocks/>
          </p:cNvGrpSpPr>
          <p:nvPr/>
        </p:nvGrpSpPr>
        <p:grpSpPr bwMode="auto">
          <a:xfrm>
            <a:off x="2268538" y="3459163"/>
            <a:ext cx="612775" cy="460375"/>
            <a:chOff x="864" y="1824"/>
            <a:chExt cx="432" cy="288"/>
          </a:xfrm>
        </p:grpSpPr>
        <p:pic>
          <p:nvPicPr>
            <p:cNvPr id="126025" name="Picture 3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6026" name="Picture 3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125989" name="Picture 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91225" y="477996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5990" name="Line 40"/>
          <p:cNvSpPr>
            <a:spLocks noChangeShapeType="1"/>
          </p:cNvSpPr>
          <p:nvPr/>
        </p:nvSpPr>
        <p:spPr bwMode="auto">
          <a:xfrm>
            <a:off x="935038" y="4379913"/>
            <a:ext cx="6948487"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91" name="Line 41"/>
          <p:cNvSpPr>
            <a:spLocks noChangeShapeType="1"/>
          </p:cNvSpPr>
          <p:nvPr/>
        </p:nvSpPr>
        <p:spPr bwMode="auto">
          <a:xfrm>
            <a:off x="520700" y="5729288"/>
            <a:ext cx="7835900"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992" name="Text Box 42"/>
          <p:cNvSpPr txBox="1">
            <a:spLocks noChangeArrowheads="1"/>
          </p:cNvSpPr>
          <p:nvPr/>
        </p:nvSpPr>
        <p:spPr bwMode="auto">
          <a:xfrm>
            <a:off x="839788" y="38909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128.30.33.130</a:t>
            </a:r>
          </a:p>
        </p:txBody>
      </p:sp>
      <p:sp>
        <p:nvSpPr>
          <p:cNvPr id="125993" name="Text Box 43"/>
          <p:cNvSpPr txBox="1">
            <a:spLocks noChangeArrowheads="1"/>
          </p:cNvSpPr>
          <p:nvPr/>
        </p:nvSpPr>
        <p:spPr bwMode="auto">
          <a:xfrm>
            <a:off x="2914650" y="353695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sp>
        <p:nvSpPr>
          <p:cNvPr id="125994" name="Text Box 44"/>
          <p:cNvSpPr txBox="1">
            <a:spLocks noChangeArrowheads="1"/>
          </p:cNvSpPr>
          <p:nvPr/>
        </p:nvSpPr>
        <p:spPr bwMode="auto">
          <a:xfrm>
            <a:off x="2533650" y="389731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5995" name="Line 45"/>
          <p:cNvSpPr>
            <a:spLocks noChangeShapeType="1"/>
          </p:cNvSpPr>
          <p:nvPr/>
        </p:nvSpPr>
        <p:spPr bwMode="auto">
          <a:xfrm>
            <a:off x="4019550"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5996" name="Group 46"/>
          <p:cNvGrpSpPr>
            <a:grpSpLocks/>
          </p:cNvGrpSpPr>
          <p:nvPr/>
        </p:nvGrpSpPr>
        <p:grpSpPr bwMode="auto">
          <a:xfrm>
            <a:off x="1368425" y="4843463"/>
            <a:ext cx="612775" cy="460375"/>
            <a:chOff x="864" y="1824"/>
            <a:chExt cx="432" cy="288"/>
          </a:xfrm>
        </p:grpSpPr>
        <p:pic>
          <p:nvPicPr>
            <p:cNvPr id="126023" name="Picture 4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6024" name="Picture 4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25997" name="Text Box 49"/>
          <p:cNvSpPr txBox="1">
            <a:spLocks noChangeArrowheads="1"/>
          </p:cNvSpPr>
          <p:nvPr/>
        </p:nvSpPr>
        <p:spPr bwMode="auto">
          <a:xfrm>
            <a:off x="971550" y="482600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125998" name="Line 50"/>
          <p:cNvSpPr>
            <a:spLocks noChangeShapeType="1"/>
          </p:cNvSpPr>
          <p:nvPr/>
        </p:nvSpPr>
        <p:spPr bwMode="auto">
          <a:xfrm>
            <a:off x="2217738" y="5707063"/>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5999"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44925" y="47847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6000" name="Text Box 52"/>
          <p:cNvSpPr txBox="1">
            <a:spLocks noChangeArrowheads="1"/>
          </p:cNvSpPr>
          <p:nvPr/>
        </p:nvSpPr>
        <p:spPr bwMode="auto">
          <a:xfrm>
            <a:off x="3951288" y="3681413"/>
            <a:ext cx="458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2</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128.30.33.128</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255.255.255.128</a:t>
            </a:r>
            <a:endParaRPr kumimoji="1" lang="en-US" altLang="zh-CN" sz="2000" baseline="-25000">
              <a:solidFill>
                <a:srgbClr val="333399"/>
              </a:solidFill>
              <a:latin typeface="Arial" pitchFamily="34" charset="0"/>
            </a:endParaRPr>
          </a:p>
        </p:txBody>
      </p:sp>
      <p:sp>
        <p:nvSpPr>
          <p:cNvPr id="126001" name="Text Box 53"/>
          <p:cNvSpPr txBox="1">
            <a:spLocks noChangeArrowheads="1"/>
          </p:cNvSpPr>
          <p:nvPr/>
        </p:nvSpPr>
        <p:spPr bwMode="auto">
          <a:xfrm>
            <a:off x="3490913" y="4797425"/>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p>
        </p:txBody>
      </p:sp>
      <p:sp>
        <p:nvSpPr>
          <p:cNvPr id="126002" name="Text Box 54"/>
          <p:cNvSpPr txBox="1">
            <a:spLocks noChangeArrowheads="1"/>
          </p:cNvSpPr>
          <p:nvPr/>
        </p:nvSpPr>
        <p:spPr bwMode="auto">
          <a:xfrm>
            <a:off x="4140200" y="476091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128.30.33.138</a:t>
            </a:r>
          </a:p>
        </p:txBody>
      </p:sp>
      <p:sp>
        <p:nvSpPr>
          <p:cNvPr id="126003" name="Text Box 55"/>
          <p:cNvSpPr txBox="1">
            <a:spLocks noChangeArrowheads="1"/>
          </p:cNvSpPr>
          <p:nvPr/>
        </p:nvSpPr>
        <p:spPr bwMode="auto">
          <a:xfrm>
            <a:off x="1308100" y="453866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sp>
        <p:nvSpPr>
          <p:cNvPr id="126004" name="Text Box 56"/>
          <p:cNvSpPr txBox="1">
            <a:spLocks noChangeArrowheads="1"/>
          </p:cNvSpPr>
          <p:nvPr/>
        </p:nvSpPr>
        <p:spPr bwMode="auto">
          <a:xfrm>
            <a:off x="1308100" y="52593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6005" name="Text Box 57"/>
          <p:cNvSpPr txBox="1">
            <a:spLocks noChangeArrowheads="1"/>
          </p:cNvSpPr>
          <p:nvPr/>
        </p:nvSpPr>
        <p:spPr bwMode="auto">
          <a:xfrm>
            <a:off x="1619250" y="45386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128.30.33.129</a:t>
            </a:r>
          </a:p>
        </p:txBody>
      </p:sp>
      <p:pic>
        <p:nvPicPr>
          <p:cNvPr id="126006"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43113" y="6016625"/>
            <a:ext cx="40005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6007" name="Text Box 59"/>
          <p:cNvSpPr txBox="1">
            <a:spLocks noChangeArrowheads="1"/>
          </p:cNvSpPr>
          <p:nvPr/>
        </p:nvSpPr>
        <p:spPr bwMode="auto">
          <a:xfrm>
            <a:off x="1692275" y="59848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3</a:t>
            </a:r>
          </a:p>
        </p:txBody>
      </p:sp>
      <p:sp>
        <p:nvSpPr>
          <p:cNvPr id="126008" name="Text Box 60"/>
          <p:cNvSpPr txBox="1">
            <a:spLocks noChangeArrowheads="1"/>
          </p:cNvSpPr>
          <p:nvPr/>
        </p:nvSpPr>
        <p:spPr bwMode="auto">
          <a:xfrm>
            <a:off x="1687513" y="5257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128.30.36.2</a:t>
            </a:r>
          </a:p>
        </p:txBody>
      </p:sp>
      <p:sp>
        <p:nvSpPr>
          <p:cNvPr id="126009" name="Text Box 61"/>
          <p:cNvSpPr txBox="1">
            <a:spLocks noChangeArrowheads="1"/>
          </p:cNvSpPr>
          <p:nvPr/>
        </p:nvSpPr>
        <p:spPr bwMode="auto">
          <a:xfrm>
            <a:off x="4019550" y="5788025"/>
            <a:ext cx="37306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3</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128.30.36.0</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255.255.255.0</a:t>
            </a:r>
            <a:endParaRPr kumimoji="1" lang="en-US" altLang="zh-CN" sz="2000" baseline="-25000">
              <a:solidFill>
                <a:srgbClr val="333399"/>
              </a:solidFill>
              <a:latin typeface="Arial" pitchFamily="34" charset="0"/>
            </a:endParaRPr>
          </a:p>
        </p:txBody>
      </p:sp>
      <p:sp>
        <p:nvSpPr>
          <p:cNvPr id="126010" name="Text Box 62"/>
          <p:cNvSpPr txBox="1">
            <a:spLocks noChangeArrowheads="1"/>
          </p:cNvSpPr>
          <p:nvPr/>
        </p:nvSpPr>
        <p:spPr bwMode="auto">
          <a:xfrm>
            <a:off x="2333625" y="6056313"/>
            <a:ext cx="151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128.30.36.12</a:t>
            </a:r>
          </a:p>
        </p:txBody>
      </p:sp>
      <p:sp>
        <p:nvSpPr>
          <p:cNvPr id="517183" name="Rectangle 63"/>
          <p:cNvSpPr>
            <a:spLocks noChangeArrowheads="1"/>
          </p:cNvSpPr>
          <p:nvPr/>
        </p:nvSpPr>
        <p:spPr bwMode="auto">
          <a:xfrm>
            <a:off x="0" y="5300663"/>
            <a:ext cx="9144000" cy="15573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ct val="110000"/>
              </a:lnSpc>
            </a:pPr>
            <a:r>
              <a:rPr lang="en-US" altLang="zh-CN">
                <a:solidFill>
                  <a:srgbClr val="333399"/>
                </a:solidFill>
                <a:latin typeface="Arial" pitchFamily="34" charset="0"/>
              </a:rPr>
              <a:t>255.255.255.128 </a:t>
            </a:r>
            <a:r>
              <a:rPr lang="en-US" altLang="zh-CN">
                <a:solidFill>
                  <a:schemeClr val="hlink"/>
                </a:solidFill>
                <a:latin typeface="Arial" pitchFamily="34" charset="0"/>
              </a:rPr>
              <a:t>AND</a:t>
            </a:r>
            <a:r>
              <a:rPr lang="en-US" altLang="zh-CN">
                <a:solidFill>
                  <a:srgbClr val="333399"/>
                </a:solidFill>
                <a:latin typeface="Arial" pitchFamily="34" charset="0"/>
              </a:rPr>
              <a:t> 128.30.33.138 = 128.30.33.128</a:t>
            </a:r>
          </a:p>
          <a:p>
            <a:pPr algn="ctr">
              <a:lnSpc>
                <a:spcPct val="110000"/>
              </a:lnSpc>
            </a:pPr>
            <a:r>
              <a:rPr lang="zh-CN" altLang="en-US">
                <a:solidFill>
                  <a:schemeClr val="hlink"/>
                </a:solidFill>
                <a:latin typeface="Arial" pitchFamily="34" charset="0"/>
              </a:rPr>
              <a:t>不匹配</a:t>
            </a:r>
            <a:r>
              <a:rPr lang="en-US" altLang="zh-CN">
                <a:solidFill>
                  <a:schemeClr val="hlink"/>
                </a:solidFill>
                <a:latin typeface="Arial" pitchFamily="34" charset="0"/>
              </a:rPr>
              <a:t>!</a:t>
            </a:r>
          </a:p>
          <a:p>
            <a:pPr algn="ctr">
              <a:lnSpc>
                <a:spcPct val="110000"/>
              </a:lnSpc>
            </a:pPr>
            <a:r>
              <a:rPr lang="zh-CN" altLang="en-US">
                <a:solidFill>
                  <a:srgbClr val="333399"/>
                </a:solidFill>
                <a:latin typeface="Arial" pitchFamily="34" charset="0"/>
              </a:rPr>
              <a:t>（因为</a:t>
            </a:r>
            <a:r>
              <a:rPr lang="en-US" altLang="zh-CN">
                <a:solidFill>
                  <a:srgbClr val="333399"/>
                </a:solidFill>
                <a:latin typeface="Arial" pitchFamily="34" charset="0"/>
              </a:rPr>
              <a:t>128.30.33.128 </a:t>
            </a:r>
            <a:r>
              <a:rPr lang="zh-CN" altLang="en-US">
                <a:solidFill>
                  <a:srgbClr val="333399"/>
                </a:solidFill>
                <a:latin typeface="Arial" pitchFamily="34" charset="0"/>
              </a:rPr>
              <a:t>与路由表中的 </a:t>
            </a:r>
            <a:r>
              <a:rPr lang="en-US" altLang="zh-CN">
                <a:solidFill>
                  <a:srgbClr val="333399"/>
                </a:solidFill>
                <a:latin typeface="Arial" pitchFamily="34" charset="0"/>
              </a:rPr>
              <a:t>128.30.33.0 </a:t>
            </a:r>
            <a:r>
              <a:rPr lang="zh-CN" altLang="en-US">
                <a:solidFill>
                  <a:srgbClr val="333399"/>
                </a:solidFill>
                <a:latin typeface="Arial" pitchFamily="34" charset="0"/>
              </a:rPr>
              <a:t>不一致）</a:t>
            </a:r>
          </a:p>
        </p:txBody>
      </p:sp>
      <p:sp>
        <p:nvSpPr>
          <p:cNvPr id="126012" name="Rectangle 64"/>
          <p:cNvSpPr>
            <a:spLocks noChangeArrowheads="1"/>
          </p:cNvSpPr>
          <p:nvPr/>
        </p:nvSpPr>
        <p:spPr bwMode="auto">
          <a:xfrm>
            <a:off x="142875" y="1162050"/>
            <a:ext cx="7488238" cy="5048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lang="en-US" altLang="zh-CN">
                <a:solidFill>
                  <a:srgbClr val="333399"/>
                </a:solidFill>
                <a:latin typeface="Arial" pitchFamily="34" charset="0"/>
              </a:rPr>
              <a:t>R</a:t>
            </a:r>
            <a:r>
              <a:rPr lang="en-US" altLang="zh-CN" baseline="-25000">
                <a:solidFill>
                  <a:srgbClr val="333399"/>
                </a:solidFill>
                <a:latin typeface="Arial" pitchFamily="34" charset="0"/>
              </a:rPr>
              <a:t>1</a:t>
            </a:r>
            <a:r>
              <a:rPr lang="en-US" altLang="zh-CN" sz="1800">
                <a:solidFill>
                  <a:srgbClr val="333399"/>
                </a:solidFill>
                <a:latin typeface="Arial" pitchFamily="34" charset="0"/>
              </a:rPr>
              <a:t> </a:t>
            </a:r>
            <a:r>
              <a:rPr lang="zh-CN" altLang="en-US">
                <a:solidFill>
                  <a:srgbClr val="333399"/>
                </a:solidFill>
                <a:latin typeface="Arial" pitchFamily="34" charset="0"/>
              </a:rPr>
              <a:t>收到的分组的目的 </a:t>
            </a:r>
            <a:r>
              <a:rPr lang="en-US" altLang="zh-CN">
                <a:solidFill>
                  <a:srgbClr val="333399"/>
                </a:solidFill>
                <a:latin typeface="Arial" pitchFamily="34" charset="0"/>
              </a:rPr>
              <a:t>IP </a:t>
            </a:r>
            <a:r>
              <a:rPr lang="zh-CN" altLang="en-US">
                <a:solidFill>
                  <a:srgbClr val="333399"/>
                </a:solidFill>
                <a:latin typeface="Arial" pitchFamily="34" charset="0"/>
              </a:rPr>
              <a:t>地址：</a:t>
            </a:r>
            <a:r>
              <a:rPr lang="en-US" altLang="zh-CN">
                <a:solidFill>
                  <a:srgbClr val="333399"/>
                </a:solidFill>
                <a:latin typeface="Arial" pitchFamily="34" charset="0"/>
              </a:rPr>
              <a:t>128.30.33.138</a:t>
            </a:r>
          </a:p>
        </p:txBody>
      </p:sp>
      <p:grpSp>
        <p:nvGrpSpPr>
          <p:cNvPr id="517185" name="Group 65"/>
          <p:cNvGrpSpPr>
            <a:grpSpLocks/>
          </p:cNvGrpSpPr>
          <p:nvPr/>
        </p:nvGrpSpPr>
        <p:grpSpPr bwMode="auto">
          <a:xfrm>
            <a:off x="5154613" y="1654175"/>
            <a:ext cx="2586037" cy="1054100"/>
            <a:chOff x="3247" y="1042"/>
            <a:chExt cx="1629" cy="664"/>
          </a:xfrm>
        </p:grpSpPr>
        <p:sp>
          <p:nvSpPr>
            <p:cNvPr id="126021" name="Line 66"/>
            <p:cNvSpPr>
              <a:spLocks noChangeShapeType="1"/>
            </p:cNvSpPr>
            <p:nvPr/>
          </p:nvSpPr>
          <p:spPr bwMode="auto">
            <a:xfrm>
              <a:off x="3742" y="1706"/>
              <a:ext cx="1134"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022" name="Line 67"/>
            <p:cNvSpPr>
              <a:spLocks noChangeShapeType="1"/>
            </p:cNvSpPr>
            <p:nvPr/>
          </p:nvSpPr>
          <p:spPr bwMode="auto">
            <a:xfrm flipV="1">
              <a:off x="3247" y="1042"/>
              <a:ext cx="1428"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6014" name="AutoShape 68"/>
          <p:cNvSpPr>
            <a:spLocks noChangeArrowheads="1"/>
          </p:cNvSpPr>
          <p:nvPr/>
        </p:nvSpPr>
        <p:spPr bwMode="auto">
          <a:xfrm rot="-546457">
            <a:off x="2266950" y="1557338"/>
            <a:ext cx="144463" cy="2160587"/>
          </a:xfrm>
          <a:prstGeom prst="downArrow">
            <a:avLst>
              <a:gd name="adj1" fmla="val 50000"/>
              <a:gd name="adj2" fmla="val 373900"/>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517189" name="AutoShape 69"/>
          <p:cNvSpPr>
            <a:spLocks noChangeArrowheads="1"/>
          </p:cNvSpPr>
          <p:nvPr/>
        </p:nvSpPr>
        <p:spPr bwMode="auto">
          <a:xfrm>
            <a:off x="3708400" y="2420938"/>
            <a:ext cx="576263" cy="215900"/>
          </a:xfrm>
          <a:prstGeom prst="rightArrow">
            <a:avLst>
              <a:gd name="adj1" fmla="val 50000"/>
              <a:gd name="adj2" fmla="val 66728"/>
            </a:avLst>
          </a:prstGeom>
          <a:solidFill>
            <a:schemeClr val="accent1"/>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17190" name="Group 70"/>
          <p:cNvGrpSpPr>
            <a:grpSpLocks/>
          </p:cNvGrpSpPr>
          <p:nvPr/>
        </p:nvGrpSpPr>
        <p:grpSpPr bwMode="auto">
          <a:xfrm>
            <a:off x="4146550" y="2698750"/>
            <a:ext cx="4727575" cy="3157538"/>
            <a:chOff x="2612" y="1700"/>
            <a:chExt cx="2978" cy="1989"/>
          </a:xfrm>
        </p:grpSpPr>
        <p:sp>
          <p:nvSpPr>
            <p:cNvPr id="126019" name="Line 71"/>
            <p:cNvSpPr>
              <a:spLocks noChangeShapeType="1"/>
            </p:cNvSpPr>
            <p:nvPr/>
          </p:nvSpPr>
          <p:spPr bwMode="auto">
            <a:xfrm>
              <a:off x="2612" y="1700"/>
              <a:ext cx="1134" cy="0"/>
            </a:xfrm>
            <a:prstGeom prst="line">
              <a:avLst/>
            </a:prstGeom>
            <a:noFill/>
            <a:ln w="762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020" name="Line 72"/>
            <p:cNvSpPr>
              <a:spLocks noChangeShapeType="1"/>
            </p:cNvSpPr>
            <p:nvPr/>
          </p:nvSpPr>
          <p:spPr bwMode="auto">
            <a:xfrm flipV="1">
              <a:off x="4162" y="3689"/>
              <a:ext cx="1428"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17193" name="Line 73"/>
          <p:cNvSpPr>
            <a:spLocks noChangeShapeType="1"/>
          </p:cNvSpPr>
          <p:nvPr/>
        </p:nvSpPr>
        <p:spPr bwMode="auto">
          <a:xfrm>
            <a:off x="5003800" y="2708275"/>
            <a:ext cx="2663825" cy="2736850"/>
          </a:xfrm>
          <a:prstGeom prst="line">
            <a:avLst/>
          </a:prstGeom>
          <a:noFill/>
          <a:ln w="7620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7194" name="Text Box 74"/>
          <p:cNvSpPr txBox="1">
            <a:spLocks noChangeArrowheads="1"/>
          </p:cNvSpPr>
          <p:nvPr/>
        </p:nvSpPr>
        <p:spPr bwMode="auto">
          <a:xfrm>
            <a:off x="5292725" y="3633788"/>
            <a:ext cx="1936750" cy="838200"/>
          </a:xfrm>
          <a:prstGeom prst="rect">
            <a:avLst/>
          </a:prstGeom>
          <a:solidFill>
            <a:srgbClr val="CCECFF"/>
          </a:solidFill>
          <a:ln w="76200" cmpd="tri">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4400">
                <a:solidFill>
                  <a:srgbClr val="333399"/>
                </a:solidFill>
              </a:rPr>
              <a:t>不一致</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718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7189"/>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7189"/>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7185"/>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500"/>
                                  </p:stCondLst>
                                  <p:childTnLst>
                                    <p:anim calcmode="discrete" valueType="str">
                                      <p:cBhvr>
                                        <p:cTn id="18" dur="1000" fill="hold"/>
                                        <p:tgtEl>
                                          <p:spTgt spid="517185"/>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5000"/>
                                        <p:tgtEl>
                                          <p:spTgt spid="517183"/>
                                        </p:tgtEl>
                                      </p:cBhvr>
                                    </p:animEffect>
                                  </p:childTnLst>
                                </p:cTn>
                              </p:par>
                            </p:childTnLst>
                          </p:cTn>
                        </p:par>
                        <p:par>
                          <p:cTn id="23" fill="hold" nodeType="afterGroup">
                            <p:stCondLst>
                              <p:cond delay="11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nodeType="afterGroup">
                            <p:stCondLst>
                              <p:cond delay="11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500"/>
                            </p:stCondLst>
                            <p:childTnLst>
                              <p:par>
                                <p:cTn id="30" presetID="1" presetClass="entr" presetSubtype="0" fill="hold" grpId="0" nodeType="afterEffect">
                                  <p:stCondLst>
                                    <p:cond delay="0"/>
                                  </p:stCondLst>
                                  <p:childTnLst>
                                    <p:set>
                                      <p:cBhvr>
                                        <p:cTn id="31" dur="1" fill="hold">
                                          <p:stCondLst>
                                            <p:cond delay="0"/>
                                          </p:stCondLst>
                                        </p:cTn>
                                        <p:tgtEl>
                                          <p:spTgt spid="517194"/>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183" grpId="0" animBg="1"/>
      <p:bldP spid="517189" grpId="0" animBg="1"/>
      <p:bldP spid="517189" grpId="1" animBg="1"/>
      <p:bldP spid="517189" grpId="2" animBg="1"/>
      <p:bldP spid="517193" grpId="0" animBg="1"/>
      <p:bldP spid="517194" grpId="0" animBg="1"/>
    </p:bldLst>
  </p:timing>
</p:sld>
</file>

<file path=ppt/slides/slide1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6978" name="Rectangle 2"/>
          <p:cNvSpPr>
            <a:spLocks noGrp="1" noChangeArrowheads="1"/>
          </p:cNvSpPr>
          <p:nvPr>
            <p:ph type="title"/>
          </p:nvPr>
        </p:nvSpPr>
        <p:spPr>
          <a:xfrm>
            <a:off x="107950" y="115888"/>
            <a:ext cx="8893175" cy="992187"/>
          </a:xfrm>
          <a:solidFill>
            <a:srgbClr val="CCECFF"/>
          </a:solidFill>
          <a:ln>
            <a:solidFill>
              <a:schemeClr val="tx2"/>
            </a:solidFill>
            <a:miter lim="800000"/>
            <a:headEnd/>
            <a:tailEnd/>
          </a:ln>
        </p:spPr>
        <p:txBody>
          <a:bodyPr/>
          <a:lstStyle/>
          <a:p>
            <a:pPr algn="ctr" eaLnBrk="1" hangingPunct="1"/>
            <a:r>
              <a:rPr lang="zh-CN" altLang="en-US" sz="2800" smtClean="0"/>
              <a:t>路由器 </a:t>
            </a:r>
            <a:r>
              <a:rPr lang="en-US" altLang="zh-CN" sz="2800" smtClean="0"/>
              <a:t>R</a:t>
            </a:r>
            <a:r>
              <a:rPr lang="en-US" altLang="zh-CN" sz="2800" baseline="-25000" smtClean="0"/>
              <a:t>1 </a:t>
            </a:r>
            <a:r>
              <a:rPr lang="zh-CN" altLang="en-US" sz="2800" smtClean="0"/>
              <a:t>再用路由表中第 </a:t>
            </a:r>
            <a:r>
              <a:rPr lang="en-US" altLang="zh-CN" sz="2800" smtClean="0"/>
              <a:t>2 </a:t>
            </a:r>
            <a:r>
              <a:rPr lang="zh-CN" altLang="en-US" sz="2800" smtClean="0"/>
              <a:t>个项目的</a:t>
            </a:r>
            <a:br>
              <a:rPr lang="zh-CN" altLang="en-US" sz="2800" smtClean="0"/>
            </a:br>
            <a:r>
              <a:rPr lang="zh-CN" altLang="en-US" sz="2800" smtClean="0"/>
              <a:t>子网掩码和 </a:t>
            </a:r>
            <a:r>
              <a:rPr lang="en-US" altLang="zh-CN" sz="2800" smtClean="0"/>
              <a:t>128.30.33.138 </a:t>
            </a:r>
            <a:r>
              <a:rPr lang="zh-CN" altLang="en-US" sz="2800" smtClean="0"/>
              <a:t>逐比特 </a:t>
            </a:r>
            <a:r>
              <a:rPr lang="en-US" altLang="zh-CN" sz="2800" smtClean="0">
                <a:solidFill>
                  <a:schemeClr val="hlink"/>
                </a:solidFill>
              </a:rPr>
              <a:t>AND</a:t>
            </a:r>
            <a:r>
              <a:rPr lang="en-US" altLang="zh-CN" sz="2800" smtClean="0"/>
              <a:t> </a:t>
            </a:r>
            <a:r>
              <a:rPr lang="zh-CN" altLang="en-US" sz="2800" smtClean="0"/>
              <a:t>操作 </a:t>
            </a:r>
          </a:p>
        </p:txBody>
      </p:sp>
      <p:sp>
        <p:nvSpPr>
          <p:cNvPr id="126979" name="Freeform 3"/>
          <p:cNvSpPr>
            <a:spLocks/>
          </p:cNvSpPr>
          <p:nvPr/>
        </p:nvSpPr>
        <p:spPr bwMode="auto">
          <a:xfrm>
            <a:off x="2549525" y="2044700"/>
            <a:ext cx="1681163" cy="1819275"/>
          </a:xfrm>
          <a:custGeom>
            <a:avLst/>
            <a:gdLst>
              <a:gd name="T0" fmla="*/ 2147483647 w 1059"/>
              <a:gd name="T1" fmla="*/ 2147483647 h 1146"/>
              <a:gd name="T2" fmla="*/ 2147483647 w 1059"/>
              <a:gd name="T3" fmla="*/ 0 h 1146"/>
              <a:gd name="T4" fmla="*/ 2147483647 w 1059"/>
              <a:gd name="T5" fmla="*/ 2147483647 h 1146"/>
              <a:gd name="T6" fmla="*/ 0 w 1059"/>
              <a:gd name="T7" fmla="*/ 2147483647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980" name="Text Box 4"/>
          <p:cNvSpPr txBox="1">
            <a:spLocks noChangeArrowheads="1"/>
          </p:cNvSpPr>
          <p:nvPr/>
        </p:nvSpPr>
        <p:spPr bwMode="auto">
          <a:xfrm>
            <a:off x="1116013" y="3098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a:t>
            </a:r>
          </a:p>
        </p:txBody>
      </p:sp>
      <p:sp>
        <p:nvSpPr>
          <p:cNvPr id="126981" name="Text Box 5"/>
          <p:cNvSpPr txBox="1">
            <a:spLocks noChangeArrowheads="1"/>
          </p:cNvSpPr>
          <p:nvPr/>
        </p:nvSpPr>
        <p:spPr bwMode="auto">
          <a:xfrm>
            <a:off x="2549525" y="3127375"/>
            <a:ext cx="311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graphicFrame>
        <p:nvGraphicFramePr>
          <p:cNvPr id="518150" name="Group 6"/>
          <p:cNvGraphicFramePr>
            <a:graphicFrameLocks noGrp="1"/>
          </p:cNvGraphicFramePr>
          <p:nvPr/>
        </p:nvGraphicFramePr>
        <p:xfrm>
          <a:off x="4230688" y="2052638"/>
          <a:ext cx="4645025" cy="1376362"/>
        </p:xfrm>
        <a:graphic>
          <a:graphicData uri="http://schemas.openxmlformats.org/drawingml/2006/table">
            <a:tbl>
              <a:tblPr/>
              <a:tblGrid>
                <a:gridCol w="1668462">
                  <a:extLst>
                    <a:ext uri="{9D8B030D-6E8A-4147-A177-3AD203B41FA5}">
                      <a16:colId xmlns:a16="http://schemas.microsoft.com/office/drawing/2014/main" val="20000"/>
                    </a:ext>
                  </a:extLst>
                </a:gridCol>
                <a:gridCol w="1998663">
                  <a:extLst>
                    <a:ext uri="{9D8B030D-6E8A-4147-A177-3AD203B41FA5}">
                      <a16:colId xmlns:a16="http://schemas.microsoft.com/office/drawing/2014/main" val="20001"/>
                    </a:ext>
                  </a:extLst>
                </a:gridCol>
                <a:gridCol w="977900">
                  <a:extLst>
                    <a:ext uri="{9D8B030D-6E8A-4147-A177-3AD203B41FA5}">
                      <a16:colId xmlns:a16="http://schemas.microsoft.com/office/drawing/2014/main" val="20002"/>
                    </a:ext>
                  </a:extLst>
                </a:gridCol>
              </a:tblGrid>
              <a:tr h="338314">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目的网络地址</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子网掩码</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下一跳</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1038048">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128.30.36.0</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255.255.255.0</a:t>
                      </a: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0" i="0" u="none" strike="noStrike" cap="none" normalizeH="0" baseline="0" smtClean="0">
                          <a:ln>
                            <a:noFill/>
                          </a:ln>
                          <a:solidFill>
                            <a:srgbClr val="333399"/>
                          </a:solidFill>
                          <a:effectLst/>
                          <a:latin typeface="Arial" charset="0"/>
                          <a:ea typeface="黑体" pitchFamily="2" charset="-122"/>
                        </a:rPr>
                        <a:t>接口 </a:t>
                      </a:r>
                      <a:r>
                        <a:rPr kumimoji="0" lang="en-US" altLang="zh-CN" sz="1800" b="0" i="0" u="none" strike="noStrike" cap="none" normalizeH="0" baseline="0" smtClean="0">
                          <a:ln>
                            <a:noFill/>
                          </a:ln>
                          <a:solidFill>
                            <a:srgbClr val="333399"/>
                          </a:solidFill>
                          <a:effectLst/>
                          <a:latin typeface="Arial" charset="0"/>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0" i="0" u="none" strike="noStrike" cap="none" normalizeH="0" baseline="0" smtClean="0">
                          <a:ln>
                            <a:noFill/>
                          </a:ln>
                          <a:solidFill>
                            <a:srgbClr val="333399"/>
                          </a:solidFill>
                          <a:effectLst/>
                          <a:latin typeface="Arial" charset="0"/>
                          <a:ea typeface="黑体" pitchFamily="2" charset="-122"/>
                        </a:rPr>
                        <a:t>R</a:t>
                      </a:r>
                      <a:r>
                        <a:rPr kumimoji="0" lang="en-US" altLang="zh-CN" sz="1800" b="0" i="0" u="none" strike="noStrike" cap="none" normalizeH="0" baseline="-25000" smtClean="0">
                          <a:ln>
                            <a:noFill/>
                          </a:ln>
                          <a:solidFill>
                            <a:srgbClr val="333399"/>
                          </a:solidFill>
                          <a:effectLst/>
                          <a:latin typeface="Arial" charset="0"/>
                          <a:ea typeface="黑体" pitchFamily="2" charset="-122"/>
                        </a:rPr>
                        <a:t>2</a:t>
                      </a: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126996" name="Text Box 20"/>
          <p:cNvSpPr txBox="1">
            <a:spLocks noChangeArrowheads="1"/>
          </p:cNvSpPr>
          <p:nvPr/>
        </p:nvSpPr>
        <p:spPr bwMode="auto">
          <a:xfrm>
            <a:off x="4594225" y="1663700"/>
            <a:ext cx="40862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的路由表（未给出默认路由器）</a:t>
            </a:r>
            <a:endParaRPr kumimoji="1" lang="zh-CN" altLang="en-US" sz="2000" baseline="-25000">
              <a:solidFill>
                <a:srgbClr val="333399"/>
              </a:solidFill>
              <a:latin typeface="Arial" pitchFamily="34" charset="0"/>
            </a:endParaRPr>
          </a:p>
        </p:txBody>
      </p:sp>
      <p:sp>
        <p:nvSpPr>
          <p:cNvPr id="126997" name="Line 21"/>
          <p:cNvSpPr>
            <a:spLocks noChangeShapeType="1"/>
          </p:cNvSpPr>
          <p:nvPr/>
        </p:nvSpPr>
        <p:spPr bwMode="auto">
          <a:xfrm>
            <a:off x="2522538" y="31051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998" name="Line 22"/>
          <p:cNvSpPr>
            <a:spLocks noChangeShapeType="1"/>
          </p:cNvSpPr>
          <p:nvPr/>
        </p:nvSpPr>
        <p:spPr bwMode="auto">
          <a:xfrm>
            <a:off x="314325" y="3087688"/>
            <a:ext cx="1588"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999" name="Line 23"/>
          <p:cNvSpPr>
            <a:spLocks noChangeShapeType="1"/>
          </p:cNvSpPr>
          <p:nvPr/>
        </p:nvSpPr>
        <p:spPr bwMode="auto">
          <a:xfrm>
            <a:off x="34925" y="3105150"/>
            <a:ext cx="38163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00" name="Line 24"/>
          <p:cNvSpPr>
            <a:spLocks noChangeShapeType="1"/>
          </p:cNvSpPr>
          <p:nvPr/>
        </p:nvSpPr>
        <p:spPr bwMode="auto">
          <a:xfrm>
            <a:off x="481013" y="2535238"/>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7001"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9563" y="2276475"/>
            <a:ext cx="398462"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7002" name="Text Box 26"/>
          <p:cNvSpPr txBox="1">
            <a:spLocks noChangeArrowheads="1"/>
          </p:cNvSpPr>
          <p:nvPr/>
        </p:nvSpPr>
        <p:spPr bwMode="auto">
          <a:xfrm>
            <a:off x="-36513" y="1922463"/>
            <a:ext cx="1517651"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a:t>
            </a:r>
          </a:p>
        </p:txBody>
      </p:sp>
      <p:sp>
        <p:nvSpPr>
          <p:cNvPr id="127003" name="Text Box 27"/>
          <p:cNvSpPr txBox="1">
            <a:spLocks noChangeArrowheads="1"/>
          </p:cNvSpPr>
          <p:nvPr/>
        </p:nvSpPr>
        <p:spPr bwMode="auto">
          <a:xfrm>
            <a:off x="-36513" y="22891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1</a:t>
            </a:r>
          </a:p>
        </p:txBody>
      </p:sp>
      <p:sp>
        <p:nvSpPr>
          <p:cNvPr id="127004" name="Text Box 28"/>
          <p:cNvSpPr txBox="1">
            <a:spLocks noChangeArrowheads="1"/>
          </p:cNvSpPr>
          <p:nvPr/>
        </p:nvSpPr>
        <p:spPr bwMode="auto">
          <a:xfrm>
            <a:off x="250825" y="2189163"/>
            <a:ext cx="3494088"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1800">
                <a:solidFill>
                  <a:srgbClr val="333399"/>
                </a:solidFill>
                <a:latin typeface="Arial" pitchFamily="34" charset="0"/>
              </a:rPr>
              <a:t>子网</a:t>
            </a:r>
            <a:r>
              <a:rPr kumimoji="1" lang="en-US" altLang="zh-CN" sz="1800">
                <a:solidFill>
                  <a:srgbClr val="333399"/>
                </a:solidFill>
                <a:latin typeface="Arial" pitchFamily="34" charset="0"/>
              </a:rPr>
              <a:t>1</a:t>
            </a:r>
            <a:r>
              <a:rPr kumimoji="1" lang="zh-CN" altLang="en-US" sz="1800">
                <a:solidFill>
                  <a:srgbClr val="333399"/>
                </a:solidFill>
                <a:latin typeface="Arial" pitchFamily="34" charset="0"/>
              </a:rPr>
              <a:t>：</a:t>
            </a:r>
          </a:p>
          <a:p>
            <a:pPr algn="ctr" eaLnBrk="1" hangingPunct="1"/>
            <a:r>
              <a:rPr kumimoji="1" lang="zh-CN" altLang="en-US" sz="1800">
                <a:solidFill>
                  <a:srgbClr val="333399"/>
                </a:solidFill>
                <a:latin typeface="Arial" pitchFamily="34" charset="0"/>
              </a:rPr>
              <a:t>    网络地址 </a:t>
            </a:r>
            <a:r>
              <a:rPr kumimoji="1" lang="en-US" altLang="zh-CN" sz="1800">
                <a:solidFill>
                  <a:srgbClr val="333399"/>
                </a:solidFill>
                <a:latin typeface="Arial" pitchFamily="34" charset="0"/>
              </a:rPr>
              <a:t>128.30.33.0</a:t>
            </a:r>
          </a:p>
          <a:p>
            <a:pPr algn="ctr" eaLnBrk="1" hangingPunct="1"/>
            <a:r>
              <a:rPr kumimoji="1" lang="en-US" altLang="zh-CN" sz="1800">
                <a:solidFill>
                  <a:srgbClr val="333399"/>
                </a:solidFill>
                <a:latin typeface="Arial" pitchFamily="34" charset="0"/>
              </a:rPr>
              <a:t>     </a:t>
            </a:r>
            <a:r>
              <a:rPr kumimoji="1" lang="zh-CN" altLang="en-US" sz="1800">
                <a:solidFill>
                  <a:srgbClr val="333399"/>
                </a:solidFill>
                <a:latin typeface="Arial" pitchFamily="34" charset="0"/>
              </a:rPr>
              <a:t>子网掩码 </a:t>
            </a:r>
            <a:r>
              <a:rPr kumimoji="1" lang="en-US" altLang="zh-CN" sz="1800">
                <a:solidFill>
                  <a:srgbClr val="333399"/>
                </a:solidFill>
                <a:latin typeface="Arial" pitchFamily="34" charset="0"/>
              </a:rPr>
              <a:t>255.255.255.128</a:t>
            </a:r>
          </a:p>
        </p:txBody>
      </p:sp>
      <p:sp>
        <p:nvSpPr>
          <p:cNvPr id="127005" name="Line 29"/>
          <p:cNvSpPr>
            <a:spLocks noChangeShapeType="1"/>
          </p:cNvSpPr>
          <p:nvPr/>
        </p:nvSpPr>
        <p:spPr bwMode="auto">
          <a:xfrm>
            <a:off x="1628775" y="5011738"/>
            <a:ext cx="1588"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06" name="Line 30"/>
          <p:cNvSpPr>
            <a:spLocks noChangeShapeType="1"/>
          </p:cNvSpPr>
          <p:nvPr/>
        </p:nvSpPr>
        <p:spPr bwMode="auto">
          <a:xfrm>
            <a:off x="6156325"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07" name="Line 31"/>
          <p:cNvSpPr>
            <a:spLocks noChangeShapeType="1"/>
          </p:cNvSpPr>
          <p:nvPr/>
        </p:nvSpPr>
        <p:spPr bwMode="auto">
          <a:xfrm>
            <a:off x="833438" y="5708650"/>
            <a:ext cx="1587"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08" name="Line 32"/>
          <p:cNvSpPr>
            <a:spLocks noChangeShapeType="1"/>
          </p:cNvSpPr>
          <p:nvPr/>
        </p:nvSpPr>
        <p:spPr bwMode="auto">
          <a:xfrm>
            <a:off x="1628775" y="4400550"/>
            <a:ext cx="1588"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09" name="Line 33"/>
          <p:cNvSpPr>
            <a:spLocks noChangeShapeType="1"/>
          </p:cNvSpPr>
          <p:nvPr/>
        </p:nvSpPr>
        <p:spPr bwMode="auto">
          <a:xfrm>
            <a:off x="2528888" y="3676650"/>
            <a:ext cx="1587"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7010"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8813" y="6018213"/>
            <a:ext cx="398462"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7011"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775" y="34131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7012" name="Group 36"/>
          <p:cNvGrpSpPr>
            <a:grpSpLocks/>
          </p:cNvGrpSpPr>
          <p:nvPr/>
        </p:nvGrpSpPr>
        <p:grpSpPr bwMode="auto">
          <a:xfrm>
            <a:off x="2268538" y="3459163"/>
            <a:ext cx="612775" cy="460375"/>
            <a:chOff x="864" y="1824"/>
            <a:chExt cx="432" cy="288"/>
          </a:xfrm>
        </p:grpSpPr>
        <p:pic>
          <p:nvPicPr>
            <p:cNvPr id="127050" name="Picture 3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7051" name="Picture 3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127013" name="Picture 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91225" y="4779963"/>
            <a:ext cx="3984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7014" name="Line 40"/>
          <p:cNvSpPr>
            <a:spLocks noChangeShapeType="1"/>
          </p:cNvSpPr>
          <p:nvPr/>
        </p:nvSpPr>
        <p:spPr bwMode="auto">
          <a:xfrm>
            <a:off x="935038" y="4379913"/>
            <a:ext cx="6948487"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15" name="Line 41"/>
          <p:cNvSpPr>
            <a:spLocks noChangeShapeType="1"/>
          </p:cNvSpPr>
          <p:nvPr/>
        </p:nvSpPr>
        <p:spPr bwMode="auto">
          <a:xfrm>
            <a:off x="520700" y="5729288"/>
            <a:ext cx="7835900"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16" name="Text Box 42"/>
          <p:cNvSpPr txBox="1">
            <a:spLocks noChangeArrowheads="1"/>
          </p:cNvSpPr>
          <p:nvPr/>
        </p:nvSpPr>
        <p:spPr bwMode="auto">
          <a:xfrm>
            <a:off x="839788" y="38909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128.30.33.130</a:t>
            </a:r>
          </a:p>
        </p:txBody>
      </p:sp>
      <p:sp>
        <p:nvSpPr>
          <p:cNvPr id="127017" name="Text Box 43"/>
          <p:cNvSpPr txBox="1">
            <a:spLocks noChangeArrowheads="1"/>
          </p:cNvSpPr>
          <p:nvPr/>
        </p:nvSpPr>
        <p:spPr bwMode="auto">
          <a:xfrm>
            <a:off x="2914650" y="353695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1</a:t>
            </a:r>
          </a:p>
        </p:txBody>
      </p:sp>
      <p:sp>
        <p:nvSpPr>
          <p:cNvPr id="127018" name="Text Box 44"/>
          <p:cNvSpPr txBox="1">
            <a:spLocks noChangeArrowheads="1"/>
          </p:cNvSpPr>
          <p:nvPr/>
        </p:nvSpPr>
        <p:spPr bwMode="auto">
          <a:xfrm>
            <a:off x="2533650" y="389731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7019" name="Line 45"/>
          <p:cNvSpPr>
            <a:spLocks noChangeShapeType="1"/>
          </p:cNvSpPr>
          <p:nvPr/>
        </p:nvSpPr>
        <p:spPr bwMode="auto">
          <a:xfrm>
            <a:off x="4019550" y="4400550"/>
            <a:ext cx="1588"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7020" name="Group 46"/>
          <p:cNvGrpSpPr>
            <a:grpSpLocks/>
          </p:cNvGrpSpPr>
          <p:nvPr/>
        </p:nvGrpSpPr>
        <p:grpSpPr bwMode="auto">
          <a:xfrm>
            <a:off x="1368425" y="4843463"/>
            <a:ext cx="612775" cy="460375"/>
            <a:chOff x="864" y="1824"/>
            <a:chExt cx="432" cy="288"/>
          </a:xfrm>
        </p:grpSpPr>
        <p:pic>
          <p:nvPicPr>
            <p:cNvPr id="127048" name="Picture 4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27049" name="Picture 4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127021" name="Text Box 49"/>
          <p:cNvSpPr txBox="1">
            <a:spLocks noChangeArrowheads="1"/>
          </p:cNvSpPr>
          <p:nvPr/>
        </p:nvSpPr>
        <p:spPr bwMode="auto">
          <a:xfrm>
            <a:off x="971550" y="4826000"/>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R</a:t>
            </a:r>
            <a:r>
              <a:rPr kumimoji="1" lang="en-US" altLang="zh-CN" sz="1800" baseline="-25000">
                <a:solidFill>
                  <a:srgbClr val="333399"/>
                </a:solidFill>
                <a:latin typeface="Arial" pitchFamily="34" charset="0"/>
              </a:rPr>
              <a:t>2</a:t>
            </a:r>
          </a:p>
        </p:txBody>
      </p:sp>
      <p:sp>
        <p:nvSpPr>
          <p:cNvPr id="127022" name="Line 50"/>
          <p:cNvSpPr>
            <a:spLocks noChangeShapeType="1"/>
          </p:cNvSpPr>
          <p:nvPr/>
        </p:nvSpPr>
        <p:spPr bwMode="auto">
          <a:xfrm>
            <a:off x="2217738" y="5707063"/>
            <a:ext cx="1587"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27023"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44925" y="4784725"/>
            <a:ext cx="3984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7024" name="Text Box 52"/>
          <p:cNvSpPr txBox="1">
            <a:spLocks noChangeArrowheads="1"/>
          </p:cNvSpPr>
          <p:nvPr/>
        </p:nvSpPr>
        <p:spPr bwMode="auto">
          <a:xfrm>
            <a:off x="3951288" y="3681413"/>
            <a:ext cx="458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2</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128.30.33.128</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255.255.255.128</a:t>
            </a:r>
            <a:endParaRPr kumimoji="1" lang="en-US" altLang="zh-CN" sz="2000" baseline="-25000">
              <a:solidFill>
                <a:srgbClr val="333399"/>
              </a:solidFill>
              <a:latin typeface="Arial" pitchFamily="34" charset="0"/>
            </a:endParaRPr>
          </a:p>
        </p:txBody>
      </p:sp>
      <p:sp>
        <p:nvSpPr>
          <p:cNvPr id="127025" name="Text Box 53"/>
          <p:cNvSpPr txBox="1">
            <a:spLocks noChangeArrowheads="1"/>
          </p:cNvSpPr>
          <p:nvPr/>
        </p:nvSpPr>
        <p:spPr bwMode="auto">
          <a:xfrm>
            <a:off x="3490913" y="4797425"/>
            <a:ext cx="433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2</a:t>
            </a:r>
          </a:p>
        </p:txBody>
      </p:sp>
      <p:sp>
        <p:nvSpPr>
          <p:cNvPr id="127026" name="Text Box 54"/>
          <p:cNvSpPr txBox="1">
            <a:spLocks noChangeArrowheads="1"/>
          </p:cNvSpPr>
          <p:nvPr/>
        </p:nvSpPr>
        <p:spPr bwMode="auto">
          <a:xfrm>
            <a:off x="4140200" y="476091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128.30.33.138</a:t>
            </a:r>
          </a:p>
        </p:txBody>
      </p:sp>
      <p:sp>
        <p:nvSpPr>
          <p:cNvPr id="127027" name="Text Box 55"/>
          <p:cNvSpPr txBox="1">
            <a:spLocks noChangeArrowheads="1"/>
          </p:cNvSpPr>
          <p:nvPr/>
        </p:nvSpPr>
        <p:spPr bwMode="auto">
          <a:xfrm>
            <a:off x="1308100" y="4538663"/>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0</a:t>
            </a:r>
            <a:endParaRPr kumimoji="1" lang="en-US" altLang="zh-CN" sz="1800" baseline="-25000">
              <a:solidFill>
                <a:srgbClr val="333399"/>
              </a:solidFill>
              <a:latin typeface="Arial" pitchFamily="34" charset="0"/>
            </a:endParaRPr>
          </a:p>
        </p:txBody>
      </p:sp>
      <p:sp>
        <p:nvSpPr>
          <p:cNvPr id="127028" name="Text Box 56"/>
          <p:cNvSpPr txBox="1">
            <a:spLocks noChangeArrowheads="1"/>
          </p:cNvSpPr>
          <p:nvPr/>
        </p:nvSpPr>
        <p:spPr bwMode="auto">
          <a:xfrm>
            <a:off x="1308100" y="52593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a:t>
            </a:r>
            <a:endParaRPr kumimoji="1" lang="en-US" altLang="zh-CN" sz="1800" baseline="-25000">
              <a:solidFill>
                <a:srgbClr val="333399"/>
              </a:solidFill>
              <a:latin typeface="Arial" pitchFamily="34" charset="0"/>
            </a:endParaRPr>
          </a:p>
        </p:txBody>
      </p:sp>
      <p:sp>
        <p:nvSpPr>
          <p:cNvPr id="127029" name="Text Box 57"/>
          <p:cNvSpPr txBox="1">
            <a:spLocks noChangeArrowheads="1"/>
          </p:cNvSpPr>
          <p:nvPr/>
        </p:nvSpPr>
        <p:spPr bwMode="auto">
          <a:xfrm>
            <a:off x="1619250" y="4538663"/>
            <a:ext cx="1644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128.30.33.129</a:t>
            </a:r>
          </a:p>
        </p:txBody>
      </p:sp>
      <p:pic>
        <p:nvPicPr>
          <p:cNvPr id="127030"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43113" y="6016625"/>
            <a:ext cx="40005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7031" name="Text Box 59"/>
          <p:cNvSpPr txBox="1">
            <a:spLocks noChangeArrowheads="1"/>
          </p:cNvSpPr>
          <p:nvPr/>
        </p:nvSpPr>
        <p:spPr bwMode="auto">
          <a:xfrm>
            <a:off x="1692275" y="5984875"/>
            <a:ext cx="433388"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H</a:t>
            </a:r>
            <a:r>
              <a:rPr kumimoji="1" lang="en-US" altLang="zh-CN" sz="1800" baseline="-25000">
                <a:solidFill>
                  <a:srgbClr val="333399"/>
                </a:solidFill>
                <a:latin typeface="Arial" pitchFamily="34" charset="0"/>
              </a:rPr>
              <a:t>3</a:t>
            </a:r>
          </a:p>
        </p:txBody>
      </p:sp>
      <p:sp>
        <p:nvSpPr>
          <p:cNvPr id="127032" name="Text Box 60"/>
          <p:cNvSpPr txBox="1">
            <a:spLocks noChangeArrowheads="1"/>
          </p:cNvSpPr>
          <p:nvPr/>
        </p:nvSpPr>
        <p:spPr bwMode="auto">
          <a:xfrm>
            <a:off x="1687513" y="52578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128.30.36.2</a:t>
            </a:r>
          </a:p>
        </p:txBody>
      </p:sp>
      <p:sp>
        <p:nvSpPr>
          <p:cNvPr id="127033" name="Text Box 61"/>
          <p:cNvSpPr txBox="1">
            <a:spLocks noChangeArrowheads="1"/>
          </p:cNvSpPr>
          <p:nvPr/>
        </p:nvSpPr>
        <p:spPr bwMode="auto">
          <a:xfrm>
            <a:off x="4019550" y="5788025"/>
            <a:ext cx="37306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a:t>
            </a:r>
            <a:r>
              <a:rPr kumimoji="1" lang="en-US" altLang="zh-CN" sz="2000">
                <a:solidFill>
                  <a:srgbClr val="333399"/>
                </a:solidFill>
                <a:latin typeface="Arial" pitchFamily="34" charset="0"/>
              </a:rPr>
              <a:t>3</a:t>
            </a:r>
            <a:r>
              <a:rPr kumimoji="1" lang="zh-CN" altLang="en-US" sz="2000">
                <a:solidFill>
                  <a:srgbClr val="333399"/>
                </a:solidFill>
                <a:latin typeface="Arial" pitchFamily="34" charset="0"/>
              </a:rPr>
              <a:t>：网络地址 </a:t>
            </a:r>
            <a:r>
              <a:rPr kumimoji="1" lang="en-US" altLang="zh-CN" sz="2000">
                <a:solidFill>
                  <a:srgbClr val="333399"/>
                </a:solidFill>
                <a:latin typeface="Arial" pitchFamily="34" charset="0"/>
              </a:rPr>
              <a:t>128.30.36.0</a:t>
            </a:r>
          </a:p>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子网掩码 </a:t>
            </a:r>
            <a:r>
              <a:rPr kumimoji="1" lang="en-US" altLang="zh-CN" sz="2000">
                <a:solidFill>
                  <a:srgbClr val="333399"/>
                </a:solidFill>
                <a:latin typeface="Arial" pitchFamily="34" charset="0"/>
              </a:rPr>
              <a:t>255.255.255.0</a:t>
            </a:r>
            <a:endParaRPr kumimoji="1" lang="en-US" altLang="zh-CN" sz="2000" baseline="-25000">
              <a:solidFill>
                <a:srgbClr val="333399"/>
              </a:solidFill>
              <a:latin typeface="Arial" pitchFamily="34" charset="0"/>
            </a:endParaRPr>
          </a:p>
        </p:txBody>
      </p:sp>
      <p:sp>
        <p:nvSpPr>
          <p:cNvPr id="127034" name="Text Box 62"/>
          <p:cNvSpPr txBox="1">
            <a:spLocks noChangeArrowheads="1"/>
          </p:cNvSpPr>
          <p:nvPr/>
        </p:nvSpPr>
        <p:spPr bwMode="auto">
          <a:xfrm>
            <a:off x="2333625" y="6056313"/>
            <a:ext cx="151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333399"/>
                </a:solidFill>
                <a:latin typeface="Arial" pitchFamily="34" charset="0"/>
              </a:rPr>
              <a:t>128.30.36.12</a:t>
            </a:r>
          </a:p>
        </p:txBody>
      </p:sp>
      <p:sp>
        <p:nvSpPr>
          <p:cNvPr id="518207" name="Rectangle 63"/>
          <p:cNvSpPr>
            <a:spLocks noChangeArrowheads="1"/>
          </p:cNvSpPr>
          <p:nvPr/>
        </p:nvSpPr>
        <p:spPr bwMode="auto">
          <a:xfrm>
            <a:off x="0" y="5300663"/>
            <a:ext cx="9144000" cy="15573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ct val="110000"/>
              </a:lnSpc>
            </a:pPr>
            <a:r>
              <a:rPr lang="en-US" altLang="zh-CN">
                <a:solidFill>
                  <a:srgbClr val="333399"/>
                </a:solidFill>
                <a:latin typeface="Arial" pitchFamily="34" charset="0"/>
              </a:rPr>
              <a:t>255.255.255.128 </a:t>
            </a:r>
            <a:r>
              <a:rPr lang="en-US" altLang="zh-CN">
                <a:solidFill>
                  <a:schemeClr val="hlink"/>
                </a:solidFill>
                <a:latin typeface="Arial" pitchFamily="34" charset="0"/>
              </a:rPr>
              <a:t>AND</a:t>
            </a:r>
            <a:r>
              <a:rPr lang="en-US" altLang="zh-CN">
                <a:solidFill>
                  <a:srgbClr val="333399"/>
                </a:solidFill>
                <a:latin typeface="Arial" pitchFamily="34" charset="0"/>
              </a:rPr>
              <a:t> 128.30.33.138 = 128.30.33.128</a:t>
            </a:r>
          </a:p>
          <a:p>
            <a:pPr algn="ctr">
              <a:lnSpc>
                <a:spcPct val="110000"/>
              </a:lnSpc>
            </a:pPr>
            <a:r>
              <a:rPr lang="zh-CN" altLang="en-US">
                <a:solidFill>
                  <a:schemeClr val="hlink"/>
                </a:solidFill>
                <a:latin typeface="Arial" pitchFamily="34" charset="0"/>
              </a:rPr>
              <a:t>匹配</a:t>
            </a:r>
            <a:r>
              <a:rPr lang="en-US" altLang="zh-CN">
                <a:solidFill>
                  <a:schemeClr val="hlink"/>
                </a:solidFill>
                <a:latin typeface="Arial" pitchFamily="34" charset="0"/>
              </a:rPr>
              <a:t>!</a:t>
            </a:r>
          </a:p>
          <a:p>
            <a:pPr algn="ctr">
              <a:lnSpc>
                <a:spcPct val="110000"/>
              </a:lnSpc>
            </a:pPr>
            <a:r>
              <a:rPr lang="zh-CN" altLang="en-US">
                <a:solidFill>
                  <a:srgbClr val="333399"/>
                </a:solidFill>
                <a:latin typeface="Arial" pitchFamily="34" charset="0"/>
              </a:rPr>
              <a:t>这表明子网 </a:t>
            </a:r>
            <a:r>
              <a:rPr lang="en-US" altLang="zh-CN">
                <a:solidFill>
                  <a:srgbClr val="333399"/>
                </a:solidFill>
                <a:latin typeface="Arial" pitchFamily="34" charset="0"/>
              </a:rPr>
              <a:t>2 </a:t>
            </a:r>
            <a:r>
              <a:rPr lang="zh-CN" altLang="en-US">
                <a:solidFill>
                  <a:srgbClr val="333399"/>
                </a:solidFill>
                <a:latin typeface="Arial" pitchFamily="34" charset="0"/>
              </a:rPr>
              <a:t>就是收到的分组所要寻找的目的网络</a:t>
            </a:r>
          </a:p>
        </p:txBody>
      </p:sp>
      <p:sp>
        <p:nvSpPr>
          <p:cNvPr id="127036" name="Rectangle 64"/>
          <p:cNvSpPr>
            <a:spLocks noChangeArrowheads="1"/>
          </p:cNvSpPr>
          <p:nvPr/>
        </p:nvSpPr>
        <p:spPr bwMode="auto">
          <a:xfrm>
            <a:off x="142875" y="1162050"/>
            <a:ext cx="7488238" cy="5048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lang="en-US" altLang="zh-CN">
                <a:solidFill>
                  <a:srgbClr val="333399"/>
                </a:solidFill>
                <a:latin typeface="Arial" pitchFamily="34" charset="0"/>
              </a:rPr>
              <a:t>R</a:t>
            </a:r>
            <a:r>
              <a:rPr lang="en-US" altLang="zh-CN" baseline="-25000">
                <a:solidFill>
                  <a:srgbClr val="333399"/>
                </a:solidFill>
                <a:latin typeface="Arial" pitchFamily="34" charset="0"/>
              </a:rPr>
              <a:t>1</a:t>
            </a:r>
            <a:r>
              <a:rPr lang="en-US" altLang="zh-CN" sz="1800">
                <a:solidFill>
                  <a:srgbClr val="333399"/>
                </a:solidFill>
                <a:latin typeface="Arial" pitchFamily="34" charset="0"/>
              </a:rPr>
              <a:t> </a:t>
            </a:r>
            <a:r>
              <a:rPr lang="zh-CN" altLang="en-US">
                <a:solidFill>
                  <a:srgbClr val="333399"/>
                </a:solidFill>
                <a:latin typeface="Arial" pitchFamily="34" charset="0"/>
              </a:rPr>
              <a:t>收到的分组的目的 </a:t>
            </a:r>
            <a:r>
              <a:rPr lang="en-US" altLang="zh-CN">
                <a:solidFill>
                  <a:srgbClr val="333399"/>
                </a:solidFill>
                <a:latin typeface="Arial" pitchFamily="34" charset="0"/>
              </a:rPr>
              <a:t>IP </a:t>
            </a:r>
            <a:r>
              <a:rPr lang="zh-CN" altLang="en-US">
                <a:solidFill>
                  <a:srgbClr val="333399"/>
                </a:solidFill>
                <a:latin typeface="Arial" pitchFamily="34" charset="0"/>
              </a:rPr>
              <a:t>地址：</a:t>
            </a:r>
            <a:r>
              <a:rPr lang="en-US" altLang="zh-CN">
                <a:solidFill>
                  <a:srgbClr val="333399"/>
                </a:solidFill>
                <a:latin typeface="Arial" pitchFamily="34" charset="0"/>
              </a:rPr>
              <a:t>128.30.33.138</a:t>
            </a:r>
          </a:p>
        </p:txBody>
      </p:sp>
      <p:grpSp>
        <p:nvGrpSpPr>
          <p:cNvPr id="518209" name="Group 65"/>
          <p:cNvGrpSpPr>
            <a:grpSpLocks/>
          </p:cNvGrpSpPr>
          <p:nvPr/>
        </p:nvGrpSpPr>
        <p:grpSpPr bwMode="auto">
          <a:xfrm>
            <a:off x="5154613" y="1654175"/>
            <a:ext cx="2586037" cy="1379538"/>
            <a:chOff x="3247" y="1042"/>
            <a:chExt cx="1629" cy="869"/>
          </a:xfrm>
        </p:grpSpPr>
        <p:sp>
          <p:nvSpPr>
            <p:cNvPr id="127046" name="Line 66"/>
            <p:cNvSpPr>
              <a:spLocks noChangeShapeType="1"/>
            </p:cNvSpPr>
            <p:nvPr/>
          </p:nvSpPr>
          <p:spPr bwMode="auto">
            <a:xfrm>
              <a:off x="3742" y="1911"/>
              <a:ext cx="1134"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47" name="Line 67"/>
            <p:cNvSpPr>
              <a:spLocks noChangeShapeType="1"/>
            </p:cNvSpPr>
            <p:nvPr/>
          </p:nvSpPr>
          <p:spPr bwMode="auto">
            <a:xfrm flipV="1">
              <a:off x="3247" y="1042"/>
              <a:ext cx="1428"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7038" name="AutoShape 68"/>
          <p:cNvSpPr>
            <a:spLocks noChangeArrowheads="1"/>
          </p:cNvSpPr>
          <p:nvPr/>
        </p:nvSpPr>
        <p:spPr bwMode="auto">
          <a:xfrm rot="-546457">
            <a:off x="2266950" y="1557338"/>
            <a:ext cx="144463" cy="2160587"/>
          </a:xfrm>
          <a:prstGeom prst="downArrow">
            <a:avLst>
              <a:gd name="adj1" fmla="val 50000"/>
              <a:gd name="adj2" fmla="val 373900"/>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518213" name="AutoShape 69"/>
          <p:cNvSpPr>
            <a:spLocks noChangeArrowheads="1"/>
          </p:cNvSpPr>
          <p:nvPr/>
        </p:nvSpPr>
        <p:spPr bwMode="auto">
          <a:xfrm>
            <a:off x="3708400" y="2727325"/>
            <a:ext cx="576263" cy="215900"/>
          </a:xfrm>
          <a:prstGeom prst="rightArrow">
            <a:avLst>
              <a:gd name="adj1" fmla="val 50000"/>
              <a:gd name="adj2" fmla="val 66728"/>
            </a:avLst>
          </a:prstGeom>
          <a:solidFill>
            <a:schemeClr val="accent1"/>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18214" name="Group 70"/>
          <p:cNvGrpSpPr>
            <a:grpSpLocks/>
          </p:cNvGrpSpPr>
          <p:nvPr/>
        </p:nvGrpSpPr>
        <p:grpSpPr bwMode="auto">
          <a:xfrm>
            <a:off x="4146550" y="2997200"/>
            <a:ext cx="4727575" cy="2859088"/>
            <a:chOff x="2612" y="1888"/>
            <a:chExt cx="2978" cy="1801"/>
          </a:xfrm>
        </p:grpSpPr>
        <p:sp>
          <p:nvSpPr>
            <p:cNvPr id="127044" name="Line 71"/>
            <p:cNvSpPr>
              <a:spLocks noChangeShapeType="1"/>
            </p:cNvSpPr>
            <p:nvPr/>
          </p:nvSpPr>
          <p:spPr bwMode="auto">
            <a:xfrm>
              <a:off x="2612" y="1888"/>
              <a:ext cx="1134"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45" name="Line 72"/>
            <p:cNvSpPr>
              <a:spLocks noChangeShapeType="1"/>
            </p:cNvSpPr>
            <p:nvPr/>
          </p:nvSpPr>
          <p:spPr bwMode="auto">
            <a:xfrm flipV="1">
              <a:off x="4162" y="3689"/>
              <a:ext cx="1428"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18217" name="Group 73"/>
          <p:cNvGrpSpPr>
            <a:grpSpLocks/>
          </p:cNvGrpSpPr>
          <p:nvPr/>
        </p:nvGrpSpPr>
        <p:grpSpPr bwMode="auto">
          <a:xfrm>
            <a:off x="5221288" y="2997200"/>
            <a:ext cx="2590800" cy="2447925"/>
            <a:chOff x="3289" y="1888"/>
            <a:chExt cx="1632" cy="1542"/>
          </a:xfrm>
        </p:grpSpPr>
        <p:sp>
          <p:nvSpPr>
            <p:cNvPr id="127042" name="Line 74"/>
            <p:cNvSpPr>
              <a:spLocks noChangeShapeType="1"/>
            </p:cNvSpPr>
            <p:nvPr/>
          </p:nvSpPr>
          <p:spPr bwMode="auto">
            <a:xfrm>
              <a:off x="3289" y="1888"/>
              <a:ext cx="1632" cy="1542"/>
            </a:xfrm>
            <a:prstGeom prst="line">
              <a:avLst/>
            </a:prstGeom>
            <a:noFill/>
            <a:ln w="7620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043" name="Text Box 75"/>
            <p:cNvSpPr txBox="1">
              <a:spLocks noChangeArrowheads="1"/>
            </p:cNvSpPr>
            <p:nvPr/>
          </p:nvSpPr>
          <p:spPr bwMode="auto">
            <a:xfrm>
              <a:off x="3619" y="2421"/>
              <a:ext cx="985" cy="528"/>
            </a:xfrm>
            <a:prstGeom prst="rect">
              <a:avLst/>
            </a:prstGeom>
            <a:solidFill>
              <a:srgbClr val="CCECFF"/>
            </a:solidFill>
            <a:ln w="76200" cmpd="tri">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4400">
                  <a:solidFill>
                    <a:schemeClr val="tx2"/>
                  </a:solidFill>
                </a:rPr>
                <a:t>一致</a:t>
              </a:r>
              <a:r>
                <a:rPr lang="en-US" altLang="zh-CN" sz="4400">
                  <a:solidFill>
                    <a:schemeClr val="tx2"/>
                  </a:solidFill>
                </a:rPr>
                <a: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821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821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8213"/>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8209"/>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0"/>
                                  </p:stCondLst>
                                  <p:childTnLst>
                                    <p:anim calcmode="discrete" valueType="str">
                                      <p:cBhvr>
                                        <p:cTn id="18" dur="1000" fill="hold"/>
                                        <p:tgtEl>
                                          <p:spTgt spid="518209"/>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22" presetClass="entr" presetSubtype="1" fill="hold" grpId="0" nodeType="afterEffect">
                                  <p:stCondLst>
                                    <p:cond delay="0"/>
                                  </p:stCondLst>
                                  <p:childTnLst>
                                    <p:set>
                                      <p:cBhvr>
                                        <p:cTn id="21" dur="1" fill="hold">
                                          <p:stCondLst>
                                            <p:cond delay="0"/>
                                          </p:stCondLst>
                                        </p:cTn>
                                        <p:tgtEl>
                                          <p:spTgt spid="518207"/>
                                        </p:tgtEl>
                                        <p:attrNameLst>
                                          <p:attrName>style.visibility</p:attrName>
                                        </p:attrNameLst>
                                      </p:cBhvr>
                                      <p:to>
                                        <p:strVal val="visible"/>
                                      </p:to>
                                    </p:set>
                                    <p:animEffect transition="in" filter="wipe(up)">
                                      <p:cBhvr>
                                        <p:cTn id="22" dur="5000"/>
                                        <p:tgtEl>
                                          <p:spTgt spid="518207"/>
                                        </p:tgtEl>
                                      </p:cBhvr>
                                    </p:animEffect>
                                  </p:childTnLst>
                                </p:cTn>
                              </p:par>
                            </p:childTnLst>
                          </p:cTn>
                        </p:par>
                        <p:par>
                          <p:cTn id="23" fill="hold" nodeType="afterGroup">
                            <p:stCondLst>
                              <p:cond delay="10500"/>
                            </p:stCondLst>
                            <p:childTnLst>
                              <p:par>
                                <p:cTn id="24" presetID="1" presetClass="entr" presetSubtype="0" fill="hold" nodeType="afterEffect">
                                  <p:stCondLst>
                                    <p:cond delay="0"/>
                                  </p:stCondLst>
                                  <p:childTnLst>
                                    <p:set>
                                      <p:cBhvr>
                                        <p:cTn id="25" dur="1" fill="hold">
                                          <p:stCondLst>
                                            <p:cond delay="0"/>
                                          </p:stCondLst>
                                        </p:cTn>
                                        <p:tgtEl>
                                          <p:spTgt spid="518214"/>
                                        </p:tgtEl>
                                        <p:attrNameLst>
                                          <p:attrName>style.visibility</p:attrName>
                                        </p:attrNameLst>
                                      </p:cBhvr>
                                      <p:to>
                                        <p:strVal val="visible"/>
                                      </p:to>
                                    </p:set>
                                  </p:childTnLst>
                                </p:cTn>
                              </p:par>
                            </p:childTnLst>
                          </p:cTn>
                        </p:par>
                        <p:par>
                          <p:cTn id="26" fill="hold" nodeType="afterGroup">
                            <p:stCondLst>
                              <p:cond delay="10500"/>
                            </p:stCondLst>
                            <p:childTnLst>
                              <p:par>
                                <p:cTn id="27" presetID="35" presetClass="emph" presetSubtype="0" repeatCount="3000" fill="hold" nodeType="afterEffect">
                                  <p:stCondLst>
                                    <p:cond delay="500"/>
                                  </p:stCondLst>
                                  <p:childTnLst>
                                    <p:anim calcmode="discrete" valueType="str">
                                      <p:cBhvr>
                                        <p:cTn id="28" dur="1000" fill="hold"/>
                                        <p:tgtEl>
                                          <p:spTgt spid="518214"/>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000"/>
                            </p:stCondLst>
                            <p:childTnLst>
                              <p:par>
                                <p:cTn id="30" presetID="1" presetClass="entr" presetSubtype="0" fill="hold" nodeType="afterEffect">
                                  <p:stCondLst>
                                    <p:cond delay="0"/>
                                  </p:stCondLst>
                                  <p:childTnLst>
                                    <p:set>
                                      <p:cBhvr>
                                        <p:cTn id="31" dur="1" fill="hold">
                                          <p:stCondLst>
                                            <p:cond delay="0"/>
                                          </p:stCondLst>
                                        </p:cTn>
                                        <p:tgtEl>
                                          <p:spTgt spid="518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207" grpId="0" animBg="1"/>
      <p:bldP spid="518213" grpId="0" animBg="1"/>
      <p:bldP spid="518213" grpId="1" animBg="1"/>
      <p:bldP spid="518213" grpId="2"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2"/>
          <p:cNvSpPr>
            <a:spLocks noGrp="1" noChangeArrowheads="1"/>
          </p:cNvSpPr>
          <p:nvPr>
            <p:ph type="title"/>
          </p:nvPr>
        </p:nvSpPr>
        <p:spPr/>
        <p:txBody>
          <a:bodyPr/>
          <a:lstStyle/>
          <a:p>
            <a:pPr eaLnBrk="1" hangingPunct="1"/>
            <a:r>
              <a:rPr lang="zh-CN" altLang="en-US" smtClean="0"/>
              <a:t>子网划分习题</a:t>
            </a:r>
          </a:p>
        </p:txBody>
      </p:sp>
      <p:sp>
        <p:nvSpPr>
          <p:cNvPr id="128003" name="Rectangle 3"/>
          <p:cNvSpPr>
            <a:spLocks noGrp="1" noChangeArrowheads="1"/>
          </p:cNvSpPr>
          <p:nvPr>
            <p:ph type="body" idx="1"/>
          </p:nvPr>
        </p:nvSpPr>
        <p:spPr/>
        <p:txBody>
          <a:bodyPr/>
          <a:lstStyle/>
          <a:p>
            <a:pPr eaLnBrk="1" hangingPunct="1"/>
            <a:r>
              <a:rPr lang="en-US" altLang="zh-CN" smtClean="0"/>
              <a:t>P177  4-21</a:t>
            </a:r>
          </a:p>
          <a:p>
            <a:pPr eaLnBrk="1" hangingPunct="1"/>
            <a:endParaRPr lang="en-US" altLang="zh-CN" smtClean="0"/>
          </a:p>
          <a:p>
            <a:pPr eaLnBrk="1" hangingPunct="1"/>
            <a:r>
              <a:rPr lang="en-US" altLang="zh-CN" smtClean="0"/>
              <a:t>4-24</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2"/>
          <p:cNvSpPr>
            <a:spLocks noGrp="1" noChangeArrowheads="1"/>
          </p:cNvSpPr>
          <p:nvPr>
            <p:ph type="body" idx="1"/>
          </p:nvPr>
        </p:nvSpPr>
        <p:spPr>
          <a:xfrm>
            <a:off x="1042988" y="2051050"/>
            <a:ext cx="7850187" cy="4257675"/>
          </a:xfrm>
        </p:spPr>
        <p:txBody>
          <a:bodyPr/>
          <a:lstStyle/>
          <a:p>
            <a:pPr algn="just" eaLnBrk="1" hangingPunct="1">
              <a:spcBef>
                <a:spcPct val="0"/>
              </a:spcBef>
              <a:buFont typeface="Wingdings" pitchFamily="2" charset="2"/>
              <a:buNone/>
            </a:pPr>
            <a:r>
              <a:rPr lang="zh-CN" altLang="en-US" sz="2800" smtClean="0"/>
              <a:t>划分子网在一定程度上缓解了因特网在发展中遇</a:t>
            </a:r>
          </a:p>
          <a:p>
            <a:pPr algn="just" eaLnBrk="1" hangingPunct="1">
              <a:buFont typeface="Wingdings" pitchFamily="2" charset="2"/>
              <a:buNone/>
            </a:pPr>
            <a:r>
              <a:rPr lang="zh-CN" altLang="en-US" sz="2800" smtClean="0"/>
              <a:t>到的困难。然而在</a:t>
            </a:r>
            <a:r>
              <a:rPr lang="zh-CN" altLang="en-US" sz="1600" smtClean="0"/>
              <a:t> </a:t>
            </a:r>
            <a:r>
              <a:rPr lang="en-US" altLang="zh-CN" sz="2800" smtClean="0"/>
              <a:t>1992</a:t>
            </a:r>
            <a:r>
              <a:rPr lang="en-US" altLang="zh-CN" sz="1600" smtClean="0"/>
              <a:t> </a:t>
            </a:r>
            <a:r>
              <a:rPr lang="zh-CN" altLang="en-US" sz="2800" smtClean="0"/>
              <a:t>年因特网仍然面临三个必</a:t>
            </a:r>
          </a:p>
          <a:p>
            <a:pPr algn="just" eaLnBrk="1" hangingPunct="1">
              <a:spcBef>
                <a:spcPct val="0"/>
              </a:spcBef>
              <a:buFont typeface="Wingdings" pitchFamily="2" charset="2"/>
              <a:buNone/>
            </a:pPr>
            <a:r>
              <a:rPr lang="zh-CN" altLang="en-US" sz="2800" smtClean="0"/>
              <a:t>须尽早解决的问题，这就是：</a:t>
            </a:r>
          </a:p>
          <a:p>
            <a:pPr algn="just" eaLnBrk="1" hangingPunct="1"/>
            <a:r>
              <a:rPr lang="en-US" altLang="zh-CN" sz="2800" smtClean="0"/>
              <a:t>B </a:t>
            </a:r>
            <a:r>
              <a:rPr lang="zh-CN" altLang="en-US" sz="2800" smtClean="0"/>
              <a:t>类地址在 </a:t>
            </a:r>
            <a:r>
              <a:rPr lang="en-US" altLang="zh-CN" sz="2800" smtClean="0"/>
              <a:t>1992 </a:t>
            </a:r>
            <a:r>
              <a:rPr lang="zh-CN" altLang="en-US" sz="2800" smtClean="0"/>
              <a:t>年已分配了近一半，眼看就要在 </a:t>
            </a:r>
            <a:r>
              <a:rPr lang="en-US" altLang="zh-CN" sz="2800" smtClean="0"/>
              <a:t>1994 </a:t>
            </a:r>
            <a:r>
              <a:rPr lang="zh-CN" altLang="en-US" sz="2800" smtClean="0"/>
              <a:t>年 </a:t>
            </a:r>
            <a:r>
              <a:rPr lang="en-US" altLang="zh-CN" sz="2800" smtClean="0"/>
              <a:t>3 </a:t>
            </a:r>
            <a:r>
              <a:rPr lang="zh-CN" altLang="en-US" sz="2800" smtClean="0"/>
              <a:t>月全部分配完毕！</a:t>
            </a:r>
          </a:p>
          <a:p>
            <a:pPr algn="just" eaLnBrk="1" hangingPunct="1"/>
            <a:r>
              <a:rPr lang="zh-CN" altLang="en-US" sz="2800" smtClean="0"/>
              <a:t>因特网主干网上的路由表中的项目数急剧增长（从几千个增长到几万个）。</a:t>
            </a:r>
          </a:p>
          <a:p>
            <a:pPr algn="just" eaLnBrk="1" hangingPunct="1"/>
            <a:r>
              <a:rPr lang="zh-CN" altLang="en-US" sz="2800" smtClean="0"/>
              <a:t>整个 </a:t>
            </a:r>
            <a:r>
              <a:rPr lang="en-US" altLang="zh-CN" sz="2800" smtClean="0"/>
              <a:t>IPv4 </a:t>
            </a:r>
            <a:r>
              <a:rPr lang="zh-CN" altLang="en-US" sz="2800" smtClean="0"/>
              <a:t>的地址空间最终将全部耗尽。</a:t>
            </a:r>
          </a:p>
        </p:txBody>
      </p:sp>
      <p:sp>
        <p:nvSpPr>
          <p:cNvPr id="129027" name="Rectangle 3"/>
          <p:cNvSpPr>
            <a:spLocks noGrp="1" noChangeArrowheads="1"/>
          </p:cNvSpPr>
          <p:nvPr>
            <p:ph type="title"/>
          </p:nvPr>
        </p:nvSpPr>
        <p:spPr>
          <a:xfrm>
            <a:off x="919163" y="214313"/>
            <a:ext cx="8116887" cy="1462087"/>
          </a:xfrm>
        </p:spPr>
        <p:txBody>
          <a:bodyPr/>
          <a:lstStyle/>
          <a:p>
            <a:pPr algn="ctr" eaLnBrk="1" hangingPunct="1"/>
            <a:r>
              <a:rPr lang="en-US" altLang="zh-CN" smtClean="0"/>
              <a:t>4.3.3  </a:t>
            </a:r>
            <a:r>
              <a:rPr lang="zh-CN" altLang="en-US" smtClean="0"/>
              <a:t>无分类编址 </a:t>
            </a:r>
            <a:r>
              <a:rPr lang="en-US" altLang="zh-CN" smtClean="0"/>
              <a:t>CIDR</a:t>
            </a:r>
            <a:br>
              <a:rPr lang="en-US" altLang="zh-CN" smtClean="0"/>
            </a:br>
            <a:r>
              <a:rPr lang="en-US" altLang="zh-CN" sz="3600" smtClean="0"/>
              <a:t>1.  </a:t>
            </a:r>
            <a:r>
              <a:rPr lang="zh-CN" altLang="en-US" sz="3600" smtClean="0"/>
              <a:t>网络前缀</a:t>
            </a:r>
            <a:r>
              <a:rPr lang="zh-CN" altLang="en-US" smtClean="0"/>
              <a:t> </a:t>
            </a:r>
          </a:p>
        </p:txBody>
      </p:sp>
    </p:spTree>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2"/>
          <p:cNvSpPr>
            <a:spLocks noGrp="1" noChangeArrowheads="1"/>
          </p:cNvSpPr>
          <p:nvPr>
            <p:ph type="body" idx="1"/>
          </p:nvPr>
        </p:nvSpPr>
        <p:spPr>
          <a:xfrm>
            <a:off x="1042988" y="2051050"/>
            <a:ext cx="7850187" cy="4257675"/>
          </a:xfrm>
        </p:spPr>
        <p:txBody>
          <a:bodyPr/>
          <a:lstStyle/>
          <a:p>
            <a:pPr algn="just" eaLnBrk="1" hangingPunct="1">
              <a:lnSpc>
                <a:spcPct val="90000"/>
              </a:lnSpc>
            </a:pPr>
            <a:r>
              <a:rPr lang="en-US" altLang="zh-CN" smtClean="0"/>
              <a:t>1987 </a:t>
            </a:r>
            <a:r>
              <a:rPr lang="zh-CN" altLang="en-US" smtClean="0"/>
              <a:t>年，</a:t>
            </a:r>
            <a:r>
              <a:rPr lang="en-US" altLang="zh-CN" smtClean="0"/>
              <a:t>RFC 1009 </a:t>
            </a:r>
            <a:r>
              <a:rPr lang="zh-CN" altLang="en-US" smtClean="0"/>
              <a:t>就指明了在一个划分子网的网络中可同时使用几个不同的子网掩码。使用</a:t>
            </a:r>
            <a:r>
              <a:rPr lang="zh-CN" altLang="en-US" smtClean="0">
                <a:solidFill>
                  <a:schemeClr val="hlink"/>
                </a:solidFill>
              </a:rPr>
              <a:t>变长子网掩码 </a:t>
            </a:r>
            <a:r>
              <a:rPr lang="en-US" altLang="zh-CN" smtClean="0">
                <a:solidFill>
                  <a:schemeClr val="hlink"/>
                </a:solidFill>
              </a:rPr>
              <a:t>VLSM</a:t>
            </a:r>
            <a:r>
              <a:rPr lang="en-US" altLang="zh-CN" smtClean="0"/>
              <a:t> (Variable Length Subnet Mask)</a:t>
            </a:r>
            <a:r>
              <a:rPr lang="zh-CN" altLang="en-US" smtClean="0"/>
              <a:t>可进一步提高 </a:t>
            </a:r>
            <a:r>
              <a:rPr lang="en-US" altLang="zh-CN" smtClean="0"/>
              <a:t>IP </a:t>
            </a:r>
            <a:r>
              <a:rPr lang="zh-CN" altLang="en-US" smtClean="0"/>
              <a:t>地址资源的利用率。</a:t>
            </a:r>
          </a:p>
          <a:p>
            <a:pPr algn="just" eaLnBrk="1" hangingPunct="1">
              <a:lnSpc>
                <a:spcPct val="90000"/>
              </a:lnSpc>
            </a:pPr>
            <a:r>
              <a:rPr lang="zh-CN" altLang="en-US" smtClean="0"/>
              <a:t>在 </a:t>
            </a:r>
            <a:r>
              <a:rPr lang="en-US" altLang="zh-CN" smtClean="0"/>
              <a:t>VLSM </a:t>
            </a:r>
            <a:r>
              <a:rPr lang="zh-CN" altLang="en-US" smtClean="0"/>
              <a:t>的基础上又进一步研究出无分类编址方法，它的正式名字是</a:t>
            </a:r>
            <a:r>
              <a:rPr lang="zh-CN" altLang="en-US" smtClean="0">
                <a:solidFill>
                  <a:schemeClr val="hlink"/>
                </a:solidFill>
              </a:rPr>
              <a:t>无分类域间路由选择 </a:t>
            </a:r>
            <a:r>
              <a:rPr lang="en-US" altLang="zh-CN" smtClean="0">
                <a:solidFill>
                  <a:schemeClr val="hlink"/>
                </a:solidFill>
              </a:rPr>
              <a:t>CIDR</a:t>
            </a:r>
            <a:r>
              <a:rPr lang="en-US" altLang="zh-CN" smtClean="0"/>
              <a:t> (Classless Inter-Domain Routing)</a:t>
            </a:r>
            <a:r>
              <a:rPr lang="zh-CN" altLang="en-US" smtClean="0"/>
              <a:t>。  </a:t>
            </a:r>
          </a:p>
        </p:txBody>
      </p:sp>
      <p:sp>
        <p:nvSpPr>
          <p:cNvPr id="130051" name="Rectangle 3"/>
          <p:cNvSpPr>
            <a:spLocks noGrp="1" noChangeArrowheads="1"/>
          </p:cNvSpPr>
          <p:nvPr>
            <p:ph type="title"/>
          </p:nvPr>
        </p:nvSpPr>
        <p:spPr>
          <a:xfrm>
            <a:off x="919163" y="214313"/>
            <a:ext cx="8116887" cy="1462087"/>
          </a:xfrm>
        </p:spPr>
        <p:txBody>
          <a:bodyPr/>
          <a:lstStyle/>
          <a:p>
            <a:pPr algn="ctr" eaLnBrk="1" hangingPunct="1"/>
            <a:r>
              <a:rPr lang="en-US" altLang="zh-CN" smtClean="0"/>
              <a:t>IP </a:t>
            </a:r>
            <a:r>
              <a:rPr lang="zh-CN" altLang="en-US" smtClean="0"/>
              <a:t>编址问题的演进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1218">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2"/>
          <p:cNvSpPr>
            <a:spLocks noGrp="1" noChangeArrowheads="1"/>
          </p:cNvSpPr>
          <p:nvPr>
            <p:ph type="body" idx="1"/>
          </p:nvPr>
        </p:nvSpPr>
        <p:spPr>
          <a:xfrm>
            <a:off x="611188" y="2051050"/>
            <a:ext cx="8281987" cy="4257675"/>
          </a:xfrm>
        </p:spPr>
        <p:txBody>
          <a:bodyPr/>
          <a:lstStyle/>
          <a:p>
            <a:pPr algn="just" eaLnBrk="1" hangingPunct="1"/>
            <a:r>
              <a:rPr lang="en-US" altLang="zh-CN" smtClean="0"/>
              <a:t>CIDR </a:t>
            </a:r>
            <a:r>
              <a:rPr lang="zh-CN" altLang="en-US" smtClean="0"/>
              <a:t>消除了传统的 </a:t>
            </a:r>
            <a:r>
              <a:rPr lang="en-US" altLang="zh-CN" smtClean="0"/>
              <a:t>A </a:t>
            </a:r>
            <a:r>
              <a:rPr lang="zh-CN" altLang="en-US" smtClean="0"/>
              <a:t>类、</a:t>
            </a:r>
            <a:r>
              <a:rPr lang="en-US" altLang="zh-CN" smtClean="0"/>
              <a:t>B </a:t>
            </a:r>
            <a:r>
              <a:rPr lang="zh-CN" altLang="en-US" smtClean="0"/>
              <a:t>类和 </a:t>
            </a:r>
            <a:r>
              <a:rPr lang="en-US" altLang="zh-CN" smtClean="0"/>
              <a:t>C </a:t>
            </a:r>
            <a:r>
              <a:rPr lang="zh-CN" altLang="en-US" smtClean="0"/>
              <a:t>类地址以及划分子网的概念，因而可以更加有效地分配 </a:t>
            </a:r>
            <a:r>
              <a:rPr lang="en-US" altLang="zh-CN" smtClean="0"/>
              <a:t>IPv4 </a:t>
            </a:r>
            <a:r>
              <a:rPr lang="zh-CN" altLang="en-US" smtClean="0"/>
              <a:t>的地址空间。</a:t>
            </a:r>
          </a:p>
          <a:p>
            <a:pPr algn="just" eaLnBrk="1" hangingPunct="1"/>
            <a:r>
              <a:rPr lang="en-US" altLang="zh-CN" smtClean="0"/>
              <a:t>CIDR</a:t>
            </a:r>
            <a:r>
              <a:rPr lang="zh-CN" altLang="en-US" smtClean="0"/>
              <a:t>使用各种长度的“</a:t>
            </a:r>
            <a:r>
              <a:rPr lang="zh-CN" altLang="en-US" smtClean="0">
                <a:solidFill>
                  <a:schemeClr val="hlink"/>
                </a:solidFill>
              </a:rPr>
              <a:t>网络前缀</a:t>
            </a:r>
            <a:r>
              <a:rPr lang="zh-CN" altLang="en-US" smtClean="0"/>
              <a:t>”</a:t>
            </a:r>
            <a:r>
              <a:rPr lang="en-US" altLang="zh-CN" smtClean="0"/>
              <a:t>(network-prefix)</a:t>
            </a:r>
            <a:r>
              <a:rPr lang="zh-CN" altLang="en-US" smtClean="0"/>
              <a:t>来代替分类地址中的网络号和子网号。</a:t>
            </a:r>
          </a:p>
          <a:p>
            <a:pPr algn="just" eaLnBrk="1" hangingPunct="1"/>
            <a:r>
              <a:rPr lang="en-US" altLang="zh-CN" smtClean="0"/>
              <a:t>IP </a:t>
            </a:r>
            <a:r>
              <a:rPr lang="zh-CN" altLang="en-US" smtClean="0"/>
              <a:t>地址从三级编址（使用子网掩码）又回到了两级编址。  </a:t>
            </a:r>
          </a:p>
        </p:txBody>
      </p:sp>
      <p:sp>
        <p:nvSpPr>
          <p:cNvPr id="131075" name="Rectangle 3"/>
          <p:cNvSpPr>
            <a:spLocks noGrp="1" noChangeArrowheads="1"/>
          </p:cNvSpPr>
          <p:nvPr>
            <p:ph type="title"/>
          </p:nvPr>
        </p:nvSpPr>
        <p:spPr>
          <a:xfrm>
            <a:off x="919163" y="214313"/>
            <a:ext cx="8116887" cy="1462087"/>
          </a:xfrm>
        </p:spPr>
        <p:txBody>
          <a:bodyPr/>
          <a:lstStyle/>
          <a:p>
            <a:pPr algn="ctr" eaLnBrk="1" hangingPunct="1"/>
            <a:r>
              <a:rPr lang="en-US" altLang="zh-CN" smtClean="0"/>
              <a:t>CIDR </a:t>
            </a:r>
            <a:r>
              <a:rPr lang="zh-CN" altLang="en-US" smtClean="0"/>
              <a:t>最主要的特点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224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224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2"/>
          <p:cNvSpPr>
            <a:spLocks noChangeArrowheads="1"/>
          </p:cNvSpPr>
          <p:nvPr/>
        </p:nvSpPr>
        <p:spPr bwMode="auto">
          <a:xfrm>
            <a:off x="827088" y="2565400"/>
            <a:ext cx="8029575" cy="733425"/>
          </a:xfrm>
          <a:prstGeom prst="rect">
            <a:avLst/>
          </a:prstGeom>
          <a:solidFill>
            <a:srgbClr val="FFFF99"/>
          </a:solidFill>
          <a:ln w="9525">
            <a:solidFill>
              <a:srgbClr val="333399"/>
            </a:solidFill>
            <a:miter lim="800000"/>
            <a:headEnd/>
            <a:tailEnd/>
          </a:ln>
          <a:effectLst>
            <a:outerShdw dist="35921" dir="2700000" algn="ctr" rotWithShape="0">
              <a:schemeClr val="bg2"/>
            </a:outerShdw>
          </a:effectLst>
        </p:spPr>
        <p:txBody>
          <a:bodyPr wrap="none" anchor="ctr"/>
          <a:lstStyle/>
          <a:p>
            <a:endParaRPr lang="zh-CN" altLang="en-US"/>
          </a:p>
        </p:txBody>
      </p:sp>
      <p:sp>
        <p:nvSpPr>
          <p:cNvPr id="523267" name="Rectangle 3"/>
          <p:cNvSpPr>
            <a:spLocks noGrp="1" noChangeArrowheads="1"/>
          </p:cNvSpPr>
          <p:nvPr>
            <p:ph type="body" idx="1"/>
          </p:nvPr>
        </p:nvSpPr>
        <p:spPr>
          <a:xfrm>
            <a:off x="539750" y="2051050"/>
            <a:ext cx="8280400" cy="4257675"/>
          </a:xfrm>
        </p:spPr>
        <p:txBody>
          <a:bodyPr/>
          <a:lstStyle/>
          <a:p>
            <a:pPr algn="just" eaLnBrk="1" hangingPunct="1"/>
            <a:r>
              <a:rPr lang="zh-CN" altLang="en-US" sz="2800" smtClean="0"/>
              <a:t>无分类的两级编址的记法是： </a:t>
            </a:r>
          </a:p>
          <a:p>
            <a:pPr algn="r" eaLnBrk="1" hangingPunct="1">
              <a:spcBef>
                <a:spcPct val="50000"/>
              </a:spcBef>
              <a:spcAft>
                <a:spcPct val="40000"/>
              </a:spcAft>
              <a:buFont typeface="Wingdings" pitchFamily="2" charset="2"/>
              <a:buNone/>
            </a:pPr>
            <a:r>
              <a:rPr lang="en-US" altLang="zh-CN" sz="2800" smtClean="0"/>
              <a:t>IP</a:t>
            </a:r>
            <a:r>
              <a:rPr lang="zh-CN" altLang="en-US" sz="2800" smtClean="0"/>
              <a:t>地址 </a:t>
            </a:r>
            <a:r>
              <a:rPr lang="en-US" altLang="zh-CN" sz="2800" smtClean="0"/>
              <a:t>::= {&lt;</a:t>
            </a:r>
            <a:r>
              <a:rPr lang="zh-CN" altLang="en-US" sz="2800" smtClean="0"/>
              <a:t>网络前缀</a:t>
            </a:r>
            <a:r>
              <a:rPr lang="en-US" altLang="zh-CN" sz="2800" smtClean="0"/>
              <a:t>&gt;, &lt;</a:t>
            </a:r>
            <a:r>
              <a:rPr lang="zh-CN" altLang="en-US" sz="2800" smtClean="0"/>
              <a:t>主机号</a:t>
            </a:r>
            <a:r>
              <a:rPr lang="en-US" altLang="zh-CN" sz="2800" smtClean="0"/>
              <a:t>&gt;}           (4-3) </a:t>
            </a:r>
          </a:p>
          <a:p>
            <a:pPr algn="just" eaLnBrk="1" hangingPunct="1"/>
            <a:r>
              <a:rPr lang="en-US" altLang="zh-CN" sz="2800" smtClean="0"/>
              <a:t>CIDR </a:t>
            </a:r>
            <a:r>
              <a:rPr lang="zh-CN" altLang="en-US" sz="2800" smtClean="0"/>
              <a:t>还使用“</a:t>
            </a:r>
            <a:r>
              <a:rPr lang="zh-CN" altLang="en-US" sz="2800" smtClean="0">
                <a:solidFill>
                  <a:schemeClr val="hlink"/>
                </a:solidFill>
              </a:rPr>
              <a:t>斜线记法</a:t>
            </a:r>
            <a:r>
              <a:rPr lang="zh-CN" altLang="en-US" sz="2800" smtClean="0"/>
              <a:t>”</a:t>
            </a:r>
            <a:r>
              <a:rPr lang="en-US" altLang="zh-CN" sz="2800" smtClean="0"/>
              <a:t>(slash notation)</a:t>
            </a:r>
            <a:r>
              <a:rPr lang="zh-CN" altLang="en-US" sz="2800" smtClean="0"/>
              <a:t>，它又称为</a:t>
            </a:r>
            <a:r>
              <a:rPr lang="en-US" altLang="zh-CN" sz="2800" smtClean="0">
                <a:solidFill>
                  <a:schemeClr val="hlink"/>
                </a:solidFill>
              </a:rPr>
              <a:t>CIDR</a:t>
            </a:r>
            <a:r>
              <a:rPr lang="zh-CN" altLang="en-US" sz="2800" smtClean="0">
                <a:solidFill>
                  <a:schemeClr val="hlink"/>
                </a:solidFill>
              </a:rPr>
              <a:t>记法</a:t>
            </a:r>
            <a:r>
              <a:rPr lang="zh-CN" altLang="en-US" sz="2800" smtClean="0"/>
              <a:t>，即在 </a:t>
            </a:r>
            <a:r>
              <a:rPr lang="en-US" altLang="zh-CN" sz="2800" smtClean="0"/>
              <a:t>IP </a:t>
            </a:r>
            <a:r>
              <a:rPr lang="zh-CN" altLang="en-US" sz="2800" smtClean="0"/>
              <a:t>地址后面加上一个斜线“</a:t>
            </a:r>
            <a:r>
              <a:rPr lang="en-US" altLang="zh-CN" sz="2800" smtClean="0"/>
              <a:t>/”</a:t>
            </a:r>
            <a:r>
              <a:rPr lang="zh-CN" altLang="en-US" sz="2800" smtClean="0"/>
              <a:t>，然后写上网络前缀所占的位数（这个数值对应于三级编址中子网掩码中 </a:t>
            </a:r>
            <a:r>
              <a:rPr lang="en-US" altLang="zh-CN" sz="2800" smtClean="0"/>
              <a:t>1 </a:t>
            </a:r>
            <a:r>
              <a:rPr lang="zh-CN" altLang="en-US" sz="2800" smtClean="0"/>
              <a:t>的个数）。</a:t>
            </a:r>
          </a:p>
          <a:p>
            <a:pPr algn="just" eaLnBrk="1" hangingPunct="1"/>
            <a:r>
              <a:rPr lang="en-US" altLang="zh-CN" sz="2800" smtClean="0"/>
              <a:t>CIDR </a:t>
            </a:r>
            <a:r>
              <a:rPr lang="zh-CN" altLang="en-US" sz="2800" smtClean="0"/>
              <a:t>把网络前缀都相同的连续的 </a:t>
            </a:r>
            <a:r>
              <a:rPr lang="en-US" altLang="zh-CN" sz="2800" smtClean="0"/>
              <a:t>IP </a:t>
            </a:r>
            <a:r>
              <a:rPr lang="zh-CN" altLang="en-US" sz="2800" smtClean="0"/>
              <a:t>地址组成“</a:t>
            </a:r>
            <a:r>
              <a:rPr lang="en-US" altLang="zh-CN" sz="2800" smtClean="0">
                <a:solidFill>
                  <a:schemeClr val="hlink"/>
                </a:solidFill>
              </a:rPr>
              <a:t>CIDR </a:t>
            </a:r>
            <a:r>
              <a:rPr lang="zh-CN" altLang="en-US" sz="2800" smtClean="0">
                <a:solidFill>
                  <a:schemeClr val="hlink"/>
                </a:solidFill>
              </a:rPr>
              <a:t>地址块</a:t>
            </a:r>
            <a:r>
              <a:rPr lang="zh-CN" altLang="en-US" sz="2800" smtClean="0"/>
              <a:t>”。</a:t>
            </a:r>
            <a:r>
              <a:rPr lang="zh-CN" altLang="en-US" smtClean="0"/>
              <a:t>  </a:t>
            </a:r>
          </a:p>
        </p:txBody>
      </p:sp>
      <p:sp>
        <p:nvSpPr>
          <p:cNvPr id="132100" name="Rectangle 4"/>
          <p:cNvSpPr>
            <a:spLocks noGrp="1" noChangeArrowheads="1"/>
          </p:cNvSpPr>
          <p:nvPr>
            <p:ph type="title"/>
          </p:nvPr>
        </p:nvSpPr>
        <p:spPr>
          <a:xfrm>
            <a:off x="919163" y="214313"/>
            <a:ext cx="8116887" cy="1462087"/>
          </a:xfrm>
        </p:spPr>
        <p:txBody>
          <a:bodyPr/>
          <a:lstStyle/>
          <a:p>
            <a:pPr algn="ctr" eaLnBrk="1" hangingPunct="1"/>
            <a:r>
              <a:rPr lang="zh-CN" altLang="en-US" smtClean="0">
                <a:solidFill>
                  <a:schemeClr val="hlink"/>
                </a:solidFill>
              </a:rPr>
              <a:t>无分类</a:t>
            </a:r>
            <a:r>
              <a:rPr lang="zh-CN" altLang="en-US" smtClean="0"/>
              <a:t>的两级编址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3267">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326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CIDR </a:t>
            </a:r>
            <a:r>
              <a:rPr lang="zh-CN" altLang="en-US" smtClean="0"/>
              <a:t>地址块 </a:t>
            </a:r>
          </a:p>
        </p:txBody>
      </p:sp>
      <p:sp>
        <p:nvSpPr>
          <p:cNvPr id="524291" name="Rectangle 3"/>
          <p:cNvSpPr>
            <a:spLocks noGrp="1" noChangeArrowheads="1"/>
          </p:cNvSpPr>
          <p:nvPr>
            <p:ph type="body" idx="1"/>
          </p:nvPr>
        </p:nvSpPr>
        <p:spPr>
          <a:xfrm>
            <a:off x="395288" y="1906588"/>
            <a:ext cx="8497887" cy="4546600"/>
          </a:xfrm>
        </p:spPr>
        <p:txBody>
          <a:bodyPr/>
          <a:lstStyle/>
          <a:p>
            <a:pPr algn="just" eaLnBrk="1" hangingPunct="1"/>
            <a:r>
              <a:rPr lang="en-US" altLang="zh-CN" sz="2800" smtClean="0"/>
              <a:t>128.14.32.0/20 </a:t>
            </a:r>
            <a:r>
              <a:rPr lang="zh-CN" altLang="en-US" sz="2800" smtClean="0"/>
              <a:t>表示的地址块共有 </a:t>
            </a:r>
            <a:r>
              <a:rPr lang="en-US" altLang="zh-CN" sz="2800" smtClean="0"/>
              <a:t>2</a:t>
            </a:r>
            <a:r>
              <a:rPr lang="en-US" altLang="zh-CN" sz="2800" baseline="30000" smtClean="0"/>
              <a:t>12 </a:t>
            </a:r>
            <a:r>
              <a:rPr lang="zh-CN" altLang="en-US" sz="2800" smtClean="0"/>
              <a:t>个地址（因为</a:t>
            </a:r>
            <a:r>
              <a:rPr lang="zh-CN" altLang="en-US" sz="2800" smtClean="0">
                <a:solidFill>
                  <a:schemeClr val="hlink"/>
                </a:solidFill>
              </a:rPr>
              <a:t>斜线后面的 </a:t>
            </a:r>
            <a:r>
              <a:rPr lang="en-US" altLang="zh-CN" sz="2800" smtClean="0">
                <a:solidFill>
                  <a:schemeClr val="hlink"/>
                </a:solidFill>
              </a:rPr>
              <a:t>20 </a:t>
            </a:r>
            <a:r>
              <a:rPr lang="zh-CN" altLang="en-US" sz="2800" smtClean="0">
                <a:solidFill>
                  <a:schemeClr val="hlink"/>
                </a:solidFill>
              </a:rPr>
              <a:t>是网络前缀的位数</a:t>
            </a:r>
            <a:r>
              <a:rPr lang="zh-CN" altLang="en-US" sz="2800" smtClean="0"/>
              <a:t>，所以这个地址的主机号是 </a:t>
            </a:r>
            <a:r>
              <a:rPr lang="en-US" altLang="zh-CN" sz="2800" smtClean="0"/>
              <a:t>12 </a:t>
            </a:r>
            <a:r>
              <a:rPr lang="zh-CN" altLang="en-US" sz="2800" smtClean="0"/>
              <a:t>位）。</a:t>
            </a:r>
          </a:p>
          <a:p>
            <a:pPr algn="just" eaLnBrk="1" hangingPunct="1"/>
            <a:r>
              <a:rPr lang="zh-CN" altLang="en-US" sz="2800" smtClean="0"/>
              <a:t>这个地址块的起始地址是 </a:t>
            </a:r>
            <a:r>
              <a:rPr lang="en-US" altLang="zh-CN" sz="2800" smtClean="0"/>
              <a:t>128.14.32.0</a:t>
            </a:r>
            <a:r>
              <a:rPr lang="zh-CN" altLang="en-US" sz="2800" smtClean="0"/>
              <a:t>。</a:t>
            </a:r>
          </a:p>
          <a:p>
            <a:pPr algn="just" eaLnBrk="1" hangingPunct="1"/>
            <a:r>
              <a:rPr lang="zh-CN" altLang="en-US" sz="2800" smtClean="0"/>
              <a:t>在不需要指出地址块的起始地址时，也可将这样的地址块简称为“</a:t>
            </a:r>
            <a:r>
              <a:rPr lang="en-US" altLang="zh-CN" sz="2800" smtClean="0">
                <a:solidFill>
                  <a:schemeClr val="hlink"/>
                </a:solidFill>
              </a:rPr>
              <a:t>/20 </a:t>
            </a:r>
            <a:r>
              <a:rPr lang="zh-CN" altLang="en-US" sz="2800" smtClean="0">
                <a:solidFill>
                  <a:schemeClr val="hlink"/>
                </a:solidFill>
              </a:rPr>
              <a:t>地址块</a:t>
            </a:r>
            <a:r>
              <a:rPr lang="zh-CN" altLang="en-US" sz="2800" smtClean="0"/>
              <a:t>”。</a:t>
            </a:r>
          </a:p>
          <a:p>
            <a:pPr algn="just" eaLnBrk="1" hangingPunct="1"/>
            <a:r>
              <a:rPr lang="en-US" altLang="zh-CN" sz="2800" smtClean="0"/>
              <a:t>128.14.32.0/20 </a:t>
            </a:r>
            <a:r>
              <a:rPr lang="zh-CN" altLang="en-US" sz="2800" smtClean="0"/>
              <a:t>地址块的最小地址：</a:t>
            </a:r>
            <a:r>
              <a:rPr lang="en-US" altLang="zh-CN" sz="2800" smtClean="0"/>
              <a:t>128.14.32.0</a:t>
            </a:r>
          </a:p>
          <a:p>
            <a:pPr algn="just" eaLnBrk="1" hangingPunct="1"/>
            <a:r>
              <a:rPr lang="en-US" altLang="zh-CN" sz="2800" smtClean="0"/>
              <a:t>128.14.32.0/20 </a:t>
            </a:r>
            <a:r>
              <a:rPr lang="zh-CN" altLang="en-US" sz="2800" smtClean="0"/>
              <a:t>地址块的最大地址：</a:t>
            </a:r>
            <a:r>
              <a:rPr lang="en-US" altLang="zh-CN" sz="2800" smtClean="0"/>
              <a:t>128.14.47.255</a:t>
            </a:r>
          </a:p>
          <a:p>
            <a:pPr algn="just" eaLnBrk="1" hangingPunct="1"/>
            <a:r>
              <a:rPr lang="zh-CN" altLang="en-US" sz="2800" smtClean="0"/>
              <a:t>全 </a:t>
            </a:r>
            <a:r>
              <a:rPr lang="en-US" altLang="zh-CN" sz="2800" smtClean="0"/>
              <a:t>0 </a:t>
            </a:r>
            <a:r>
              <a:rPr lang="zh-CN" altLang="en-US" sz="2800" smtClean="0"/>
              <a:t>和全 </a:t>
            </a:r>
            <a:r>
              <a:rPr lang="en-US" altLang="zh-CN" sz="2800" smtClean="0"/>
              <a:t>1 </a:t>
            </a:r>
            <a:r>
              <a:rPr lang="zh-CN" altLang="en-US" sz="2800" smtClean="0"/>
              <a:t>的主机号地址一般不使用。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429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429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2429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24291">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24291">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4291" grpId="0" build="p"/>
    </p:bldLst>
  </p:timing>
</p:sld>
</file>

<file path=ppt/slides/slide1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1100138" y="223838"/>
            <a:ext cx="7793037" cy="588962"/>
          </a:xfrm>
        </p:spPr>
        <p:txBody>
          <a:bodyPr/>
          <a:lstStyle/>
          <a:p>
            <a:pPr algn="ctr" eaLnBrk="1" hangingPunct="1"/>
            <a:r>
              <a:rPr lang="en-US" altLang="zh-CN" sz="3200" smtClean="0"/>
              <a:t>128.14.32.0/20 </a:t>
            </a:r>
            <a:r>
              <a:rPr lang="zh-CN" altLang="en-US" sz="3200" smtClean="0"/>
              <a:t>表示的地址（</a:t>
            </a:r>
            <a:r>
              <a:rPr lang="en-US" altLang="zh-CN" sz="3200" smtClean="0"/>
              <a:t>2</a:t>
            </a:r>
            <a:r>
              <a:rPr lang="en-US" altLang="zh-CN" sz="3200" baseline="30000" smtClean="0"/>
              <a:t>12 </a:t>
            </a:r>
            <a:r>
              <a:rPr lang="zh-CN" altLang="en-US" sz="3200" smtClean="0"/>
              <a:t>个地址）</a:t>
            </a:r>
          </a:p>
        </p:txBody>
      </p:sp>
      <p:sp>
        <p:nvSpPr>
          <p:cNvPr id="134147" name="Text Box 3"/>
          <p:cNvSpPr txBox="1">
            <a:spLocks noChangeArrowheads="1"/>
          </p:cNvSpPr>
          <p:nvPr/>
        </p:nvSpPr>
        <p:spPr bwMode="auto">
          <a:xfrm>
            <a:off x="2051050" y="876300"/>
            <a:ext cx="6985000" cy="5653088"/>
          </a:xfrm>
          <a:prstGeom prst="rect">
            <a:avLst/>
          </a:prstGeom>
          <a:solidFill>
            <a:srgbClr val="CCE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0000 00000000</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0000 00000001</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0000 00000010</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0000 00000011</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0000 00000100</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0000 00000101</a:t>
            </a:r>
          </a:p>
          <a:p>
            <a:pPr eaLnBrk="1" hangingPunct="1"/>
            <a:endParaRPr lang="en-US" altLang="zh-CN">
              <a:solidFill>
                <a:srgbClr val="333399"/>
              </a:solidFill>
              <a:latin typeface="Arial" pitchFamily="34" charset="0"/>
              <a:ea typeface="宋体" pitchFamily="2" charset="-122"/>
            </a:endParaRPr>
          </a:p>
          <a:p>
            <a:pPr eaLnBrk="1" hangingPunct="1"/>
            <a:endParaRPr lang="en-US" altLang="zh-CN">
              <a:solidFill>
                <a:srgbClr val="333399"/>
              </a:solidFill>
              <a:latin typeface="Arial" pitchFamily="34" charset="0"/>
              <a:ea typeface="宋体" pitchFamily="2" charset="-122"/>
            </a:endParaRP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1111 11111011</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1111 11111100</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1111 11111101</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1111 11111110</a:t>
            </a:r>
          </a:p>
          <a:p>
            <a:pPr eaLnBrk="1" hangingPunct="1"/>
            <a:r>
              <a:rPr lang="en-US" altLang="zh-CN">
                <a:solidFill>
                  <a:schemeClr val="hlink"/>
                </a:solidFill>
                <a:latin typeface="Arial" pitchFamily="34" charset="0"/>
                <a:ea typeface="宋体" pitchFamily="2" charset="-122"/>
              </a:rPr>
              <a:t>10000000 00001110</a:t>
            </a:r>
            <a:r>
              <a:rPr lang="en-US" altLang="zh-CN">
                <a:solidFill>
                  <a:srgbClr val="333399"/>
                </a:solidFill>
                <a:latin typeface="Arial" pitchFamily="34" charset="0"/>
                <a:ea typeface="宋体" pitchFamily="2" charset="-122"/>
              </a:rPr>
              <a:t> </a:t>
            </a:r>
            <a:r>
              <a:rPr lang="en-US" altLang="zh-CN">
                <a:solidFill>
                  <a:schemeClr val="hlink"/>
                </a:solidFill>
                <a:latin typeface="Arial" pitchFamily="34" charset="0"/>
                <a:ea typeface="宋体" pitchFamily="2" charset="-122"/>
              </a:rPr>
              <a:t>0010</a:t>
            </a:r>
            <a:r>
              <a:rPr lang="en-US" altLang="zh-CN">
                <a:solidFill>
                  <a:srgbClr val="333399"/>
                </a:solidFill>
                <a:latin typeface="Arial" pitchFamily="34" charset="0"/>
                <a:ea typeface="宋体" pitchFamily="2" charset="-122"/>
              </a:rPr>
              <a:t>1111 11111111</a:t>
            </a:r>
          </a:p>
        </p:txBody>
      </p:sp>
      <p:sp>
        <p:nvSpPr>
          <p:cNvPr id="134148" name="Text Box 4"/>
          <p:cNvSpPr txBox="1">
            <a:spLocks noChangeArrowheads="1"/>
          </p:cNvSpPr>
          <p:nvPr/>
        </p:nvSpPr>
        <p:spPr bwMode="auto">
          <a:xfrm>
            <a:off x="6804025" y="3162300"/>
            <a:ext cx="86995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5400" b="1">
                <a:solidFill>
                  <a:srgbClr val="333399"/>
                </a:solidFill>
                <a:ea typeface="宋体" pitchFamily="2" charset="-122"/>
                <a:sym typeface="Symbol" pitchFamily="18" charset="2"/>
              </a:rPr>
              <a:t></a:t>
            </a:r>
          </a:p>
        </p:txBody>
      </p:sp>
      <p:sp>
        <p:nvSpPr>
          <p:cNvPr id="134149" name="Text Box 5"/>
          <p:cNvSpPr txBox="1">
            <a:spLocks noChangeArrowheads="1"/>
          </p:cNvSpPr>
          <p:nvPr/>
        </p:nvSpPr>
        <p:spPr bwMode="auto">
          <a:xfrm>
            <a:off x="3708400" y="3162300"/>
            <a:ext cx="86995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5400" b="1">
                <a:solidFill>
                  <a:schemeClr val="hlink"/>
                </a:solidFill>
                <a:ea typeface="宋体" pitchFamily="2" charset="-122"/>
                <a:sym typeface="Symbol" pitchFamily="18" charset="2"/>
              </a:rPr>
              <a:t></a:t>
            </a:r>
          </a:p>
        </p:txBody>
      </p:sp>
      <p:sp>
        <p:nvSpPr>
          <p:cNvPr id="525318" name="Rectangle 6"/>
          <p:cNvSpPr>
            <a:spLocks noChangeArrowheads="1"/>
          </p:cNvSpPr>
          <p:nvPr/>
        </p:nvSpPr>
        <p:spPr bwMode="auto">
          <a:xfrm>
            <a:off x="2124075" y="908050"/>
            <a:ext cx="4195763" cy="5616575"/>
          </a:xfrm>
          <a:prstGeom prst="rect">
            <a:avLst/>
          </a:prstGeom>
          <a:noFill/>
          <a:ln w="28575">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5319" name="Text Box 7"/>
          <p:cNvSpPr txBox="1">
            <a:spLocks noChangeArrowheads="1"/>
          </p:cNvSpPr>
          <p:nvPr/>
        </p:nvSpPr>
        <p:spPr bwMode="auto">
          <a:xfrm>
            <a:off x="174625" y="2652713"/>
            <a:ext cx="1616075" cy="2063750"/>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115000"/>
              </a:lnSpc>
            </a:pPr>
            <a:r>
              <a:rPr lang="zh-CN" altLang="en-US">
                <a:solidFill>
                  <a:srgbClr val="333399"/>
                </a:solidFill>
                <a:latin typeface="Arial" pitchFamily="34" charset="0"/>
              </a:rPr>
              <a:t>所有地址</a:t>
            </a:r>
          </a:p>
          <a:p>
            <a:pPr algn="ctr" eaLnBrk="1" hangingPunct="1">
              <a:lnSpc>
                <a:spcPct val="115000"/>
              </a:lnSpc>
            </a:pPr>
            <a:r>
              <a:rPr lang="zh-CN" altLang="en-US">
                <a:solidFill>
                  <a:srgbClr val="333399"/>
                </a:solidFill>
                <a:latin typeface="Arial" pitchFamily="34" charset="0"/>
              </a:rPr>
              <a:t>的 </a:t>
            </a:r>
            <a:r>
              <a:rPr lang="en-US" altLang="zh-CN">
                <a:solidFill>
                  <a:srgbClr val="333399"/>
                </a:solidFill>
                <a:latin typeface="Arial" pitchFamily="34" charset="0"/>
              </a:rPr>
              <a:t>20 </a:t>
            </a:r>
            <a:r>
              <a:rPr lang="zh-CN" altLang="en-US">
                <a:solidFill>
                  <a:srgbClr val="333399"/>
                </a:solidFill>
                <a:latin typeface="Arial" pitchFamily="34" charset="0"/>
              </a:rPr>
              <a:t>位</a:t>
            </a:r>
          </a:p>
          <a:p>
            <a:pPr algn="ctr" eaLnBrk="1" hangingPunct="1">
              <a:lnSpc>
                <a:spcPct val="115000"/>
              </a:lnSpc>
            </a:pPr>
            <a:r>
              <a:rPr lang="zh-CN" altLang="en-US">
                <a:solidFill>
                  <a:srgbClr val="333399"/>
                </a:solidFill>
                <a:latin typeface="Arial" pitchFamily="34" charset="0"/>
              </a:rPr>
              <a:t>前缀都是</a:t>
            </a:r>
          </a:p>
          <a:p>
            <a:pPr algn="ctr" eaLnBrk="1" hangingPunct="1">
              <a:lnSpc>
                <a:spcPct val="115000"/>
              </a:lnSpc>
            </a:pPr>
            <a:r>
              <a:rPr lang="zh-CN" altLang="en-US">
                <a:solidFill>
                  <a:srgbClr val="333399"/>
                </a:solidFill>
                <a:latin typeface="Arial" pitchFamily="34" charset="0"/>
              </a:rPr>
              <a:t>一样的</a:t>
            </a:r>
          </a:p>
        </p:txBody>
      </p:sp>
      <p:grpSp>
        <p:nvGrpSpPr>
          <p:cNvPr id="525320" name="Group 8"/>
          <p:cNvGrpSpPr>
            <a:grpSpLocks/>
          </p:cNvGrpSpPr>
          <p:nvPr/>
        </p:nvGrpSpPr>
        <p:grpSpPr bwMode="auto">
          <a:xfrm>
            <a:off x="0" y="855663"/>
            <a:ext cx="2206625" cy="519112"/>
            <a:chOff x="0" y="539"/>
            <a:chExt cx="1390" cy="327"/>
          </a:xfrm>
        </p:grpSpPr>
        <p:sp>
          <p:nvSpPr>
            <p:cNvPr id="134156" name="Text Box 9"/>
            <p:cNvSpPr txBox="1">
              <a:spLocks noChangeArrowheads="1"/>
            </p:cNvSpPr>
            <p:nvPr/>
          </p:nvSpPr>
          <p:spPr bwMode="auto">
            <a:xfrm>
              <a:off x="0" y="539"/>
              <a:ext cx="101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rPr>
                <a:t>最小地址</a:t>
              </a:r>
            </a:p>
          </p:txBody>
        </p:sp>
        <p:sp>
          <p:nvSpPr>
            <p:cNvPr id="134157" name="AutoShape 10"/>
            <p:cNvSpPr>
              <a:spLocks noChangeArrowheads="1"/>
            </p:cNvSpPr>
            <p:nvPr/>
          </p:nvSpPr>
          <p:spPr bwMode="auto">
            <a:xfrm>
              <a:off x="1010" y="656"/>
              <a:ext cx="380" cy="110"/>
            </a:xfrm>
            <a:prstGeom prst="rightArrow">
              <a:avLst>
                <a:gd name="adj1" fmla="val 50000"/>
                <a:gd name="adj2" fmla="val 86364"/>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525323" name="Group 11"/>
          <p:cNvGrpSpPr>
            <a:grpSpLocks/>
          </p:cNvGrpSpPr>
          <p:nvPr/>
        </p:nvGrpSpPr>
        <p:grpSpPr bwMode="auto">
          <a:xfrm>
            <a:off x="12700" y="5986463"/>
            <a:ext cx="2165350" cy="519112"/>
            <a:chOff x="8" y="3771"/>
            <a:chExt cx="1364" cy="327"/>
          </a:xfrm>
        </p:grpSpPr>
        <p:sp>
          <p:nvSpPr>
            <p:cNvPr id="134154" name="Text Box 12"/>
            <p:cNvSpPr txBox="1">
              <a:spLocks noChangeArrowheads="1"/>
            </p:cNvSpPr>
            <p:nvPr/>
          </p:nvSpPr>
          <p:spPr bwMode="auto">
            <a:xfrm>
              <a:off x="8" y="3771"/>
              <a:ext cx="101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rPr>
                <a:t>最大地址</a:t>
              </a:r>
            </a:p>
          </p:txBody>
        </p:sp>
        <p:sp>
          <p:nvSpPr>
            <p:cNvPr id="134155" name="AutoShape 13"/>
            <p:cNvSpPr>
              <a:spLocks noChangeArrowheads="1"/>
            </p:cNvSpPr>
            <p:nvPr/>
          </p:nvSpPr>
          <p:spPr bwMode="auto">
            <a:xfrm>
              <a:off x="992" y="3899"/>
              <a:ext cx="380" cy="110"/>
            </a:xfrm>
            <a:prstGeom prst="rightArrow">
              <a:avLst>
                <a:gd name="adj1" fmla="val 50000"/>
                <a:gd name="adj2" fmla="val 86364"/>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53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5319"/>
                                        </p:tgtEl>
                                        <p:attrNameLst>
                                          <p:attrName>style.visibility</p:attrName>
                                        </p:attrNameLst>
                                      </p:cBhvr>
                                      <p:to>
                                        <p:strVal val="visible"/>
                                      </p:to>
                                    </p:set>
                                  </p:childTnLst>
                                </p:cTn>
                              </p:par>
                            </p:childTnLst>
                          </p:cTn>
                        </p:par>
                        <p:par>
                          <p:cTn id="9" fill="hold" nodeType="afterGroup">
                            <p:stCondLst>
                              <p:cond delay="0"/>
                            </p:stCondLst>
                            <p:childTnLst>
                              <p:par>
                                <p:cTn id="10" presetID="35" presetClass="emph" presetSubtype="0" repeatCount="3000" fill="hold" grpId="1" nodeType="afterEffect">
                                  <p:stCondLst>
                                    <p:cond delay="500"/>
                                  </p:stCondLst>
                                  <p:childTnLst>
                                    <p:anim calcmode="discrete" valueType="str">
                                      <p:cBhvr>
                                        <p:cTn id="11" dur="1000" fill="hold"/>
                                        <p:tgtEl>
                                          <p:spTgt spid="525318"/>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500"/>
                                  </p:stCondLst>
                                  <p:childTnLst>
                                    <p:anim calcmode="discrete" valueType="str">
                                      <p:cBhvr>
                                        <p:cTn id="13" dur="1000" fill="hold"/>
                                        <p:tgtEl>
                                          <p:spTgt spid="525319"/>
                                        </p:tgtEl>
                                        <p:attrNameLst>
                                          <p:attrName>style.visibility</p:attrName>
                                        </p:attrNameLst>
                                      </p:cBhvr>
                                      <p:tavLst>
                                        <p:tav tm="0">
                                          <p:val>
                                            <p:strVal val="hidden"/>
                                          </p:val>
                                        </p:tav>
                                        <p:tav tm="50000">
                                          <p:val>
                                            <p:strVal val="visible"/>
                                          </p:val>
                                        </p:tav>
                                      </p:tavLst>
                                    </p:anim>
                                  </p:childTnLst>
                                </p:cTn>
                              </p:par>
                            </p:childTnLst>
                          </p:cTn>
                        </p:par>
                        <p:par>
                          <p:cTn id="14" fill="hold" nodeType="afterGroup">
                            <p:stCondLst>
                              <p:cond delay="3500"/>
                            </p:stCondLst>
                            <p:childTnLst>
                              <p:par>
                                <p:cTn id="15" presetID="1" presetClass="exit" presetSubtype="0" fill="hold" grpId="2" nodeType="afterEffect">
                                  <p:stCondLst>
                                    <p:cond delay="500"/>
                                  </p:stCondLst>
                                  <p:childTnLst>
                                    <p:set>
                                      <p:cBhvr>
                                        <p:cTn id="16" dur="1" fill="hold">
                                          <p:stCondLst>
                                            <p:cond delay="0"/>
                                          </p:stCondLst>
                                        </p:cTn>
                                        <p:tgtEl>
                                          <p:spTgt spid="525318"/>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25320"/>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5253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5318" grpId="0" animBg="1"/>
      <p:bldP spid="525318" grpId="1" animBg="1"/>
      <p:bldP spid="525318" grpId="2" animBg="1"/>
      <p:bldP spid="525319" grpId="0" animBg="1"/>
      <p:bldP spid="525319" grpId="1"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2"/>
          <p:cNvSpPr>
            <a:spLocks noGrp="1" noChangeArrowheads="1"/>
          </p:cNvSpPr>
          <p:nvPr>
            <p:ph type="body" idx="1"/>
          </p:nvPr>
        </p:nvSpPr>
        <p:spPr>
          <a:xfrm>
            <a:off x="611188" y="1916113"/>
            <a:ext cx="7993062" cy="4321175"/>
          </a:xfrm>
        </p:spPr>
        <p:txBody>
          <a:bodyPr/>
          <a:lstStyle/>
          <a:p>
            <a:pPr marL="533400" indent="-533400" algn="just" eaLnBrk="1" hangingPunct="1"/>
            <a:r>
              <a:rPr lang="zh-CN" altLang="en-US" sz="2800" smtClean="0"/>
              <a:t>一个 </a:t>
            </a:r>
            <a:r>
              <a:rPr lang="en-US" altLang="zh-CN" sz="2800" smtClean="0"/>
              <a:t>CIDR </a:t>
            </a:r>
            <a:r>
              <a:rPr lang="zh-CN" altLang="en-US" sz="2800" smtClean="0"/>
              <a:t>地址块可以表示很多地址，这种地址的聚合常称为</a:t>
            </a:r>
            <a:r>
              <a:rPr lang="zh-CN" altLang="en-US" sz="2800" smtClean="0">
                <a:solidFill>
                  <a:schemeClr val="hlink"/>
                </a:solidFill>
              </a:rPr>
              <a:t>路由聚合</a:t>
            </a:r>
            <a:r>
              <a:rPr lang="zh-CN" altLang="en-US" sz="2800" smtClean="0"/>
              <a:t>，它使得路由表中的一个项目可以表示很多个（例如上千个）原来传统分类地址的路由。</a:t>
            </a:r>
          </a:p>
          <a:p>
            <a:pPr marL="533400" indent="-533400" algn="just" eaLnBrk="1" hangingPunct="1"/>
            <a:r>
              <a:rPr lang="zh-CN" altLang="en-US" sz="2800" smtClean="0"/>
              <a:t>路由聚合也称为</a:t>
            </a:r>
            <a:r>
              <a:rPr lang="zh-CN" altLang="en-US" sz="2800" smtClean="0">
                <a:solidFill>
                  <a:schemeClr val="hlink"/>
                </a:solidFill>
              </a:rPr>
              <a:t>构成超网</a:t>
            </a:r>
            <a:r>
              <a:rPr lang="en-US" altLang="zh-CN" sz="2800" smtClean="0"/>
              <a:t>(supernetting)</a:t>
            </a:r>
            <a:r>
              <a:rPr lang="zh-CN" altLang="en-US" sz="2800" smtClean="0"/>
              <a:t>。</a:t>
            </a:r>
          </a:p>
          <a:p>
            <a:pPr marL="533400" indent="-533400" algn="just" eaLnBrk="1" hangingPunct="1"/>
            <a:r>
              <a:rPr lang="zh-CN" altLang="en-US" sz="2800" smtClean="0"/>
              <a:t>对于</a:t>
            </a:r>
            <a:r>
              <a:rPr lang="zh-CN" altLang="en-US" sz="1400" smtClean="0"/>
              <a:t> </a:t>
            </a:r>
            <a:r>
              <a:rPr lang="en-US" altLang="zh-CN" sz="2800" smtClean="0"/>
              <a:t>/20</a:t>
            </a:r>
            <a:r>
              <a:rPr lang="en-US" altLang="zh-CN" sz="700" smtClean="0"/>
              <a:t>  </a:t>
            </a:r>
            <a:r>
              <a:rPr lang="zh-CN" altLang="en-US" sz="2800" smtClean="0"/>
              <a:t>地址块，它的掩码是</a:t>
            </a:r>
            <a:r>
              <a:rPr lang="zh-CN" altLang="en-US" sz="1400" smtClean="0"/>
              <a:t> </a:t>
            </a:r>
            <a:r>
              <a:rPr lang="en-US" altLang="zh-CN" sz="2800" smtClean="0"/>
              <a:t>20</a:t>
            </a:r>
            <a:r>
              <a:rPr lang="en-US" altLang="zh-CN" sz="900" smtClean="0"/>
              <a:t> </a:t>
            </a:r>
            <a:r>
              <a:rPr lang="zh-CN" altLang="en-US" sz="2800" smtClean="0"/>
              <a:t>个连续的 </a:t>
            </a:r>
            <a:r>
              <a:rPr lang="en-US" altLang="zh-CN" sz="2800" smtClean="0"/>
              <a:t>1</a:t>
            </a:r>
            <a:r>
              <a:rPr lang="zh-CN" altLang="en-US" sz="2800" smtClean="0"/>
              <a:t>。 斜线记法中的数字就是掩码中</a:t>
            </a:r>
            <a:r>
              <a:rPr lang="en-US" altLang="zh-CN" sz="2800" smtClean="0"/>
              <a:t>1</a:t>
            </a:r>
            <a:r>
              <a:rPr lang="zh-CN" altLang="en-US" sz="2800" smtClean="0"/>
              <a:t>的个数。    </a:t>
            </a:r>
          </a:p>
        </p:txBody>
      </p:sp>
      <p:sp>
        <p:nvSpPr>
          <p:cNvPr id="135171" name="Rectangle 3"/>
          <p:cNvSpPr>
            <a:spLocks noGrp="1" noChangeArrowheads="1"/>
          </p:cNvSpPr>
          <p:nvPr>
            <p:ph type="title"/>
          </p:nvPr>
        </p:nvSpPr>
        <p:spPr>
          <a:xfrm>
            <a:off x="919163" y="214313"/>
            <a:ext cx="8116887" cy="1462087"/>
          </a:xfrm>
        </p:spPr>
        <p:txBody>
          <a:bodyPr/>
          <a:lstStyle/>
          <a:p>
            <a:pPr algn="ctr" eaLnBrk="1" hangingPunct="1"/>
            <a:r>
              <a:rPr lang="zh-CN" altLang="en-US" smtClean="0"/>
              <a:t>路由聚合</a:t>
            </a:r>
            <a:r>
              <a:rPr lang="en-US" altLang="zh-CN" smtClean="0"/>
              <a:t>(route aggregation)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6338">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633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8" grpId="0" build="p"/>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CIDR </a:t>
            </a:r>
            <a:r>
              <a:rPr lang="zh-CN" altLang="en-US" smtClean="0"/>
              <a:t>记法的其他形式 </a:t>
            </a:r>
          </a:p>
        </p:txBody>
      </p:sp>
      <p:sp>
        <p:nvSpPr>
          <p:cNvPr id="527363" name="Rectangle 3"/>
          <p:cNvSpPr>
            <a:spLocks noGrp="1" noChangeArrowheads="1"/>
          </p:cNvSpPr>
          <p:nvPr>
            <p:ph type="body" idx="1"/>
          </p:nvPr>
        </p:nvSpPr>
        <p:spPr>
          <a:xfrm>
            <a:off x="1042988" y="1916113"/>
            <a:ext cx="7561262" cy="4114800"/>
          </a:xfrm>
        </p:spPr>
        <p:txBody>
          <a:bodyPr/>
          <a:lstStyle/>
          <a:p>
            <a:pPr algn="just" eaLnBrk="1" hangingPunct="1"/>
            <a:r>
              <a:rPr lang="en-US" altLang="zh-CN" sz="2800" smtClean="0"/>
              <a:t>10.0.0.0/10 </a:t>
            </a:r>
            <a:r>
              <a:rPr lang="zh-CN" altLang="en-US" sz="2800" smtClean="0"/>
              <a:t>可简写为 </a:t>
            </a:r>
            <a:r>
              <a:rPr lang="en-US" altLang="zh-CN" sz="2800" smtClean="0"/>
              <a:t>10/10</a:t>
            </a:r>
            <a:r>
              <a:rPr lang="zh-CN" altLang="en-US" sz="2800" smtClean="0"/>
              <a:t>，也就是把点分十进制中低位连续的 </a:t>
            </a:r>
            <a:r>
              <a:rPr lang="en-US" altLang="zh-CN" sz="2800" smtClean="0"/>
              <a:t>0 </a:t>
            </a:r>
            <a:r>
              <a:rPr lang="zh-CN" altLang="en-US" sz="2800" smtClean="0"/>
              <a:t>省略。</a:t>
            </a:r>
          </a:p>
          <a:p>
            <a:pPr algn="just" eaLnBrk="1" hangingPunct="1"/>
            <a:r>
              <a:rPr lang="en-US" altLang="zh-CN" sz="2800" smtClean="0"/>
              <a:t>10.0.0.0/10 </a:t>
            </a:r>
            <a:r>
              <a:rPr lang="zh-CN" altLang="en-US" sz="2800" smtClean="0"/>
              <a:t>隐含地指出 </a:t>
            </a:r>
            <a:r>
              <a:rPr lang="en-US" altLang="zh-CN" sz="2800" smtClean="0"/>
              <a:t>IP </a:t>
            </a:r>
            <a:r>
              <a:rPr lang="zh-CN" altLang="en-US" sz="2800" smtClean="0"/>
              <a:t>地址 </a:t>
            </a:r>
            <a:r>
              <a:rPr lang="en-US" altLang="zh-CN" sz="2800" smtClean="0"/>
              <a:t>10.0.0.0 </a:t>
            </a:r>
            <a:r>
              <a:rPr lang="zh-CN" altLang="en-US" sz="2800" smtClean="0"/>
              <a:t>的</a:t>
            </a:r>
            <a:r>
              <a:rPr lang="zh-CN" altLang="en-US" sz="2800" smtClean="0">
                <a:solidFill>
                  <a:schemeClr val="hlink"/>
                </a:solidFill>
              </a:rPr>
              <a:t>掩码</a:t>
            </a:r>
            <a:r>
              <a:rPr lang="zh-CN" altLang="en-US" sz="2800" smtClean="0"/>
              <a:t>是 </a:t>
            </a:r>
            <a:r>
              <a:rPr lang="en-US" altLang="zh-CN" sz="2800" smtClean="0"/>
              <a:t>255.192.0.0</a:t>
            </a:r>
            <a:r>
              <a:rPr lang="zh-CN" altLang="en-US" sz="2800" smtClean="0"/>
              <a:t>。此掩码可表示为</a:t>
            </a:r>
          </a:p>
          <a:p>
            <a:pPr algn="just" eaLnBrk="1" hangingPunct="1">
              <a:buFont typeface="Wingdings" pitchFamily="2" charset="2"/>
              <a:buNone/>
            </a:pPr>
            <a:r>
              <a:rPr lang="zh-CN" altLang="en-US" sz="2800" smtClean="0"/>
              <a:t>    </a:t>
            </a:r>
            <a:r>
              <a:rPr lang="en-US" altLang="zh-CN" sz="2800" smtClean="0"/>
              <a:t>11111111 11000000 00000000 00000000</a:t>
            </a:r>
          </a:p>
        </p:txBody>
      </p:sp>
      <p:grpSp>
        <p:nvGrpSpPr>
          <p:cNvPr id="527364" name="Group 4"/>
          <p:cNvGrpSpPr>
            <a:grpSpLocks/>
          </p:cNvGrpSpPr>
          <p:nvPr/>
        </p:nvGrpSpPr>
        <p:grpSpPr bwMode="auto">
          <a:xfrm>
            <a:off x="1547813" y="4221163"/>
            <a:ext cx="6624637" cy="720725"/>
            <a:chOff x="975" y="2659"/>
            <a:chExt cx="4173" cy="454"/>
          </a:xfrm>
        </p:grpSpPr>
        <p:sp>
          <p:nvSpPr>
            <p:cNvPr id="136202" name="AutoShape 5"/>
            <p:cNvSpPr>
              <a:spLocks/>
            </p:cNvSpPr>
            <p:nvPr/>
          </p:nvSpPr>
          <p:spPr bwMode="auto">
            <a:xfrm rot="-5400000">
              <a:off x="1384" y="2250"/>
              <a:ext cx="136" cy="953"/>
            </a:xfrm>
            <a:prstGeom prst="leftBrace">
              <a:avLst>
                <a:gd name="adj1" fmla="val 58395"/>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6203" name="AutoShape 6"/>
            <p:cNvSpPr>
              <a:spLocks/>
            </p:cNvSpPr>
            <p:nvPr/>
          </p:nvSpPr>
          <p:spPr bwMode="auto">
            <a:xfrm rot="-5400000">
              <a:off x="2457" y="2250"/>
              <a:ext cx="136" cy="953"/>
            </a:xfrm>
            <a:prstGeom prst="leftBrace">
              <a:avLst>
                <a:gd name="adj1" fmla="val 58395"/>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6204" name="AutoShape 7"/>
            <p:cNvSpPr>
              <a:spLocks/>
            </p:cNvSpPr>
            <p:nvPr/>
          </p:nvSpPr>
          <p:spPr bwMode="auto">
            <a:xfrm rot="-5400000">
              <a:off x="3530" y="2250"/>
              <a:ext cx="136" cy="953"/>
            </a:xfrm>
            <a:prstGeom prst="leftBrace">
              <a:avLst>
                <a:gd name="adj1" fmla="val 58395"/>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6205" name="AutoShape 8"/>
            <p:cNvSpPr>
              <a:spLocks/>
            </p:cNvSpPr>
            <p:nvPr/>
          </p:nvSpPr>
          <p:spPr bwMode="auto">
            <a:xfrm rot="-5400000">
              <a:off x="4604" y="2250"/>
              <a:ext cx="136" cy="953"/>
            </a:xfrm>
            <a:prstGeom prst="leftBrace">
              <a:avLst>
                <a:gd name="adj1" fmla="val 58395"/>
                <a:gd name="adj2" fmla="val 50000"/>
              </a:avLst>
            </a:prstGeom>
            <a:noFill/>
            <a:ln w="2857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6206" name="Text Box 9"/>
            <p:cNvSpPr txBox="1">
              <a:spLocks noChangeArrowheads="1"/>
            </p:cNvSpPr>
            <p:nvPr/>
          </p:nvSpPr>
          <p:spPr bwMode="auto">
            <a:xfrm>
              <a:off x="1202" y="2786"/>
              <a:ext cx="49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ea typeface="宋体" pitchFamily="2" charset="-122"/>
                </a:rPr>
                <a:t>255</a:t>
              </a:r>
            </a:p>
          </p:txBody>
        </p:sp>
        <p:sp>
          <p:nvSpPr>
            <p:cNvPr id="136207" name="Text Box 10"/>
            <p:cNvSpPr txBox="1">
              <a:spLocks noChangeArrowheads="1"/>
            </p:cNvSpPr>
            <p:nvPr/>
          </p:nvSpPr>
          <p:spPr bwMode="auto">
            <a:xfrm>
              <a:off x="2298" y="2786"/>
              <a:ext cx="49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ea typeface="宋体" pitchFamily="2" charset="-122"/>
                </a:rPr>
                <a:t>192</a:t>
              </a:r>
            </a:p>
          </p:txBody>
        </p:sp>
        <p:sp>
          <p:nvSpPr>
            <p:cNvPr id="136208" name="Text Box 11"/>
            <p:cNvSpPr txBox="1">
              <a:spLocks noChangeArrowheads="1"/>
            </p:cNvSpPr>
            <p:nvPr/>
          </p:nvSpPr>
          <p:spPr bwMode="auto">
            <a:xfrm>
              <a:off x="3470" y="2786"/>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ea typeface="宋体" pitchFamily="2" charset="-122"/>
                </a:rPr>
                <a:t>0</a:t>
              </a:r>
            </a:p>
          </p:txBody>
        </p:sp>
        <p:sp>
          <p:nvSpPr>
            <p:cNvPr id="136209" name="Text Box 12"/>
            <p:cNvSpPr txBox="1">
              <a:spLocks noChangeArrowheads="1"/>
            </p:cNvSpPr>
            <p:nvPr/>
          </p:nvSpPr>
          <p:spPr bwMode="auto">
            <a:xfrm>
              <a:off x="4558" y="2786"/>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ea typeface="宋体" pitchFamily="2" charset="-122"/>
                </a:rPr>
                <a:t>0</a:t>
              </a:r>
            </a:p>
          </p:txBody>
        </p:sp>
      </p:grpSp>
      <p:grpSp>
        <p:nvGrpSpPr>
          <p:cNvPr id="527373" name="Group 13"/>
          <p:cNvGrpSpPr>
            <a:grpSpLocks/>
          </p:cNvGrpSpPr>
          <p:nvPr/>
        </p:nvGrpSpPr>
        <p:grpSpPr bwMode="auto">
          <a:xfrm>
            <a:off x="1384300" y="3303588"/>
            <a:ext cx="3957638" cy="2251075"/>
            <a:chOff x="872" y="2081"/>
            <a:chExt cx="2493" cy="1418"/>
          </a:xfrm>
        </p:grpSpPr>
        <p:grpSp>
          <p:nvGrpSpPr>
            <p:cNvPr id="136198" name="Group 14"/>
            <p:cNvGrpSpPr>
              <a:grpSpLocks/>
            </p:cNvGrpSpPr>
            <p:nvPr/>
          </p:nvGrpSpPr>
          <p:grpSpPr bwMode="auto">
            <a:xfrm>
              <a:off x="930" y="2081"/>
              <a:ext cx="1360" cy="623"/>
              <a:chOff x="930" y="2081"/>
              <a:chExt cx="1360" cy="623"/>
            </a:xfrm>
          </p:grpSpPr>
          <p:sp>
            <p:nvSpPr>
              <p:cNvPr id="136200" name="Rectangle 15"/>
              <p:cNvSpPr>
                <a:spLocks noChangeArrowheads="1"/>
              </p:cNvSpPr>
              <p:nvPr/>
            </p:nvSpPr>
            <p:spPr bwMode="auto">
              <a:xfrm>
                <a:off x="930" y="2387"/>
                <a:ext cx="1360" cy="317"/>
              </a:xfrm>
              <a:prstGeom prst="rect">
                <a:avLst/>
              </a:prstGeom>
              <a:noFill/>
              <a:ln w="381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6201" name="Line 16"/>
              <p:cNvSpPr>
                <a:spLocks noChangeShapeType="1"/>
              </p:cNvSpPr>
              <p:nvPr/>
            </p:nvSpPr>
            <p:spPr bwMode="auto">
              <a:xfrm>
                <a:off x="1791" y="2081"/>
                <a:ext cx="272" cy="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36199" name="Text Box 17"/>
            <p:cNvSpPr txBox="1">
              <a:spLocks noChangeArrowheads="1"/>
            </p:cNvSpPr>
            <p:nvPr/>
          </p:nvSpPr>
          <p:spPr bwMode="auto">
            <a:xfrm>
              <a:off x="872" y="3148"/>
              <a:ext cx="2493" cy="351"/>
            </a:xfrm>
            <a:prstGeom prst="rect">
              <a:avLst/>
            </a:prstGeom>
            <a:solidFill>
              <a:srgbClr val="FFFF99"/>
            </a:solidFill>
            <a:ln w="38100">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掩码中有 </a:t>
              </a:r>
              <a:r>
                <a:rPr lang="en-US" altLang="zh-CN">
                  <a:solidFill>
                    <a:srgbClr val="333399"/>
                  </a:solidFill>
                  <a:latin typeface="Arial" pitchFamily="34" charset="0"/>
                </a:rPr>
                <a:t>10 </a:t>
              </a:r>
              <a:r>
                <a:rPr lang="zh-CN" altLang="en-US">
                  <a:solidFill>
                    <a:srgbClr val="333399"/>
                  </a:solidFill>
                  <a:latin typeface="Arial" pitchFamily="34" charset="0"/>
                </a:rPr>
                <a:t>个连续的 </a:t>
              </a:r>
              <a:r>
                <a:rPr lang="en-US" altLang="zh-CN">
                  <a:solidFill>
                    <a:srgbClr val="333399"/>
                  </a:solidFill>
                  <a:latin typeface="Arial" pitchFamily="34" charset="0"/>
                </a:rPr>
                <a:t>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7363">
                                            <p:txEl>
                                              <p:pRg st="1" end="1"/>
                                            </p:txEl>
                                          </p:spTgt>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527363">
                                            <p:txEl>
                                              <p:pRg st="2" end="2"/>
                                            </p:txEl>
                                          </p:spTgt>
                                        </p:tgtEl>
                                        <p:attrNameLst>
                                          <p:attrName>style.visibility</p:attrName>
                                        </p:attrNameLst>
                                      </p:cBhvr>
                                      <p:to>
                                        <p:strVal val="visible"/>
                                      </p:to>
                                    </p:set>
                                  </p:childTnLst>
                                </p:cTn>
                              </p:par>
                            </p:childTnLst>
                          </p:cTn>
                        </p:par>
                        <p:par>
                          <p:cTn id="10" fill="hold" nodeType="afterGroup">
                            <p:stCondLst>
                              <p:cond delay="0"/>
                            </p:stCondLst>
                            <p:childTnLst>
                              <p:par>
                                <p:cTn id="11" presetID="1" presetClass="entr" presetSubtype="0" fill="hold" nodeType="afterEffect">
                                  <p:stCondLst>
                                    <p:cond delay="0"/>
                                  </p:stCondLst>
                                  <p:childTnLst>
                                    <p:set>
                                      <p:cBhvr>
                                        <p:cTn id="12" dur="1" fill="hold">
                                          <p:stCondLst>
                                            <p:cond delay="0"/>
                                          </p:stCondLst>
                                        </p:cTn>
                                        <p:tgtEl>
                                          <p:spTgt spid="527364"/>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repeatCount="3000" fill="hold" nodeType="clickEffect">
                                  <p:stCondLst>
                                    <p:cond delay="0"/>
                                  </p:stCondLst>
                                  <p:childTnLst>
                                    <p:set>
                                      <p:cBhvr>
                                        <p:cTn id="16" dur="1" fill="hold">
                                          <p:stCondLst>
                                            <p:cond delay="0"/>
                                          </p:stCondLst>
                                        </p:cTn>
                                        <p:tgtEl>
                                          <p:spTgt spid="527373"/>
                                        </p:tgtEl>
                                        <p:attrNameLst>
                                          <p:attrName>style.visibility</p:attrName>
                                        </p:attrNameLst>
                                      </p:cBhvr>
                                      <p:to>
                                        <p:strVal val="visible"/>
                                      </p:to>
                                    </p:set>
                                  </p:childTnLst>
                                </p:cTn>
                              </p:par>
                            </p:childTnLst>
                          </p:cTn>
                        </p:par>
                        <p:par>
                          <p:cTn id="17" fill="hold" nodeType="afterGroup">
                            <p:stCondLst>
                              <p:cond delay="0"/>
                            </p:stCondLst>
                            <p:childTnLst>
                              <p:par>
                                <p:cTn id="18" presetID="35" presetClass="emph" presetSubtype="0" repeatCount="3000" fill="hold" nodeType="afterEffect">
                                  <p:stCondLst>
                                    <p:cond delay="500"/>
                                  </p:stCondLst>
                                  <p:childTnLst>
                                    <p:anim calcmode="discrete" valueType="str">
                                      <p:cBhvr>
                                        <p:cTn id="19" dur="1000" fill="hold"/>
                                        <p:tgtEl>
                                          <p:spTgt spid="5273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CIDR </a:t>
            </a:r>
            <a:r>
              <a:rPr lang="zh-CN" altLang="en-US" smtClean="0"/>
              <a:t>记法的其他形式 </a:t>
            </a:r>
          </a:p>
        </p:txBody>
      </p:sp>
      <p:sp>
        <p:nvSpPr>
          <p:cNvPr id="528387" name="Rectangle 3"/>
          <p:cNvSpPr>
            <a:spLocks noGrp="1" noChangeArrowheads="1"/>
          </p:cNvSpPr>
          <p:nvPr>
            <p:ph type="body" idx="1"/>
          </p:nvPr>
        </p:nvSpPr>
        <p:spPr>
          <a:xfrm>
            <a:off x="1042988" y="1906588"/>
            <a:ext cx="7772400" cy="4114800"/>
          </a:xfrm>
        </p:spPr>
        <p:txBody>
          <a:bodyPr/>
          <a:lstStyle/>
          <a:p>
            <a:pPr algn="just" eaLnBrk="1" hangingPunct="1"/>
            <a:r>
              <a:rPr lang="en-US" altLang="zh-CN" sz="2800" smtClean="0"/>
              <a:t>10.0.0.0/10 </a:t>
            </a:r>
            <a:r>
              <a:rPr lang="zh-CN" altLang="en-US" sz="2800" smtClean="0"/>
              <a:t>可简写为 </a:t>
            </a:r>
            <a:r>
              <a:rPr lang="en-US" altLang="zh-CN" sz="2800" smtClean="0"/>
              <a:t>10/10</a:t>
            </a:r>
            <a:r>
              <a:rPr lang="zh-CN" altLang="en-US" sz="2800" smtClean="0"/>
              <a:t>，也就是将点分十进制中低位连续的 </a:t>
            </a:r>
            <a:r>
              <a:rPr lang="en-US" altLang="zh-CN" sz="2800" smtClean="0"/>
              <a:t>0 </a:t>
            </a:r>
            <a:r>
              <a:rPr lang="zh-CN" altLang="en-US" sz="2800" smtClean="0"/>
              <a:t>省略。</a:t>
            </a:r>
          </a:p>
          <a:p>
            <a:pPr algn="just" eaLnBrk="1" hangingPunct="1"/>
            <a:r>
              <a:rPr lang="en-US" altLang="zh-CN" sz="2800" smtClean="0"/>
              <a:t>10.0.0.0/10 </a:t>
            </a:r>
            <a:r>
              <a:rPr lang="zh-CN" altLang="en-US" sz="2800" smtClean="0"/>
              <a:t>相当于指出 </a:t>
            </a:r>
            <a:r>
              <a:rPr lang="en-US" altLang="zh-CN" sz="2800" smtClean="0"/>
              <a:t>IP </a:t>
            </a:r>
            <a:r>
              <a:rPr lang="zh-CN" altLang="en-US" sz="2800" smtClean="0"/>
              <a:t>地址 </a:t>
            </a:r>
            <a:r>
              <a:rPr lang="en-US" altLang="zh-CN" sz="2800" smtClean="0"/>
              <a:t>10.0.0.0 </a:t>
            </a:r>
            <a:r>
              <a:rPr lang="zh-CN" altLang="en-US" sz="2800" smtClean="0"/>
              <a:t>的掩码是 </a:t>
            </a:r>
            <a:r>
              <a:rPr lang="en-US" altLang="zh-CN" sz="2800" smtClean="0"/>
              <a:t>255.192.0.0</a:t>
            </a:r>
            <a:r>
              <a:rPr lang="zh-CN" altLang="en-US" sz="2800" smtClean="0"/>
              <a:t>，即</a:t>
            </a:r>
          </a:p>
          <a:p>
            <a:pPr algn="just" eaLnBrk="1" hangingPunct="1">
              <a:buFont typeface="Wingdings" pitchFamily="2" charset="2"/>
              <a:buNone/>
            </a:pPr>
            <a:r>
              <a:rPr lang="zh-CN" altLang="en-US" sz="2800" smtClean="0"/>
              <a:t>   </a:t>
            </a:r>
            <a:r>
              <a:rPr lang="en-US" altLang="zh-CN" sz="2800" smtClean="0"/>
              <a:t>11111111 11000000 00000000 00000000</a:t>
            </a:r>
          </a:p>
          <a:p>
            <a:pPr eaLnBrk="1" hangingPunct="1"/>
            <a:r>
              <a:rPr lang="zh-CN" altLang="en-US" sz="2800" smtClean="0"/>
              <a:t>网络前缀的后面加一个星号 * 的表示方法</a:t>
            </a:r>
          </a:p>
          <a:p>
            <a:pPr eaLnBrk="1" hangingPunct="1">
              <a:buFont typeface="Wingdings" pitchFamily="2" charset="2"/>
              <a:buNone/>
            </a:pPr>
            <a:r>
              <a:rPr lang="zh-CN" altLang="en-US" sz="2800" smtClean="0"/>
              <a:t>    如 </a:t>
            </a:r>
            <a:r>
              <a:rPr lang="en-US" altLang="zh-CN" sz="2800" smtClean="0"/>
              <a:t>00001010 00*</a:t>
            </a:r>
            <a:r>
              <a:rPr lang="zh-CN" altLang="en-US" sz="2800" smtClean="0"/>
              <a:t>，在星号 * 之前是网络前缀，而星号 * 表示 </a:t>
            </a:r>
            <a:r>
              <a:rPr lang="en-US" altLang="zh-CN" sz="2800" smtClean="0"/>
              <a:t>IP </a:t>
            </a:r>
            <a:r>
              <a:rPr lang="zh-CN" altLang="en-US" sz="2800" smtClean="0"/>
              <a:t>地址中的主机号，可以是任意值。</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8387">
                                            <p:txEl>
                                              <p:pRg st="1" end="1"/>
                                            </p:txEl>
                                          </p:spTgt>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528387">
                                            <p:txEl>
                                              <p:pRg st="2" end="2"/>
                                            </p:txEl>
                                          </p:spTgt>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nodeType="clickEffect">
                                  <p:stCondLst>
                                    <p:cond delay="0"/>
                                  </p:stCondLst>
                                  <p:childTnLst>
                                    <p:set>
                                      <p:cBhvr>
                                        <p:cTn id="13" dur="1" fill="hold">
                                          <p:stCondLst>
                                            <p:cond delay="0"/>
                                          </p:stCondLst>
                                        </p:cTn>
                                        <p:tgtEl>
                                          <p:spTgt spid="528387">
                                            <p:txEl>
                                              <p:pRg st="4" end="4"/>
                                            </p:txEl>
                                          </p:spTgt>
                                        </p:tgtEl>
                                        <p:attrNameLst>
                                          <p:attrName>style.visibility</p:attrName>
                                        </p:attrNameLst>
                                      </p:cBhvr>
                                      <p:to>
                                        <p:strVal val="visible"/>
                                      </p:to>
                                    </p:set>
                                  </p:childTnLst>
                                </p:cTn>
                              </p:par>
                            </p:childTnLst>
                          </p:cTn>
                        </p:par>
                        <p:par>
                          <p:cTn id="14" fill="hold" nodeType="afterGroup">
                            <p:stCondLst>
                              <p:cond delay="0"/>
                            </p:stCondLst>
                            <p:childTnLst>
                              <p:par>
                                <p:cTn id="15" presetID="1" presetClass="entr" presetSubtype="0" fill="hold" nodeType="afterEffect">
                                  <p:stCondLst>
                                    <p:cond delay="0"/>
                                  </p:stCondLst>
                                  <p:childTnLst>
                                    <p:set>
                                      <p:cBhvr>
                                        <p:cTn id="16" dur="1" fill="hold">
                                          <p:stCondLst>
                                            <p:cond delay="0"/>
                                          </p:stCondLst>
                                        </p:cTn>
                                        <p:tgtEl>
                                          <p:spTgt spid="52838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构成超网 </a:t>
            </a:r>
            <a:r>
              <a:rPr lang="en-US" altLang="zh-CN" sz="2800" smtClean="0"/>
              <a:t>P137</a:t>
            </a:r>
          </a:p>
        </p:txBody>
      </p:sp>
      <p:sp>
        <p:nvSpPr>
          <p:cNvPr id="529411" name="Rectangle 3"/>
          <p:cNvSpPr>
            <a:spLocks noGrp="1" noChangeArrowheads="1"/>
          </p:cNvSpPr>
          <p:nvPr>
            <p:ph type="body" idx="1"/>
          </p:nvPr>
        </p:nvSpPr>
        <p:spPr>
          <a:xfrm>
            <a:off x="1042988" y="1906588"/>
            <a:ext cx="7772400" cy="4475162"/>
          </a:xfrm>
        </p:spPr>
        <p:txBody>
          <a:bodyPr/>
          <a:lstStyle/>
          <a:p>
            <a:pPr algn="just" eaLnBrk="1" hangingPunct="1"/>
            <a:r>
              <a:rPr lang="zh-CN" altLang="en-US" smtClean="0"/>
              <a:t>前缀长度不超过 </a:t>
            </a:r>
            <a:r>
              <a:rPr lang="en-US" altLang="zh-CN" smtClean="0"/>
              <a:t>23 </a:t>
            </a:r>
            <a:r>
              <a:rPr lang="zh-CN" altLang="en-US" smtClean="0"/>
              <a:t>位的 </a:t>
            </a:r>
            <a:r>
              <a:rPr lang="en-US" altLang="zh-CN" smtClean="0"/>
              <a:t>CIDR </a:t>
            </a:r>
            <a:r>
              <a:rPr lang="zh-CN" altLang="en-US" smtClean="0"/>
              <a:t>地址块都包含了多个 </a:t>
            </a:r>
            <a:r>
              <a:rPr lang="en-US" altLang="zh-CN" smtClean="0"/>
              <a:t>C </a:t>
            </a:r>
            <a:r>
              <a:rPr lang="zh-CN" altLang="en-US" smtClean="0"/>
              <a:t>类地址。</a:t>
            </a:r>
          </a:p>
          <a:p>
            <a:pPr algn="just" eaLnBrk="1" hangingPunct="1"/>
            <a:r>
              <a:rPr lang="zh-CN" altLang="en-US" smtClean="0"/>
              <a:t>这些 </a:t>
            </a:r>
            <a:r>
              <a:rPr lang="en-US" altLang="zh-CN" smtClean="0"/>
              <a:t>C </a:t>
            </a:r>
            <a:r>
              <a:rPr lang="zh-CN" altLang="en-US" smtClean="0"/>
              <a:t>类地址合起来就构成了超网。</a:t>
            </a:r>
          </a:p>
          <a:p>
            <a:pPr algn="just" eaLnBrk="1" hangingPunct="1"/>
            <a:r>
              <a:rPr lang="en-US" altLang="zh-CN" smtClean="0"/>
              <a:t>CIDR </a:t>
            </a:r>
            <a:r>
              <a:rPr lang="zh-CN" altLang="en-US" smtClean="0"/>
              <a:t>地址块中的地址数一定是 </a:t>
            </a:r>
            <a:r>
              <a:rPr lang="en-US" altLang="zh-CN" smtClean="0"/>
              <a:t>2 </a:t>
            </a:r>
            <a:r>
              <a:rPr lang="zh-CN" altLang="en-US" smtClean="0"/>
              <a:t>的整数次幂。</a:t>
            </a:r>
          </a:p>
          <a:p>
            <a:pPr algn="just" eaLnBrk="1" hangingPunct="1"/>
            <a:r>
              <a:rPr lang="zh-CN" altLang="en-US" smtClean="0"/>
              <a:t>网络前缀越短，其地址块所包含的地址数就越多。而在三级结构的</a:t>
            </a:r>
            <a:r>
              <a:rPr lang="en-US" altLang="zh-CN" smtClean="0"/>
              <a:t>IP</a:t>
            </a:r>
            <a:r>
              <a:rPr lang="zh-CN" altLang="en-US" smtClean="0"/>
              <a:t>地址中，划分子网是使网络前缀变长。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94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94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2941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9266" name="Rectangle 2"/>
          <p:cNvSpPr>
            <a:spLocks noGrp="1" noChangeArrowheads="1"/>
          </p:cNvSpPr>
          <p:nvPr>
            <p:ph type="title"/>
          </p:nvPr>
        </p:nvSpPr>
        <p:spPr>
          <a:xfrm>
            <a:off x="611188" y="44450"/>
            <a:ext cx="7793037" cy="695325"/>
          </a:xfrm>
        </p:spPr>
        <p:txBody>
          <a:bodyPr/>
          <a:lstStyle/>
          <a:p>
            <a:pPr algn="ctr" eaLnBrk="1" hangingPunct="1"/>
            <a:r>
              <a:rPr lang="en-US" altLang="zh-CN" sz="3600" smtClean="0"/>
              <a:t>CIDR </a:t>
            </a:r>
            <a:r>
              <a:rPr lang="zh-CN" altLang="en-US" sz="3600" smtClean="0"/>
              <a:t>地址块划分举例 </a:t>
            </a:r>
          </a:p>
        </p:txBody>
      </p:sp>
      <p:sp>
        <p:nvSpPr>
          <p:cNvPr id="139267" name="Rectangle 3"/>
          <p:cNvSpPr>
            <a:spLocks noChangeArrowheads="1"/>
          </p:cNvSpPr>
          <p:nvPr/>
        </p:nvSpPr>
        <p:spPr bwMode="auto">
          <a:xfrm>
            <a:off x="966788" y="4238625"/>
            <a:ext cx="6946900" cy="2390775"/>
          </a:xfrm>
          <a:prstGeom prst="rect">
            <a:avLst/>
          </a:prstGeom>
          <a:solidFill>
            <a:srgbClr val="CCECFF"/>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a:p>
        </p:txBody>
      </p:sp>
      <p:grpSp>
        <p:nvGrpSpPr>
          <p:cNvPr id="139268" name="Group 4"/>
          <p:cNvGrpSpPr>
            <a:grpSpLocks/>
          </p:cNvGrpSpPr>
          <p:nvPr/>
        </p:nvGrpSpPr>
        <p:grpSpPr bwMode="auto">
          <a:xfrm>
            <a:off x="158750" y="1104900"/>
            <a:ext cx="1511300" cy="738188"/>
            <a:chOff x="2592" y="1200"/>
            <a:chExt cx="2400" cy="1584"/>
          </a:xfrm>
        </p:grpSpPr>
        <p:grpSp>
          <p:nvGrpSpPr>
            <p:cNvPr id="139307" name="Group 5"/>
            <p:cNvGrpSpPr>
              <a:grpSpLocks/>
            </p:cNvGrpSpPr>
            <p:nvPr/>
          </p:nvGrpSpPr>
          <p:grpSpPr bwMode="auto">
            <a:xfrm>
              <a:off x="2606" y="1231"/>
              <a:ext cx="2386" cy="1553"/>
              <a:chOff x="3134" y="1375"/>
              <a:chExt cx="2386" cy="1553"/>
            </a:xfrm>
          </p:grpSpPr>
          <p:sp>
            <p:nvSpPr>
              <p:cNvPr id="139317" name="Oval 6"/>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8" name="Oval 7"/>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9" name="Oval 8"/>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20" name="Oval 9"/>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21" name="Oval 10"/>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22" name="Oval 11"/>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23" name="Oval 12"/>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24" name="Oval 13"/>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25" name="Oval 14"/>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39308" name="Oval 15"/>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09" name="Oval 16"/>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0" name="Oval 17"/>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1" name="Oval 18"/>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2" name="Oval 19"/>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3" name="Oval 20"/>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4" name="Oval 21"/>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5" name="Oval 22"/>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9316" name="Oval 23"/>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39269" name="Text Box 24"/>
          <p:cNvSpPr txBox="1">
            <a:spLocks noChangeArrowheads="1"/>
          </p:cNvSpPr>
          <p:nvPr/>
        </p:nvSpPr>
        <p:spPr bwMode="auto">
          <a:xfrm>
            <a:off x="395288" y="121285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000066"/>
                </a:solidFill>
                <a:latin typeface="Times New Roman" pitchFamily="18" charset="0"/>
              </a:rPr>
              <a:t>因特网</a:t>
            </a:r>
          </a:p>
        </p:txBody>
      </p:sp>
      <p:sp>
        <p:nvSpPr>
          <p:cNvPr id="139270" name="Oval 25"/>
          <p:cNvSpPr>
            <a:spLocks noChangeArrowheads="1"/>
          </p:cNvSpPr>
          <p:nvPr/>
        </p:nvSpPr>
        <p:spPr bwMode="auto">
          <a:xfrm>
            <a:off x="3576638" y="957263"/>
            <a:ext cx="2625725" cy="958850"/>
          </a:xfrm>
          <a:prstGeom prst="ellipse">
            <a:avLst/>
          </a:prstGeom>
          <a:solidFill>
            <a:srgbClr val="3399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39271" name="Oval 26"/>
          <p:cNvSpPr>
            <a:spLocks noChangeArrowheads="1"/>
          </p:cNvSpPr>
          <p:nvPr/>
        </p:nvSpPr>
        <p:spPr bwMode="auto">
          <a:xfrm>
            <a:off x="4133850" y="1104900"/>
            <a:ext cx="1671638" cy="665163"/>
          </a:xfrm>
          <a:prstGeom prst="ellipse">
            <a:avLst/>
          </a:prstGeom>
          <a:solidFill>
            <a:srgbClr val="CCE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39272" name="Text Box 27"/>
          <p:cNvSpPr txBox="1">
            <a:spLocks noChangeArrowheads="1"/>
          </p:cNvSpPr>
          <p:nvPr/>
        </p:nvSpPr>
        <p:spPr bwMode="auto">
          <a:xfrm>
            <a:off x="4219575" y="1252538"/>
            <a:ext cx="1447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206.0.68.0/22</a:t>
            </a:r>
          </a:p>
        </p:txBody>
      </p:sp>
      <p:sp>
        <p:nvSpPr>
          <p:cNvPr id="139273" name="Text Box 28"/>
          <p:cNvSpPr txBox="1">
            <a:spLocks noChangeArrowheads="1"/>
          </p:cNvSpPr>
          <p:nvPr/>
        </p:nvSpPr>
        <p:spPr bwMode="auto">
          <a:xfrm>
            <a:off x="1989138" y="1030288"/>
            <a:ext cx="1447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206.0.64.0/18</a:t>
            </a:r>
          </a:p>
        </p:txBody>
      </p:sp>
      <p:sp>
        <p:nvSpPr>
          <p:cNvPr id="139274" name="AutoShape 29"/>
          <p:cNvSpPr>
            <a:spLocks noChangeArrowheads="1"/>
          </p:cNvSpPr>
          <p:nvPr/>
        </p:nvSpPr>
        <p:spPr bwMode="auto">
          <a:xfrm>
            <a:off x="1749425" y="1344613"/>
            <a:ext cx="1749425" cy="220662"/>
          </a:xfrm>
          <a:prstGeom prst="leftArrow">
            <a:avLst>
              <a:gd name="adj1" fmla="val 50000"/>
              <a:gd name="adj2" fmla="val 198202"/>
            </a:avLst>
          </a:prstGeom>
          <a:solidFill>
            <a:schemeClr val="hlink"/>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75" name="Text Box 30"/>
          <p:cNvSpPr txBox="1">
            <a:spLocks noChangeArrowheads="1"/>
          </p:cNvSpPr>
          <p:nvPr/>
        </p:nvSpPr>
        <p:spPr bwMode="auto">
          <a:xfrm>
            <a:off x="3419475" y="739775"/>
            <a:ext cx="658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b="1">
                <a:solidFill>
                  <a:srgbClr val="000066"/>
                </a:solidFill>
                <a:latin typeface="Times New Roman" pitchFamily="18" charset="0"/>
              </a:rPr>
              <a:t>ISP</a:t>
            </a:r>
          </a:p>
        </p:txBody>
      </p:sp>
      <p:sp>
        <p:nvSpPr>
          <p:cNvPr id="139276" name="Text Box 31"/>
          <p:cNvSpPr txBox="1">
            <a:spLocks noChangeArrowheads="1"/>
          </p:cNvSpPr>
          <p:nvPr/>
        </p:nvSpPr>
        <p:spPr bwMode="auto">
          <a:xfrm>
            <a:off x="6361113" y="811213"/>
            <a:ext cx="10906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000066"/>
                </a:solidFill>
                <a:latin typeface="Times New Roman" pitchFamily="18" charset="0"/>
              </a:rPr>
              <a:t>大学 </a:t>
            </a:r>
            <a:r>
              <a:rPr kumimoji="1" lang="en-US" altLang="zh-CN" sz="2400">
                <a:solidFill>
                  <a:srgbClr val="000066"/>
                </a:solidFill>
                <a:latin typeface="Times New Roman" pitchFamily="18" charset="0"/>
              </a:rPr>
              <a:t>X</a:t>
            </a:r>
          </a:p>
        </p:txBody>
      </p:sp>
      <p:sp>
        <p:nvSpPr>
          <p:cNvPr id="139277" name="Line 32"/>
          <p:cNvSpPr>
            <a:spLocks noChangeShapeType="1"/>
          </p:cNvSpPr>
          <p:nvPr/>
        </p:nvSpPr>
        <p:spPr bwMode="auto">
          <a:xfrm flipV="1">
            <a:off x="5724525" y="1104900"/>
            <a:ext cx="636588" cy="220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9278" name="Text Box 33"/>
          <p:cNvSpPr txBox="1">
            <a:spLocks noChangeArrowheads="1"/>
          </p:cNvSpPr>
          <p:nvPr/>
        </p:nvSpPr>
        <p:spPr bwMode="auto">
          <a:xfrm>
            <a:off x="1935163" y="3684588"/>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一系</a:t>
            </a:r>
          </a:p>
        </p:txBody>
      </p:sp>
      <p:sp>
        <p:nvSpPr>
          <p:cNvPr id="139279" name="Text Box 34"/>
          <p:cNvSpPr txBox="1">
            <a:spLocks noChangeArrowheads="1"/>
          </p:cNvSpPr>
          <p:nvPr/>
        </p:nvSpPr>
        <p:spPr bwMode="auto">
          <a:xfrm>
            <a:off x="4643438" y="361315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二系</a:t>
            </a:r>
          </a:p>
        </p:txBody>
      </p:sp>
      <p:sp>
        <p:nvSpPr>
          <p:cNvPr id="139280" name="Text Box 35"/>
          <p:cNvSpPr txBox="1">
            <a:spLocks noChangeArrowheads="1"/>
          </p:cNvSpPr>
          <p:nvPr/>
        </p:nvSpPr>
        <p:spPr bwMode="auto">
          <a:xfrm>
            <a:off x="5724525" y="342900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三系</a:t>
            </a:r>
          </a:p>
        </p:txBody>
      </p:sp>
      <p:sp>
        <p:nvSpPr>
          <p:cNvPr id="139281" name="Text Box 36"/>
          <p:cNvSpPr txBox="1">
            <a:spLocks noChangeArrowheads="1"/>
          </p:cNvSpPr>
          <p:nvPr/>
        </p:nvSpPr>
        <p:spPr bwMode="auto">
          <a:xfrm>
            <a:off x="7885113" y="342900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四系</a:t>
            </a:r>
          </a:p>
        </p:txBody>
      </p:sp>
      <p:sp>
        <p:nvSpPr>
          <p:cNvPr id="139282" name="AutoShape 37"/>
          <p:cNvSpPr>
            <a:spLocks noChangeArrowheads="1"/>
          </p:cNvSpPr>
          <p:nvPr/>
        </p:nvSpPr>
        <p:spPr bwMode="auto">
          <a:xfrm rot="1625099">
            <a:off x="5461000" y="2012950"/>
            <a:ext cx="2503488" cy="173038"/>
          </a:xfrm>
          <a:prstGeom prst="leftArrow">
            <a:avLst>
              <a:gd name="adj1" fmla="val 27083"/>
              <a:gd name="adj2" fmla="val 410994"/>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83" name="Oval 38"/>
          <p:cNvSpPr>
            <a:spLocks noChangeArrowheads="1"/>
          </p:cNvSpPr>
          <p:nvPr/>
        </p:nvSpPr>
        <p:spPr bwMode="auto">
          <a:xfrm>
            <a:off x="7156450" y="2579688"/>
            <a:ext cx="1987550" cy="88741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39284" name="Text Box 39"/>
          <p:cNvSpPr txBox="1">
            <a:spLocks noChangeArrowheads="1"/>
          </p:cNvSpPr>
          <p:nvPr/>
        </p:nvSpPr>
        <p:spPr bwMode="auto">
          <a:xfrm>
            <a:off x="7235825" y="2733675"/>
            <a:ext cx="167481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206.0.71.128/26</a:t>
            </a:r>
          </a:p>
          <a:p>
            <a:pPr eaLnBrk="1" hangingPunct="1"/>
            <a:r>
              <a:rPr kumimoji="1" lang="en-US" altLang="zh-CN" sz="1800">
                <a:solidFill>
                  <a:srgbClr val="000066"/>
                </a:solidFill>
                <a:latin typeface="Times New Roman" pitchFamily="18" charset="0"/>
              </a:rPr>
              <a:t>206.0.71.192/26</a:t>
            </a:r>
          </a:p>
        </p:txBody>
      </p:sp>
      <p:sp>
        <p:nvSpPr>
          <p:cNvPr id="139285" name="AutoShape 40"/>
          <p:cNvSpPr>
            <a:spLocks noChangeArrowheads="1"/>
          </p:cNvSpPr>
          <p:nvPr/>
        </p:nvSpPr>
        <p:spPr bwMode="auto">
          <a:xfrm rot="8870696">
            <a:off x="1797050" y="2108200"/>
            <a:ext cx="2674938"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86" name="Oval 41"/>
          <p:cNvSpPr>
            <a:spLocks noChangeArrowheads="1"/>
          </p:cNvSpPr>
          <p:nvPr/>
        </p:nvSpPr>
        <p:spPr bwMode="auto">
          <a:xfrm>
            <a:off x="0" y="2579688"/>
            <a:ext cx="2384425" cy="14033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39287" name="Text Box 42"/>
          <p:cNvSpPr txBox="1">
            <a:spLocks noChangeArrowheads="1"/>
          </p:cNvSpPr>
          <p:nvPr/>
        </p:nvSpPr>
        <p:spPr bwMode="auto">
          <a:xfrm>
            <a:off x="396875" y="2682875"/>
            <a:ext cx="1676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206.0.68.0/25</a:t>
            </a:r>
          </a:p>
          <a:p>
            <a:pPr eaLnBrk="1" hangingPunct="1"/>
            <a:r>
              <a:rPr kumimoji="1" lang="en-US" altLang="zh-CN" sz="1800">
                <a:solidFill>
                  <a:srgbClr val="000066"/>
                </a:solidFill>
                <a:latin typeface="Times New Roman" pitchFamily="18" charset="0"/>
              </a:rPr>
              <a:t>206.0.68.128/25</a:t>
            </a:r>
          </a:p>
          <a:p>
            <a:pPr eaLnBrk="1" hangingPunct="1"/>
            <a:r>
              <a:rPr kumimoji="1" lang="en-US" altLang="zh-CN" sz="1800">
                <a:solidFill>
                  <a:srgbClr val="000066"/>
                </a:solidFill>
                <a:latin typeface="Times New Roman" pitchFamily="18" charset="0"/>
              </a:rPr>
              <a:t>206.0.69.0/25</a:t>
            </a:r>
          </a:p>
          <a:p>
            <a:pPr eaLnBrk="1" hangingPunct="1"/>
            <a:r>
              <a:rPr kumimoji="1" lang="en-US" altLang="zh-CN" sz="1800">
                <a:solidFill>
                  <a:srgbClr val="000066"/>
                </a:solidFill>
                <a:latin typeface="Times New Roman" pitchFamily="18" charset="0"/>
              </a:rPr>
              <a:t>206.0.69.128/25</a:t>
            </a:r>
          </a:p>
        </p:txBody>
      </p:sp>
      <p:sp>
        <p:nvSpPr>
          <p:cNvPr id="139288" name="AutoShape 43"/>
          <p:cNvSpPr>
            <a:spLocks noChangeArrowheads="1"/>
          </p:cNvSpPr>
          <p:nvPr/>
        </p:nvSpPr>
        <p:spPr bwMode="auto">
          <a:xfrm rot="7490917">
            <a:off x="3182144" y="2329656"/>
            <a:ext cx="2143125" cy="188913"/>
          </a:xfrm>
          <a:prstGeom prst="leftArrow">
            <a:avLst>
              <a:gd name="adj1" fmla="val 27083"/>
              <a:gd name="adj2" fmla="val 32226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89" name="Oval 44"/>
          <p:cNvSpPr>
            <a:spLocks noChangeArrowheads="1"/>
          </p:cNvSpPr>
          <p:nvPr/>
        </p:nvSpPr>
        <p:spPr bwMode="auto">
          <a:xfrm>
            <a:off x="2544763" y="2579688"/>
            <a:ext cx="2384425" cy="14033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39290" name="Text Box 45"/>
          <p:cNvSpPr txBox="1">
            <a:spLocks noChangeArrowheads="1"/>
          </p:cNvSpPr>
          <p:nvPr/>
        </p:nvSpPr>
        <p:spPr bwMode="auto">
          <a:xfrm>
            <a:off x="2941638" y="2682875"/>
            <a:ext cx="1676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206.0.70.0/26</a:t>
            </a:r>
          </a:p>
          <a:p>
            <a:pPr eaLnBrk="1" hangingPunct="1"/>
            <a:r>
              <a:rPr kumimoji="1" lang="en-US" altLang="zh-CN" sz="1800">
                <a:solidFill>
                  <a:srgbClr val="000066"/>
                </a:solidFill>
                <a:latin typeface="Times New Roman" pitchFamily="18" charset="0"/>
              </a:rPr>
              <a:t>206.0.70.64/26</a:t>
            </a:r>
          </a:p>
          <a:p>
            <a:pPr eaLnBrk="1" hangingPunct="1"/>
            <a:r>
              <a:rPr kumimoji="1" lang="en-US" altLang="zh-CN" sz="1800">
                <a:solidFill>
                  <a:srgbClr val="000066"/>
                </a:solidFill>
                <a:latin typeface="Times New Roman" pitchFamily="18" charset="0"/>
              </a:rPr>
              <a:t>206.0.70.128/26</a:t>
            </a:r>
          </a:p>
          <a:p>
            <a:pPr eaLnBrk="1" hangingPunct="1"/>
            <a:r>
              <a:rPr kumimoji="1" lang="en-US" altLang="zh-CN" sz="1800">
                <a:solidFill>
                  <a:srgbClr val="000066"/>
                </a:solidFill>
                <a:latin typeface="Times New Roman" pitchFamily="18" charset="0"/>
              </a:rPr>
              <a:t>206.0.70.192/26</a:t>
            </a:r>
          </a:p>
        </p:txBody>
      </p:sp>
      <p:sp>
        <p:nvSpPr>
          <p:cNvPr id="139291" name="Rectangle 46"/>
          <p:cNvSpPr>
            <a:spLocks noChangeArrowheads="1"/>
          </p:cNvSpPr>
          <p:nvPr/>
        </p:nvSpPr>
        <p:spPr bwMode="auto">
          <a:xfrm>
            <a:off x="3498850" y="2293938"/>
            <a:ext cx="1350963" cy="19526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92" name="Text Box 47"/>
          <p:cNvSpPr txBox="1">
            <a:spLocks noChangeArrowheads="1"/>
          </p:cNvSpPr>
          <p:nvPr/>
        </p:nvSpPr>
        <p:spPr bwMode="auto">
          <a:xfrm>
            <a:off x="3419475" y="2181225"/>
            <a:ext cx="1447800" cy="3667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206.0.70.0/24</a:t>
            </a:r>
          </a:p>
        </p:txBody>
      </p:sp>
      <p:sp>
        <p:nvSpPr>
          <p:cNvPr id="139293" name="AutoShape 48"/>
          <p:cNvSpPr>
            <a:spLocks noChangeArrowheads="1"/>
          </p:cNvSpPr>
          <p:nvPr/>
        </p:nvSpPr>
        <p:spPr bwMode="auto">
          <a:xfrm rot="14362323" flipH="1">
            <a:off x="4687887" y="2378076"/>
            <a:ext cx="2144713" cy="188912"/>
          </a:xfrm>
          <a:prstGeom prst="leftArrow">
            <a:avLst>
              <a:gd name="adj1" fmla="val 27083"/>
              <a:gd name="adj2" fmla="val 322509"/>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94" name="Rectangle 49"/>
          <p:cNvSpPr>
            <a:spLocks noChangeArrowheads="1"/>
          </p:cNvSpPr>
          <p:nvPr/>
        </p:nvSpPr>
        <p:spPr bwMode="auto">
          <a:xfrm>
            <a:off x="5168900" y="2312988"/>
            <a:ext cx="1341438" cy="184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95" name="Text Box 50"/>
          <p:cNvSpPr txBox="1">
            <a:spLocks noChangeArrowheads="1"/>
          </p:cNvSpPr>
          <p:nvPr/>
        </p:nvSpPr>
        <p:spPr bwMode="auto">
          <a:xfrm>
            <a:off x="5087938" y="2195513"/>
            <a:ext cx="1447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206.0.71.0/25</a:t>
            </a:r>
          </a:p>
        </p:txBody>
      </p:sp>
      <p:sp>
        <p:nvSpPr>
          <p:cNvPr id="139296" name="Oval 51"/>
          <p:cNvSpPr>
            <a:spLocks noChangeArrowheads="1"/>
          </p:cNvSpPr>
          <p:nvPr/>
        </p:nvSpPr>
        <p:spPr bwMode="auto">
          <a:xfrm>
            <a:off x="5010150" y="2579688"/>
            <a:ext cx="1987550" cy="88741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39297" name="Text Box 52"/>
          <p:cNvSpPr txBox="1">
            <a:spLocks noChangeArrowheads="1"/>
          </p:cNvSpPr>
          <p:nvPr/>
        </p:nvSpPr>
        <p:spPr bwMode="auto">
          <a:xfrm>
            <a:off x="5168900" y="2733675"/>
            <a:ext cx="15621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206.0.71.0/26</a:t>
            </a:r>
          </a:p>
          <a:p>
            <a:pPr eaLnBrk="1" hangingPunct="1"/>
            <a:r>
              <a:rPr kumimoji="1" lang="en-US" altLang="zh-CN" sz="1800">
                <a:solidFill>
                  <a:srgbClr val="000066"/>
                </a:solidFill>
                <a:latin typeface="Times New Roman" pitchFamily="18" charset="0"/>
              </a:rPr>
              <a:t>206.0.71.64/26</a:t>
            </a:r>
          </a:p>
        </p:txBody>
      </p:sp>
      <p:sp>
        <p:nvSpPr>
          <p:cNvPr id="139298" name="Rectangle 53"/>
          <p:cNvSpPr>
            <a:spLocks noChangeArrowheads="1"/>
          </p:cNvSpPr>
          <p:nvPr/>
        </p:nvSpPr>
        <p:spPr bwMode="auto">
          <a:xfrm>
            <a:off x="7156450" y="2286000"/>
            <a:ext cx="1581150" cy="2111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299" name="Text Box 54"/>
          <p:cNvSpPr txBox="1">
            <a:spLocks noChangeArrowheads="1"/>
          </p:cNvSpPr>
          <p:nvPr/>
        </p:nvSpPr>
        <p:spPr bwMode="auto">
          <a:xfrm>
            <a:off x="7075488" y="2149475"/>
            <a:ext cx="16764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206.0.71.128/25</a:t>
            </a:r>
          </a:p>
        </p:txBody>
      </p:sp>
      <p:sp>
        <p:nvSpPr>
          <p:cNvPr id="139300" name="Rectangle 55"/>
          <p:cNvSpPr>
            <a:spLocks noChangeArrowheads="1"/>
          </p:cNvSpPr>
          <p:nvPr/>
        </p:nvSpPr>
        <p:spPr bwMode="auto">
          <a:xfrm>
            <a:off x="1828800" y="2286000"/>
            <a:ext cx="1341438" cy="2111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9301" name="Text Box 56"/>
          <p:cNvSpPr txBox="1">
            <a:spLocks noChangeArrowheads="1"/>
          </p:cNvSpPr>
          <p:nvPr/>
        </p:nvSpPr>
        <p:spPr bwMode="auto">
          <a:xfrm>
            <a:off x="1747838" y="2181225"/>
            <a:ext cx="1447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206.0.68.0/23</a:t>
            </a:r>
          </a:p>
        </p:txBody>
      </p:sp>
      <p:sp>
        <p:nvSpPr>
          <p:cNvPr id="139302" name="Text Box 57"/>
          <p:cNvSpPr txBox="1">
            <a:spLocks noChangeArrowheads="1"/>
          </p:cNvSpPr>
          <p:nvPr/>
        </p:nvSpPr>
        <p:spPr bwMode="auto">
          <a:xfrm>
            <a:off x="920750" y="4221163"/>
            <a:ext cx="7189788" cy="2471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145000"/>
              </a:lnSpc>
            </a:pPr>
            <a:r>
              <a:rPr kumimoji="1" lang="en-US" altLang="zh-CN" sz="1800">
                <a:solidFill>
                  <a:srgbClr val="000066"/>
                </a:solidFill>
                <a:latin typeface="Times New Roman" pitchFamily="18" charset="0"/>
              </a:rPr>
              <a:t> </a:t>
            </a:r>
            <a:r>
              <a:rPr kumimoji="1" lang="zh-CN" altLang="en-US" sz="1800">
                <a:solidFill>
                  <a:srgbClr val="000066"/>
                </a:solidFill>
                <a:latin typeface="Times New Roman" pitchFamily="18" charset="0"/>
              </a:rPr>
              <a:t>单位        地址块                             二进制表示                         地址数</a:t>
            </a:r>
          </a:p>
          <a:p>
            <a:pPr eaLnBrk="1" hangingPunct="1">
              <a:lnSpc>
                <a:spcPct val="120000"/>
              </a:lnSpc>
            </a:pPr>
            <a:r>
              <a:rPr kumimoji="1" lang="zh-CN" altLang="en-US" sz="1800">
                <a:solidFill>
                  <a:srgbClr val="000066"/>
                </a:solidFill>
                <a:latin typeface="Times New Roman" pitchFamily="18" charset="0"/>
              </a:rPr>
              <a:t>   </a:t>
            </a:r>
            <a:r>
              <a:rPr kumimoji="1" lang="en-US" altLang="zh-CN" sz="1800">
                <a:solidFill>
                  <a:srgbClr val="000066"/>
                </a:solidFill>
                <a:latin typeface="Times New Roman" pitchFamily="18" charset="0"/>
              </a:rPr>
              <a:t>ISP    206.0.64.0/18        11001110.00000000.01*                     16384</a:t>
            </a:r>
          </a:p>
          <a:p>
            <a:pPr eaLnBrk="1" hangingPunct="1">
              <a:lnSpc>
                <a:spcPct val="120000"/>
              </a:lnSpc>
            </a:pPr>
            <a:r>
              <a:rPr kumimoji="1" lang="en-US" altLang="zh-CN" sz="1800">
                <a:solidFill>
                  <a:srgbClr val="000066"/>
                </a:solidFill>
                <a:latin typeface="Times New Roman" pitchFamily="18" charset="0"/>
              </a:rPr>
              <a:t> </a:t>
            </a:r>
            <a:r>
              <a:rPr kumimoji="1" lang="zh-CN" altLang="en-US" sz="1800">
                <a:solidFill>
                  <a:srgbClr val="000066"/>
                </a:solidFill>
                <a:latin typeface="Times New Roman" pitchFamily="18" charset="0"/>
              </a:rPr>
              <a:t>大学    </a:t>
            </a:r>
            <a:r>
              <a:rPr kumimoji="1" lang="en-US" altLang="zh-CN" sz="1800">
                <a:solidFill>
                  <a:srgbClr val="000066"/>
                </a:solidFill>
                <a:latin typeface="Times New Roman" pitchFamily="18" charset="0"/>
              </a:rPr>
              <a:t>206.0.68.0/22        11001110.00000000.010001*               1024</a:t>
            </a:r>
          </a:p>
          <a:p>
            <a:pPr eaLnBrk="1" hangingPunct="1">
              <a:lnSpc>
                <a:spcPct val="120000"/>
              </a:lnSpc>
            </a:pPr>
            <a:r>
              <a:rPr kumimoji="1" lang="en-US" altLang="zh-CN" sz="1800">
                <a:solidFill>
                  <a:srgbClr val="000066"/>
                </a:solidFill>
                <a:latin typeface="Times New Roman" pitchFamily="18" charset="0"/>
              </a:rPr>
              <a:t> </a:t>
            </a:r>
            <a:r>
              <a:rPr kumimoji="1" lang="zh-CN" altLang="en-US" sz="1800">
                <a:solidFill>
                  <a:srgbClr val="000066"/>
                </a:solidFill>
                <a:latin typeface="Times New Roman" pitchFamily="18" charset="0"/>
              </a:rPr>
              <a:t>一系    </a:t>
            </a:r>
            <a:r>
              <a:rPr kumimoji="1" lang="en-US" altLang="zh-CN" sz="1800">
                <a:solidFill>
                  <a:srgbClr val="000066"/>
                </a:solidFill>
                <a:latin typeface="Times New Roman" pitchFamily="18" charset="0"/>
              </a:rPr>
              <a:t>206.0.68.0/23        11001110.00000000.0100010*               512</a:t>
            </a:r>
          </a:p>
          <a:p>
            <a:pPr eaLnBrk="1" hangingPunct="1">
              <a:lnSpc>
                <a:spcPct val="120000"/>
              </a:lnSpc>
            </a:pPr>
            <a:r>
              <a:rPr kumimoji="1" lang="en-US" altLang="zh-CN" sz="1800">
                <a:solidFill>
                  <a:srgbClr val="000066"/>
                </a:solidFill>
                <a:latin typeface="Times New Roman" pitchFamily="18" charset="0"/>
              </a:rPr>
              <a:t> </a:t>
            </a:r>
            <a:r>
              <a:rPr kumimoji="1" lang="zh-CN" altLang="en-US" sz="1800">
                <a:solidFill>
                  <a:srgbClr val="000066"/>
                </a:solidFill>
                <a:latin typeface="Times New Roman" pitchFamily="18" charset="0"/>
              </a:rPr>
              <a:t>二系    </a:t>
            </a:r>
            <a:r>
              <a:rPr kumimoji="1" lang="en-US" altLang="zh-CN" sz="1800">
                <a:solidFill>
                  <a:srgbClr val="000066"/>
                </a:solidFill>
                <a:latin typeface="Times New Roman" pitchFamily="18" charset="0"/>
              </a:rPr>
              <a:t>206.0.70.0/24        11001110.00000000.01000110.*            256</a:t>
            </a:r>
          </a:p>
          <a:p>
            <a:pPr eaLnBrk="1" hangingPunct="1">
              <a:lnSpc>
                <a:spcPct val="120000"/>
              </a:lnSpc>
            </a:pPr>
            <a:r>
              <a:rPr kumimoji="1" lang="en-US" altLang="zh-CN" sz="1800">
                <a:solidFill>
                  <a:srgbClr val="000066"/>
                </a:solidFill>
                <a:latin typeface="Times New Roman" pitchFamily="18" charset="0"/>
              </a:rPr>
              <a:t> </a:t>
            </a:r>
            <a:r>
              <a:rPr kumimoji="1" lang="zh-CN" altLang="en-US" sz="1800">
                <a:solidFill>
                  <a:srgbClr val="000066"/>
                </a:solidFill>
                <a:latin typeface="Times New Roman" pitchFamily="18" charset="0"/>
              </a:rPr>
              <a:t>三系    </a:t>
            </a:r>
            <a:r>
              <a:rPr kumimoji="1" lang="en-US" altLang="zh-CN" sz="1800">
                <a:solidFill>
                  <a:srgbClr val="000066"/>
                </a:solidFill>
                <a:latin typeface="Times New Roman" pitchFamily="18" charset="0"/>
              </a:rPr>
              <a:t>206.0.71.0/25        11001110.00000000.01000111.0*          128</a:t>
            </a:r>
          </a:p>
          <a:p>
            <a:pPr eaLnBrk="1" hangingPunct="1">
              <a:lnSpc>
                <a:spcPct val="120000"/>
              </a:lnSpc>
              <a:spcAft>
                <a:spcPct val="25000"/>
              </a:spcAft>
            </a:pPr>
            <a:r>
              <a:rPr kumimoji="1" lang="en-US" altLang="zh-CN" sz="1800">
                <a:solidFill>
                  <a:srgbClr val="000066"/>
                </a:solidFill>
                <a:latin typeface="Times New Roman" pitchFamily="18" charset="0"/>
              </a:rPr>
              <a:t> </a:t>
            </a:r>
            <a:r>
              <a:rPr kumimoji="1" lang="zh-CN" altLang="en-US" sz="1800">
                <a:solidFill>
                  <a:srgbClr val="000066"/>
                </a:solidFill>
                <a:latin typeface="Times New Roman" pitchFamily="18" charset="0"/>
              </a:rPr>
              <a:t>四系    </a:t>
            </a:r>
            <a:r>
              <a:rPr kumimoji="1" lang="en-US" altLang="zh-CN" sz="1800">
                <a:solidFill>
                  <a:srgbClr val="000066"/>
                </a:solidFill>
                <a:latin typeface="Times New Roman" pitchFamily="18" charset="0"/>
              </a:rPr>
              <a:t>206.0.71.128/25    11001110.00000000.01000111.1*          128</a:t>
            </a:r>
          </a:p>
        </p:txBody>
      </p:sp>
      <p:sp>
        <p:nvSpPr>
          <p:cNvPr id="139303" name="Line 58"/>
          <p:cNvSpPr>
            <a:spLocks noChangeShapeType="1"/>
          </p:cNvSpPr>
          <p:nvPr/>
        </p:nvSpPr>
        <p:spPr bwMode="auto">
          <a:xfrm>
            <a:off x="957263" y="4635500"/>
            <a:ext cx="69770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9304" name="Line 59"/>
          <p:cNvSpPr>
            <a:spLocks noChangeShapeType="1"/>
          </p:cNvSpPr>
          <p:nvPr/>
        </p:nvSpPr>
        <p:spPr bwMode="auto">
          <a:xfrm flipH="1">
            <a:off x="1670050" y="4225925"/>
            <a:ext cx="1588" cy="24034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9305" name="Line 60"/>
          <p:cNvSpPr>
            <a:spLocks noChangeShapeType="1"/>
          </p:cNvSpPr>
          <p:nvPr/>
        </p:nvSpPr>
        <p:spPr bwMode="auto">
          <a:xfrm flipH="1">
            <a:off x="3348038" y="4238625"/>
            <a:ext cx="3175" cy="24034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9306" name="Line 61"/>
          <p:cNvSpPr>
            <a:spLocks noChangeShapeType="1"/>
          </p:cNvSpPr>
          <p:nvPr/>
        </p:nvSpPr>
        <p:spPr bwMode="auto">
          <a:xfrm flipH="1">
            <a:off x="6732588" y="4238625"/>
            <a:ext cx="3175" cy="24034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p:cNvSpPr>
            <a:spLocks noGrp="1" noChangeArrowheads="1"/>
          </p:cNvSpPr>
          <p:nvPr>
            <p:ph type="title"/>
          </p:nvPr>
        </p:nvSpPr>
        <p:spPr>
          <a:xfrm>
            <a:off x="611188" y="44450"/>
            <a:ext cx="7793037" cy="695325"/>
          </a:xfrm>
        </p:spPr>
        <p:txBody>
          <a:bodyPr/>
          <a:lstStyle/>
          <a:p>
            <a:pPr algn="ctr" eaLnBrk="1" hangingPunct="1"/>
            <a:r>
              <a:rPr lang="en-US" altLang="zh-CN" sz="3600" smtClean="0"/>
              <a:t>CIDR </a:t>
            </a:r>
            <a:r>
              <a:rPr lang="zh-CN" altLang="en-US" sz="3600" smtClean="0"/>
              <a:t>地址块划分举例 </a:t>
            </a:r>
          </a:p>
        </p:txBody>
      </p:sp>
      <p:grpSp>
        <p:nvGrpSpPr>
          <p:cNvPr id="140291" name="Group 3"/>
          <p:cNvGrpSpPr>
            <a:grpSpLocks/>
          </p:cNvGrpSpPr>
          <p:nvPr/>
        </p:nvGrpSpPr>
        <p:grpSpPr bwMode="auto">
          <a:xfrm>
            <a:off x="158750" y="1104900"/>
            <a:ext cx="1511300" cy="738188"/>
            <a:chOff x="2592" y="1200"/>
            <a:chExt cx="2400" cy="1584"/>
          </a:xfrm>
        </p:grpSpPr>
        <p:grpSp>
          <p:nvGrpSpPr>
            <p:cNvPr id="140327" name="Group 4"/>
            <p:cNvGrpSpPr>
              <a:grpSpLocks/>
            </p:cNvGrpSpPr>
            <p:nvPr/>
          </p:nvGrpSpPr>
          <p:grpSpPr bwMode="auto">
            <a:xfrm>
              <a:off x="2606" y="1231"/>
              <a:ext cx="2386" cy="1553"/>
              <a:chOff x="3134" y="1375"/>
              <a:chExt cx="2386" cy="1553"/>
            </a:xfrm>
          </p:grpSpPr>
          <p:sp>
            <p:nvSpPr>
              <p:cNvPr id="140337" name="Oval 5"/>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8" name="Oval 6"/>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9" name="Oval 7"/>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40" name="Oval 8"/>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41" name="Oval 9"/>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42" name="Oval 10"/>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43" name="Oval 11"/>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44" name="Oval 12"/>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45" name="Oval 13"/>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40328" name="Oval 14"/>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29" name="Oval 15"/>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0" name="Oval 16"/>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1" name="Oval 17"/>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2" name="Oval 18"/>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3" name="Oval 19"/>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4" name="Oval 20"/>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5" name="Oval 21"/>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0336" name="Oval 22"/>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40292" name="Text Box 23"/>
          <p:cNvSpPr txBox="1">
            <a:spLocks noChangeArrowheads="1"/>
          </p:cNvSpPr>
          <p:nvPr/>
        </p:nvSpPr>
        <p:spPr bwMode="auto">
          <a:xfrm>
            <a:off x="395288" y="1212850"/>
            <a:ext cx="109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000066"/>
                </a:solidFill>
                <a:latin typeface="Times New Roman" pitchFamily="18" charset="0"/>
              </a:rPr>
              <a:t>因特网</a:t>
            </a:r>
          </a:p>
        </p:txBody>
      </p:sp>
      <p:sp>
        <p:nvSpPr>
          <p:cNvPr id="140293" name="Oval 24"/>
          <p:cNvSpPr>
            <a:spLocks noChangeArrowheads="1"/>
          </p:cNvSpPr>
          <p:nvPr/>
        </p:nvSpPr>
        <p:spPr bwMode="auto">
          <a:xfrm>
            <a:off x="3576638" y="957263"/>
            <a:ext cx="2625725" cy="958850"/>
          </a:xfrm>
          <a:prstGeom prst="ellipse">
            <a:avLst/>
          </a:prstGeom>
          <a:solidFill>
            <a:srgbClr val="3399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40294" name="Oval 25"/>
          <p:cNvSpPr>
            <a:spLocks noChangeArrowheads="1"/>
          </p:cNvSpPr>
          <p:nvPr/>
        </p:nvSpPr>
        <p:spPr bwMode="auto">
          <a:xfrm>
            <a:off x="4133850" y="1104900"/>
            <a:ext cx="1671638" cy="665163"/>
          </a:xfrm>
          <a:prstGeom prst="ellipse">
            <a:avLst/>
          </a:prstGeom>
          <a:solidFill>
            <a:srgbClr val="CCE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40295" name="Text Box 26"/>
          <p:cNvSpPr txBox="1">
            <a:spLocks noChangeArrowheads="1"/>
          </p:cNvSpPr>
          <p:nvPr/>
        </p:nvSpPr>
        <p:spPr bwMode="auto">
          <a:xfrm>
            <a:off x="4219575" y="1252538"/>
            <a:ext cx="1447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206.0.68.0/22</a:t>
            </a:r>
          </a:p>
        </p:txBody>
      </p:sp>
      <p:sp>
        <p:nvSpPr>
          <p:cNvPr id="531483" name="Text Box 27"/>
          <p:cNvSpPr txBox="1">
            <a:spLocks noChangeArrowheads="1"/>
          </p:cNvSpPr>
          <p:nvPr/>
        </p:nvSpPr>
        <p:spPr bwMode="auto">
          <a:xfrm>
            <a:off x="1547813" y="955675"/>
            <a:ext cx="20494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206.0.64.0/18</a:t>
            </a:r>
          </a:p>
        </p:txBody>
      </p:sp>
      <p:sp>
        <p:nvSpPr>
          <p:cNvPr id="140297" name="AutoShape 28"/>
          <p:cNvSpPr>
            <a:spLocks noChangeArrowheads="1"/>
          </p:cNvSpPr>
          <p:nvPr/>
        </p:nvSpPr>
        <p:spPr bwMode="auto">
          <a:xfrm>
            <a:off x="1749425" y="1344613"/>
            <a:ext cx="1749425" cy="220662"/>
          </a:xfrm>
          <a:prstGeom prst="leftArrow">
            <a:avLst>
              <a:gd name="adj1" fmla="val 50000"/>
              <a:gd name="adj2" fmla="val 198202"/>
            </a:avLst>
          </a:prstGeom>
          <a:solidFill>
            <a:schemeClr val="hlink"/>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298" name="Text Box 29"/>
          <p:cNvSpPr txBox="1">
            <a:spLocks noChangeArrowheads="1"/>
          </p:cNvSpPr>
          <p:nvPr/>
        </p:nvSpPr>
        <p:spPr bwMode="auto">
          <a:xfrm>
            <a:off x="3419475" y="739775"/>
            <a:ext cx="658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b="1">
                <a:solidFill>
                  <a:srgbClr val="000066"/>
                </a:solidFill>
                <a:latin typeface="Times New Roman" pitchFamily="18" charset="0"/>
              </a:rPr>
              <a:t>ISP</a:t>
            </a:r>
          </a:p>
        </p:txBody>
      </p:sp>
      <p:sp>
        <p:nvSpPr>
          <p:cNvPr id="140299" name="Text Box 30"/>
          <p:cNvSpPr txBox="1">
            <a:spLocks noChangeArrowheads="1"/>
          </p:cNvSpPr>
          <p:nvPr/>
        </p:nvSpPr>
        <p:spPr bwMode="auto">
          <a:xfrm>
            <a:off x="6361113" y="811213"/>
            <a:ext cx="10906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000066"/>
                </a:solidFill>
                <a:latin typeface="Times New Roman" pitchFamily="18" charset="0"/>
              </a:rPr>
              <a:t>大学 </a:t>
            </a:r>
            <a:r>
              <a:rPr kumimoji="1" lang="en-US" altLang="zh-CN" sz="2400">
                <a:solidFill>
                  <a:srgbClr val="000066"/>
                </a:solidFill>
                <a:latin typeface="Times New Roman" pitchFamily="18" charset="0"/>
              </a:rPr>
              <a:t>X</a:t>
            </a:r>
          </a:p>
        </p:txBody>
      </p:sp>
      <p:sp>
        <p:nvSpPr>
          <p:cNvPr id="140300" name="Line 31"/>
          <p:cNvSpPr>
            <a:spLocks noChangeShapeType="1"/>
          </p:cNvSpPr>
          <p:nvPr/>
        </p:nvSpPr>
        <p:spPr bwMode="auto">
          <a:xfrm flipV="1">
            <a:off x="5724525" y="1104900"/>
            <a:ext cx="636588" cy="220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0301" name="Text Box 32"/>
          <p:cNvSpPr txBox="1">
            <a:spLocks noChangeArrowheads="1"/>
          </p:cNvSpPr>
          <p:nvPr/>
        </p:nvSpPr>
        <p:spPr bwMode="auto">
          <a:xfrm>
            <a:off x="1935163" y="3684588"/>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一系</a:t>
            </a:r>
          </a:p>
        </p:txBody>
      </p:sp>
      <p:sp>
        <p:nvSpPr>
          <p:cNvPr id="140302" name="Text Box 33"/>
          <p:cNvSpPr txBox="1">
            <a:spLocks noChangeArrowheads="1"/>
          </p:cNvSpPr>
          <p:nvPr/>
        </p:nvSpPr>
        <p:spPr bwMode="auto">
          <a:xfrm>
            <a:off x="4643438" y="361315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二系</a:t>
            </a:r>
          </a:p>
        </p:txBody>
      </p:sp>
      <p:sp>
        <p:nvSpPr>
          <p:cNvPr id="140303" name="Text Box 34"/>
          <p:cNvSpPr txBox="1">
            <a:spLocks noChangeArrowheads="1"/>
          </p:cNvSpPr>
          <p:nvPr/>
        </p:nvSpPr>
        <p:spPr bwMode="auto">
          <a:xfrm>
            <a:off x="5724525" y="342900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三系</a:t>
            </a:r>
          </a:p>
        </p:txBody>
      </p:sp>
      <p:sp>
        <p:nvSpPr>
          <p:cNvPr id="140304" name="Text Box 35"/>
          <p:cNvSpPr txBox="1">
            <a:spLocks noChangeArrowheads="1"/>
          </p:cNvSpPr>
          <p:nvPr/>
        </p:nvSpPr>
        <p:spPr bwMode="auto">
          <a:xfrm>
            <a:off x="7885113" y="342900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000066"/>
                </a:solidFill>
                <a:latin typeface="Times New Roman" pitchFamily="18" charset="0"/>
              </a:rPr>
              <a:t>四系</a:t>
            </a:r>
          </a:p>
        </p:txBody>
      </p:sp>
      <p:sp>
        <p:nvSpPr>
          <p:cNvPr id="140305" name="AutoShape 36"/>
          <p:cNvSpPr>
            <a:spLocks noChangeArrowheads="1"/>
          </p:cNvSpPr>
          <p:nvPr/>
        </p:nvSpPr>
        <p:spPr bwMode="auto">
          <a:xfrm rot="1625099">
            <a:off x="5461000" y="2012950"/>
            <a:ext cx="2503488" cy="173038"/>
          </a:xfrm>
          <a:prstGeom prst="leftArrow">
            <a:avLst>
              <a:gd name="adj1" fmla="val 27083"/>
              <a:gd name="adj2" fmla="val 410994"/>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06" name="Oval 37"/>
          <p:cNvSpPr>
            <a:spLocks noChangeArrowheads="1"/>
          </p:cNvSpPr>
          <p:nvPr/>
        </p:nvSpPr>
        <p:spPr bwMode="auto">
          <a:xfrm>
            <a:off x="7156450" y="2579688"/>
            <a:ext cx="1987550" cy="88741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40307" name="Text Box 38"/>
          <p:cNvSpPr txBox="1">
            <a:spLocks noChangeArrowheads="1"/>
          </p:cNvSpPr>
          <p:nvPr/>
        </p:nvSpPr>
        <p:spPr bwMode="auto">
          <a:xfrm>
            <a:off x="7235825" y="2733675"/>
            <a:ext cx="167481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206.0.71.128/26</a:t>
            </a:r>
          </a:p>
          <a:p>
            <a:pPr eaLnBrk="1" hangingPunct="1"/>
            <a:r>
              <a:rPr kumimoji="1" lang="en-US" altLang="zh-CN" sz="1800">
                <a:solidFill>
                  <a:srgbClr val="000066"/>
                </a:solidFill>
                <a:latin typeface="Times New Roman" pitchFamily="18" charset="0"/>
              </a:rPr>
              <a:t>206.0.71.192/26</a:t>
            </a:r>
          </a:p>
        </p:txBody>
      </p:sp>
      <p:sp>
        <p:nvSpPr>
          <p:cNvPr id="140308" name="AutoShape 39"/>
          <p:cNvSpPr>
            <a:spLocks noChangeArrowheads="1"/>
          </p:cNvSpPr>
          <p:nvPr/>
        </p:nvSpPr>
        <p:spPr bwMode="auto">
          <a:xfrm rot="8870696">
            <a:off x="1797050" y="2108200"/>
            <a:ext cx="2674938"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09" name="Oval 40"/>
          <p:cNvSpPr>
            <a:spLocks noChangeArrowheads="1"/>
          </p:cNvSpPr>
          <p:nvPr/>
        </p:nvSpPr>
        <p:spPr bwMode="auto">
          <a:xfrm>
            <a:off x="0" y="2579688"/>
            <a:ext cx="2384425" cy="14033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40310" name="Text Box 41"/>
          <p:cNvSpPr txBox="1">
            <a:spLocks noChangeArrowheads="1"/>
          </p:cNvSpPr>
          <p:nvPr/>
        </p:nvSpPr>
        <p:spPr bwMode="auto">
          <a:xfrm>
            <a:off x="396875" y="2682875"/>
            <a:ext cx="1676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206.0.68.0/25</a:t>
            </a:r>
          </a:p>
          <a:p>
            <a:pPr eaLnBrk="1" hangingPunct="1"/>
            <a:r>
              <a:rPr kumimoji="1" lang="en-US" altLang="zh-CN" sz="1800">
                <a:solidFill>
                  <a:srgbClr val="000066"/>
                </a:solidFill>
                <a:latin typeface="Times New Roman" pitchFamily="18" charset="0"/>
              </a:rPr>
              <a:t>206.0.68.128/25</a:t>
            </a:r>
          </a:p>
          <a:p>
            <a:pPr eaLnBrk="1" hangingPunct="1"/>
            <a:r>
              <a:rPr kumimoji="1" lang="en-US" altLang="zh-CN" sz="1800">
                <a:solidFill>
                  <a:srgbClr val="000066"/>
                </a:solidFill>
                <a:latin typeface="Times New Roman" pitchFamily="18" charset="0"/>
              </a:rPr>
              <a:t>206.0.69.0/25</a:t>
            </a:r>
          </a:p>
          <a:p>
            <a:pPr eaLnBrk="1" hangingPunct="1"/>
            <a:r>
              <a:rPr kumimoji="1" lang="en-US" altLang="zh-CN" sz="1800">
                <a:solidFill>
                  <a:srgbClr val="000066"/>
                </a:solidFill>
                <a:latin typeface="Times New Roman" pitchFamily="18" charset="0"/>
              </a:rPr>
              <a:t>206.0.69.128/25</a:t>
            </a:r>
          </a:p>
        </p:txBody>
      </p:sp>
      <p:sp>
        <p:nvSpPr>
          <p:cNvPr id="140311" name="AutoShape 42"/>
          <p:cNvSpPr>
            <a:spLocks noChangeArrowheads="1"/>
          </p:cNvSpPr>
          <p:nvPr/>
        </p:nvSpPr>
        <p:spPr bwMode="auto">
          <a:xfrm rot="7490917">
            <a:off x="3182144" y="2329656"/>
            <a:ext cx="2143125" cy="188913"/>
          </a:xfrm>
          <a:prstGeom prst="leftArrow">
            <a:avLst>
              <a:gd name="adj1" fmla="val 27083"/>
              <a:gd name="adj2" fmla="val 32226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12" name="Oval 43"/>
          <p:cNvSpPr>
            <a:spLocks noChangeArrowheads="1"/>
          </p:cNvSpPr>
          <p:nvPr/>
        </p:nvSpPr>
        <p:spPr bwMode="auto">
          <a:xfrm>
            <a:off x="2544763" y="2579688"/>
            <a:ext cx="2384425" cy="14033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40313" name="Text Box 44"/>
          <p:cNvSpPr txBox="1">
            <a:spLocks noChangeArrowheads="1"/>
          </p:cNvSpPr>
          <p:nvPr/>
        </p:nvSpPr>
        <p:spPr bwMode="auto">
          <a:xfrm>
            <a:off x="2941638" y="2682875"/>
            <a:ext cx="1676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206.0.70.0/26</a:t>
            </a:r>
          </a:p>
          <a:p>
            <a:pPr eaLnBrk="1" hangingPunct="1"/>
            <a:r>
              <a:rPr kumimoji="1" lang="en-US" altLang="zh-CN" sz="1800">
                <a:solidFill>
                  <a:srgbClr val="000066"/>
                </a:solidFill>
                <a:latin typeface="Times New Roman" pitchFamily="18" charset="0"/>
              </a:rPr>
              <a:t>206.0.70.64/26</a:t>
            </a:r>
          </a:p>
          <a:p>
            <a:pPr eaLnBrk="1" hangingPunct="1"/>
            <a:r>
              <a:rPr kumimoji="1" lang="en-US" altLang="zh-CN" sz="1800">
                <a:solidFill>
                  <a:srgbClr val="000066"/>
                </a:solidFill>
                <a:latin typeface="Times New Roman" pitchFamily="18" charset="0"/>
              </a:rPr>
              <a:t>206.0.70.128/26</a:t>
            </a:r>
          </a:p>
          <a:p>
            <a:pPr eaLnBrk="1" hangingPunct="1"/>
            <a:r>
              <a:rPr kumimoji="1" lang="en-US" altLang="zh-CN" sz="1800">
                <a:solidFill>
                  <a:srgbClr val="000066"/>
                </a:solidFill>
                <a:latin typeface="Times New Roman" pitchFamily="18" charset="0"/>
              </a:rPr>
              <a:t>206.0.70.192/26</a:t>
            </a:r>
          </a:p>
        </p:txBody>
      </p:sp>
      <p:sp>
        <p:nvSpPr>
          <p:cNvPr id="140314" name="Rectangle 45"/>
          <p:cNvSpPr>
            <a:spLocks noChangeArrowheads="1"/>
          </p:cNvSpPr>
          <p:nvPr/>
        </p:nvSpPr>
        <p:spPr bwMode="auto">
          <a:xfrm>
            <a:off x="3498850" y="2293938"/>
            <a:ext cx="1350963" cy="19526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15" name="Text Box 46"/>
          <p:cNvSpPr txBox="1">
            <a:spLocks noChangeArrowheads="1"/>
          </p:cNvSpPr>
          <p:nvPr/>
        </p:nvSpPr>
        <p:spPr bwMode="auto">
          <a:xfrm>
            <a:off x="3419475" y="2181225"/>
            <a:ext cx="1447800" cy="3667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206.0.70.0/24</a:t>
            </a:r>
          </a:p>
        </p:txBody>
      </p:sp>
      <p:sp>
        <p:nvSpPr>
          <p:cNvPr id="140316" name="AutoShape 47"/>
          <p:cNvSpPr>
            <a:spLocks noChangeArrowheads="1"/>
          </p:cNvSpPr>
          <p:nvPr/>
        </p:nvSpPr>
        <p:spPr bwMode="auto">
          <a:xfrm rot="14362323" flipH="1">
            <a:off x="4687887" y="2378076"/>
            <a:ext cx="2144713" cy="188912"/>
          </a:xfrm>
          <a:prstGeom prst="leftArrow">
            <a:avLst>
              <a:gd name="adj1" fmla="val 27083"/>
              <a:gd name="adj2" fmla="val 322509"/>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17" name="Rectangle 48"/>
          <p:cNvSpPr>
            <a:spLocks noChangeArrowheads="1"/>
          </p:cNvSpPr>
          <p:nvPr/>
        </p:nvSpPr>
        <p:spPr bwMode="auto">
          <a:xfrm>
            <a:off x="5168900" y="2312988"/>
            <a:ext cx="1341438" cy="184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18" name="Text Box 49"/>
          <p:cNvSpPr txBox="1">
            <a:spLocks noChangeArrowheads="1"/>
          </p:cNvSpPr>
          <p:nvPr/>
        </p:nvSpPr>
        <p:spPr bwMode="auto">
          <a:xfrm>
            <a:off x="5087938" y="2195513"/>
            <a:ext cx="1447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206.0.71.0/25</a:t>
            </a:r>
          </a:p>
        </p:txBody>
      </p:sp>
      <p:sp>
        <p:nvSpPr>
          <p:cNvPr id="140319" name="Oval 50"/>
          <p:cNvSpPr>
            <a:spLocks noChangeArrowheads="1"/>
          </p:cNvSpPr>
          <p:nvPr/>
        </p:nvSpPr>
        <p:spPr bwMode="auto">
          <a:xfrm>
            <a:off x="5010150" y="2579688"/>
            <a:ext cx="1987550" cy="88741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40320" name="Text Box 51"/>
          <p:cNvSpPr txBox="1">
            <a:spLocks noChangeArrowheads="1"/>
          </p:cNvSpPr>
          <p:nvPr/>
        </p:nvSpPr>
        <p:spPr bwMode="auto">
          <a:xfrm>
            <a:off x="5168900" y="2733675"/>
            <a:ext cx="15621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206.0.71.0/26</a:t>
            </a:r>
          </a:p>
          <a:p>
            <a:pPr eaLnBrk="1" hangingPunct="1"/>
            <a:r>
              <a:rPr kumimoji="1" lang="en-US" altLang="zh-CN" sz="1800">
                <a:solidFill>
                  <a:srgbClr val="000066"/>
                </a:solidFill>
                <a:latin typeface="Times New Roman" pitchFamily="18" charset="0"/>
              </a:rPr>
              <a:t>206.0.71.64/26</a:t>
            </a:r>
          </a:p>
        </p:txBody>
      </p:sp>
      <p:sp>
        <p:nvSpPr>
          <p:cNvPr id="140321" name="Rectangle 52"/>
          <p:cNvSpPr>
            <a:spLocks noChangeArrowheads="1"/>
          </p:cNvSpPr>
          <p:nvPr/>
        </p:nvSpPr>
        <p:spPr bwMode="auto">
          <a:xfrm>
            <a:off x="7156450" y="2286000"/>
            <a:ext cx="1581150" cy="2111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22" name="Text Box 53"/>
          <p:cNvSpPr txBox="1">
            <a:spLocks noChangeArrowheads="1"/>
          </p:cNvSpPr>
          <p:nvPr/>
        </p:nvSpPr>
        <p:spPr bwMode="auto">
          <a:xfrm>
            <a:off x="7075488" y="2149475"/>
            <a:ext cx="16764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206.0.71.128/25</a:t>
            </a:r>
          </a:p>
        </p:txBody>
      </p:sp>
      <p:sp>
        <p:nvSpPr>
          <p:cNvPr id="140323" name="Rectangle 54"/>
          <p:cNvSpPr>
            <a:spLocks noChangeArrowheads="1"/>
          </p:cNvSpPr>
          <p:nvPr/>
        </p:nvSpPr>
        <p:spPr bwMode="auto">
          <a:xfrm>
            <a:off x="1828800" y="2286000"/>
            <a:ext cx="1341438" cy="2111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324" name="Text Box 55"/>
          <p:cNvSpPr txBox="1">
            <a:spLocks noChangeArrowheads="1"/>
          </p:cNvSpPr>
          <p:nvPr/>
        </p:nvSpPr>
        <p:spPr bwMode="auto">
          <a:xfrm>
            <a:off x="1747838" y="2181225"/>
            <a:ext cx="1447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1800">
                <a:solidFill>
                  <a:srgbClr val="000066"/>
                </a:solidFill>
                <a:latin typeface="Times New Roman" pitchFamily="18" charset="0"/>
              </a:rPr>
              <a:t>206.0.68.0/23</a:t>
            </a:r>
          </a:p>
        </p:txBody>
      </p:sp>
      <p:sp>
        <p:nvSpPr>
          <p:cNvPr id="140325" name="Rectangle 56"/>
          <p:cNvSpPr>
            <a:spLocks noChangeArrowheads="1"/>
          </p:cNvSpPr>
          <p:nvPr/>
        </p:nvSpPr>
        <p:spPr bwMode="auto">
          <a:xfrm>
            <a:off x="0" y="4149725"/>
            <a:ext cx="9144000" cy="27082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a:ea typeface="宋体" pitchFamily="2" charset="-122"/>
            </a:endParaRPr>
          </a:p>
        </p:txBody>
      </p:sp>
      <p:sp>
        <p:nvSpPr>
          <p:cNvPr id="140326" name="Text Box 57"/>
          <p:cNvSpPr txBox="1">
            <a:spLocks noChangeArrowheads="1"/>
          </p:cNvSpPr>
          <p:nvPr/>
        </p:nvSpPr>
        <p:spPr bwMode="auto">
          <a:xfrm>
            <a:off x="250825" y="4365625"/>
            <a:ext cx="8678863" cy="2227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这个 </a:t>
            </a:r>
            <a:r>
              <a:rPr lang="en-US" altLang="zh-CN">
                <a:solidFill>
                  <a:srgbClr val="333399"/>
                </a:solidFill>
                <a:latin typeface="Arial" pitchFamily="34" charset="0"/>
              </a:rPr>
              <a:t>ISP </a:t>
            </a:r>
            <a:r>
              <a:rPr lang="zh-CN" altLang="en-US">
                <a:solidFill>
                  <a:srgbClr val="333399"/>
                </a:solidFill>
                <a:latin typeface="Arial" pitchFamily="34" charset="0"/>
              </a:rPr>
              <a:t>共有 </a:t>
            </a:r>
            <a:r>
              <a:rPr lang="en-US" altLang="zh-CN">
                <a:solidFill>
                  <a:srgbClr val="333399"/>
                </a:solidFill>
                <a:latin typeface="Arial" pitchFamily="34" charset="0"/>
              </a:rPr>
              <a:t>64 </a:t>
            </a:r>
            <a:r>
              <a:rPr lang="zh-CN" altLang="en-US">
                <a:solidFill>
                  <a:srgbClr val="333399"/>
                </a:solidFill>
                <a:latin typeface="Arial" pitchFamily="34" charset="0"/>
              </a:rPr>
              <a:t>个 </a:t>
            </a:r>
            <a:r>
              <a:rPr lang="en-US" altLang="zh-CN">
                <a:solidFill>
                  <a:srgbClr val="333399"/>
                </a:solidFill>
                <a:latin typeface="Arial" pitchFamily="34" charset="0"/>
              </a:rPr>
              <a:t>C </a:t>
            </a:r>
            <a:r>
              <a:rPr lang="zh-CN" altLang="en-US">
                <a:solidFill>
                  <a:srgbClr val="333399"/>
                </a:solidFill>
                <a:latin typeface="Arial" pitchFamily="34" charset="0"/>
              </a:rPr>
              <a:t>类网络。如果不采用 </a:t>
            </a:r>
            <a:r>
              <a:rPr lang="en-US" altLang="zh-CN">
                <a:solidFill>
                  <a:srgbClr val="333399"/>
                </a:solidFill>
                <a:latin typeface="Arial" pitchFamily="34" charset="0"/>
              </a:rPr>
              <a:t>CIDR </a:t>
            </a:r>
            <a:r>
              <a:rPr lang="zh-CN" altLang="en-US">
                <a:solidFill>
                  <a:srgbClr val="333399"/>
                </a:solidFill>
                <a:latin typeface="Arial" pitchFamily="34" charset="0"/>
              </a:rPr>
              <a:t>技术，则在与该 </a:t>
            </a:r>
            <a:r>
              <a:rPr lang="en-US" altLang="zh-CN">
                <a:solidFill>
                  <a:srgbClr val="333399"/>
                </a:solidFill>
                <a:latin typeface="Arial" pitchFamily="34" charset="0"/>
              </a:rPr>
              <a:t>ISP </a:t>
            </a:r>
            <a:r>
              <a:rPr lang="zh-CN" altLang="en-US">
                <a:solidFill>
                  <a:srgbClr val="333399"/>
                </a:solidFill>
                <a:latin typeface="Arial" pitchFamily="34" charset="0"/>
              </a:rPr>
              <a:t>的路由器交换路由信息的每一个路由器的路由表中，就需要有 </a:t>
            </a:r>
            <a:r>
              <a:rPr lang="en-US" altLang="zh-CN">
                <a:solidFill>
                  <a:srgbClr val="333399"/>
                </a:solidFill>
                <a:latin typeface="Arial" pitchFamily="34" charset="0"/>
              </a:rPr>
              <a:t>64 </a:t>
            </a:r>
            <a:r>
              <a:rPr lang="zh-CN" altLang="en-US">
                <a:solidFill>
                  <a:srgbClr val="333399"/>
                </a:solidFill>
                <a:latin typeface="Arial" pitchFamily="34" charset="0"/>
              </a:rPr>
              <a:t>个项目。但采用地址聚合后，只需用路由聚合后的 </a:t>
            </a:r>
            <a:r>
              <a:rPr lang="en-US" altLang="zh-CN">
                <a:solidFill>
                  <a:srgbClr val="333399"/>
                </a:solidFill>
                <a:latin typeface="Arial" pitchFamily="34" charset="0"/>
              </a:rPr>
              <a:t>1 </a:t>
            </a:r>
            <a:r>
              <a:rPr lang="zh-CN" altLang="en-US">
                <a:solidFill>
                  <a:srgbClr val="333399"/>
                </a:solidFill>
                <a:latin typeface="Arial" pitchFamily="34" charset="0"/>
              </a:rPr>
              <a:t>个项目 </a:t>
            </a:r>
            <a:r>
              <a:rPr lang="en-US" altLang="zh-CN">
                <a:solidFill>
                  <a:srgbClr val="333399"/>
                </a:solidFill>
                <a:latin typeface="Arial" pitchFamily="34" charset="0"/>
              </a:rPr>
              <a:t>206.0.64.0/18 </a:t>
            </a:r>
            <a:r>
              <a:rPr lang="zh-CN" altLang="en-US">
                <a:solidFill>
                  <a:srgbClr val="333399"/>
                </a:solidFill>
                <a:latin typeface="Arial" pitchFamily="34" charset="0"/>
              </a:rPr>
              <a:t>就能找到该 </a:t>
            </a:r>
            <a:r>
              <a:rPr lang="en-US" altLang="zh-CN">
                <a:solidFill>
                  <a:srgbClr val="333399"/>
                </a:solidFill>
                <a:latin typeface="Arial" pitchFamily="34" charset="0"/>
              </a:rPr>
              <a:t>ISP</a:t>
            </a:r>
            <a:r>
              <a:rPr lang="zh-CN" altLang="en-US">
                <a:solidFill>
                  <a:srgbClr val="333399"/>
                </a:solidFill>
                <a:latin typeface="Arial"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3148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1483"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ChangeArrowheads="1"/>
          </p:cNvSpPr>
          <p:nvPr/>
        </p:nvSpPr>
        <p:spPr bwMode="auto">
          <a:xfrm>
            <a:off x="0" y="32385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41315" name="Rectangle 3"/>
          <p:cNvSpPr>
            <a:spLocks noChangeArrowheads="1"/>
          </p:cNvSpPr>
          <p:nvPr/>
        </p:nvSpPr>
        <p:spPr bwMode="auto">
          <a:xfrm>
            <a:off x="0" y="3243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41316" name="Rectangle 4"/>
          <p:cNvSpPr>
            <a:spLocks noGrp="1" noChangeArrowheads="1"/>
          </p:cNvSpPr>
          <p:nvPr>
            <p:ph type="title"/>
          </p:nvPr>
        </p:nvSpPr>
        <p:spPr>
          <a:xfrm>
            <a:off x="919163" y="214313"/>
            <a:ext cx="8116887" cy="1462087"/>
          </a:xfrm>
        </p:spPr>
        <p:txBody>
          <a:bodyPr/>
          <a:lstStyle/>
          <a:p>
            <a:pPr algn="ctr" eaLnBrk="1" hangingPunct="1"/>
            <a:r>
              <a:rPr lang="en-US" altLang="zh-CN" smtClean="0"/>
              <a:t>2. </a:t>
            </a:r>
            <a:r>
              <a:rPr lang="zh-CN" altLang="en-US" smtClean="0"/>
              <a:t>最长前缀匹配</a:t>
            </a:r>
          </a:p>
        </p:txBody>
      </p:sp>
      <p:sp>
        <p:nvSpPr>
          <p:cNvPr id="141317" name="Rectangle 5"/>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532486" name="Rectangle 6"/>
          <p:cNvSpPr>
            <a:spLocks noGrp="1" noChangeArrowheads="1"/>
          </p:cNvSpPr>
          <p:nvPr>
            <p:ph type="body" idx="1"/>
          </p:nvPr>
        </p:nvSpPr>
        <p:spPr>
          <a:xfrm>
            <a:off x="1042988" y="1906588"/>
            <a:ext cx="7772400" cy="4114800"/>
          </a:xfrm>
        </p:spPr>
        <p:txBody>
          <a:bodyPr/>
          <a:lstStyle/>
          <a:p>
            <a:pPr algn="just" eaLnBrk="1" hangingPunct="1"/>
            <a:r>
              <a:rPr lang="zh-CN" altLang="en-US" sz="2800" smtClean="0"/>
              <a:t>使用 </a:t>
            </a:r>
            <a:r>
              <a:rPr lang="en-US" altLang="zh-CN" sz="2800" smtClean="0"/>
              <a:t>CIDR </a:t>
            </a:r>
            <a:r>
              <a:rPr lang="zh-CN" altLang="en-US" sz="2800" smtClean="0"/>
              <a:t>时，路由表中的每个项目由“网络前缀”和“下一跳地址”组成。在查找路由表时可能会得到不止一个匹配结果。 </a:t>
            </a:r>
          </a:p>
          <a:p>
            <a:pPr algn="just" eaLnBrk="1" hangingPunct="1"/>
            <a:r>
              <a:rPr lang="zh-CN" altLang="en-US" sz="2800" smtClean="0"/>
              <a:t>应当从匹配结果中选择具有最长网络前缀的路由：</a:t>
            </a:r>
            <a:r>
              <a:rPr lang="zh-CN" altLang="en-US" sz="2800" smtClean="0">
                <a:solidFill>
                  <a:schemeClr val="hlink"/>
                </a:solidFill>
              </a:rPr>
              <a:t>最长前缀匹配</a:t>
            </a:r>
            <a:r>
              <a:rPr lang="en-US" altLang="zh-CN" sz="2800" smtClean="0"/>
              <a:t>(longest-prefix matching)</a:t>
            </a:r>
            <a:r>
              <a:rPr lang="zh-CN" altLang="en-US" sz="2800" smtClean="0"/>
              <a:t>。</a:t>
            </a:r>
          </a:p>
          <a:p>
            <a:pPr algn="just" eaLnBrk="1" hangingPunct="1"/>
            <a:r>
              <a:rPr lang="zh-CN" altLang="en-US" sz="2800" smtClean="0"/>
              <a:t>网络前缀越长，其地址块就越小，因而路由就越具体</a:t>
            </a:r>
            <a:r>
              <a:rPr lang="en-US" altLang="zh-CN" sz="2800" smtClean="0"/>
              <a:t>(more specific)</a:t>
            </a:r>
            <a:r>
              <a:rPr lang="en-US" altLang="zh-CN" smtClean="0"/>
              <a:t> </a:t>
            </a:r>
            <a:r>
              <a:rPr lang="zh-CN" altLang="en-US" sz="2800" smtClean="0"/>
              <a:t>。</a:t>
            </a:r>
          </a:p>
          <a:p>
            <a:pPr algn="just" eaLnBrk="1" hangingPunct="1"/>
            <a:r>
              <a:rPr lang="zh-CN" altLang="en-US" sz="2800" smtClean="0"/>
              <a:t>最长前缀匹配又称为</a:t>
            </a:r>
            <a:r>
              <a:rPr lang="zh-CN" altLang="en-US" sz="2800" smtClean="0">
                <a:solidFill>
                  <a:schemeClr val="hlink"/>
                </a:solidFill>
              </a:rPr>
              <a:t>最长匹配</a:t>
            </a:r>
            <a:r>
              <a:rPr lang="zh-CN" altLang="en-US" sz="2800" smtClean="0"/>
              <a:t>或</a:t>
            </a:r>
            <a:r>
              <a:rPr lang="zh-CN" altLang="en-US" sz="2800" smtClean="0">
                <a:solidFill>
                  <a:schemeClr val="hlink"/>
                </a:solidFill>
              </a:rPr>
              <a:t>最佳匹配</a:t>
            </a:r>
            <a:r>
              <a:rPr lang="zh-CN" altLang="en-US" sz="2800" smtClean="0"/>
              <a:t>。</a:t>
            </a:r>
            <a:r>
              <a:rPr lang="zh-CN" altLang="en-US" smtClean="0"/>
              <a:t>  </a:t>
            </a:r>
            <a:r>
              <a:rPr lang="zh-CN" altLang="en-US"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32486">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3248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3248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3506" name="Rectangle 2"/>
          <p:cNvSpPr>
            <a:spLocks noChangeArrowheads="1"/>
          </p:cNvSpPr>
          <p:nvPr/>
        </p:nvSpPr>
        <p:spPr bwMode="auto">
          <a:xfrm>
            <a:off x="2124075" y="4076700"/>
            <a:ext cx="4608513" cy="1584325"/>
          </a:xfrm>
          <a:prstGeom prst="rect">
            <a:avLst/>
          </a:prstGeom>
          <a:solidFill>
            <a:srgbClr val="CCECFF"/>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2339" name="Rectangle 3"/>
          <p:cNvSpPr>
            <a:spLocks noGrp="1" noChangeArrowheads="1"/>
          </p:cNvSpPr>
          <p:nvPr>
            <p:ph type="title"/>
          </p:nvPr>
        </p:nvSpPr>
        <p:spPr>
          <a:xfrm>
            <a:off x="539750" y="0"/>
            <a:ext cx="7793038" cy="623888"/>
          </a:xfrm>
        </p:spPr>
        <p:txBody>
          <a:bodyPr/>
          <a:lstStyle/>
          <a:p>
            <a:pPr algn="ctr" eaLnBrk="1" hangingPunct="1"/>
            <a:r>
              <a:rPr lang="zh-CN" altLang="en-US" sz="3200" smtClean="0"/>
              <a:t>最长前缀匹配举例</a:t>
            </a:r>
          </a:p>
        </p:txBody>
      </p:sp>
      <p:sp>
        <p:nvSpPr>
          <p:cNvPr id="142340" name="Text Box 4"/>
          <p:cNvSpPr txBox="1">
            <a:spLocks noChangeArrowheads="1"/>
          </p:cNvSpPr>
          <p:nvPr/>
        </p:nvSpPr>
        <p:spPr bwMode="auto">
          <a:xfrm>
            <a:off x="107950" y="692150"/>
            <a:ext cx="7431088"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收到的分组的目的地址 </a:t>
            </a:r>
            <a:r>
              <a:rPr lang="en-US" altLang="zh-CN" i="1">
                <a:solidFill>
                  <a:srgbClr val="333399"/>
                </a:solidFill>
                <a:latin typeface="Arial" pitchFamily="34" charset="0"/>
              </a:rPr>
              <a:t>D</a:t>
            </a:r>
            <a:r>
              <a:rPr lang="en-US" altLang="zh-CN">
                <a:solidFill>
                  <a:srgbClr val="333399"/>
                </a:solidFill>
                <a:latin typeface="Arial" pitchFamily="34" charset="0"/>
              </a:rPr>
              <a:t> = 206.0.71.128</a:t>
            </a:r>
          </a:p>
          <a:p>
            <a:pPr eaLnBrk="1" hangingPunct="1"/>
            <a:r>
              <a:rPr lang="zh-CN" altLang="en-US">
                <a:solidFill>
                  <a:srgbClr val="333399"/>
                </a:solidFill>
                <a:latin typeface="Arial" pitchFamily="34" charset="0"/>
              </a:rPr>
              <a:t>路由表中的项目：</a:t>
            </a:r>
            <a:r>
              <a:rPr lang="en-US" altLang="zh-CN">
                <a:solidFill>
                  <a:srgbClr val="333399"/>
                </a:solidFill>
                <a:latin typeface="Arial" pitchFamily="34" charset="0"/>
              </a:rPr>
              <a:t>206.0.68.0/22        </a:t>
            </a:r>
            <a:r>
              <a:rPr lang="zh-CN" altLang="en-US">
                <a:solidFill>
                  <a:srgbClr val="333399"/>
                </a:solidFill>
                <a:latin typeface="Arial" pitchFamily="34" charset="0"/>
              </a:rPr>
              <a:t>（</a:t>
            </a:r>
            <a:r>
              <a:rPr lang="en-US" altLang="zh-CN">
                <a:solidFill>
                  <a:srgbClr val="333399"/>
                </a:solidFill>
                <a:latin typeface="Arial" pitchFamily="34" charset="0"/>
              </a:rPr>
              <a:t>ISP</a:t>
            </a:r>
            <a:r>
              <a:rPr lang="zh-CN" altLang="en-US">
                <a:solidFill>
                  <a:srgbClr val="333399"/>
                </a:solidFill>
                <a:latin typeface="Arial" pitchFamily="34" charset="0"/>
              </a:rPr>
              <a:t>）</a:t>
            </a:r>
          </a:p>
          <a:p>
            <a:pPr eaLnBrk="1" hangingPunct="1"/>
            <a:r>
              <a:rPr lang="zh-CN" altLang="en-US">
                <a:solidFill>
                  <a:srgbClr val="333399"/>
                </a:solidFill>
                <a:latin typeface="Arial" pitchFamily="34" charset="0"/>
              </a:rPr>
              <a:t>                             </a:t>
            </a:r>
            <a:r>
              <a:rPr lang="en-US" altLang="zh-CN">
                <a:solidFill>
                  <a:srgbClr val="333399"/>
                </a:solidFill>
                <a:latin typeface="Arial" pitchFamily="34" charset="0"/>
              </a:rPr>
              <a:t>206.0.71.128/25    </a:t>
            </a:r>
            <a:r>
              <a:rPr lang="zh-CN" altLang="en-US">
                <a:solidFill>
                  <a:srgbClr val="333399"/>
                </a:solidFill>
                <a:latin typeface="Arial" pitchFamily="34" charset="0"/>
              </a:rPr>
              <a:t>（四系）</a:t>
            </a:r>
          </a:p>
        </p:txBody>
      </p:sp>
      <p:sp>
        <p:nvSpPr>
          <p:cNvPr id="142341" name="Text Box 5"/>
          <p:cNvSpPr txBox="1">
            <a:spLocks noChangeArrowheads="1"/>
          </p:cNvSpPr>
          <p:nvPr/>
        </p:nvSpPr>
        <p:spPr bwMode="auto">
          <a:xfrm>
            <a:off x="107950" y="2127250"/>
            <a:ext cx="44910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查找路由表中的第 </a:t>
            </a:r>
            <a:r>
              <a:rPr lang="en-US" altLang="zh-CN">
                <a:solidFill>
                  <a:srgbClr val="333399"/>
                </a:solidFill>
                <a:latin typeface="Arial" pitchFamily="34" charset="0"/>
              </a:rPr>
              <a:t>1 </a:t>
            </a:r>
            <a:r>
              <a:rPr lang="zh-CN" altLang="en-US">
                <a:solidFill>
                  <a:srgbClr val="333399"/>
                </a:solidFill>
                <a:latin typeface="Arial" pitchFamily="34" charset="0"/>
              </a:rPr>
              <a:t>个项目</a:t>
            </a:r>
          </a:p>
        </p:txBody>
      </p:sp>
      <p:sp>
        <p:nvSpPr>
          <p:cNvPr id="142342" name="Text Box 6"/>
          <p:cNvSpPr txBox="1">
            <a:spLocks noChangeArrowheads="1"/>
          </p:cNvSpPr>
          <p:nvPr/>
        </p:nvSpPr>
        <p:spPr bwMode="auto">
          <a:xfrm>
            <a:off x="34925" y="4581525"/>
            <a:ext cx="85105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rPr>
              <a:t>AND      </a:t>
            </a:r>
            <a:r>
              <a:rPr lang="en-US" altLang="zh-CN" i="1">
                <a:solidFill>
                  <a:srgbClr val="333399"/>
                </a:solidFill>
                <a:latin typeface="Arial" pitchFamily="34" charset="0"/>
              </a:rPr>
              <a:t>D</a:t>
            </a:r>
            <a:r>
              <a:rPr lang="en-US" altLang="zh-CN">
                <a:solidFill>
                  <a:srgbClr val="333399"/>
                </a:solidFill>
                <a:latin typeface="Arial" pitchFamily="34" charset="0"/>
              </a:rPr>
              <a:t> =       206.           0.       01000111.       128</a:t>
            </a:r>
          </a:p>
        </p:txBody>
      </p:sp>
      <p:sp>
        <p:nvSpPr>
          <p:cNvPr id="142343" name="Text Box 7"/>
          <p:cNvSpPr txBox="1">
            <a:spLocks noChangeArrowheads="1"/>
          </p:cNvSpPr>
          <p:nvPr/>
        </p:nvSpPr>
        <p:spPr bwMode="auto">
          <a:xfrm>
            <a:off x="107950" y="2560638"/>
            <a:ext cx="89630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第 </a:t>
            </a:r>
            <a:r>
              <a:rPr lang="en-US" altLang="zh-CN">
                <a:solidFill>
                  <a:srgbClr val="333399"/>
                </a:solidFill>
                <a:latin typeface="Arial" pitchFamily="34" charset="0"/>
              </a:rPr>
              <a:t>1 </a:t>
            </a:r>
            <a:r>
              <a:rPr lang="zh-CN" altLang="en-US">
                <a:solidFill>
                  <a:srgbClr val="333399"/>
                </a:solidFill>
                <a:latin typeface="Arial" pitchFamily="34" charset="0"/>
              </a:rPr>
              <a:t>个项目 </a:t>
            </a:r>
            <a:r>
              <a:rPr lang="en-US" altLang="zh-CN">
                <a:solidFill>
                  <a:srgbClr val="333399"/>
                </a:solidFill>
                <a:latin typeface="Arial" pitchFamily="34" charset="0"/>
              </a:rPr>
              <a:t>206.0.68.0/22 </a:t>
            </a:r>
            <a:r>
              <a:rPr lang="zh-CN" altLang="en-US">
                <a:solidFill>
                  <a:srgbClr val="333399"/>
                </a:solidFill>
                <a:latin typeface="Arial" pitchFamily="34" charset="0"/>
              </a:rPr>
              <a:t>的掩码 </a:t>
            </a:r>
            <a:r>
              <a:rPr lang="en-US" altLang="zh-CN" i="1">
                <a:solidFill>
                  <a:srgbClr val="333399"/>
                </a:solidFill>
                <a:latin typeface="Arial" pitchFamily="34" charset="0"/>
              </a:rPr>
              <a:t>M</a:t>
            </a:r>
            <a:r>
              <a:rPr lang="en-US" altLang="zh-CN">
                <a:solidFill>
                  <a:srgbClr val="333399"/>
                </a:solidFill>
                <a:latin typeface="Arial" pitchFamily="34" charset="0"/>
              </a:rPr>
              <a:t> </a:t>
            </a:r>
            <a:r>
              <a:rPr lang="zh-CN" altLang="en-US">
                <a:solidFill>
                  <a:srgbClr val="333399"/>
                </a:solidFill>
                <a:latin typeface="Arial" pitchFamily="34" charset="0"/>
              </a:rPr>
              <a:t>有 </a:t>
            </a:r>
            <a:r>
              <a:rPr lang="en-US" altLang="zh-CN">
                <a:solidFill>
                  <a:srgbClr val="333399"/>
                </a:solidFill>
                <a:latin typeface="Arial" pitchFamily="34" charset="0"/>
              </a:rPr>
              <a:t>22 </a:t>
            </a:r>
            <a:r>
              <a:rPr lang="zh-CN" altLang="en-US">
                <a:solidFill>
                  <a:srgbClr val="333399"/>
                </a:solidFill>
                <a:latin typeface="Arial" pitchFamily="34" charset="0"/>
              </a:rPr>
              <a:t>个连续的 </a:t>
            </a:r>
            <a:r>
              <a:rPr lang="en-US" altLang="zh-CN">
                <a:solidFill>
                  <a:srgbClr val="333399"/>
                </a:solidFill>
                <a:latin typeface="Arial" pitchFamily="34" charset="0"/>
              </a:rPr>
              <a:t>1</a:t>
            </a:r>
            <a:r>
              <a:rPr lang="zh-CN" altLang="en-US">
                <a:solidFill>
                  <a:srgbClr val="333399"/>
                </a:solidFill>
                <a:latin typeface="Arial" pitchFamily="34" charset="0"/>
              </a:rPr>
              <a:t>。</a:t>
            </a:r>
          </a:p>
        </p:txBody>
      </p:sp>
      <p:sp>
        <p:nvSpPr>
          <p:cNvPr id="142344" name="Text Box 8"/>
          <p:cNvSpPr txBox="1">
            <a:spLocks noChangeArrowheads="1"/>
          </p:cNvSpPr>
          <p:nvPr/>
        </p:nvSpPr>
        <p:spPr bwMode="auto">
          <a:xfrm>
            <a:off x="1362075" y="3125788"/>
            <a:ext cx="75311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i="1">
                <a:solidFill>
                  <a:srgbClr val="333399"/>
                </a:solidFill>
                <a:latin typeface="Arial" pitchFamily="34" charset="0"/>
              </a:rPr>
              <a:t>M</a:t>
            </a:r>
            <a:r>
              <a:rPr lang="en-US" altLang="zh-CN">
                <a:solidFill>
                  <a:srgbClr val="333399"/>
                </a:solidFill>
                <a:latin typeface="Arial" pitchFamily="34" charset="0"/>
              </a:rPr>
              <a:t> = 11111111 11111111 11111100 00000000</a:t>
            </a:r>
          </a:p>
        </p:txBody>
      </p:sp>
      <p:sp>
        <p:nvSpPr>
          <p:cNvPr id="142345" name="Text Box 9"/>
          <p:cNvSpPr txBox="1">
            <a:spLocks noChangeArrowheads="1"/>
          </p:cNvSpPr>
          <p:nvPr/>
        </p:nvSpPr>
        <p:spPr bwMode="auto">
          <a:xfrm>
            <a:off x="107950" y="3630613"/>
            <a:ext cx="70786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因此只需把 </a:t>
            </a:r>
            <a:r>
              <a:rPr lang="en-US" altLang="zh-CN" i="1">
                <a:solidFill>
                  <a:srgbClr val="333399"/>
                </a:solidFill>
                <a:latin typeface="Arial" pitchFamily="34" charset="0"/>
              </a:rPr>
              <a:t>D</a:t>
            </a:r>
            <a:r>
              <a:rPr lang="en-US" altLang="zh-CN">
                <a:solidFill>
                  <a:srgbClr val="333399"/>
                </a:solidFill>
                <a:latin typeface="Arial" pitchFamily="34" charset="0"/>
              </a:rPr>
              <a:t> </a:t>
            </a:r>
            <a:r>
              <a:rPr lang="zh-CN" altLang="en-US">
                <a:solidFill>
                  <a:srgbClr val="333399"/>
                </a:solidFill>
                <a:latin typeface="Arial" pitchFamily="34" charset="0"/>
              </a:rPr>
              <a:t>的第 </a:t>
            </a:r>
            <a:r>
              <a:rPr lang="en-US" altLang="zh-CN">
                <a:solidFill>
                  <a:srgbClr val="333399"/>
                </a:solidFill>
                <a:latin typeface="Arial" pitchFamily="34" charset="0"/>
              </a:rPr>
              <a:t>3 </a:t>
            </a:r>
            <a:r>
              <a:rPr lang="zh-CN" altLang="en-US">
                <a:solidFill>
                  <a:srgbClr val="333399"/>
                </a:solidFill>
                <a:latin typeface="Arial" pitchFamily="34" charset="0"/>
              </a:rPr>
              <a:t>个字节转换成二进制。</a:t>
            </a:r>
          </a:p>
        </p:txBody>
      </p:sp>
      <p:sp>
        <p:nvSpPr>
          <p:cNvPr id="142346" name="Text Box 10"/>
          <p:cNvSpPr txBox="1">
            <a:spLocks noChangeArrowheads="1"/>
          </p:cNvSpPr>
          <p:nvPr/>
        </p:nvSpPr>
        <p:spPr bwMode="auto">
          <a:xfrm>
            <a:off x="1320800" y="4062413"/>
            <a:ext cx="75311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i="1">
                <a:solidFill>
                  <a:srgbClr val="333399"/>
                </a:solidFill>
                <a:latin typeface="Arial" pitchFamily="34" charset="0"/>
              </a:rPr>
              <a:t>M</a:t>
            </a:r>
            <a:r>
              <a:rPr lang="en-US" altLang="zh-CN">
                <a:solidFill>
                  <a:srgbClr val="333399"/>
                </a:solidFill>
                <a:latin typeface="Arial" pitchFamily="34" charset="0"/>
              </a:rPr>
              <a:t> = 11111111 11111111 11111100 00000000</a:t>
            </a:r>
          </a:p>
        </p:txBody>
      </p:sp>
      <p:sp>
        <p:nvSpPr>
          <p:cNvPr id="142347" name="Line 11"/>
          <p:cNvSpPr>
            <a:spLocks noChangeShapeType="1"/>
          </p:cNvSpPr>
          <p:nvPr/>
        </p:nvSpPr>
        <p:spPr bwMode="auto">
          <a:xfrm>
            <a:off x="0" y="5084763"/>
            <a:ext cx="8820150"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2348" name="Text Box 12"/>
          <p:cNvSpPr txBox="1">
            <a:spLocks noChangeArrowheads="1"/>
          </p:cNvSpPr>
          <p:nvPr/>
        </p:nvSpPr>
        <p:spPr bwMode="auto">
          <a:xfrm>
            <a:off x="2652713" y="5157788"/>
            <a:ext cx="55197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rPr>
              <a:t>206.           0.       01000100.       0</a:t>
            </a:r>
          </a:p>
        </p:txBody>
      </p:sp>
      <p:sp>
        <p:nvSpPr>
          <p:cNvPr id="533517" name="Text Box 13"/>
          <p:cNvSpPr txBox="1">
            <a:spLocks noChangeArrowheads="1"/>
          </p:cNvSpPr>
          <p:nvPr/>
        </p:nvSpPr>
        <p:spPr bwMode="auto">
          <a:xfrm>
            <a:off x="107950" y="5789613"/>
            <a:ext cx="3627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与 </a:t>
            </a:r>
            <a:r>
              <a:rPr lang="en-US" altLang="zh-CN">
                <a:solidFill>
                  <a:srgbClr val="333399"/>
                </a:solidFill>
                <a:latin typeface="Arial" pitchFamily="34" charset="0"/>
              </a:rPr>
              <a:t>206.0.68.0/22 </a:t>
            </a:r>
            <a:r>
              <a:rPr lang="zh-CN" altLang="en-US">
                <a:solidFill>
                  <a:srgbClr val="333399"/>
                </a:solidFill>
                <a:latin typeface="Arial" pitchFamily="34" charset="0"/>
              </a:rPr>
              <a:t>匹配</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3506"/>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350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35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3506" grpId="0" animBg="1"/>
      <p:bldP spid="533506" grpId="1" animBg="1"/>
      <p:bldP spid="533517" grpId="0"/>
    </p:bldLst>
  </p:timing>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4530" name="Rectangle 2"/>
          <p:cNvSpPr>
            <a:spLocks noChangeArrowheads="1"/>
          </p:cNvSpPr>
          <p:nvPr/>
        </p:nvSpPr>
        <p:spPr bwMode="auto">
          <a:xfrm>
            <a:off x="2124075" y="4076700"/>
            <a:ext cx="5280025" cy="1584325"/>
          </a:xfrm>
          <a:prstGeom prst="rect">
            <a:avLst/>
          </a:prstGeom>
          <a:solidFill>
            <a:srgbClr val="CCECFF"/>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3363" name="Rectangle 3"/>
          <p:cNvSpPr>
            <a:spLocks noGrp="1" noChangeArrowheads="1"/>
          </p:cNvSpPr>
          <p:nvPr>
            <p:ph type="title"/>
          </p:nvPr>
        </p:nvSpPr>
        <p:spPr>
          <a:xfrm>
            <a:off x="539750" y="0"/>
            <a:ext cx="7793038" cy="623888"/>
          </a:xfrm>
        </p:spPr>
        <p:txBody>
          <a:bodyPr/>
          <a:lstStyle/>
          <a:p>
            <a:pPr algn="ctr" eaLnBrk="1" hangingPunct="1"/>
            <a:r>
              <a:rPr lang="zh-CN" altLang="en-US" sz="3200" smtClean="0"/>
              <a:t>最长前缀匹配举例</a:t>
            </a:r>
          </a:p>
        </p:txBody>
      </p:sp>
      <p:sp>
        <p:nvSpPr>
          <p:cNvPr id="143364" name="Text Box 4"/>
          <p:cNvSpPr txBox="1">
            <a:spLocks noChangeArrowheads="1"/>
          </p:cNvSpPr>
          <p:nvPr/>
        </p:nvSpPr>
        <p:spPr bwMode="auto">
          <a:xfrm>
            <a:off x="107950" y="692150"/>
            <a:ext cx="7431088"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收到的分组的目的地址 </a:t>
            </a:r>
            <a:r>
              <a:rPr lang="en-US" altLang="zh-CN" i="1">
                <a:solidFill>
                  <a:srgbClr val="333399"/>
                </a:solidFill>
                <a:latin typeface="Arial" pitchFamily="34" charset="0"/>
              </a:rPr>
              <a:t>D</a:t>
            </a:r>
            <a:r>
              <a:rPr lang="en-US" altLang="zh-CN">
                <a:solidFill>
                  <a:srgbClr val="333399"/>
                </a:solidFill>
                <a:latin typeface="Arial" pitchFamily="34" charset="0"/>
              </a:rPr>
              <a:t> = 206.0.71.128</a:t>
            </a:r>
          </a:p>
          <a:p>
            <a:pPr eaLnBrk="1" hangingPunct="1"/>
            <a:r>
              <a:rPr lang="zh-CN" altLang="en-US">
                <a:solidFill>
                  <a:srgbClr val="333399"/>
                </a:solidFill>
                <a:latin typeface="Arial" pitchFamily="34" charset="0"/>
              </a:rPr>
              <a:t>路由表中的项目：</a:t>
            </a:r>
            <a:r>
              <a:rPr lang="en-US" altLang="zh-CN">
                <a:solidFill>
                  <a:srgbClr val="333399"/>
                </a:solidFill>
                <a:latin typeface="Arial" pitchFamily="34" charset="0"/>
              </a:rPr>
              <a:t>206.0.68.0/22        </a:t>
            </a:r>
            <a:r>
              <a:rPr lang="zh-CN" altLang="en-US">
                <a:solidFill>
                  <a:srgbClr val="333399"/>
                </a:solidFill>
                <a:latin typeface="Arial" pitchFamily="34" charset="0"/>
              </a:rPr>
              <a:t>（</a:t>
            </a:r>
            <a:r>
              <a:rPr lang="en-US" altLang="zh-CN">
                <a:solidFill>
                  <a:srgbClr val="333399"/>
                </a:solidFill>
                <a:latin typeface="Arial" pitchFamily="34" charset="0"/>
              </a:rPr>
              <a:t>ISP</a:t>
            </a:r>
            <a:r>
              <a:rPr lang="zh-CN" altLang="en-US">
                <a:solidFill>
                  <a:srgbClr val="333399"/>
                </a:solidFill>
                <a:latin typeface="Arial" pitchFamily="34" charset="0"/>
              </a:rPr>
              <a:t>）</a:t>
            </a:r>
          </a:p>
          <a:p>
            <a:pPr eaLnBrk="1" hangingPunct="1"/>
            <a:r>
              <a:rPr lang="zh-CN" altLang="en-US">
                <a:solidFill>
                  <a:srgbClr val="333399"/>
                </a:solidFill>
                <a:latin typeface="Arial" pitchFamily="34" charset="0"/>
              </a:rPr>
              <a:t>                             </a:t>
            </a:r>
            <a:r>
              <a:rPr lang="en-US" altLang="zh-CN">
                <a:solidFill>
                  <a:srgbClr val="333399"/>
                </a:solidFill>
                <a:latin typeface="Arial" pitchFamily="34" charset="0"/>
              </a:rPr>
              <a:t>206.0.71.128/25    </a:t>
            </a:r>
            <a:r>
              <a:rPr lang="zh-CN" altLang="en-US">
                <a:solidFill>
                  <a:srgbClr val="333399"/>
                </a:solidFill>
                <a:latin typeface="Arial" pitchFamily="34" charset="0"/>
              </a:rPr>
              <a:t>（四系）</a:t>
            </a:r>
          </a:p>
        </p:txBody>
      </p:sp>
      <p:sp>
        <p:nvSpPr>
          <p:cNvPr id="143365" name="Text Box 5"/>
          <p:cNvSpPr txBox="1">
            <a:spLocks noChangeArrowheads="1"/>
          </p:cNvSpPr>
          <p:nvPr/>
        </p:nvSpPr>
        <p:spPr bwMode="auto">
          <a:xfrm>
            <a:off x="107950" y="2127250"/>
            <a:ext cx="48466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再查找路由表中的第 </a:t>
            </a:r>
            <a:r>
              <a:rPr lang="en-US" altLang="zh-CN">
                <a:solidFill>
                  <a:srgbClr val="333399"/>
                </a:solidFill>
                <a:latin typeface="Arial" pitchFamily="34" charset="0"/>
              </a:rPr>
              <a:t>2 </a:t>
            </a:r>
            <a:r>
              <a:rPr lang="zh-CN" altLang="en-US">
                <a:solidFill>
                  <a:srgbClr val="333399"/>
                </a:solidFill>
                <a:latin typeface="Arial" pitchFamily="34" charset="0"/>
              </a:rPr>
              <a:t>个项目</a:t>
            </a:r>
          </a:p>
        </p:txBody>
      </p:sp>
      <p:sp>
        <p:nvSpPr>
          <p:cNvPr id="143366" name="Text Box 6"/>
          <p:cNvSpPr txBox="1">
            <a:spLocks noChangeArrowheads="1"/>
          </p:cNvSpPr>
          <p:nvPr/>
        </p:nvSpPr>
        <p:spPr bwMode="auto">
          <a:xfrm>
            <a:off x="47625" y="4581525"/>
            <a:ext cx="88042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rPr>
              <a:t>AND      </a:t>
            </a:r>
            <a:r>
              <a:rPr lang="en-US" altLang="zh-CN" i="1">
                <a:solidFill>
                  <a:srgbClr val="333399"/>
                </a:solidFill>
                <a:latin typeface="Arial" pitchFamily="34" charset="0"/>
              </a:rPr>
              <a:t>D</a:t>
            </a:r>
            <a:r>
              <a:rPr lang="en-US" altLang="zh-CN">
                <a:solidFill>
                  <a:srgbClr val="333399"/>
                </a:solidFill>
                <a:latin typeface="Arial" pitchFamily="34" charset="0"/>
              </a:rPr>
              <a:t> =       206.           0.            71.       10000000</a:t>
            </a:r>
          </a:p>
        </p:txBody>
      </p:sp>
      <p:sp>
        <p:nvSpPr>
          <p:cNvPr id="143367" name="Text Box 7"/>
          <p:cNvSpPr txBox="1">
            <a:spLocks noChangeArrowheads="1"/>
          </p:cNvSpPr>
          <p:nvPr/>
        </p:nvSpPr>
        <p:spPr bwMode="auto">
          <a:xfrm>
            <a:off x="107950" y="2560638"/>
            <a:ext cx="93599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第 </a:t>
            </a:r>
            <a:r>
              <a:rPr lang="en-US" altLang="zh-CN">
                <a:solidFill>
                  <a:srgbClr val="333399"/>
                </a:solidFill>
                <a:latin typeface="Arial" pitchFamily="34" charset="0"/>
              </a:rPr>
              <a:t>2 </a:t>
            </a:r>
            <a:r>
              <a:rPr lang="zh-CN" altLang="en-US">
                <a:solidFill>
                  <a:srgbClr val="333399"/>
                </a:solidFill>
                <a:latin typeface="Arial" pitchFamily="34" charset="0"/>
              </a:rPr>
              <a:t>个项目 </a:t>
            </a:r>
            <a:r>
              <a:rPr lang="en-US" altLang="zh-CN">
                <a:solidFill>
                  <a:srgbClr val="333399"/>
                </a:solidFill>
                <a:latin typeface="Arial" pitchFamily="34" charset="0"/>
              </a:rPr>
              <a:t>206.0.71.128/25 </a:t>
            </a:r>
            <a:r>
              <a:rPr lang="zh-CN" altLang="en-US">
                <a:solidFill>
                  <a:srgbClr val="333399"/>
                </a:solidFill>
                <a:latin typeface="Arial" pitchFamily="34" charset="0"/>
              </a:rPr>
              <a:t>的掩码 </a:t>
            </a:r>
            <a:r>
              <a:rPr lang="en-US" altLang="zh-CN" i="1">
                <a:solidFill>
                  <a:srgbClr val="333399"/>
                </a:solidFill>
                <a:latin typeface="Arial" pitchFamily="34" charset="0"/>
              </a:rPr>
              <a:t>M</a:t>
            </a:r>
            <a:r>
              <a:rPr lang="en-US" altLang="zh-CN">
                <a:solidFill>
                  <a:srgbClr val="333399"/>
                </a:solidFill>
                <a:latin typeface="Arial" pitchFamily="34" charset="0"/>
              </a:rPr>
              <a:t> </a:t>
            </a:r>
            <a:r>
              <a:rPr lang="zh-CN" altLang="en-US">
                <a:solidFill>
                  <a:srgbClr val="333399"/>
                </a:solidFill>
                <a:latin typeface="Arial" pitchFamily="34" charset="0"/>
              </a:rPr>
              <a:t>有 </a:t>
            </a:r>
            <a:r>
              <a:rPr lang="en-US" altLang="zh-CN">
                <a:solidFill>
                  <a:srgbClr val="333399"/>
                </a:solidFill>
                <a:latin typeface="Arial" pitchFamily="34" charset="0"/>
              </a:rPr>
              <a:t>25 </a:t>
            </a:r>
            <a:r>
              <a:rPr lang="zh-CN" altLang="en-US">
                <a:solidFill>
                  <a:srgbClr val="333399"/>
                </a:solidFill>
                <a:latin typeface="Arial" pitchFamily="34" charset="0"/>
              </a:rPr>
              <a:t>个连续的 </a:t>
            </a:r>
            <a:r>
              <a:rPr lang="en-US" altLang="zh-CN">
                <a:solidFill>
                  <a:srgbClr val="333399"/>
                </a:solidFill>
                <a:latin typeface="Arial" pitchFamily="34" charset="0"/>
              </a:rPr>
              <a:t>1</a:t>
            </a:r>
            <a:r>
              <a:rPr lang="zh-CN" altLang="en-US">
                <a:solidFill>
                  <a:srgbClr val="333399"/>
                </a:solidFill>
                <a:latin typeface="Arial" pitchFamily="34" charset="0"/>
              </a:rPr>
              <a:t>。</a:t>
            </a:r>
          </a:p>
        </p:txBody>
      </p:sp>
      <p:sp>
        <p:nvSpPr>
          <p:cNvPr id="143368" name="Text Box 8"/>
          <p:cNvSpPr txBox="1">
            <a:spLocks noChangeArrowheads="1"/>
          </p:cNvSpPr>
          <p:nvPr/>
        </p:nvSpPr>
        <p:spPr bwMode="auto">
          <a:xfrm>
            <a:off x="1362075" y="3125788"/>
            <a:ext cx="75311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i="1">
                <a:solidFill>
                  <a:srgbClr val="333399"/>
                </a:solidFill>
                <a:latin typeface="Arial" pitchFamily="34" charset="0"/>
              </a:rPr>
              <a:t>M</a:t>
            </a:r>
            <a:r>
              <a:rPr lang="en-US" altLang="zh-CN">
                <a:solidFill>
                  <a:srgbClr val="333399"/>
                </a:solidFill>
                <a:latin typeface="Arial" pitchFamily="34" charset="0"/>
              </a:rPr>
              <a:t> = 11111111 11111111 11111111 10000000</a:t>
            </a:r>
          </a:p>
        </p:txBody>
      </p:sp>
      <p:sp>
        <p:nvSpPr>
          <p:cNvPr id="143369" name="Text Box 9"/>
          <p:cNvSpPr txBox="1">
            <a:spLocks noChangeArrowheads="1"/>
          </p:cNvSpPr>
          <p:nvPr/>
        </p:nvSpPr>
        <p:spPr bwMode="auto">
          <a:xfrm>
            <a:off x="107950" y="3630613"/>
            <a:ext cx="70786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因此只需把 </a:t>
            </a:r>
            <a:r>
              <a:rPr lang="en-US" altLang="zh-CN" i="1">
                <a:solidFill>
                  <a:srgbClr val="333399"/>
                </a:solidFill>
                <a:latin typeface="Arial" pitchFamily="34" charset="0"/>
              </a:rPr>
              <a:t>D</a:t>
            </a:r>
            <a:r>
              <a:rPr lang="en-US" altLang="zh-CN">
                <a:solidFill>
                  <a:srgbClr val="333399"/>
                </a:solidFill>
                <a:latin typeface="Arial" pitchFamily="34" charset="0"/>
              </a:rPr>
              <a:t> </a:t>
            </a:r>
            <a:r>
              <a:rPr lang="zh-CN" altLang="en-US">
                <a:solidFill>
                  <a:srgbClr val="333399"/>
                </a:solidFill>
                <a:latin typeface="Arial" pitchFamily="34" charset="0"/>
              </a:rPr>
              <a:t>的第 </a:t>
            </a:r>
            <a:r>
              <a:rPr lang="en-US" altLang="zh-CN">
                <a:solidFill>
                  <a:srgbClr val="333399"/>
                </a:solidFill>
                <a:latin typeface="Arial" pitchFamily="34" charset="0"/>
              </a:rPr>
              <a:t>4 </a:t>
            </a:r>
            <a:r>
              <a:rPr lang="zh-CN" altLang="en-US">
                <a:solidFill>
                  <a:srgbClr val="333399"/>
                </a:solidFill>
                <a:latin typeface="Arial" pitchFamily="34" charset="0"/>
              </a:rPr>
              <a:t>个字节转换成二进制。</a:t>
            </a:r>
          </a:p>
        </p:txBody>
      </p:sp>
      <p:sp>
        <p:nvSpPr>
          <p:cNvPr id="143370" name="Text Box 10"/>
          <p:cNvSpPr txBox="1">
            <a:spLocks noChangeArrowheads="1"/>
          </p:cNvSpPr>
          <p:nvPr/>
        </p:nvSpPr>
        <p:spPr bwMode="auto">
          <a:xfrm>
            <a:off x="1320800" y="4062413"/>
            <a:ext cx="75311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i="1">
                <a:solidFill>
                  <a:srgbClr val="333399"/>
                </a:solidFill>
                <a:latin typeface="Arial" pitchFamily="34" charset="0"/>
              </a:rPr>
              <a:t>M</a:t>
            </a:r>
            <a:r>
              <a:rPr lang="en-US" altLang="zh-CN">
                <a:solidFill>
                  <a:srgbClr val="333399"/>
                </a:solidFill>
                <a:latin typeface="Arial" pitchFamily="34" charset="0"/>
              </a:rPr>
              <a:t> = 11111111 11111111 11111111 10000000</a:t>
            </a:r>
          </a:p>
        </p:txBody>
      </p:sp>
      <p:sp>
        <p:nvSpPr>
          <p:cNvPr id="143371" name="Line 11"/>
          <p:cNvSpPr>
            <a:spLocks noChangeShapeType="1"/>
          </p:cNvSpPr>
          <p:nvPr/>
        </p:nvSpPr>
        <p:spPr bwMode="auto">
          <a:xfrm>
            <a:off x="0" y="5084763"/>
            <a:ext cx="8820150"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3372" name="Text Box 12"/>
          <p:cNvSpPr txBox="1">
            <a:spLocks noChangeArrowheads="1"/>
          </p:cNvSpPr>
          <p:nvPr/>
        </p:nvSpPr>
        <p:spPr bwMode="auto">
          <a:xfrm>
            <a:off x="2652713" y="5157788"/>
            <a:ext cx="62103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a:solidFill>
                  <a:srgbClr val="333399"/>
                </a:solidFill>
                <a:latin typeface="Arial" pitchFamily="34" charset="0"/>
              </a:rPr>
              <a:t>206.           0.            71.       10000000</a:t>
            </a:r>
          </a:p>
        </p:txBody>
      </p:sp>
      <p:sp>
        <p:nvSpPr>
          <p:cNvPr id="534541" name="Text Box 13"/>
          <p:cNvSpPr txBox="1">
            <a:spLocks noChangeArrowheads="1"/>
          </p:cNvSpPr>
          <p:nvPr/>
        </p:nvSpPr>
        <p:spPr bwMode="auto">
          <a:xfrm>
            <a:off x="107950" y="5789613"/>
            <a:ext cx="40243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与 </a:t>
            </a:r>
            <a:r>
              <a:rPr lang="en-US" altLang="zh-CN">
                <a:solidFill>
                  <a:srgbClr val="333399"/>
                </a:solidFill>
                <a:latin typeface="Arial" pitchFamily="34" charset="0"/>
              </a:rPr>
              <a:t>206.0.71.128/25 </a:t>
            </a:r>
            <a:r>
              <a:rPr lang="zh-CN" altLang="en-US">
                <a:solidFill>
                  <a:srgbClr val="333399"/>
                </a:solidFill>
                <a:latin typeface="Arial" pitchFamily="34" charset="0"/>
              </a:rPr>
              <a:t>匹配</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453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4530"/>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45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4530" grpId="0" animBg="1"/>
      <p:bldP spid="534530" grpId="1" animBg="1"/>
      <p:bldP spid="53454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44387" name="Rectangle 3"/>
          <p:cNvSpPr>
            <a:spLocks noChangeArrowheads="1"/>
          </p:cNvSpPr>
          <p:nvPr/>
        </p:nvSpPr>
        <p:spPr bwMode="auto">
          <a:xfrm>
            <a:off x="0" y="32385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44388" name="Rectangle 4"/>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44389" name="Rectangle 5"/>
          <p:cNvSpPr>
            <a:spLocks noChangeArrowheads="1"/>
          </p:cNvSpPr>
          <p:nvPr/>
        </p:nvSpPr>
        <p:spPr bwMode="auto">
          <a:xfrm>
            <a:off x="0" y="3243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44390" name="Rectangle 6"/>
          <p:cNvSpPr>
            <a:spLocks noGrp="1" noChangeArrowheads="1"/>
          </p:cNvSpPr>
          <p:nvPr>
            <p:ph type="title"/>
          </p:nvPr>
        </p:nvSpPr>
        <p:spPr>
          <a:xfrm>
            <a:off x="919163" y="214313"/>
            <a:ext cx="8116887" cy="1462087"/>
          </a:xfrm>
        </p:spPr>
        <p:txBody>
          <a:bodyPr/>
          <a:lstStyle/>
          <a:p>
            <a:pPr algn="ctr" eaLnBrk="1" hangingPunct="1"/>
            <a:r>
              <a:rPr lang="zh-CN" altLang="en-US" smtClean="0"/>
              <a:t>最长前缀匹配</a:t>
            </a:r>
          </a:p>
        </p:txBody>
      </p:sp>
      <p:sp>
        <p:nvSpPr>
          <p:cNvPr id="144391" name="Rectangle 7"/>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44392" name="Rectangle 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535561" name="Rectangle 9"/>
          <p:cNvSpPr>
            <a:spLocks noGrp="1" noChangeArrowheads="1"/>
          </p:cNvSpPr>
          <p:nvPr>
            <p:ph type="body" idx="1"/>
          </p:nvPr>
        </p:nvSpPr>
        <p:spPr>
          <a:xfrm>
            <a:off x="395288" y="1906588"/>
            <a:ext cx="8420100" cy="4114800"/>
          </a:xfrm>
        </p:spPr>
        <p:txBody>
          <a:bodyPr/>
          <a:lstStyle/>
          <a:p>
            <a:pPr eaLnBrk="1" hangingPunct="1">
              <a:buFont typeface="Wingdings" pitchFamily="2" charset="2"/>
              <a:buNone/>
            </a:pPr>
            <a:r>
              <a:rPr lang="en-US" altLang="zh-CN" sz="2800" i="1" smtClean="0"/>
              <a:t>D </a:t>
            </a:r>
            <a:r>
              <a:rPr lang="en-US" altLang="zh-CN" sz="2800" smtClean="0">
                <a:solidFill>
                  <a:schemeClr val="hlink"/>
                </a:solidFill>
              </a:rPr>
              <a:t>AND</a:t>
            </a:r>
            <a:r>
              <a:rPr lang="en-US" altLang="zh-CN" sz="2800" smtClean="0"/>
              <a:t> (11111111 11111111 11111100 00000000)</a:t>
            </a:r>
          </a:p>
          <a:p>
            <a:pPr eaLnBrk="1" hangingPunct="1">
              <a:buFont typeface="Wingdings" pitchFamily="2" charset="2"/>
              <a:buNone/>
            </a:pPr>
            <a:r>
              <a:rPr lang="en-US" altLang="zh-CN" sz="2800" smtClean="0"/>
              <a:t>          = 206.0.68.0/22            </a:t>
            </a:r>
            <a:r>
              <a:rPr lang="zh-CN" altLang="en-US" sz="2800" smtClean="0"/>
              <a:t>匹配</a:t>
            </a:r>
            <a:endParaRPr lang="zh-CN" altLang="en-US" sz="2800" i="1" smtClean="0"/>
          </a:p>
          <a:p>
            <a:pPr eaLnBrk="1" hangingPunct="1">
              <a:buFont typeface="Wingdings" pitchFamily="2" charset="2"/>
              <a:buNone/>
            </a:pPr>
            <a:r>
              <a:rPr lang="en-US" altLang="zh-CN" sz="2800" i="1" smtClean="0"/>
              <a:t>D </a:t>
            </a:r>
            <a:r>
              <a:rPr lang="en-US" altLang="zh-CN" sz="2800" smtClean="0">
                <a:solidFill>
                  <a:schemeClr val="hlink"/>
                </a:solidFill>
              </a:rPr>
              <a:t>AND</a:t>
            </a:r>
            <a:r>
              <a:rPr lang="en-US" altLang="zh-CN" sz="2800" smtClean="0"/>
              <a:t> (11111111 11111111 11111111 10000000)</a:t>
            </a:r>
          </a:p>
          <a:p>
            <a:pPr eaLnBrk="1" hangingPunct="1">
              <a:buFont typeface="Wingdings" pitchFamily="2" charset="2"/>
              <a:buNone/>
            </a:pPr>
            <a:r>
              <a:rPr lang="en-US" altLang="zh-CN" sz="2800" smtClean="0"/>
              <a:t>         = 206.0.71.128/25         </a:t>
            </a:r>
            <a:r>
              <a:rPr lang="zh-CN" altLang="en-US" sz="2800" smtClean="0"/>
              <a:t>匹配</a:t>
            </a:r>
          </a:p>
          <a:p>
            <a:pPr eaLnBrk="1" hangingPunct="1"/>
            <a:r>
              <a:rPr lang="zh-CN" altLang="en-US" sz="2800" smtClean="0"/>
              <a:t>选择两个匹配的地址中更具体的一个，即选择</a:t>
            </a:r>
            <a:r>
              <a:rPr lang="zh-CN" altLang="en-US" sz="2800" smtClean="0">
                <a:solidFill>
                  <a:schemeClr val="hlink"/>
                </a:solidFill>
              </a:rPr>
              <a:t>最长前缀的地址</a:t>
            </a:r>
            <a:r>
              <a:rPr lang="zh-CN" altLang="en-US" sz="2800" smtClean="0"/>
              <a:t>。</a:t>
            </a:r>
            <a:r>
              <a:rPr lang="zh-CN" altLang="en-US" smtClean="0"/>
              <a:t> </a:t>
            </a:r>
          </a:p>
        </p:txBody>
      </p:sp>
      <p:sp>
        <p:nvSpPr>
          <p:cNvPr id="535562" name="Line 10"/>
          <p:cNvSpPr>
            <a:spLocks noChangeShapeType="1"/>
          </p:cNvSpPr>
          <p:nvPr/>
        </p:nvSpPr>
        <p:spPr bwMode="auto">
          <a:xfrm>
            <a:off x="1711325" y="3938588"/>
            <a:ext cx="4175125" cy="0"/>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3556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35561">
                                            <p:txEl>
                                              <p:pRg st="1" end="1"/>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35561">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3556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35561">
                                            <p:txEl>
                                              <p:pRg st="4" end="4"/>
                                            </p:txEl>
                                          </p:spTgt>
                                        </p:tgtEl>
                                        <p:attrNameLst>
                                          <p:attrName>style.visibility</p:attrName>
                                        </p:attrNameLst>
                                      </p:cBhvr>
                                      <p:to>
                                        <p:strVal val="visible"/>
                                      </p:to>
                                    </p:set>
                                  </p:childTnLst>
                                </p:cTn>
                              </p:par>
                            </p:childTnLst>
                          </p:cTn>
                        </p:par>
                        <p:par>
                          <p:cTn id="19" fill="hold" nodeType="afterGroup">
                            <p:stCondLst>
                              <p:cond delay="0"/>
                            </p:stCondLst>
                            <p:childTnLst>
                              <p:par>
                                <p:cTn id="20" presetID="1" presetClass="entr" presetSubtype="0" repeatCount="3000" fill="hold" grpId="0" nodeType="afterEffect">
                                  <p:stCondLst>
                                    <p:cond delay="500"/>
                                  </p:stCondLst>
                                  <p:childTnLst>
                                    <p:set>
                                      <p:cBhvr>
                                        <p:cTn id="21" dur="1" fill="hold">
                                          <p:stCondLst>
                                            <p:cond delay="0"/>
                                          </p:stCondLst>
                                        </p:cTn>
                                        <p:tgtEl>
                                          <p:spTgt spid="535562"/>
                                        </p:tgtEl>
                                        <p:attrNameLst>
                                          <p:attrName>style.visibility</p:attrName>
                                        </p:attrNameLst>
                                      </p:cBhvr>
                                      <p:to>
                                        <p:strVal val="visible"/>
                                      </p:to>
                                    </p:set>
                                  </p:childTnLst>
                                </p:cTn>
                              </p:par>
                            </p:childTnLst>
                          </p:cTn>
                        </p:par>
                        <p:par>
                          <p:cTn id="22" fill="hold" nodeType="afterGroup">
                            <p:stCondLst>
                              <p:cond delay="500"/>
                            </p:stCondLst>
                            <p:childTnLst>
                              <p:par>
                                <p:cTn id="23" presetID="35" presetClass="emph" presetSubtype="0" repeatCount="3000" fill="hold" grpId="1" nodeType="afterEffect">
                                  <p:stCondLst>
                                    <p:cond delay="500"/>
                                  </p:stCondLst>
                                  <p:childTnLst>
                                    <p:anim calcmode="discrete" valueType="str">
                                      <p:cBhvr>
                                        <p:cTn id="24" dur="1000" fill="hold"/>
                                        <p:tgtEl>
                                          <p:spTgt spid="5355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5561" grpId="0" build="p"/>
      <p:bldP spid="535562" grpId="0" animBg="1"/>
      <p:bldP spid="535562" grpId="1"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3. </a:t>
            </a:r>
            <a:r>
              <a:rPr lang="zh-CN" altLang="en-US" smtClean="0"/>
              <a:t>使用二叉线索查找路由表</a:t>
            </a:r>
          </a:p>
        </p:txBody>
      </p:sp>
      <p:sp>
        <p:nvSpPr>
          <p:cNvPr id="536579" name="Rectangle 3"/>
          <p:cNvSpPr>
            <a:spLocks noGrp="1" noChangeArrowheads="1"/>
          </p:cNvSpPr>
          <p:nvPr>
            <p:ph type="body" idx="1"/>
          </p:nvPr>
        </p:nvSpPr>
        <p:spPr>
          <a:xfrm>
            <a:off x="395288" y="1906588"/>
            <a:ext cx="8420100" cy="4475162"/>
          </a:xfrm>
        </p:spPr>
        <p:txBody>
          <a:bodyPr/>
          <a:lstStyle/>
          <a:p>
            <a:pPr algn="just" eaLnBrk="1" hangingPunct="1"/>
            <a:r>
              <a:rPr lang="zh-CN" altLang="en-US" sz="2600" smtClean="0"/>
              <a:t>当路由表的项目数很大时，怎样设法减小路由表的查找时间就成为一个非常重要的问题。 </a:t>
            </a:r>
          </a:p>
          <a:p>
            <a:pPr algn="just" eaLnBrk="1" hangingPunct="1"/>
            <a:r>
              <a:rPr lang="zh-CN" altLang="en-US" sz="2600" smtClean="0"/>
              <a:t>为了进行更加有效的查找，通常是将无分类编址的路由表存放在一种层次的数据结构中，然后自上而下地按层次进行查找。这里最常用的就是</a:t>
            </a:r>
            <a:r>
              <a:rPr lang="zh-CN" altLang="en-US" sz="2600" smtClean="0">
                <a:solidFill>
                  <a:schemeClr val="hlink"/>
                </a:solidFill>
              </a:rPr>
              <a:t>二叉线索</a:t>
            </a:r>
            <a:r>
              <a:rPr lang="en-US" altLang="zh-CN" sz="2600" smtClean="0"/>
              <a:t>(binary trie)</a:t>
            </a:r>
            <a:r>
              <a:rPr lang="zh-CN" altLang="en-US" sz="2600" smtClean="0"/>
              <a:t>。</a:t>
            </a:r>
          </a:p>
          <a:p>
            <a:pPr algn="just" eaLnBrk="1" hangingPunct="1"/>
            <a:r>
              <a:rPr lang="en-US" altLang="zh-CN" sz="2600" smtClean="0"/>
              <a:t>IP </a:t>
            </a:r>
            <a:r>
              <a:rPr lang="zh-CN" altLang="en-US" sz="2600" smtClean="0"/>
              <a:t>地址中从左到右的比特值决定了从根结点逐层向下层延伸的路径，而二叉线索中的各个路径就代表路由表中存放的各个地址。</a:t>
            </a:r>
          </a:p>
          <a:p>
            <a:pPr algn="just" eaLnBrk="1" hangingPunct="1"/>
            <a:r>
              <a:rPr lang="zh-CN" altLang="en-US" sz="2600" smtClean="0"/>
              <a:t>为了提高二叉线索的查找速度，广泛使用了各种压缩技术。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657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657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657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6579" grpId="0" build="p"/>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2"/>
          <p:cNvSpPr>
            <a:spLocks noGrp="1" noChangeArrowheads="1"/>
          </p:cNvSpPr>
          <p:nvPr>
            <p:ph type="title"/>
          </p:nvPr>
        </p:nvSpPr>
        <p:spPr>
          <a:xfrm>
            <a:off x="1150938" y="214313"/>
            <a:ext cx="7165975" cy="1462087"/>
          </a:xfrm>
        </p:spPr>
        <p:txBody>
          <a:bodyPr/>
          <a:lstStyle/>
          <a:p>
            <a:pPr algn="ctr" eaLnBrk="1" hangingPunct="1"/>
            <a:r>
              <a:rPr lang="zh-CN" altLang="en-US" sz="4000" smtClean="0"/>
              <a:t>用 </a:t>
            </a:r>
            <a:r>
              <a:rPr lang="en-US" altLang="zh-CN" sz="4000" smtClean="0"/>
              <a:t>5 </a:t>
            </a:r>
            <a:r>
              <a:rPr lang="zh-CN" altLang="en-US" sz="4000" smtClean="0"/>
              <a:t>个前缀构成的二叉线索 </a:t>
            </a:r>
          </a:p>
        </p:txBody>
      </p:sp>
      <p:sp>
        <p:nvSpPr>
          <p:cNvPr id="146435" name="Text Box 4"/>
          <p:cNvSpPr txBox="1">
            <a:spLocks noChangeArrowheads="1"/>
          </p:cNvSpPr>
          <p:nvPr/>
        </p:nvSpPr>
        <p:spPr bwMode="auto">
          <a:xfrm>
            <a:off x="34925" y="2379663"/>
            <a:ext cx="6249988" cy="277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spcAft>
                <a:spcPct val="30000"/>
              </a:spcAft>
            </a:pPr>
            <a:r>
              <a:rPr kumimoji="1" lang="en-US" altLang="zh-CN" sz="2000">
                <a:solidFill>
                  <a:schemeClr val="folHlink"/>
                </a:solidFill>
                <a:latin typeface="Arial" pitchFamily="34" charset="0"/>
              </a:rPr>
              <a:t>                32 </a:t>
            </a:r>
            <a:r>
              <a:rPr kumimoji="1" lang="zh-CN" altLang="en-US" sz="2000">
                <a:solidFill>
                  <a:schemeClr val="folHlink"/>
                </a:solidFill>
                <a:latin typeface="Arial" pitchFamily="34" charset="0"/>
              </a:rPr>
              <a:t>位的 </a:t>
            </a:r>
            <a:r>
              <a:rPr kumimoji="1" lang="en-US" altLang="zh-CN" sz="2000">
                <a:solidFill>
                  <a:schemeClr val="folHlink"/>
                </a:solidFill>
                <a:latin typeface="Arial" pitchFamily="34" charset="0"/>
              </a:rPr>
              <a:t>IP </a:t>
            </a:r>
            <a:r>
              <a:rPr kumimoji="1" lang="zh-CN" altLang="en-US" sz="2000">
                <a:solidFill>
                  <a:schemeClr val="folHlink"/>
                </a:solidFill>
                <a:latin typeface="Arial" pitchFamily="34" charset="0"/>
              </a:rPr>
              <a:t>地址                              唯一前缀</a:t>
            </a:r>
          </a:p>
          <a:p>
            <a:pPr eaLnBrk="1" hangingPunct="1">
              <a:lnSpc>
                <a:spcPct val="130000"/>
              </a:lnSpc>
            </a:pPr>
            <a:r>
              <a:rPr kumimoji="1" lang="en-US" altLang="zh-CN" sz="2000">
                <a:solidFill>
                  <a:schemeClr val="folHlink"/>
                </a:solidFill>
                <a:latin typeface="Arial" pitchFamily="34" charset="0"/>
              </a:rPr>
              <a:t>01000110 00000000 00000000 00000000         0100</a:t>
            </a:r>
          </a:p>
          <a:p>
            <a:pPr eaLnBrk="1" hangingPunct="1">
              <a:lnSpc>
                <a:spcPct val="130000"/>
              </a:lnSpc>
            </a:pPr>
            <a:r>
              <a:rPr kumimoji="1" lang="en-US" altLang="zh-CN" sz="2000">
                <a:solidFill>
                  <a:schemeClr val="folHlink"/>
                </a:solidFill>
                <a:latin typeface="Arial" pitchFamily="34" charset="0"/>
              </a:rPr>
              <a:t>01010110 00000000 00000000 00000000         0101</a:t>
            </a:r>
          </a:p>
          <a:p>
            <a:pPr eaLnBrk="1" hangingPunct="1">
              <a:lnSpc>
                <a:spcPct val="130000"/>
              </a:lnSpc>
            </a:pPr>
            <a:r>
              <a:rPr kumimoji="1" lang="en-US" altLang="zh-CN" sz="2000">
                <a:solidFill>
                  <a:schemeClr val="folHlink"/>
                </a:solidFill>
                <a:latin typeface="Arial" pitchFamily="34" charset="0"/>
              </a:rPr>
              <a:t>01100001 00000000 00000000 00000000         011</a:t>
            </a:r>
          </a:p>
          <a:p>
            <a:pPr eaLnBrk="1" hangingPunct="1">
              <a:lnSpc>
                <a:spcPct val="130000"/>
              </a:lnSpc>
            </a:pPr>
            <a:r>
              <a:rPr kumimoji="1" lang="en-US" altLang="zh-CN" sz="2000">
                <a:solidFill>
                  <a:schemeClr val="folHlink"/>
                </a:solidFill>
                <a:latin typeface="Arial" pitchFamily="34" charset="0"/>
              </a:rPr>
              <a:t>10110000 00000010 00000000 00000000         10110</a:t>
            </a:r>
          </a:p>
          <a:p>
            <a:pPr eaLnBrk="1" hangingPunct="1">
              <a:lnSpc>
                <a:spcPct val="130000"/>
              </a:lnSpc>
            </a:pPr>
            <a:r>
              <a:rPr kumimoji="1" lang="en-US" altLang="zh-CN" sz="2000">
                <a:solidFill>
                  <a:schemeClr val="folHlink"/>
                </a:solidFill>
                <a:latin typeface="Arial" pitchFamily="34" charset="0"/>
              </a:rPr>
              <a:t>10111011 00001010 00000000 00000000         10111</a:t>
            </a:r>
          </a:p>
          <a:p>
            <a:pPr eaLnBrk="1" hangingPunct="1"/>
            <a:endParaRPr kumimoji="1" lang="en-US" altLang="zh-CN" sz="2000">
              <a:solidFill>
                <a:schemeClr val="folHlink"/>
              </a:solidFill>
              <a:latin typeface="Arial" pitchFamily="34" charset="0"/>
            </a:endParaRPr>
          </a:p>
        </p:txBody>
      </p:sp>
      <p:sp>
        <p:nvSpPr>
          <p:cNvPr id="146436" name="Line 5"/>
          <p:cNvSpPr>
            <a:spLocks noChangeShapeType="1"/>
          </p:cNvSpPr>
          <p:nvPr/>
        </p:nvSpPr>
        <p:spPr bwMode="auto">
          <a:xfrm>
            <a:off x="523875" y="2749550"/>
            <a:ext cx="5105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46437" name="Group 37"/>
          <p:cNvGrpSpPr>
            <a:grpSpLocks/>
          </p:cNvGrpSpPr>
          <p:nvPr/>
        </p:nvGrpSpPr>
        <p:grpSpPr bwMode="auto">
          <a:xfrm>
            <a:off x="6418263" y="2405063"/>
            <a:ext cx="2617787" cy="2463800"/>
            <a:chOff x="4043" y="1379"/>
            <a:chExt cx="1649" cy="1734"/>
          </a:xfrm>
        </p:grpSpPr>
        <p:sp>
          <p:nvSpPr>
            <p:cNvPr id="146438" name="Freeform 6"/>
            <p:cNvSpPr>
              <a:spLocks/>
            </p:cNvSpPr>
            <p:nvPr/>
          </p:nvSpPr>
          <p:spPr bwMode="auto">
            <a:xfrm>
              <a:off x="4787" y="1454"/>
              <a:ext cx="772" cy="1604"/>
            </a:xfrm>
            <a:custGeom>
              <a:avLst/>
              <a:gdLst>
                <a:gd name="T0" fmla="*/ 0 w 772"/>
                <a:gd name="T1" fmla="*/ 0 h 1392"/>
                <a:gd name="T2" fmla="*/ 764 w 772"/>
                <a:gd name="T3" fmla="*/ 552 h 1392"/>
                <a:gd name="T4" fmla="*/ 318 w 772"/>
                <a:gd name="T5" fmla="*/ 1145 h 1392"/>
                <a:gd name="T6" fmla="*/ 510 w 772"/>
                <a:gd name="T7" fmla="*/ 1707 h 1392"/>
                <a:gd name="T8" fmla="*/ 772 w 772"/>
                <a:gd name="T9" fmla="*/ 2827 h 13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2" h="1392">
                  <a:moveTo>
                    <a:pt x="0" y="0"/>
                  </a:moveTo>
                  <a:lnTo>
                    <a:pt x="764" y="272"/>
                  </a:lnTo>
                  <a:lnTo>
                    <a:pt x="318" y="564"/>
                  </a:lnTo>
                  <a:lnTo>
                    <a:pt x="510" y="840"/>
                  </a:lnTo>
                  <a:lnTo>
                    <a:pt x="772" y="139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6439" name="Freeform 7"/>
            <p:cNvSpPr>
              <a:spLocks/>
            </p:cNvSpPr>
            <p:nvPr/>
          </p:nvSpPr>
          <p:spPr bwMode="auto">
            <a:xfrm>
              <a:off x="4098" y="1447"/>
              <a:ext cx="695" cy="1287"/>
            </a:xfrm>
            <a:custGeom>
              <a:avLst/>
              <a:gdLst>
                <a:gd name="T0" fmla="*/ 695 w 695"/>
                <a:gd name="T1" fmla="*/ 0 h 1117"/>
                <a:gd name="T2" fmla="*/ 0 w 695"/>
                <a:gd name="T3" fmla="*/ 578 h 1117"/>
                <a:gd name="T4" fmla="*/ 399 w 695"/>
                <a:gd name="T5" fmla="*/ 1145 h 1117"/>
                <a:gd name="T6" fmla="*/ 174 w 695"/>
                <a:gd name="T7" fmla="*/ 1711 h 1117"/>
                <a:gd name="T8" fmla="*/ 338 w 695"/>
                <a:gd name="T9" fmla="*/ 2269 h 1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5" h="1117">
                  <a:moveTo>
                    <a:pt x="695" y="0"/>
                  </a:moveTo>
                  <a:lnTo>
                    <a:pt x="0" y="285"/>
                  </a:lnTo>
                  <a:lnTo>
                    <a:pt x="399" y="564"/>
                  </a:lnTo>
                  <a:lnTo>
                    <a:pt x="174" y="843"/>
                  </a:lnTo>
                  <a:lnTo>
                    <a:pt x="338" y="1117"/>
                  </a:lnTo>
                </a:path>
              </a:pathLst>
            </a:custGeom>
            <a:noFill/>
            <a:ln w="57150" cmpd="sng">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6440" name="Line 8"/>
            <p:cNvSpPr>
              <a:spLocks noChangeShapeType="1"/>
            </p:cNvSpPr>
            <p:nvPr/>
          </p:nvSpPr>
          <p:spPr bwMode="auto">
            <a:xfrm flipH="1">
              <a:off x="5311" y="2726"/>
              <a:ext cx="112" cy="3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6441" name="Text Box 9"/>
            <p:cNvSpPr txBox="1">
              <a:spLocks noChangeArrowheads="1"/>
            </p:cNvSpPr>
            <p:nvPr/>
          </p:nvSpPr>
          <p:spPr bwMode="auto">
            <a:xfrm>
              <a:off x="4043" y="2388"/>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0</a:t>
              </a:r>
            </a:p>
          </p:txBody>
        </p:sp>
        <p:sp>
          <p:nvSpPr>
            <p:cNvPr id="146442" name="Text Box 10"/>
            <p:cNvSpPr txBox="1">
              <a:spLocks noChangeArrowheads="1"/>
            </p:cNvSpPr>
            <p:nvPr/>
          </p:nvSpPr>
          <p:spPr bwMode="auto">
            <a:xfrm>
              <a:off x="4223" y="2063"/>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0</a:t>
              </a:r>
            </a:p>
          </p:txBody>
        </p:sp>
        <p:sp>
          <p:nvSpPr>
            <p:cNvPr id="146443" name="Text Box 11"/>
            <p:cNvSpPr txBox="1">
              <a:spLocks noChangeArrowheads="1"/>
            </p:cNvSpPr>
            <p:nvPr/>
          </p:nvSpPr>
          <p:spPr bwMode="auto">
            <a:xfrm>
              <a:off x="5207" y="2728"/>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0</a:t>
              </a:r>
            </a:p>
          </p:txBody>
        </p:sp>
        <p:sp>
          <p:nvSpPr>
            <p:cNvPr id="146444" name="Text Box 12"/>
            <p:cNvSpPr txBox="1">
              <a:spLocks noChangeArrowheads="1"/>
            </p:cNvSpPr>
            <p:nvPr/>
          </p:nvSpPr>
          <p:spPr bwMode="auto">
            <a:xfrm>
              <a:off x="4283" y="1379"/>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0</a:t>
              </a:r>
            </a:p>
          </p:txBody>
        </p:sp>
        <p:sp>
          <p:nvSpPr>
            <p:cNvPr id="146445" name="Line 13"/>
            <p:cNvSpPr>
              <a:spLocks noChangeShapeType="1"/>
            </p:cNvSpPr>
            <p:nvPr/>
          </p:nvSpPr>
          <p:spPr bwMode="auto">
            <a:xfrm flipH="1">
              <a:off x="4155" y="2415"/>
              <a:ext cx="114" cy="3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6446" name="Freeform 14"/>
            <p:cNvSpPr>
              <a:spLocks/>
            </p:cNvSpPr>
            <p:nvPr/>
          </p:nvSpPr>
          <p:spPr bwMode="auto">
            <a:xfrm>
              <a:off x="4503" y="2111"/>
              <a:ext cx="168" cy="304"/>
            </a:xfrm>
            <a:custGeom>
              <a:avLst/>
              <a:gdLst>
                <a:gd name="T0" fmla="*/ 0 w 168"/>
                <a:gd name="T1" fmla="*/ 0 h 264"/>
                <a:gd name="T2" fmla="*/ 168 w 168"/>
                <a:gd name="T3" fmla="*/ 534 h 264"/>
                <a:gd name="T4" fmla="*/ 0 60000 65536"/>
                <a:gd name="T5" fmla="*/ 0 60000 65536"/>
              </a:gdLst>
              <a:ahLst/>
              <a:cxnLst>
                <a:cxn ang="T4">
                  <a:pos x="T0" y="T1"/>
                </a:cxn>
                <a:cxn ang="T5">
                  <a:pos x="T2" y="T3"/>
                </a:cxn>
              </a:cxnLst>
              <a:rect l="0" t="0" r="r" b="b"/>
              <a:pathLst>
                <a:path w="168" h="264">
                  <a:moveTo>
                    <a:pt x="0" y="0"/>
                  </a:moveTo>
                  <a:lnTo>
                    <a:pt x="168" y="264"/>
                  </a:lnTo>
                </a:path>
              </a:pathLst>
            </a:custGeom>
            <a:noFill/>
            <a:ln w="952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6447" name="Text Box 15"/>
            <p:cNvSpPr txBox="1">
              <a:spLocks noChangeArrowheads="1"/>
            </p:cNvSpPr>
            <p:nvPr/>
          </p:nvSpPr>
          <p:spPr bwMode="auto">
            <a:xfrm>
              <a:off x="5487" y="2734"/>
              <a:ext cx="205"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1</a:t>
              </a:r>
            </a:p>
          </p:txBody>
        </p:sp>
        <p:sp>
          <p:nvSpPr>
            <p:cNvPr id="146448" name="Text Box 16"/>
            <p:cNvSpPr txBox="1">
              <a:spLocks noChangeArrowheads="1"/>
            </p:cNvSpPr>
            <p:nvPr/>
          </p:nvSpPr>
          <p:spPr bwMode="auto">
            <a:xfrm>
              <a:off x="4545" y="2056"/>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1</a:t>
              </a:r>
            </a:p>
          </p:txBody>
        </p:sp>
        <p:sp>
          <p:nvSpPr>
            <p:cNvPr id="146449" name="Text Box 17"/>
            <p:cNvSpPr txBox="1">
              <a:spLocks noChangeArrowheads="1"/>
            </p:cNvSpPr>
            <p:nvPr/>
          </p:nvSpPr>
          <p:spPr bwMode="auto">
            <a:xfrm>
              <a:off x="4341" y="2395"/>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1</a:t>
              </a:r>
            </a:p>
          </p:txBody>
        </p:sp>
        <p:sp>
          <p:nvSpPr>
            <p:cNvPr id="146450" name="Text Box 18"/>
            <p:cNvSpPr txBox="1">
              <a:spLocks noChangeArrowheads="1"/>
            </p:cNvSpPr>
            <p:nvPr/>
          </p:nvSpPr>
          <p:spPr bwMode="auto">
            <a:xfrm>
              <a:off x="4275" y="1732"/>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1</a:t>
              </a:r>
            </a:p>
          </p:txBody>
        </p:sp>
        <p:sp>
          <p:nvSpPr>
            <p:cNvPr id="146451" name="Text Box 19"/>
            <p:cNvSpPr txBox="1">
              <a:spLocks noChangeArrowheads="1"/>
            </p:cNvSpPr>
            <p:nvPr/>
          </p:nvSpPr>
          <p:spPr bwMode="auto">
            <a:xfrm>
              <a:off x="5151" y="1386"/>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1</a:t>
              </a:r>
            </a:p>
          </p:txBody>
        </p:sp>
        <p:sp>
          <p:nvSpPr>
            <p:cNvPr id="146452" name="Text Box 20"/>
            <p:cNvSpPr txBox="1">
              <a:spLocks noChangeArrowheads="1"/>
            </p:cNvSpPr>
            <p:nvPr/>
          </p:nvSpPr>
          <p:spPr bwMode="auto">
            <a:xfrm>
              <a:off x="5361" y="2402"/>
              <a:ext cx="205"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1</a:t>
              </a:r>
            </a:p>
          </p:txBody>
        </p:sp>
        <p:sp>
          <p:nvSpPr>
            <p:cNvPr id="146453" name="Text Box 21"/>
            <p:cNvSpPr txBox="1">
              <a:spLocks noChangeArrowheads="1"/>
            </p:cNvSpPr>
            <p:nvPr/>
          </p:nvSpPr>
          <p:spPr bwMode="auto">
            <a:xfrm>
              <a:off x="5211" y="2063"/>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1</a:t>
              </a:r>
            </a:p>
          </p:txBody>
        </p:sp>
        <p:sp>
          <p:nvSpPr>
            <p:cNvPr id="146454" name="Text Box 22"/>
            <p:cNvSpPr txBox="1">
              <a:spLocks noChangeArrowheads="1"/>
            </p:cNvSpPr>
            <p:nvPr/>
          </p:nvSpPr>
          <p:spPr bwMode="auto">
            <a:xfrm>
              <a:off x="5183" y="1738"/>
              <a:ext cx="20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0</a:t>
              </a:r>
            </a:p>
          </p:txBody>
        </p:sp>
        <p:sp>
          <p:nvSpPr>
            <p:cNvPr id="146455" name="Oval 23"/>
            <p:cNvSpPr>
              <a:spLocks noChangeArrowheads="1"/>
            </p:cNvSpPr>
            <p:nvPr/>
          </p:nvSpPr>
          <p:spPr bwMode="auto">
            <a:xfrm>
              <a:off x="5085" y="2062"/>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56" name="Oval 24"/>
            <p:cNvSpPr>
              <a:spLocks noChangeArrowheads="1"/>
            </p:cNvSpPr>
            <p:nvPr/>
          </p:nvSpPr>
          <p:spPr bwMode="auto">
            <a:xfrm>
              <a:off x="4455" y="2062"/>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57" name="Oval 25"/>
            <p:cNvSpPr>
              <a:spLocks noChangeArrowheads="1"/>
            </p:cNvSpPr>
            <p:nvPr/>
          </p:nvSpPr>
          <p:spPr bwMode="auto">
            <a:xfrm>
              <a:off x="4065" y="1737"/>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58" name="Oval 26"/>
            <p:cNvSpPr>
              <a:spLocks noChangeArrowheads="1"/>
            </p:cNvSpPr>
            <p:nvPr/>
          </p:nvSpPr>
          <p:spPr bwMode="auto">
            <a:xfrm>
              <a:off x="5259" y="2380"/>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59" name="Oval 27"/>
            <p:cNvSpPr>
              <a:spLocks noChangeArrowheads="1"/>
            </p:cNvSpPr>
            <p:nvPr/>
          </p:nvSpPr>
          <p:spPr bwMode="auto">
            <a:xfrm>
              <a:off x="5385" y="2691"/>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0" name="Oval 28"/>
            <p:cNvSpPr>
              <a:spLocks noChangeArrowheads="1"/>
            </p:cNvSpPr>
            <p:nvPr/>
          </p:nvSpPr>
          <p:spPr bwMode="auto">
            <a:xfrm>
              <a:off x="4245" y="2373"/>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1" name="Oval 29"/>
            <p:cNvSpPr>
              <a:spLocks noChangeArrowheads="1"/>
            </p:cNvSpPr>
            <p:nvPr/>
          </p:nvSpPr>
          <p:spPr bwMode="auto">
            <a:xfrm>
              <a:off x="5505" y="1730"/>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2" name="Oval 30"/>
            <p:cNvSpPr>
              <a:spLocks noChangeArrowheads="1"/>
            </p:cNvSpPr>
            <p:nvPr/>
          </p:nvSpPr>
          <p:spPr bwMode="auto">
            <a:xfrm>
              <a:off x="4745" y="1412"/>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3" name="Rectangle 31"/>
            <p:cNvSpPr>
              <a:spLocks noChangeArrowheads="1"/>
            </p:cNvSpPr>
            <p:nvPr/>
          </p:nvSpPr>
          <p:spPr bwMode="auto">
            <a:xfrm>
              <a:off x="4101" y="2677"/>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4" name="Rectangle 32"/>
            <p:cNvSpPr>
              <a:spLocks noChangeArrowheads="1"/>
            </p:cNvSpPr>
            <p:nvPr/>
          </p:nvSpPr>
          <p:spPr bwMode="auto">
            <a:xfrm>
              <a:off x="4389" y="2671"/>
              <a:ext cx="96" cy="110"/>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5" name="Rectangle 33"/>
            <p:cNvSpPr>
              <a:spLocks noChangeArrowheads="1"/>
            </p:cNvSpPr>
            <p:nvPr/>
          </p:nvSpPr>
          <p:spPr bwMode="auto">
            <a:xfrm>
              <a:off x="4611" y="2359"/>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6" name="Rectangle 34"/>
            <p:cNvSpPr>
              <a:spLocks noChangeArrowheads="1"/>
            </p:cNvSpPr>
            <p:nvPr/>
          </p:nvSpPr>
          <p:spPr bwMode="auto">
            <a:xfrm>
              <a:off x="5511" y="3002"/>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467" name="Rectangle 35"/>
            <p:cNvSpPr>
              <a:spLocks noChangeArrowheads="1"/>
            </p:cNvSpPr>
            <p:nvPr/>
          </p:nvSpPr>
          <p:spPr bwMode="auto">
            <a:xfrm>
              <a:off x="5265" y="3002"/>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2"/>
          <p:cNvSpPr>
            <a:spLocks noGrp="1" noChangeArrowheads="1"/>
          </p:cNvSpPr>
          <p:nvPr>
            <p:ph type="title"/>
          </p:nvPr>
        </p:nvSpPr>
        <p:spPr/>
        <p:txBody>
          <a:bodyPr/>
          <a:lstStyle/>
          <a:p>
            <a:pPr eaLnBrk="1" hangingPunct="1"/>
            <a:r>
              <a:rPr lang="en-US" altLang="zh-CN" sz="4000" smtClean="0"/>
              <a:t>4.4   </a:t>
            </a:r>
            <a:r>
              <a:rPr lang="zh-CN" altLang="en-US" sz="4000" smtClean="0"/>
              <a:t>网际控制报文协议 </a:t>
            </a:r>
            <a:r>
              <a:rPr lang="en-US" altLang="zh-CN" sz="4000" smtClean="0"/>
              <a:t>ICMP</a:t>
            </a:r>
          </a:p>
        </p:txBody>
      </p:sp>
      <p:sp>
        <p:nvSpPr>
          <p:cNvPr id="537603" name="Rectangle 3"/>
          <p:cNvSpPr>
            <a:spLocks noGrp="1" noChangeArrowheads="1"/>
          </p:cNvSpPr>
          <p:nvPr>
            <p:ph type="body" idx="1"/>
          </p:nvPr>
        </p:nvSpPr>
        <p:spPr>
          <a:xfrm>
            <a:off x="1042988" y="1978025"/>
            <a:ext cx="7772400" cy="4114800"/>
          </a:xfrm>
        </p:spPr>
        <p:txBody>
          <a:bodyPr/>
          <a:lstStyle/>
          <a:p>
            <a:pPr eaLnBrk="1" hangingPunct="1"/>
            <a:r>
              <a:rPr lang="zh-CN" altLang="en-US" sz="2800" smtClean="0"/>
              <a:t>为了提高 </a:t>
            </a:r>
            <a:r>
              <a:rPr lang="en-US" altLang="zh-CN" sz="2800" smtClean="0"/>
              <a:t>IP </a:t>
            </a:r>
            <a:r>
              <a:rPr lang="zh-CN" altLang="en-US" sz="2800" smtClean="0"/>
              <a:t>数据报交付成功的机会，在网际层使用了网际控制报文协议 </a:t>
            </a:r>
            <a:r>
              <a:rPr lang="en-US" altLang="zh-CN" sz="2800" smtClean="0"/>
              <a:t>ICMP (Internet Control Message Protocol)</a:t>
            </a:r>
            <a:r>
              <a:rPr lang="zh-CN" altLang="en-US" sz="2800" smtClean="0"/>
              <a:t>。</a:t>
            </a:r>
          </a:p>
          <a:p>
            <a:pPr eaLnBrk="1" hangingPunct="1"/>
            <a:r>
              <a:rPr lang="en-US" altLang="zh-CN" sz="2800" smtClean="0"/>
              <a:t>ICMP </a:t>
            </a:r>
            <a:r>
              <a:rPr lang="zh-CN" altLang="en-US" sz="2800" smtClean="0"/>
              <a:t>允许主机或路由器报告差错情况和提供有关异常情况的报告。</a:t>
            </a:r>
          </a:p>
          <a:p>
            <a:pPr eaLnBrk="1" hangingPunct="1"/>
            <a:r>
              <a:rPr lang="en-US" altLang="zh-CN" sz="2800" smtClean="0"/>
              <a:t>ICMP </a:t>
            </a:r>
            <a:r>
              <a:rPr lang="zh-CN" altLang="en-US" sz="2800" smtClean="0"/>
              <a:t>不是高层协议，而是 </a:t>
            </a:r>
            <a:r>
              <a:rPr lang="en-US" altLang="zh-CN" sz="2800" smtClean="0"/>
              <a:t>IP </a:t>
            </a:r>
            <a:r>
              <a:rPr lang="zh-CN" altLang="en-US" sz="2800" smtClean="0"/>
              <a:t>层的协议。</a:t>
            </a:r>
          </a:p>
          <a:p>
            <a:pPr eaLnBrk="1" hangingPunct="1"/>
            <a:r>
              <a:rPr lang="en-US" altLang="zh-CN" sz="2800" smtClean="0"/>
              <a:t>ICMP </a:t>
            </a:r>
            <a:r>
              <a:rPr lang="zh-CN" altLang="en-US" sz="2800" smtClean="0"/>
              <a:t>报文作为 </a:t>
            </a:r>
            <a:r>
              <a:rPr lang="en-US" altLang="zh-CN" sz="2800" smtClean="0"/>
              <a:t>IP </a:t>
            </a:r>
            <a:r>
              <a:rPr lang="zh-CN" altLang="en-US" sz="2800" smtClean="0"/>
              <a:t>层数据报的数据，加上数据报的首部，组成 </a:t>
            </a:r>
            <a:r>
              <a:rPr lang="en-US" altLang="zh-CN" sz="2800" smtClean="0"/>
              <a:t>IP </a:t>
            </a:r>
            <a:r>
              <a:rPr lang="zh-CN" altLang="en-US" sz="2800" smtClean="0"/>
              <a:t>数据报发送出去。</a:t>
            </a:r>
            <a:r>
              <a:rPr lang="zh-CN" altLang="en-US" smtClean="0"/>
              <a:t>  </a:t>
            </a:r>
            <a:r>
              <a:rPr lang="zh-CN" altLang="en-US"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7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7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7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7603" grpId="0" build="p"/>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AutoShape 31"/>
          <p:cNvSpPr>
            <a:spLocks noChangeArrowheads="1"/>
          </p:cNvSpPr>
          <p:nvPr/>
        </p:nvSpPr>
        <p:spPr bwMode="auto">
          <a:xfrm rot="5400000">
            <a:off x="1853406" y="5210970"/>
            <a:ext cx="288925" cy="468312"/>
          </a:xfrm>
          <a:prstGeom prst="downArrow">
            <a:avLst>
              <a:gd name="adj1" fmla="val 47222"/>
              <a:gd name="adj2" fmla="val 83745"/>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48483" name="Rectangle 2"/>
          <p:cNvSpPr>
            <a:spLocks noChangeArrowheads="1"/>
          </p:cNvSpPr>
          <p:nvPr/>
        </p:nvSpPr>
        <p:spPr bwMode="auto">
          <a:xfrm>
            <a:off x="2205038" y="5267325"/>
            <a:ext cx="4248150" cy="3905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484" name="Rectangle 3"/>
          <p:cNvSpPr>
            <a:spLocks noGrp="1" noChangeArrowheads="1"/>
          </p:cNvSpPr>
          <p:nvPr>
            <p:ph type="title"/>
          </p:nvPr>
        </p:nvSpPr>
        <p:spPr/>
        <p:txBody>
          <a:bodyPr/>
          <a:lstStyle/>
          <a:p>
            <a:pPr algn="ctr" eaLnBrk="1" hangingPunct="1"/>
            <a:r>
              <a:rPr lang="en-US" altLang="zh-CN" sz="3600" smtClean="0"/>
              <a:t>ICMP </a:t>
            </a:r>
            <a:r>
              <a:rPr lang="zh-CN" altLang="en-US" sz="3600" smtClean="0"/>
              <a:t>报文的格式 </a:t>
            </a:r>
          </a:p>
        </p:txBody>
      </p:sp>
      <p:sp>
        <p:nvSpPr>
          <p:cNvPr id="148485" name="Rectangle 4"/>
          <p:cNvSpPr>
            <a:spLocks noChangeArrowheads="1"/>
          </p:cNvSpPr>
          <p:nvPr/>
        </p:nvSpPr>
        <p:spPr bwMode="auto">
          <a:xfrm>
            <a:off x="3363913" y="5291138"/>
            <a:ext cx="3070225" cy="36671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486" name="Freeform 5"/>
          <p:cNvSpPr>
            <a:spLocks/>
          </p:cNvSpPr>
          <p:nvPr/>
        </p:nvSpPr>
        <p:spPr bwMode="auto">
          <a:xfrm>
            <a:off x="2228850" y="4046538"/>
            <a:ext cx="5613400" cy="468312"/>
          </a:xfrm>
          <a:custGeom>
            <a:avLst/>
            <a:gdLst>
              <a:gd name="T0" fmla="*/ 0 w 2790"/>
              <a:gd name="T1" fmla="*/ 2147483647 h 279"/>
              <a:gd name="T2" fmla="*/ 2147483647 w 2790"/>
              <a:gd name="T3" fmla="*/ 2147483647 h 279"/>
              <a:gd name="T4" fmla="*/ 2147483647 w 2790"/>
              <a:gd name="T5" fmla="*/ 2147483647 h 279"/>
              <a:gd name="T6" fmla="*/ 2147483647 w 2790"/>
              <a:gd name="T7" fmla="*/ 0 h 279"/>
              <a:gd name="T8" fmla="*/ 0 w 2790"/>
              <a:gd name="T9" fmla="*/ 2147483647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0" h="279">
                <a:moveTo>
                  <a:pt x="0" y="6"/>
                </a:moveTo>
                <a:lnTo>
                  <a:pt x="561" y="279"/>
                </a:lnTo>
                <a:lnTo>
                  <a:pt x="2100" y="276"/>
                </a:lnTo>
                <a:lnTo>
                  <a:pt x="2790" y="0"/>
                </a:lnTo>
                <a:lnTo>
                  <a:pt x="0" y="6"/>
                </a:lnTo>
                <a:close/>
              </a:path>
            </a:pathLst>
          </a:custGeom>
          <a:solidFill>
            <a:srgbClr val="FF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8487" name="Line 6"/>
          <p:cNvSpPr>
            <a:spLocks noChangeShapeType="1"/>
          </p:cNvSpPr>
          <p:nvPr/>
        </p:nvSpPr>
        <p:spPr bwMode="auto">
          <a:xfrm>
            <a:off x="2205038" y="5891213"/>
            <a:ext cx="4248150"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488" name="Text Box 7"/>
          <p:cNvSpPr txBox="1">
            <a:spLocks noChangeArrowheads="1"/>
          </p:cNvSpPr>
          <p:nvPr/>
        </p:nvSpPr>
        <p:spPr bwMode="auto">
          <a:xfrm>
            <a:off x="2303463" y="5264150"/>
            <a:ext cx="8318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  部</a:t>
            </a:r>
          </a:p>
        </p:txBody>
      </p:sp>
      <p:sp>
        <p:nvSpPr>
          <p:cNvPr id="148489" name="Rectangle 8"/>
          <p:cNvSpPr>
            <a:spLocks noChangeArrowheads="1"/>
          </p:cNvSpPr>
          <p:nvPr/>
        </p:nvSpPr>
        <p:spPr bwMode="auto">
          <a:xfrm>
            <a:off x="3363913" y="4491038"/>
            <a:ext cx="3089275" cy="39211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ICMP </a:t>
            </a:r>
            <a:r>
              <a:rPr kumimoji="1" lang="zh-CN" altLang="en-US" sz="2000">
                <a:solidFill>
                  <a:srgbClr val="333399"/>
                </a:solidFill>
                <a:latin typeface="Arial" pitchFamily="34" charset="0"/>
              </a:rPr>
              <a:t>报文</a:t>
            </a:r>
          </a:p>
        </p:txBody>
      </p:sp>
      <p:sp>
        <p:nvSpPr>
          <p:cNvPr id="148490" name="Text Box 9"/>
          <p:cNvSpPr txBox="1">
            <a:spLocks noChangeArrowheads="1"/>
          </p:cNvSpPr>
          <p:nvPr/>
        </p:nvSpPr>
        <p:spPr bwMode="auto">
          <a:xfrm>
            <a:off x="2116138" y="2133600"/>
            <a:ext cx="325437"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0</a:t>
            </a:r>
          </a:p>
        </p:txBody>
      </p:sp>
      <p:sp>
        <p:nvSpPr>
          <p:cNvPr id="148491" name="Line 10"/>
          <p:cNvSpPr>
            <a:spLocks noChangeShapeType="1"/>
          </p:cNvSpPr>
          <p:nvPr/>
        </p:nvSpPr>
        <p:spPr bwMode="auto">
          <a:xfrm>
            <a:off x="3363913" y="5267325"/>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492" name="Text Box 11"/>
          <p:cNvSpPr txBox="1">
            <a:spLocks noChangeArrowheads="1"/>
          </p:cNvSpPr>
          <p:nvPr/>
        </p:nvSpPr>
        <p:spPr bwMode="auto">
          <a:xfrm>
            <a:off x="3994150" y="5264150"/>
            <a:ext cx="1617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  据  部  分</a:t>
            </a:r>
          </a:p>
        </p:txBody>
      </p:sp>
      <p:sp>
        <p:nvSpPr>
          <p:cNvPr id="148493" name="AutoShape 12"/>
          <p:cNvSpPr>
            <a:spLocks noChangeArrowheads="1"/>
          </p:cNvSpPr>
          <p:nvPr/>
        </p:nvSpPr>
        <p:spPr bwMode="auto">
          <a:xfrm>
            <a:off x="4714875" y="4883150"/>
            <a:ext cx="288925" cy="468313"/>
          </a:xfrm>
          <a:prstGeom prst="downArrow">
            <a:avLst>
              <a:gd name="adj1" fmla="val 47222"/>
              <a:gd name="adj2" fmla="val 8374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48494" name="Rectangle 13"/>
          <p:cNvSpPr>
            <a:spLocks noChangeArrowheads="1"/>
          </p:cNvSpPr>
          <p:nvPr/>
        </p:nvSpPr>
        <p:spPr bwMode="auto">
          <a:xfrm>
            <a:off x="2205038" y="2513013"/>
            <a:ext cx="5600700" cy="1563687"/>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148495" name="Line 14"/>
          <p:cNvSpPr>
            <a:spLocks noChangeShapeType="1"/>
          </p:cNvSpPr>
          <p:nvPr/>
        </p:nvSpPr>
        <p:spPr bwMode="auto">
          <a:xfrm rot="5400000" flipV="1">
            <a:off x="5005388" y="73025"/>
            <a:ext cx="0" cy="5600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496" name="Line 15"/>
          <p:cNvSpPr>
            <a:spLocks noChangeShapeType="1"/>
          </p:cNvSpPr>
          <p:nvPr/>
        </p:nvSpPr>
        <p:spPr bwMode="auto">
          <a:xfrm flipV="1">
            <a:off x="3603625" y="2482850"/>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497" name="Line 16"/>
          <p:cNvSpPr>
            <a:spLocks noChangeShapeType="1"/>
          </p:cNvSpPr>
          <p:nvPr/>
        </p:nvSpPr>
        <p:spPr bwMode="auto">
          <a:xfrm flipV="1">
            <a:off x="5003800" y="2482850"/>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498" name="Line 17"/>
          <p:cNvSpPr>
            <a:spLocks noChangeShapeType="1"/>
          </p:cNvSpPr>
          <p:nvPr/>
        </p:nvSpPr>
        <p:spPr bwMode="auto">
          <a:xfrm flipV="1">
            <a:off x="5003800" y="2482850"/>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8642" name="Text Box 18"/>
          <p:cNvSpPr txBox="1">
            <a:spLocks noChangeArrowheads="1"/>
          </p:cNvSpPr>
          <p:nvPr/>
        </p:nvSpPr>
        <p:spPr bwMode="auto">
          <a:xfrm>
            <a:off x="5873750" y="2455863"/>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检验和</a:t>
            </a:r>
          </a:p>
        </p:txBody>
      </p:sp>
      <p:sp>
        <p:nvSpPr>
          <p:cNvPr id="538643" name="Text Box 19"/>
          <p:cNvSpPr txBox="1">
            <a:spLocks noChangeArrowheads="1"/>
          </p:cNvSpPr>
          <p:nvPr/>
        </p:nvSpPr>
        <p:spPr bwMode="auto">
          <a:xfrm>
            <a:off x="2493963" y="245586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类型</a:t>
            </a:r>
          </a:p>
        </p:txBody>
      </p:sp>
      <p:sp>
        <p:nvSpPr>
          <p:cNvPr id="538644" name="Text Box 20"/>
          <p:cNvSpPr txBox="1">
            <a:spLocks noChangeArrowheads="1"/>
          </p:cNvSpPr>
          <p:nvPr/>
        </p:nvSpPr>
        <p:spPr bwMode="auto">
          <a:xfrm>
            <a:off x="3973513" y="2455863"/>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代码</a:t>
            </a:r>
          </a:p>
        </p:txBody>
      </p:sp>
      <p:sp>
        <p:nvSpPr>
          <p:cNvPr id="148502" name="Text Box 21"/>
          <p:cNvSpPr txBox="1">
            <a:spLocks noChangeArrowheads="1"/>
          </p:cNvSpPr>
          <p:nvPr/>
        </p:nvSpPr>
        <p:spPr bwMode="auto">
          <a:xfrm>
            <a:off x="2438400" y="2852738"/>
            <a:ext cx="4797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（这 </a:t>
            </a:r>
            <a:r>
              <a:rPr kumimoji="1" lang="en-US" altLang="zh-CN" sz="2000">
                <a:solidFill>
                  <a:srgbClr val="333399"/>
                </a:solidFill>
                <a:latin typeface="Arial" pitchFamily="34" charset="0"/>
              </a:rPr>
              <a:t>4 </a:t>
            </a:r>
            <a:r>
              <a:rPr kumimoji="1" lang="zh-CN" altLang="en-US" sz="2000">
                <a:solidFill>
                  <a:srgbClr val="333399"/>
                </a:solidFill>
                <a:latin typeface="Arial" pitchFamily="34" charset="0"/>
              </a:rPr>
              <a:t>个字节取决于 </a:t>
            </a:r>
            <a:r>
              <a:rPr kumimoji="1" lang="en-US" altLang="zh-CN" sz="2000">
                <a:solidFill>
                  <a:srgbClr val="333399"/>
                </a:solidFill>
                <a:latin typeface="Arial" pitchFamily="34" charset="0"/>
              </a:rPr>
              <a:t>ICMP </a:t>
            </a:r>
            <a:r>
              <a:rPr kumimoji="1" lang="zh-CN" altLang="en-US" sz="2000">
                <a:solidFill>
                  <a:srgbClr val="333399"/>
                </a:solidFill>
                <a:latin typeface="Arial" pitchFamily="34" charset="0"/>
              </a:rPr>
              <a:t>报文的类型）</a:t>
            </a:r>
          </a:p>
        </p:txBody>
      </p:sp>
      <p:sp>
        <p:nvSpPr>
          <p:cNvPr id="148503" name="Text Box 22"/>
          <p:cNvSpPr txBox="1">
            <a:spLocks noChangeArrowheads="1"/>
          </p:cNvSpPr>
          <p:nvPr/>
        </p:nvSpPr>
        <p:spPr bwMode="auto">
          <a:xfrm>
            <a:off x="3497263" y="2133600"/>
            <a:ext cx="325437"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8</a:t>
            </a:r>
          </a:p>
        </p:txBody>
      </p:sp>
      <p:sp>
        <p:nvSpPr>
          <p:cNvPr id="148504" name="Text Box 23"/>
          <p:cNvSpPr txBox="1">
            <a:spLocks noChangeArrowheads="1"/>
          </p:cNvSpPr>
          <p:nvPr/>
        </p:nvSpPr>
        <p:spPr bwMode="auto">
          <a:xfrm>
            <a:off x="4826000" y="2133600"/>
            <a:ext cx="466725"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16</a:t>
            </a:r>
          </a:p>
        </p:txBody>
      </p:sp>
      <p:sp>
        <p:nvSpPr>
          <p:cNvPr id="148505" name="Rectangle 24"/>
          <p:cNvSpPr>
            <a:spLocks noChangeArrowheads="1"/>
          </p:cNvSpPr>
          <p:nvPr/>
        </p:nvSpPr>
        <p:spPr bwMode="auto">
          <a:xfrm>
            <a:off x="3635375" y="5735638"/>
            <a:ext cx="1273175"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506" name="Text Box 25"/>
          <p:cNvSpPr txBox="1">
            <a:spLocks noChangeArrowheads="1"/>
          </p:cNvSpPr>
          <p:nvPr/>
        </p:nvSpPr>
        <p:spPr bwMode="auto">
          <a:xfrm>
            <a:off x="7475538" y="2133600"/>
            <a:ext cx="466725"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31</a:t>
            </a:r>
          </a:p>
        </p:txBody>
      </p:sp>
      <p:sp>
        <p:nvSpPr>
          <p:cNvPr id="148507" name="Text Box 26"/>
          <p:cNvSpPr txBox="1">
            <a:spLocks noChangeArrowheads="1"/>
          </p:cNvSpPr>
          <p:nvPr/>
        </p:nvSpPr>
        <p:spPr bwMode="auto">
          <a:xfrm>
            <a:off x="3602038" y="5697538"/>
            <a:ext cx="12573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148508" name="Line 27"/>
          <p:cNvSpPr>
            <a:spLocks noChangeShapeType="1"/>
          </p:cNvSpPr>
          <p:nvPr/>
        </p:nvSpPr>
        <p:spPr bwMode="auto">
          <a:xfrm rot="-5400000">
            <a:off x="5005388" y="465138"/>
            <a:ext cx="0" cy="5600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8652" name="Text Box 28"/>
          <p:cNvSpPr txBox="1">
            <a:spLocks noChangeArrowheads="1"/>
          </p:cNvSpPr>
          <p:nvPr/>
        </p:nvSpPr>
        <p:spPr bwMode="auto">
          <a:xfrm>
            <a:off x="323850" y="2276475"/>
            <a:ext cx="1481138"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zh-CN" altLang="en-US" sz="2000">
                <a:solidFill>
                  <a:srgbClr val="333399"/>
                </a:solidFill>
                <a:latin typeface="Arial" pitchFamily="34" charset="0"/>
              </a:rPr>
              <a:t>前 </a:t>
            </a:r>
            <a:r>
              <a:rPr kumimoji="1" lang="en-US" altLang="zh-CN" sz="2000">
                <a:solidFill>
                  <a:srgbClr val="333399"/>
                </a:solidFill>
                <a:latin typeface="Arial" pitchFamily="34" charset="0"/>
              </a:rPr>
              <a:t>4 </a:t>
            </a:r>
            <a:r>
              <a:rPr kumimoji="1" lang="zh-CN" altLang="en-US" sz="2000">
                <a:solidFill>
                  <a:srgbClr val="333399"/>
                </a:solidFill>
                <a:latin typeface="Arial" pitchFamily="34" charset="0"/>
              </a:rPr>
              <a:t>个字节</a:t>
            </a:r>
          </a:p>
          <a:p>
            <a:pPr algn="ctr" eaLnBrk="1" hangingPunct="1">
              <a:lnSpc>
                <a:spcPct val="90000"/>
              </a:lnSpc>
            </a:pPr>
            <a:r>
              <a:rPr kumimoji="1" lang="zh-CN" altLang="en-US" sz="2000">
                <a:solidFill>
                  <a:srgbClr val="333399"/>
                </a:solidFill>
                <a:latin typeface="Arial" pitchFamily="34" charset="0"/>
              </a:rPr>
              <a:t>都是一样的</a:t>
            </a:r>
          </a:p>
        </p:txBody>
      </p:sp>
      <p:sp>
        <p:nvSpPr>
          <p:cNvPr id="148510" name="Text Box 29"/>
          <p:cNvSpPr txBox="1">
            <a:spLocks noChangeArrowheads="1"/>
          </p:cNvSpPr>
          <p:nvPr/>
        </p:nvSpPr>
        <p:spPr bwMode="auto">
          <a:xfrm>
            <a:off x="2790825" y="3463925"/>
            <a:ext cx="4445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ICMP </a:t>
            </a:r>
            <a:r>
              <a:rPr kumimoji="1" lang="zh-CN" altLang="en-US" sz="2000">
                <a:solidFill>
                  <a:srgbClr val="333399"/>
                </a:solidFill>
                <a:latin typeface="Arial" pitchFamily="34" charset="0"/>
              </a:rPr>
              <a:t>的数据部分（长度取决于类型）</a:t>
            </a:r>
          </a:p>
        </p:txBody>
      </p:sp>
      <p:sp>
        <p:nvSpPr>
          <p:cNvPr id="538654" name="Line 30"/>
          <p:cNvSpPr>
            <a:spLocks noChangeShapeType="1"/>
          </p:cNvSpPr>
          <p:nvPr/>
        </p:nvSpPr>
        <p:spPr bwMode="auto">
          <a:xfrm>
            <a:off x="1720850" y="2638425"/>
            <a:ext cx="484188"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53865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500"/>
                                  </p:stCondLst>
                                  <p:childTnLst>
                                    <p:anim calcmode="discrete" valueType="str">
                                      <p:cBhvr>
                                        <p:cTn id="8" dur="1000" fill="hold"/>
                                        <p:tgtEl>
                                          <p:spTgt spid="53865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5386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53864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5386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42" grpId="0"/>
      <p:bldP spid="538643" grpId="0"/>
      <p:bldP spid="538644" grpId="0"/>
      <p:bldP spid="538652" grpId="0"/>
      <p:bldP spid="538654"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4.4.1  ICMP </a:t>
            </a:r>
            <a:r>
              <a:rPr lang="zh-CN" altLang="en-US" smtClean="0"/>
              <a:t>报文的种类</a:t>
            </a:r>
          </a:p>
        </p:txBody>
      </p:sp>
      <p:sp>
        <p:nvSpPr>
          <p:cNvPr id="539651" name="Rectangle 3"/>
          <p:cNvSpPr>
            <a:spLocks noGrp="1" noChangeArrowheads="1"/>
          </p:cNvSpPr>
          <p:nvPr>
            <p:ph type="body" idx="1"/>
          </p:nvPr>
        </p:nvSpPr>
        <p:spPr>
          <a:xfrm>
            <a:off x="395288" y="1906588"/>
            <a:ext cx="8420100" cy="4475162"/>
          </a:xfrm>
        </p:spPr>
        <p:txBody>
          <a:bodyPr/>
          <a:lstStyle/>
          <a:p>
            <a:pPr algn="just" eaLnBrk="1" hangingPunct="1"/>
            <a:r>
              <a:rPr lang="en-US" altLang="zh-CN" sz="2800" smtClean="0"/>
              <a:t>ICMP </a:t>
            </a:r>
            <a:r>
              <a:rPr lang="zh-CN" altLang="en-US" sz="2800" smtClean="0"/>
              <a:t>报文的种类有两种，即 </a:t>
            </a:r>
            <a:r>
              <a:rPr lang="en-US" altLang="zh-CN" sz="2800" smtClean="0"/>
              <a:t>ICMP </a:t>
            </a:r>
            <a:r>
              <a:rPr lang="zh-CN" altLang="en-US" sz="2800" smtClean="0">
                <a:solidFill>
                  <a:schemeClr val="hlink"/>
                </a:solidFill>
              </a:rPr>
              <a:t>差错报告报文</a:t>
            </a:r>
            <a:r>
              <a:rPr lang="zh-CN" altLang="en-US" sz="2800" smtClean="0"/>
              <a:t>和 </a:t>
            </a:r>
            <a:r>
              <a:rPr lang="en-US" altLang="zh-CN" sz="2800" smtClean="0"/>
              <a:t>ICMP </a:t>
            </a:r>
            <a:r>
              <a:rPr lang="zh-CN" altLang="en-US" sz="2800" smtClean="0">
                <a:solidFill>
                  <a:schemeClr val="hlink"/>
                </a:solidFill>
              </a:rPr>
              <a:t>询问报文</a:t>
            </a:r>
            <a:r>
              <a:rPr lang="zh-CN" altLang="en-US" sz="2800" smtClean="0"/>
              <a:t>。 </a:t>
            </a:r>
            <a:endParaRPr lang="zh-CN" altLang="en-US" sz="2600" smtClean="0"/>
          </a:p>
          <a:p>
            <a:pPr algn="just" eaLnBrk="1" hangingPunct="1"/>
            <a:r>
              <a:rPr lang="en-US" altLang="zh-CN" sz="2800" smtClean="0"/>
              <a:t>ICMP </a:t>
            </a:r>
            <a:r>
              <a:rPr lang="zh-CN" altLang="en-US" sz="2800" smtClean="0"/>
              <a:t>报文的前 </a:t>
            </a:r>
            <a:r>
              <a:rPr lang="en-US" altLang="zh-CN" sz="2800" smtClean="0"/>
              <a:t>4 </a:t>
            </a:r>
            <a:r>
              <a:rPr lang="zh-CN" altLang="en-US" sz="2800" smtClean="0"/>
              <a:t>个字节是统一的格式，共有三个字段：即</a:t>
            </a:r>
            <a:r>
              <a:rPr lang="zh-CN" altLang="en-US" sz="2800" smtClean="0">
                <a:solidFill>
                  <a:schemeClr val="hlink"/>
                </a:solidFill>
              </a:rPr>
              <a:t>类型</a:t>
            </a:r>
            <a:r>
              <a:rPr lang="zh-CN" altLang="en-US" sz="2800" smtClean="0"/>
              <a:t>、</a:t>
            </a:r>
            <a:r>
              <a:rPr lang="zh-CN" altLang="en-US" sz="2800" smtClean="0">
                <a:solidFill>
                  <a:schemeClr val="hlink"/>
                </a:solidFill>
              </a:rPr>
              <a:t>代码</a:t>
            </a:r>
            <a:r>
              <a:rPr lang="zh-CN" altLang="en-US" sz="2800" smtClean="0"/>
              <a:t>和</a:t>
            </a:r>
            <a:r>
              <a:rPr lang="zh-CN" altLang="en-US" sz="2800" smtClean="0">
                <a:solidFill>
                  <a:schemeClr val="hlink"/>
                </a:solidFill>
              </a:rPr>
              <a:t>检验和</a:t>
            </a:r>
            <a:r>
              <a:rPr lang="zh-CN" altLang="en-US" sz="2800" smtClean="0"/>
              <a:t>。接着的 </a:t>
            </a:r>
            <a:r>
              <a:rPr lang="en-US" altLang="zh-CN" sz="2800" smtClean="0"/>
              <a:t>4 </a:t>
            </a:r>
            <a:r>
              <a:rPr lang="zh-CN" altLang="en-US" sz="2800" smtClean="0"/>
              <a:t>个字节的内容与 </a:t>
            </a:r>
            <a:r>
              <a:rPr lang="en-US" altLang="zh-CN" sz="2800" smtClean="0"/>
              <a:t>ICMP </a:t>
            </a:r>
            <a:r>
              <a:rPr lang="zh-CN" altLang="en-US" sz="2800" smtClean="0"/>
              <a:t>的类型有关。 </a:t>
            </a:r>
            <a:endParaRPr lang="zh-CN" altLang="en-US" sz="2600" smtClean="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965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1" grpId="0" build="p"/>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ICMP </a:t>
            </a:r>
            <a:r>
              <a:rPr lang="zh-CN" altLang="en-US" smtClean="0"/>
              <a:t>差错报告报文共有 </a:t>
            </a:r>
            <a:r>
              <a:rPr lang="en-US" altLang="zh-CN" smtClean="0"/>
              <a:t>5 </a:t>
            </a:r>
            <a:r>
              <a:rPr lang="zh-CN" altLang="en-US" smtClean="0"/>
              <a:t>种</a:t>
            </a:r>
            <a:r>
              <a:rPr lang="en-US" altLang="zh-CN" sz="2400" smtClean="0"/>
              <a:t>P141</a:t>
            </a:r>
            <a:r>
              <a:rPr lang="en-US" altLang="zh-CN" smtClean="0"/>
              <a:t> </a:t>
            </a:r>
          </a:p>
        </p:txBody>
      </p:sp>
      <p:sp>
        <p:nvSpPr>
          <p:cNvPr id="540675" name="Rectangle 3"/>
          <p:cNvSpPr>
            <a:spLocks noGrp="1" noChangeArrowheads="1"/>
          </p:cNvSpPr>
          <p:nvPr>
            <p:ph type="body" idx="1"/>
          </p:nvPr>
        </p:nvSpPr>
        <p:spPr>
          <a:xfrm>
            <a:off x="1114425" y="2049463"/>
            <a:ext cx="7345363" cy="4475162"/>
          </a:xfrm>
        </p:spPr>
        <p:txBody>
          <a:bodyPr/>
          <a:lstStyle/>
          <a:p>
            <a:pPr algn="just" eaLnBrk="1" hangingPunct="1"/>
            <a:r>
              <a:rPr lang="zh-CN" altLang="en-US" sz="2800" smtClean="0"/>
              <a:t>终点不可达 </a:t>
            </a:r>
            <a:endParaRPr lang="zh-CN" altLang="en-US" sz="2600" smtClean="0"/>
          </a:p>
          <a:p>
            <a:pPr algn="just" eaLnBrk="1" hangingPunct="1"/>
            <a:r>
              <a:rPr lang="zh-CN" altLang="en-US" sz="2800" smtClean="0"/>
              <a:t>源点抑制</a:t>
            </a:r>
            <a:r>
              <a:rPr lang="en-US" altLang="zh-CN" sz="2800" smtClean="0"/>
              <a:t>(Source quench)</a:t>
            </a:r>
            <a:r>
              <a:rPr lang="en-US" altLang="zh-CN" smtClean="0"/>
              <a:t> </a:t>
            </a:r>
            <a:r>
              <a:rPr lang="en-US" altLang="zh-CN" sz="2800" smtClean="0"/>
              <a:t> </a:t>
            </a:r>
          </a:p>
          <a:p>
            <a:pPr algn="just" eaLnBrk="1" hangingPunct="1"/>
            <a:r>
              <a:rPr lang="zh-CN" altLang="en-US" sz="2800" smtClean="0"/>
              <a:t>时间超过 </a:t>
            </a:r>
          </a:p>
          <a:p>
            <a:pPr algn="just" eaLnBrk="1" hangingPunct="1"/>
            <a:r>
              <a:rPr lang="zh-CN" altLang="en-US" sz="2800" smtClean="0"/>
              <a:t>参数问题 </a:t>
            </a:r>
          </a:p>
          <a:p>
            <a:pPr algn="just" eaLnBrk="1" hangingPunct="1"/>
            <a:r>
              <a:rPr lang="zh-CN" altLang="en-US" sz="2800" smtClean="0"/>
              <a:t>改变路由（重定向）</a:t>
            </a:r>
            <a:r>
              <a:rPr lang="en-US" altLang="zh-CN" sz="2800" smtClean="0"/>
              <a:t>(Redirect)</a:t>
            </a:r>
            <a:r>
              <a:rPr lang="en-US" altLang="zh-CN" smtClean="0"/>
              <a:t> </a:t>
            </a:r>
            <a:r>
              <a:rPr lang="en-US" altLang="zh-CN"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06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067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067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067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5" grpId="0" build="p"/>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2"/>
          <p:cNvSpPr>
            <a:spLocks noChangeArrowheads="1"/>
          </p:cNvSpPr>
          <p:nvPr/>
        </p:nvSpPr>
        <p:spPr bwMode="auto">
          <a:xfrm>
            <a:off x="417513" y="4662488"/>
            <a:ext cx="4183062" cy="596900"/>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55" name="Rectangle 3"/>
          <p:cNvSpPr>
            <a:spLocks noGrp="1" noChangeArrowheads="1"/>
          </p:cNvSpPr>
          <p:nvPr>
            <p:ph type="title"/>
          </p:nvPr>
        </p:nvSpPr>
        <p:spPr>
          <a:xfrm>
            <a:off x="919163" y="860425"/>
            <a:ext cx="8116887" cy="839788"/>
          </a:xfrm>
        </p:spPr>
        <p:txBody>
          <a:bodyPr/>
          <a:lstStyle/>
          <a:p>
            <a:pPr algn="ctr" eaLnBrk="1" hangingPunct="1"/>
            <a:r>
              <a:rPr lang="en-US" altLang="zh-CN" sz="3600" smtClean="0"/>
              <a:t>ICMP </a:t>
            </a:r>
            <a:r>
              <a:rPr lang="zh-CN" altLang="en-US" sz="3600" smtClean="0"/>
              <a:t>差错报告报文的数据字段的内容 </a:t>
            </a:r>
          </a:p>
        </p:txBody>
      </p:sp>
      <p:sp>
        <p:nvSpPr>
          <p:cNvPr id="151556" name="Rectangle 4"/>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51557" name="Rectangle 5"/>
          <p:cNvSpPr>
            <a:spLocks noChangeArrowheads="1"/>
          </p:cNvSpPr>
          <p:nvPr/>
        </p:nvSpPr>
        <p:spPr bwMode="auto">
          <a:xfrm>
            <a:off x="1109663" y="4662488"/>
            <a:ext cx="3490912" cy="596900"/>
          </a:xfrm>
          <a:prstGeom prst="rect">
            <a:avLst/>
          </a:prstGeom>
          <a:solidFill>
            <a:srgbClr val="CCECFF"/>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58" name="Line 6"/>
          <p:cNvSpPr>
            <a:spLocks noChangeShapeType="1"/>
          </p:cNvSpPr>
          <p:nvPr/>
        </p:nvSpPr>
        <p:spPr bwMode="auto">
          <a:xfrm>
            <a:off x="417513" y="5468938"/>
            <a:ext cx="4183062" cy="20637"/>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59" name="Text Box 7"/>
          <p:cNvSpPr txBox="1">
            <a:spLocks noChangeArrowheads="1"/>
          </p:cNvSpPr>
          <p:nvPr/>
        </p:nvSpPr>
        <p:spPr bwMode="auto">
          <a:xfrm>
            <a:off x="420688" y="4791075"/>
            <a:ext cx="6921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0000"/>
              </a:lnSpc>
            </a:pPr>
            <a:r>
              <a:rPr kumimoji="1" lang="zh-CN" altLang="en-US" sz="2000">
                <a:solidFill>
                  <a:srgbClr val="333399"/>
                </a:solidFill>
                <a:latin typeface="Arial" pitchFamily="34" charset="0"/>
              </a:rPr>
              <a:t>首部</a:t>
            </a:r>
          </a:p>
        </p:txBody>
      </p:sp>
      <p:sp>
        <p:nvSpPr>
          <p:cNvPr id="151560" name="Line 8"/>
          <p:cNvSpPr>
            <a:spLocks noChangeShapeType="1"/>
          </p:cNvSpPr>
          <p:nvPr/>
        </p:nvSpPr>
        <p:spPr bwMode="auto">
          <a:xfrm>
            <a:off x="1109663" y="4662488"/>
            <a:ext cx="0" cy="5969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61" name="Rectangle 9"/>
          <p:cNvSpPr>
            <a:spLocks noChangeArrowheads="1"/>
          </p:cNvSpPr>
          <p:nvPr/>
        </p:nvSpPr>
        <p:spPr bwMode="auto">
          <a:xfrm>
            <a:off x="1968500" y="5318125"/>
            <a:ext cx="1120775" cy="311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62" name="Text Box 10"/>
          <p:cNvSpPr txBox="1">
            <a:spLocks noChangeArrowheads="1"/>
          </p:cNvSpPr>
          <p:nvPr/>
        </p:nvSpPr>
        <p:spPr bwMode="auto">
          <a:xfrm>
            <a:off x="1916113" y="5240338"/>
            <a:ext cx="12557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151563" name="Rectangle 11"/>
          <p:cNvSpPr>
            <a:spLocks noChangeArrowheads="1"/>
          </p:cNvSpPr>
          <p:nvPr/>
        </p:nvSpPr>
        <p:spPr bwMode="auto">
          <a:xfrm>
            <a:off x="1109663" y="3641725"/>
            <a:ext cx="3490912" cy="595313"/>
          </a:xfrm>
          <a:prstGeom prst="rect">
            <a:avLst/>
          </a:prstGeom>
          <a:solidFill>
            <a:srgbClr val="DDDDDD"/>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64" name="Rectangle 12"/>
          <p:cNvSpPr>
            <a:spLocks noChangeArrowheads="1"/>
          </p:cNvSpPr>
          <p:nvPr/>
        </p:nvSpPr>
        <p:spPr bwMode="auto">
          <a:xfrm>
            <a:off x="1109663" y="3641725"/>
            <a:ext cx="3490912" cy="595313"/>
          </a:xfrm>
          <a:prstGeom prst="rect">
            <a:avLst/>
          </a:prstGeom>
          <a:solidFill>
            <a:srgbClr val="CCECFF"/>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65" name="Text Box 13"/>
          <p:cNvSpPr txBox="1">
            <a:spLocks noChangeArrowheads="1"/>
          </p:cNvSpPr>
          <p:nvPr/>
        </p:nvSpPr>
        <p:spPr bwMode="auto">
          <a:xfrm>
            <a:off x="1146175" y="3663950"/>
            <a:ext cx="1227138"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0000"/>
              </a:lnSpc>
            </a:pPr>
            <a:r>
              <a:rPr kumimoji="1" lang="en-US" altLang="zh-CN" sz="2000">
                <a:solidFill>
                  <a:srgbClr val="333399"/>
                </a:solidFill>
                <a:latin typeface="Arial" pitchFamily="34" charset="0"/>
              </a:rPr>
              <a:t>ICMP </a:t>
            </a:r>
            <a:r>
              <a:rPr kumimoji="1" lang="zh-CN" altLang="en-US" sz="2000">
                <a:solidFill>
                  <a:srgbClr val="333399"/>
                </a:solidFill>
                <a:latin typeface="Arial" pitchFamily="34" charset="0"/>
              </a:rPr>
              <a:t>的</a:t>
            </a:r>
          </a:p>
          <a:p>
            <a:pPr algn="ctr" eaLnBrk="1" hangingPunct="1">
              <a:lnSpc>
                <a:spcPct val="80000"/>
              </a:lnSpc>
            </a:pPr>
            <a:r>
              <a:rPr kumimoji="1" lang="zh-CN" altLang="en-US" sz="2000">
                <a:solidFill>
                  <a:srgbClr val="333399"/>
                </a:solidFill>
                <a:latin typeface="Arial" pitchFamily="34" charset="0"/>
              </a:rPr>
              <a:t>前 </a:t>
            </a:r>
            <a:r>
              <a:rPr kumimoji="1" lang="en-US" altLang="zh-CN" sz="2000">
                <a:solidFill>
                  <a:srgbClr val="333399"/>
                </a:solidFill>
                <a:latin typeface="Arial" pitchFamily="34" charset="0"/>
              </a:rPr>
              <a:t>8 </a:t>
            </a:r>
            <a:r>
              <a:rPr kumimoji="1" lang="zh-CN" altLang="en-US" sz="2000">
                <a:solidFill>
                  <a:srgbClr val="333399"/>
                </a:solidFill>
                <a:latin typeface="Arial" pitchFamily="34" charset="0"/>
              </a:rPr>
              <a:t>字节</a:t>
            </a:r>
          </a:p>
        </p:txBody>
      </p:sp>
      <p:sp>
        <p:nvSpPr>
          <p:cNvPr id="151566" name="Line 14"/>
          <p:cNvSpPr>
            <a:spLocks noChangeShapeType="1"/>
          </p:cNvSpPr>
          <p:nvPr/>
        </p:nvSpPr>
        <p:spPr bwMode="auto">
          <a:xfrm>
            <a:off x="2386013" y="3641725"/>
            <a:ext cx="0" cy="5953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67" name="Text Box 15"/>
          <p:cNvSpPr txBox="1">
            <a:spLocks noChangeArrowheads="1"/>
          </p:cNvSpPr>
          <p:nvPr/>
        </p:nvSpPr>
        <p:spPr bwMode="auto">
          <a:xfrm>
            <a:off x="4606925" y="4760913"/>
            <a:ext cx="33702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装入 </a:t>
            </a:r>
            <a:r>
              <a:rPr kumimoji="1" lang="en-US" altLang="zh-CN" sz="2000">
                <a:solidFill>
                  <a:srgbClr val="333399"/>
                </a:solidFill>
                <a:latin typeface="Arial" pitchFamily="34" charset="0"/>
              </a:rPr>
              <a:t>ICMP </a:t>
            </a:r>
            <a:r>
              <a:rPr kumimoji="1" lang="zh-CN" altLang="en-US" sz="2000">
                <a:solidFill>
                  <a:srgbClr val="333399"/>
                </a:solidFill>
                <a:latin typeface="Arial" pitchFamily="34" charset="0"/>
              </a:rPr>
              <a:t>报文的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151568" name="Rectangle 16"/>
          <p:cNvSpPr>
            <a:spLocks noChangeArrowheads="1"/>
          </p:cNvSpPr>
          <p:nvPr/>
        </p:nvSpPr>
        <p:spPr bwMode="auto">
          <a:xfrm>
            <a:off x="2386013" y="2619375"/>
            <a:ext cx="6046787" cy="596900"/>
          </a:xfrm>
          <a:prstGeom prst="rect">
            <a:avLst/>
          </a:prstGeom>
          <a:solidFill>
            <a:srgbClr val="FFFF99"/>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69" name="Text Box 17"/>
          <p:cNvSpPr txBox="1">
            <a:spLocks noChangeArrowheads="1"/>
          </p:cNvSpPr>
          <p:nvPr/>
        </p:nvSpPr>
        <p:spPr bwMode="auto">
          <a:xfrm>
            <a:off x="2508250" y="2632075"/>
            <a:ext cx="12557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0000"/>
              </a:lnSpc>
            </a:pP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a:p>
            <a:pPr algn="ctr" eaLnBrk="1" hangingPunct="1">
              <a:lnSpc>
                <a:spcPct val="80000"/>
              </a:lnSpc>
            </a:pPr>
            <a:r>
              <a:rPr kumimoji="1" lang="zh-CN" altLang="en-US" sz="2000">
                <a:solidFill>
                  <a:srgbClr val="333399"/>
                </a:solidFill>
                <a:latin typeface="Arial" pitchFamily="34" charset="0"/>
              </a:rPr>
              <a:t>首部</a:t>
            </a:r>
          </a:p>
        </p:txBody>
      </p:sp>
      <p:sp>
        <p:nvSpPr>
          <p:cNvPr id="151570" name="Line 18"/>
          <p:cNvSpPr>
            <a:spLocks noChangeShapeType="1"/>
          </p:cNvSpPr>
          <p:nvPr/>
        </p:nvSpPr>
        <p:spPr bwMode="auto">
          <a:xfrm>
            <a:off x="4003675" y="2619375"/>
            <a:ext cx="0" cy="5969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71" name="Text Box 19"/>
          <p:cNvSpPr txBox="1">
            <a:spLocks noChangeArrowheads="1"/>
          </p:cNvSpPr>
          <p:nvPr/>
        </p:nvSpPr>
        <p:spPr bwMode="auto">
          <a:xfrm>
            <a:off x="4695825" y="3752850"/>
            <a:ext cx="24114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ICMP </a:t>
            </a:r>
            <a:r>
              <a:rPr kumimoji="1" lang="zh-CN" altLang="en-US" sz="2000">
                <a:solidFill>
                  <a:srgbClr val="333399"/>
                </a:solidFill>
                <a:latin typeface="Arial" pitchFamily="34" charset="0"/>
              </a:rPr>
              <a:t>差错报告报文</a:t>
            </a:r>
          </a:p>
        </p:txBody>
      </p:sp>
      <p:sp>
        <p:nvSpPr>
          <p:cNvPr id="151572" name="Text Box 20"/>
          <p:cNvSpPr txBox="1">
            <a:spLocks noChangeArrowheads="1"/>
          </p:cNvSpPr>
          <p:nvPr/>
        </p:nvSpPr>
        <p:spPr bwMode="auto">
          <a:xfrm>
            <a:off x="3973513" y="2624138"/>
            <a:ext cx="69215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0000"/>
              </a:lnSpc>
            </a:pPr>
            <a:r>
              <a:rPr kumimoji="1" lang="en-US" altLang="zh-CN" sz="2000">
                <a:solidFill>
                  <a:srgbClr val="333399"/>
                </a:solidFill>
                <a:latin typeface="Arial" pitchFamily="34" charset="0"/>
              </a:rPr>
              <a:t>8</a:t>
            </a:r>
          </a:p>
          <a:p>
            <a:pPr algn="ctr" eaLnBrk="1" hangingPunct="1">
              <a:lnSpc>
                <a:spcPct val="80000"/>
              </a:lnSpc>
            </a:pPr>
            <a:r>
              <a:rPr kumimoji="1" lang="zh-CN" altLang="en-US" sz="2000">
                <a:solidFill>
                  <a:srgbClr val="333399"/>
                </a:solidFill>
                <a:latin typeface="Arial" pitchFamily="34" charset="0"/>
              </a:rPr>
              <a:t>字节</a:t>
            </a:r>
          </a:p>
        </p:txBody>
      </p:sp>
      <p:sp>
        <p:nvSpPr>
          <p:cNvPr id="151573" name="Line 21"/>
          <p:cNvSpPr>
            <a:spLocks noChangeShapeType="1"/>
          </p:cNvSpPr>
          <p:nvPr/>
        </p:nvSpPr>
        <p:spPr bwMode="auto">
          <a:xfrm>
            <a:off x="4600575" y="2619375"/>
            <a:ext cx="0" cy="5969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74" name="Text Box 22"/>
          <p:cNvSpPr txBox="1">
            <a:spLocks noChangeArrowheads="1"/>
          </p:cNvSpPr>
          <p:nvPr/>
        </p:nvSpPr>
        <p:spPr bwMode="auto">
          <a:xfrm>
            <a:off x="323850" y="2671763"/>
            <a:ext cx="20875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收到的 </a:t>
            </a: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151575" name="Line 23"/>
          <p:cNvSpPr>
            <a:spLocks noChangeShapeType="1"/>
          </p:cNvSpPr>
          <p:nvPr/>
        </p:nvSpPr>
        <p:spPr bwMode="auto">
          <a:xfrm>
            <a:off x="4600575" y="3216275"/>
            <a:ext cx="0" cy="4254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576" name="Line 24"/>
          <p:cNvSpPr>
            <a:spLocks noChangeShapeType="1"/>
          </p:cNvSpPr>
          <p:nvPr/>
        </p:nvSpPr>
        <p:spPr bwMode="auto">
          <a:xfrm>
            <a:off x="4003675" y="3641725"/>
            <a:ext cx="0" cy="595313"/>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77" name="Text Box 25"/>
          <p:cNvSpPr txBox="1">
            <a:spLocks noChangeArrowheads="1"/>
          </p:cNvSpPr>
          <p:nvPr/>
        </p:nvSpPr>
        <p:spPr bwMode="auto">
          <a:xfrm>
            <a:off x="2508250" y="3663950"/>
            <a:ext cx="12557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0000"/>
              </a:lnSpc>
            </a:pPr>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a:p>
            <a:pPr algn="ctr" eaLnBrk="1" hangingPunct="1">
              <a:lnSpc>
                <a:spcPct val="80000"/>
              </a:lnSpc>
            </a:pPr>
            <a:r>
              <a:rPr kumimoji="1" lang="zh-CN" altLang="en-US" sz="2000">
                <a:solidFill>
                  <a:srgbClr val="333399"/>
                </a:solidFill>
                <a:latin typeface="Arial" pitchFamily="34" charset="0"/>
              </a:rPr>
              <a:t>首部</a:t>
            </a:r>
          </a:p>
        </p:txBody>
      </p:sp>
      <p:sp>
        <p:nvSpPr>
          <p:cNvPr id="151578" name="Text Box 26"/>
          <p:cNvSpPr txBox="1">
            <a:spLocks noChangeArrowheads="1"/>
          </p:cNvSpPr>
          <p:nvPr/>
        </p:nvSpPr>
        <p:spPr bwMode="auto">
          <a:xfrm>
            <a:off x="3981450" y="3663950"/>
            <a:ext cx="69215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0000"/>
              </a:lnSpc>
            </a:pPr>
            <a:r>
              <a:rPr kumimoji="1" lang="en-US" altLang="zh-CN" sz="2000">
                <a:solidFill>
                  <a:srgbClr val="333399"/>
                </a:solidFill>
                <a:latin typeface="Arial" pitchFamily="34" charset="0"/>
              </a:rPr>
              <a:t>8</a:t>
            </a:r>
          </a:p>
          <a:p>
            <a:pPr algn="ctr" eaLnBrk="1" hangingPunct="1">
              <a:lnSpc>
                <a:spcPct val="80000"/>
              </a:lnSpc>
            </a:pPr>
            <a:r>
              <a:rPr kumimoji="1" lang="zh-CN" altLang="en-US" sz="2000">
                <a:solidFill>
                  <a:srgbClr val="333399"/>
                </a:solidFill>
                <a:latin typeface="Arial" pitchFamily="34" charset="0"/>
              </a:rPr>
              <a:t>字节</a:t>
            </a:r>
          </a:p>
        </p:txBody>
      </p:sp>
      <p:sp>
        <p:nvSpPr>
          <p:cNvPr id="151579" name="AutoShape 27"/>
          <p:cNvSpPr>
            <a:spLocks noChangeArrowheads="1"/>
          </p:cNvSpPr>
          <p:nvPr/>
        </p:nvSpPr>
        <p:spPr bwMode="auto">
          <a:xfrm>
            <a:off x="2982913" y="3187700"/>
            <a:ext cx="255587" cy="509588"/>
          </a:xfrm>
          <a:prstGeom prst="downArrow">
            <a:avLst>
              <a:gd name="adj1" fmla="val 47222"/>
              <a:gd name="adj2" fmla="val 10301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51580" name="AutoShape 28"/>
          <p:cNvSpPr>
            <a:spLocks noChangeArrowheads="1"/>
          </p:cNvSpPr>
          <p:nvPr/>
        </p:nvSpPr>
        <p:spPr bwMode="auto">
          <a:xfrm>
            <a:off x="4203700" y="3187700"/>
            <a:ext cx="254000" cy="509588"/>
          </a:xfrm>
          <a:prstGeom prst="downArrow">
            <a:avLst>
              <a:gd name="adj1" fmla="val 47222"/>
              <a:gd name="adj2" fmla="val 10365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51581" name="Text Box 29"/>
          <p:cNvSpPr txBox="1">
            <a:spLocks noChangeArrowheads="1"/>
          </p:cNvSpPr>
          <p:nvPr/>
        </p:nvSpPr>
        <p:spPr bwMode="auto">
          <a:xfrm>
            <a:off x="1668463" y="4791075"/>
            <a:ext cx="24130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80000"/>
              </a:lnSpc>
            </a:pPr>
            <a:r>
              <a:rPr kumimoji="1" lang="en-US" altLang="zh-CN" sz="2000">
                <a:solidFill>
                  <a:srgbClr val="333399"/>
                </a:solidFill>
                <a:latin typeface="Arial" pitchFamily="34" charset="0"/>
              </a:rPr>
              <a:t>ICMP </a:t>
            </a:r>
            <a:r>
              <a:rPr kumimoji="1" lang="zh-CN" altLang="en-US" sz="2000">
                <a:solidFill>
                  <a:srgbClr val="333399"/>
                </a:solidFill>
                <a:latin typeface="Arial" pitchFamily="34" charset="0"/>
              </a:rPr>
              <a:t>差错报告报文</a:t>
            </a:r>
          </a:p>
        </p:txBody>
      </p:sp>
      <p:sp>
        <p:nvSpPr>
          <p:cNvPr id="151582" name="Text Box 30"/>
          <p:cNvSpPr txBox="1">
            <a:spLocks noChangeArrowheads="1"/>
          </p:cNvSpPr>
          <p:nvPr/>
        </p:nvSpPr>
        <p:spPr bwMode="auto">
          <a:xfrm>
            <a:off x="4986338" y="2024063"/>
            <a:ext cx="25257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数据报的数据字段</a:t>
            </a:r>
          </a:p>
        </p:txBody>
      </p:sp>
      <p:sp>
        <p:nvSpPr>
          <p:cNvPr id="151583" name="AutoShape 31"/>
          <p:cNvSpPr>
            <a:spLocks/>
          </p:cNvSpPr>
          <p:nvPr/>
        </p:nvSpPr>
        <p:spPr bwMode="auto">
          <a:xfrm rot="5400000">
            <a:off x="6090444" y="277019"/>
            <a:ext cx="169862" cy="4343400"/>
          </a:xfrm>
          <a:prstGeom prst="leftBrace">
            <a:avLst>
              <a:gd name="adj1" fmla="val 213085"/>
              <a:gd name="adj2" fmla="val 50000"/>
            </a:avLst>
          </a:prstGeom>
          <a:noFill/>
          <a:ln w="9525">
            <a:solidFill>
              <a:schemeClr val="tx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584" name="Line 32"/>
          <p:cNvSpPr>
            <a:spLocks noChangeShapeType="1"/>
          </p:cNvSpPr>
          <p:nvPr/>
        </p:nvSpPr>
        <p:spPr bwMode="auto">
          <a:xfrm>
            <a:off x="2386013" y="3216275"/>
            <a:ext cx="0" cy="4254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585" name="Line 33"/>
          <p:cNvSpPr>
            <a:spLocks noChangeShapeType="1"/>
          </p:cNvSpPr>
          <p:nvPr/>
        </p:nvSpPr>
        <p:spPr bwMode="auto">
          <a:xfrm>
            <a:off x="1109663" y="4237038"/>
            <a:ext cx="0" cy="4254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586" name="Line 34"/>
          <p:cNvSpPr>
            <a:spLocks noChangeShapeType="1"/>
          </p:cNvSpPr>
          <p:nvPr/>
        </p:nvSpPr>
        <p:spPr bwMode="auto">
          <a:xfrm>
            <a:off x="4600575" y="4237038"/>
            <a:ext cx="0" cy="4254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587" name="AutoShape 35"/>
          <p:cNvSpPr>
            <a:spLocks noChangeArrowheads="1"/>
          </p:cNvSpPr>
          <p:nvPr/>
        </p:nvSpPr>
        <p:spPr bwMode="auto">
          <a:xfrm>
            <a:off x="2811463" y="4211638"/>
            <a:ext cx="257175" cy="511175"/>
          </a:xfrm>
          <a:prstGeom prst="downArrow">
            <a:avLst>
              <a:gd name="adj1" fmla="val 47222"/>
              <a:gd name="adj2" fmla="val 10269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Tree>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2"/>
          <p:cNvSpPr>
            <a:spLocks noGrp="1" noChangeArrowheads="1"/>
          </p:cNvSpPr>
          <p:nvPr>
            <p:ph type="title"/>
          </p:nvPr>
        </p:nvSpPr>
        <p:spPr>
          <a:xfrm>
            <a:off x="919163" y="214313"/>
            <a:ext cx="8116887" cy="1462087"/>
          </a:xfrm>
        </p:spPr>
        <p:txBody>
          <a:bodyPr/>
          <a:lstStyle/>
          <a:p>
            <a:pPr algn="ctr" eaLnBrk="1" hangingPunct="1"/>
            <a:r>
              <a:rPr lang="zh-CN" altLang="en-US" sz="3600" smtClean="0"/>
              <a:t>不应发送 </a:t>
            </a:r>
            <a:r>
              <a:rPr lang="en-US" altLang="zh-CN" sz="3600" smtClean="0"/>
              <a:t>ICMP </a:t>
            </a:r>
            <a:r>
              <a:rPr lang="zh-CN" altLang="en-US" sz="3600" smtClean="0"/>
              <a:t>差错报告报文</a:t>
            </a:r>
            <a:br>
              <a:rPr lang="zh-CN" altLang="en-US" sz="3600" smtClean="0"/>
            </a:br>
            <a:r>
              <a:rPr lang="zh-CN" altLang="en-US" sz="3600" smtClean="0"/>
              <a:t>的几种情况 </a:t>
            </a:r>
          </a:p>
        </p:txBody>
      </p:sp>
      <p:sp>
        <p:nvSpPr>
          <p:cNvPr id="542723" name="Rectangle 3"/>
          <p:cNvSpPr>
            <a:spLocks noGrp="1" noChangeArrowheads="1"/>
          </p:cNvSpPr>
          <p:nvPr>
            <p:ph type="body" idx="1"/>
          </p:nvPr>
        </p:nvSpPr>
        <p:spPr>
          <a:xfrm>
            <a:off x="1114425" y="2049463"/>
            <a:ext cx="7345363" cy="4475162"/>
          </a:xfrm>
        </p:spPr>
        <p:txBody>
          <a:bodyPr/>
          <a:lstStyle/>
          <a:p>
            <a:pPr algn="just" eaLnBrk="1" hangingPunct="1"/>
            <a:r>
              <a:rPr lang="zh-CN" altLang="en-US" sz="2800" smtClean="0"/>
              <a:t>对 </a:t>
            </a:r>
            <a:r>
              <a:rPr lang="en-US" altLang="zh-CN" sz="2800" smtClean="0"/>
              <a:t>ICMP </a:t>
            </a:r>
            <a:r>
              <a:rPr lang="zh-CN" altLang="en-US" sz="2800" smtClean="0"/>
              <a:t>差错报告报文不再发送 </a:t>
            </a:r>
            <a:r>
              <a:rPr lang="en-US" altLang="zh-CN" sz="2800" smtClean="0"/>
              <a:t>ICMP </a:t>
            </a:r>
            <a:r>
              <a:rPr lang="zh-CN" altLang="en-US" sz="2800" smtClean="0"/>
              <a:t>差错报告报文。</a:t>
            </a:r>
          </a:p>
          <a:p>
            <a:pPr algn="just" eaLnBrk="1" hangingPunct="1"/>
            <a:r>
              <a:rPr lang="zh-CN" altLang="en-US" sz="2800" smtClean="0"/>
              <a:t>对第一个分片的数据报片的所有后续数据报片都不发送 </a:t>
            </a:r>
            <a:r>
              <a:rPr lang="en-US" altLang="zh-CN" sz="2800" smtClean="0"/>
              <a:t>ICMP </a:t>
            </a:r>
            <a:r>
              <a:rPr lang="zh-CN" altLang="en-US" sz="2800" smtClean="0"/>
              <a:t>差错报告报文。</a:t>
            </a:r>
          </a:p>
          <a:p>
            <a:pPr algn="just" eaLnBrk="1" hangingPunct="1"/>
            <a:r>
              <a:rPr lang="zh-CN" altLang="en-US" sz="2800" smtClean="0"/>
              <a:t>对具有多播地址的数据报都不发送 </a:t>
            </a:r>
            <a:r>
              <a:rPr lang="en-US" altLang="zh-CN" sz="2800" smtClean="0"/>
              <a:t>ICMP </a:t>
            </a:r>
            <a:r>
              <a:rPr lang="zh-CN" altLang="en-US" sz="2800" smtClean="0"/>
              <a:t>差错报告报文。</a:t>
            </a:r>
          </a:p>
          <a:p>
            <a:pPr algn="just" eaLnBrk="1" hangingPunct="1"/>
            <a:r>
              <a:rPr lang="zh-CN" altLang="en-US" sz="2800" smtClean="0"/>
              <a:t>对具有特殊地址（如</a:t>
            </a:r>
            <a:r>
              <a:rPr lang="en-US" altLang="zh-CN" sz="2800" smtClean="0"/>
              <a:t>127.0.0.0 </a:t>
            </a:r>
            <a:r>
              <a:rPr lang="zh-CN" altLang="en-US" sz="2800" smtClean="0"/>
              <a:t>或 </a:t>
            </a:r>
            <a:r>
              <a:rPr lang="en-US" altLang="zh-CN" sz="2800" smtClean="0"/>
              <a:t>0.0.0.0</a:t>
            </a:r>
            <a:r>
              <a:rPr lang="zh-CN" altLang="en-US" sz="2800" smtClean="0"/>
              <a:t>）的数据报不发送 </a:t>
            </a:r>
            <a:r>
              <a:rPr lang="en-US" altLang="zh-CN" sz="2800" smtClean="0"/>
              <a:t>ICMP </a:t>
            </a:r>
            <a:r>
              <a:rPr lang="zh-CN" altLang="en-US" sz="2800" smtClean="0"/>
              <a:t>差错报告报文。</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27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272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272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23" grpId="0" build="p"/>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2"/>
          <p:cNvSpPr>
            <a:spLocks noGrp="1" noChangeArrowheads="1"/>
          </p:cNvSpPr>
          <p:nvPr>
            <p:ph type="title"/>
          </p:nvPr>
        </p:nvSpPr>
        <p:spPr>
          <a:xfrm>
            <a:off x="919163" y="214313"/>
            <a:ext cx="8116887" cy="1462087"/>
          </a:xfrm>
        </p:spPr>
        <p:txBody>
          <a:bodyPr/>
          <a:lstStyle/>
          <a:p>
            <a:pPr algn="ctr" eaLnBrk="1" hangingPunct="1"/>
            <a:r>
              <a:rPr lang="en-US" altLang="zh-CN" sz="4000" smtClean="0"/>
              <a:t>ICMP </a:t>
            </a:r>
            <a:r>
              <a:rPr lang="zh-CN" altLang="en-US" sz="4000" smtClean="0"/>
              <a:t>询问报文有两种</a:t>
            </a:r>
            <a:r>
              <a:rPr lang="en-US" altLang="zh-CN" sz="4000" smtClean="0"/>
              <a:t>148</a:t>
            </a:r>
            <a:r>
              <a:rPr lang="zh-CN" altLang="en-US" sz="4000" smtClean="0"/>
              <a:t> </a:t>
            </a:r>
          </a:p>
        </p:txBody>
      </p:sp>
      <p:sp>
        <p:nvSpPr>
          <p:cNvPr id="543747" name="Rectangle 3"/>
          <p:cNvSpPr>
            <a:spLocks noGrp="1" noChangeArrowheads="1"/>
          </p:cNvSpPr>
          <p:nvPr>
            <p:ph type="body" idx="1"/>
          </p:nvPr>
        </p:nvSpPr>
        <p:spPr>
          <a:xfrm>
            <a:off x="1114425" y="2049463"/>
            <a:ext cx="7345363" cy="4475162"/>
          </a:xfrm>
        </p:spPr>
        <p:txBody>
          <a:bodyPr/>
          <a:lstStyle/>
          <a:p>
            <a:pPr algn="just" eaLnBrk="1" hangingPunct="1"/>
            <a:r>
              <a:rPr lang="zh-CN" altLang="en-US" sz="2800" smtClean="0"/>
              <a:t>回送请求和回答报文（测试目的站可否可达）</a:t>
            </a:r>
          </a:p>
          <a:p>
            <a:pPr algn="just" eaLnBrk="1" hangingPunct="1"/>
            <a:r>
              <a:rPr lang="zh-CN" altLang="en-US" sz="2800" smtClean="0"/>
              <a:t>时间戳请求和回答报文（测量时间）</a:t>
            </a:r>
          </a:p>
          <a:p>
            <a:pPr algn="just" eaLnBrk="1" hangingPunct="1">
              <a:buFont typeface="Wingdings" pitchFamily="2" charset="2"/>
              <a:buNone/>
            </a:pPr>
            <a:r>
              <a:rPr lang="zh-CN" altLang="en-US" sz="2800" smtClean="0"/>
              <a:t>下面的几种 </a:t>
            </a:r>
            <a:r>
              <a:rPr lang="en-US" altLang="zh-CN" sz="2800" smtClean="0"/>
              <a:t>ICMP </a:t>
            </a:r>
            <a:r>
              <a:rPr lang="zh-CN" altLang="en-US" sz="2800" smtClean="0"/>
              <a:t>报文不再使用</a:t>
            </a:r>
          </a:p>
          <a:p>
            <a:pPr algn="just" eaLnBrk="1" hangingPunct="1"/>
            <a:r>
              <a:rPr lang="zh-CN" altLang="en-US" sz="2800" smtClean="0"/>
              <a:t>信息请求与回答报文</a:t>
            </a:r>
          </a:p>
          <a:p>
            <a:pPr algn="just" eaLnBrk="1" hangingPunct="1"/>
            <a:r>
              <a:rPr lang="zh-CN" altLang="en-US" sz="2800" smtClean="0"/>
              <a:t>掩码地址请求和回答报文</a:t>
            </a:r>
          </a:p>
          <a:p>
            <a:pPr algn="just" eaLnBrk="1" hangingPunct="1"/>
            <a:r>
              <a:rPr lang="zh-CN" altLang="en-US" sz="2800" smtClean="0"/>
              <a:t>路由器询问和通告报文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43747">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3747">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3747">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3747">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43747">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43747">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3747" grpId="0" build="p"/>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p:cNvSpPr>
            <a:spLocks noGrp="1" noChangeArrowheads="1"/>
          </p:cNvSpPr>
          <p:nvPr>
            <p:ph type="title"/>
          </p:nvPr>
        </p:nvSpPr>
        <p:spPr>
          <a:xfrm>
            <a:off x="919163" y="214313"/>
            <a:ext cx="8116887" cy="1462087"/>
          </a:xfrm>
        </p:spPr>
        <p:txBody>
          <a:bodyPr/>
          <a:lstStyle/>
          <a:p>
            <a:pPr algn="ctr" eaLnBrk="1" hangingPunct="1"/>
            <a:r>
              <a:rPr lang="en-US" altLang="zh-CN" sz="4000" smtClean="0"/>
              <a:t>4.4.2  ICMP</a:t>
            </a:r>
            <a:r>
              <a:rPr lang="zh-CN" altLang="en-US" sz="4000" smtClean="0"/>
              <a:t>的应用举例</a:t>
            </a:r>
            <a:br>
              <a:rPr lang="zh-CN" altLang="en-US" sz="4000" smtClean="0"/>
            </a:br>
            <a:r>
              <a:rPr lang="en-US" altLang="zh-CN" sz="4000" smtClean="0"/>
              <a:t>PING (Packet InterNet Groper) </a:t>
            </a:r>
          </a:p>
        </p:txBody>
      </p:sp>
      <p:sp>
        <p:nvSpPr>
          <p:cNvPr id="544771" name="Rectangle 3"/>
          <p:cNvSpPr>
            <a:spLocks noGrp="1" noChangeArrowheads="1"/>
          </p:cNvSpPr>
          <p:nvPr>
            <p:ph type="body" idx="1"/>
          </p:nvPr>
        </p:nvSpPr>
        <p:spPr>
          <a:xfrm>
            <a:off x="1114425" y="2049463"/>
            <a:ext cx="7345363" cy="4475162"/>
          </a:xfrm>
        </p:spPr>
        <p:txBody>
          <a:bodyPr/>
          <a:lstStyle/>
          <a:p>
            <a:pPr algn="just" eaLnBrk="1" hangingPunct="1"/>
            <a:r>
              <a:rPr lang="en-US" altLang="zh-CN" sz="2800" smtClean="0"/>
              <a:t>PING </a:t>
            </a:r>
            <a:r>
              <a:rPr lang="zh-CN" altLang="en-US" sz="2800" smtClean="0"/>
              <a:t>用来测试两个主机之间的连通性。</a:t>
            </a:r>
          </a:p>
          <a:p>
            <a:pPr algn="just" eaLnBrk="1" hangingPunct="1"/>
            <a:r>
              <a:rPr lang="en-US" altLang="zh-CN" sz="2800" smtClean="0"/>
              <a:t>PING </a:t>
            </a:r>
            <a:r>
              <a:rPr lang="zh-CN" altLang="en-US" sz="2800" smtClean="0"/>
              <a:t>使用了 </a:t>
            </a:r>
            <a:r>
              <a:rPr lang="en-US" altLang="zh-CN" sz="2800" smtClean="0"/>
              <a:t>ICMP </a:t>
            </a:r>
            <a:r>
              <a:rPr lang="zh-CN" altLang="en-US" sz="2800" smtClean="0"/>
              <a:t>回送请求与回送回答报文。</a:t>
            </a:r>
          </a:p>
          <a:p>
            <a:pPr algn="just" eaLnBrk="1" hangingPunct="1"/>
            <a:r>
              <a:rPr lang="en-US" altLang="zh-CN" sz="2800" smtClean="0"/>
              <a:t>PING </a:t>
            </a:r>
            <a:r>
              <a:rPr lang="zh-CN" altLang="en-US" sz="2800" smtClean="0"/>
              <a:t>是应用层直接使用网络层 </a:t>
            </a:r>
            <a:r>
              <a:rPr lang="en-US" altLang="zh-CN" sz="2800" smtClean="0"/>
              <a:t>ICMP </a:t>
            </a:r>
            <a:r>
              <a:rPr lang="zh-CN" altLang="en-US" sz="2800" smtClean="0"/>
              <a:t>的例子，它没有通过运输层的 </a:t>
            </a:r>
            <a:r>
              <a:rPr lang="en-US" altLang="zh-CN" sz="2800" smtClean="0"/>
              <a:t>TCP </a:t>
            </a:r>
            <a:r>
              <a:rPr lang="zh-CN" altLang="en-US" sz="2800" smtClean="0"/>
              <a:t>或</a:t>
            </a:r>
            <a:r>
              <a:rPr lang="en-US" altLang="zh-CN" sz="2800" smtClean="0"/>
              <a:t>UDP</a:t>
            </a:r>
            <a:r>
              <a:rPr lang="zh-CN" altLang="en-US"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477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477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771" grpId="0" build="p"/>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2"/>
          <p:cNvSpPr>
            <a:spLocks noGrp="1" noChangeArrowheads="1"/>
          </p:cNvSpPr>
          <p:nvPr>
            <p:ph type="title"/>
          </p:nvPr>
        </p:nvSpPr>
        <p:spPr/>
        <p:txBody>
          <a:bodyPr/>
          <a:lstStyle/>
          <a:p>
            <a:pPr algn="ctr" eaLnBrk="1" hangingPunct="1"/>
            <a:r>
              <a:rPr lang="en-US" altLang="zh-CN" sz="4000" smtClean="0"/>
              <a:t>PING </a:t>
            </a:r>
            <a:r>
              <a:rPr lang="zh-CN" altLang="en-US" sz="4000" smtClean="0"/>
              <a:t>的应用举例</a:t>
            </a:r>
          </a:p>
        </p:txBody>
      </p:sp>
      <p:pic>
        <p:nvPicPr>
          <p:cNvPr id="155651" name="Picture 4" descr="2006-2-19-ping"/>
          <p:cNvPicPr>
            <a:picLocks noChangeAspect="1" noChangeArrowheads="1"/>
          </p:cNvPicPr>
          <p:nvPr/>
        </p:nvPicPr>
        <p:blipFill>
          <a:blip r:embed="rId3">
            <a:extLst>
              <a:ext uri="{28A0092B-C50C-407E-A947-70E740481C1C}">
                <a14:useLocalDpi xmlns:a14="http://schemas.microsoft.com/office/drawing/2010/main" val="0"/>
              </a:ext>
            </a:extLst>
          </a:blip>
          <a:srcRect r="2795"/>
          <a:stretch>
            <a:fillRect/>
          </a:stretch>
        </p:blipFill>
        <p:spPr bwMode="auto">
          <a:xfrm>
            <a:off x="0" y="2217738"/>
            <a:ext cx="9144000" cy="3913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p:cNvSpPr>
            <a:spLocks noGrp="1" noChangeArrowheads="1"/>
          </p:cNvSpPr>
          <p:nvPr>
            <p:ph type="title"/>
          </p:nvPr>
        </p:nvSpPr>
        <p:spPr/>
        <p:txBody>
          <a:bodyPr/>
          <a:lstStyle/>
          <a:p>
            <a:pPr algn="ctr" eaLnBrk="1" hangingPunct="1"/>
            <a:r>
              <a:rPr lang="en-US" altLang="zh-CN" sz="4000" smtClean="0"/>
              <a:t>Traceroute </a:t>
            </a:r>
            <a:r>
              <a:rPr lang="zh-CN" altLang="en-US" sz="4000" smtClean="0"/>
              <a:t>的应用举例</a:t>
            </a:r>
          </a:p>
        </p:txBody>
      </p:sp>
      <p:sp>
        <p:nvSpPr>
          <p:cNvPr id="156675" name="Rectangle 5"/>
          <p:cNvSpPr>
            <a:spLocks noChangeArrowheads="1"/>
          </p:cNvSpPr>
          <p:nvPr/>
        </p:nvSpPr>
        <p:spPr bwMode="auto">
          <a:xfrm>
            <a:off x="0" y="22479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pic>
        <p:nvPicPr>
          <p:cNvPr id="156676" name="Picture 6" descr="Printscreen-2006-2-19-tr"/>
          <p:cNvPicPr>
            <a:picLocks noChangeAspect="1" noChangeArrowheads="1"/>
          </p:cNvPicPr>
          <p:nvPr/>
        </p:nvPicPr>
        <p:blipFill>
          <a:blip r:embed="rId3">
            <a:extLst>
              <a:ext uri="{28A0092B-C50C-407E-A947-70E740481C1C}">
                <a14:useLocalDpi xmlns:a14="http://schemas.microsoft.com/office/drawing/2010/main" val="0"/>
              </a:ext>
            </a:extLst>
          </a:blip>
          <a:srcRect t="1367" r="4201" b="1933"/>
          <a:stretch>
            <a:fillRect/>
          </a:stretch>
        </p:blipFill>
        <p:spPr bwMode="auto">
          <a:xfrm>
            <a:off x="0" y="2078038"/>
            <a:ext cx="9144000" cy="480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2"/>
          <p:cNvSpPr>
            <a:spLocks noGrp="1" noChangeArrowheads="1"/>
          </p:cNvSpPr>
          <p:nvPr>
            <p:ph type="title"/>
          </p:nvPr>
        </p:nvSpPr>
        <p:spPr>
          <a:xfrm>
            <a:off x="919163" y="214313"/>
            <a:ext cx="8116887" cy="1462087"/>
          </a:xfrm>
        </p:spPr>
        <p:txBody>
          <a:bodyPr/>
          <a:lstStyle/>
          <a:p>
            <a:pPr algn="ctr" eaLnBrk="1" hangingPunct="1"/>
            <a:r>
              <a:rPr lang="en-US" altLang="zh-CN" sz="4000" smtClean="0"/>
              <a:t>4.5  </a:t>
            </a:r>
            <a:r>
              <a:rPr lang="zh-CN" altLang="en-US" sz="4000" smtClean="0"/>
              <a:t>因特网的路由选择协议</a:t>
            </a:r>
            <a:br>
              <a:rPr lang="zh-CN" altLang="en-US" sz="4000" smtClean="0"/>
            </a:br>
            <a:r>
              <a:rPr lang="en-US" altLang="zh-CN" sz="3200" smtClean="0"/>
              <a:t>4.5.1  </a:t>
            </a:r>
            <a:r>
              <a:rPr lang="zh-CN" altLang="en-US" sz="3200" smtClean="0"/>
              <a:t>有关路由选择协议的几个基本概念</a:t>
            </a:r>
          </a:p>
        </p:txBody>
      </p:sp>
      <p:sp>
        <p:nvSpPr>
          <p:cNvPr id="545795" name="Rectangle 3"/>
          <p:cNvSpPr>
            <a:spLocks noGrp="1" noChangeArrowheads="1"/>
          </p:cNvSpPr>
          <p:nvPr>
            <p:ph type="body" idx="1"/>
          </p:nvPr>
        </p:nvSpPr>
        <p:spPr>
          <a:xfrm>
            <a:off x="1114425" y="2049463"/>
            <a:ext cx="7345363" cy="4475162"/>
          </a:xfrm>
        </p:spPr>
        <p:txBody>
          <a:bodyPr/>
          <a:lstStyle/>
          <a:p>
            <a:pPr algn="just" eaLnBrk="1" hangingPunct="1">
              <a:buFont typeface="Wingdings" pitchFamily="2" charset="2"/>
              <a:buNone/>
            </a:pPr>
            <a:r>
              <a:rPr lang="en-US" altLang="zh-CN" sz="2800" smtClean="0"/>
              <a:t>1. </a:t>
            </a:r>
            <a:r>
              <a:rPr lang="zh-CN" altLang="en-US" sz="2800" smtClean="0"/>
              <a:t>理想的路由算法</a:t>
            </a:r>
          </a:p>
          <a:p>
            <a:pPr algn="just" eaLnBrk="1" hangingPunct="1"/>
            <a:r>
              <a:rPr lang="zh-CN" altLang="en-US" sz="2800" smtClean="0"/>
              <a:t>算法必须是正确的和完整的。 </a:t>
            </a:r>
          </a:p>
          <a:p>
            <a:pPr algn="just" eaLnBrk="1" hangingPunct="1"/>
            <a:r>
              <a:rPr lang="zh-CN" altLang="en-US" sz="2800" smtClean="0"/>
              <a:t>算法在计算上应简单。 </a:t>
            </a:r>
          </a:p>
          <a:p>
            <a:pPr algn="just" eaLnBrk="1" hangingPunct="1"/>
            <a:r>
              <a:rPr lang="zh-CN" altLang="en-US" sz="2800" smtClean="0"/>
              <a:t>算法应能适应通信量和网络拓扑的变化，这就是说，要有自适应性。 </a:t>
            </a:r>
          </a:p>
          <a:p>
            <a:pPr algn="just" eaLnBrk="1" hangingPunct="1"/>
            <a:r>
              <a:rPr lang="zh-CN" altLang="en-US" sz="2800" smtClean="0"/>
              <a:t>算法应具有稳定性。 </a:t>
            </a:r>
          </a:p>
          <a:p>
            <a:pPr algn="just" eaLnBrk="1" hangingPunct="1"/>
            <a:r>
              <a:rPr lang="zh-CN" altLang="en-US" sz="2800" smtClean="0"/>
              <a:t>算法应是公平的。 </a:t>
            </a:r>
          </a:p>
          <a:p>
            <a:pPr algn="just" eaLnBrk="1" hangingPunct="1"/>
            <a:r>
              <a:rPr lang="zh-CN" altLang="en-US" sz="2800" smtClean="0"/>
              <a:t>算法应是最佳的。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57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579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579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5795">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45795">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4579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从路由算法的自适应性考虑</a:t>
            </a:r>
          </a:p>
        </p:txBody>
      </p:sp>
      <p:sp>
        <p:nvSpPr>
          <p:cNvPr id="548867" name="Rectangle 3"/>
          <p:cNvSpPr>
            <a:spLocks noGrp="1" noChangeArrowheads="1"/>
          </p:cNvSpPr>
          <p:nvPr>
            <p:ph type="body" idx="1"/>
          </p:nvPr>
        </p:nvSpPr>
        <p:spPr>
          <a:xfrm>
            <a:off x="1114425" y="1916113"/>
            <a:ext cx="7345363" cy="4475162"/>
          </a:xfrm>
        </p:spPr>
        <p:txBody>
          <a:bodyPr/>
          <a:lstStyle/>
          <a:p>
            <a:pPr algn="just" eaLnBrk="1" hangingPunct="1"/>
            <a:r>
              <a:rPr lang="zh-CN" altLang="en-US" sz="2800" smtClean="0">
                <a:solidFill>
                  <a:schemeClr val="hlink"/>
                </a:solidFill>
              </a:rPr>
              <a:t>静态</a:t>
            </a:r>
            <a:r>
              <a:rPr lang="zh-CN" altLang="en-US" sz="2800" smtClean="0"/>
              <a:t>路由选择策略</a:t>
            </a:r>
            <a:r>
              <a:rPr lang="en-US" altLang="zh-CN" sz="2800" smtClean="0"/>
              <a:t>——</a:t>
            </a:r>
            <a:r>
              <a:rPr lang="zh-CN" altLang="en-US" sz="2800" smtClean="0"/>
              <a:t>即非自适应路由选择，其特点是简单和开销较小，但不能及时适应网络状态的变化。 </a:t>
            </a:r>
          </a:p>
          <a:p>
            <a:pPr algn="just" eaLnBrk="1" hangingPunct="1"/>
            <a:r>
              <a:rPr lang="zh-CN" altLang="en-US" sz="2800" smtClean="0">
                <a:solidFill>
                  <a:schemeClr val="hlink"/>
                </a:solidFill>
              </a:rPr>
              <a:t>动态</a:t>
            </a:r>
            <a:r>
              <a:rPr lang="zh-CN" altLang="en-US" sz="2800" smtClean="0"/>
              <a:t>路由选择策略</a:t>
            </a:r>
            <a:r>
              <a:rPr lang="en-US" altLang="zh-CN" sz="2800" smtClean="0"/>
              <a:t>——</a:t>
            </a:r>
            <a:r>
              <a:rPr lang="zh-CN" altLang="en-US" sz="2800" smtClean="0"/>
              <a:t>即自适应路由选择，其特点是能较好地适应网络状态的变化，但实现起来较为复杂，开销也比较大。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886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7" grpId="0" build="p"/>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2.  </a:t>
            </a:r>
            <a:r>
              <a:rPr lang="zh-CN" altLang="en-US" smtClean="0"/>
              <a:t>分层次的路由选择协议</a:t>
            </a:r>
          </a:p>
        </p:txBody>
      </p:sp>
      <p:sp>
        <p:nvSpPr>
          <p:cNvPr id="549891" name="Rectangle 3"/>
          <p:cNvSpPr>
            <a:spLocks noGrp="1" noChangeArrowheads="1"/>
          </p:cNvSpPr>
          <p:nvPr>
            <p:ph type="body" idx="1"/>
          </p:nvPr>
        </p:nvSpPr>
        <p:spPr>
          <a:xfrm>
            <a:off x="1114425" y="1916113"/>
            <a:ext cx="7345363" cy="4475162"/>
          </a:xfrm>
        </p:spPr>
        <p:txBody>
          <a:bodyPr/>
          <a:lstStyle/>
          <a:p>
            <a:pPr algn="just" eaLnBrk="1" hangingPunct="1"/>
            <a:r>
              <a:rPr lang="zh-CN" altLang="en-US" sz="2800" smtClean="0"/>
              <a:t>因特网采用分层次的路由选择协议。</a:t>
            </a:r>
          </a:p>
          <a:p>
            <a:pPr algn="just" eaLnBrk="1" hangingPunct="1"/>
            <a:r>
              <a:rPr lang="zh-CN" altLang="en-US" sz="2800" smtClean="0"/>
              <a:t>因特网的规模非常大。如果让所有的路由器知道所有的网络应怎样到达，则这种路由表将非常大，处理起来也太花时间。而所有这些路由器之间交换路由信息所需的带宽就会使因特网的通信链路饱和。</a:t>
            </a:r>
          </a:p>
          <a:p>
            <a:pPr algn="just" eaLnBrk="1" hangingPunct="1"/>
            <a:r>
              <a:rPr lang="zh-CN" altLang="en-US" sz="2800" smtClean="0"/>
              <a:t>许多单位不愿意外界了解自己单位网络的布局细节和本部门所采用的路由选择协议（这属于本部门内部的事情），但同时还希望连接到因特网上。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989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989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1" grpId="0" build="p"/>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2"/>
          <p:cNvSpPr>
            <a:spLocks noGrp="1" noChangeArrowheads="1"/>
          </p:cNvSpPr>
          <p:nvPr>
            <p:ph type="title"/>
          </p:nvPr>
        </p:nvSpPr>
        <p:spPr>
          <a:xfrm>
            <a:off x="919163" y="214313"/>
            <a:ext cx="8116887" cy="1462087"/>
          </a:xfrm>
        </p:spPr>
        <p:txBody>
          <a:bodyPr/>
          <a:lstStyle/>
          <a:p>
            <a:pPr algn="ctr" eaLnBrk="1" hangingPunct="1"/>
            <a:r>
              <a:rPr lang="zh-CN" altLang="en-US" sz="4000" smtClean="0"/>
              <a:t>自治系统 </a:t>
            </a:r>
            <a:r>
              <a:rPr lang="en-US" altLang="zh-CN" sz="4000" smtClean="0"/>
              <a:t>AS</a:t>
            </a:r>
            <a:br>
              <a:rPr lang="en-US" altLang="zh-CN" sz="4000" smtClean="0"/>
            </a:br>
            <a:r>
              <a:rPr lang="en-US" altLang="zh-CN" sz="4000" smtClean="0"/>
              <a:t>(Autonomous System) </a:t>
            </a:r>
          </a:p>
        </p:txBody>
      </p:sp>
      <p:sp>
        <p:nvSpPr>
          <p:cNvPr id="160771" name="Rectangle 3"/>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160772" name="Rectangle 4"/>
          <p:cNvSpPr>
            <a:spLocks noGrp="1" noChangeArrowheads="1"/>
          </p:cNvSpPr>
          <p:nvPr>
            <p:ph type="body" idx="1"/>
          </p:nvPr>
        </p:nvSpPr>
        <p:spPr>
          <a:xfrm>
            <a:off x="827088" y="1916113"/>
            <a:ext cx="7921625" cy="4941887"/>
          </a:xfrm>
        </p:spPr>
        <p:txBody>
          <a:bodyPr/>
          <a:lstStyle/>
          <a:p>
            <a:pPr eaLnBrk="1" hangingPunct="1">
              <a:spcBef>
                <a:spcPct val="0"/>
              </a:spcBef>
              <a:buClrTx/>
              <a:buSzTx/>
              <a:buFontTx/>
              <a:buChar char="•"/>
            </a:pPr>
            <a:r>
              <a:rPr lang="zh-CN" altLang="en-US" sz="2800" smtClean="0"/>
              <a:t>自治系统 </a:t>
            </a:r>
            <a:r>
              <a:rPr lang="en-US" altLang="zh-CN" sz="2800" smtClean="0"/>
              <a:t>AS </a:t>
            </a:r>
            <a:r>
              <a:rPr lang="zh-CN" altLang="en-US" sz="2800" smtClean="0"/>
              <a:t>的定义：在单一的技术管理下的一组路由器，而这些路由器使用一种 </a:t>
            </a:r>
            <a:r>
              <a:rPr lang="en-US" altLang="zh-CN" sz="2800" smtClean="0"/>
              <a:t>AS </a:t>
            </a:r>
            <a:r>
              <a:rPr lang="zh-CN" altLang="en-US" sz="2800" smtClean="0"/>
              <a:t>内部的路由选择协议和共同的度量以确定分组在该 </a:t>
            </a:r>
            <a:r>
              <a:rPr lang="en-US" altLang="zh-CN" sz="2800" smtClean="0"/>
              <a:t>AS </a:t>
            </a:r>
            <a:r>
              <a:rPr lang="zh-CN" altLang="en-US" sz="2800" smtClean="0"/>
              <a:t>内的路由，同时还使用一种 </a:t>
            </a:r>
            <a:r>
              <a:rPr lang="en-US" altLang="zh-CN" sz="2800" smtClean="0"/>
              <a:t>AS </a:t>
            </a:r>
            <a:r>
              <a:rPr lang="zh-CN" altLang="en-US" sz="2800" smtClean="0"/>
              <a:t>之间的路由选择协议用以确定分组在 </a:t>
            </a:r>
            <a:r>
              <a:rPr lang="en-US" altLang="zh-CN" sz="2800" smtClean="0"/>
              <a:t>AS</a:t>
            </a:r>
            <a:r>
              <a:rPr lang="zh-CN" altLang="en-US" sz="2800" smtClean="0"/>
              <a:t>之间的路由。</a:t>
            </a:r>
          </a:p>
          <a:p>
            <a:pPr eaLnBrk="1" hangingPunct="1">
              <a:spcBef>
                <a:spcPct val="0"/>
              </a:spcBef>
              <a:buClrTx/>
              <a:buSzTx/>
              <a:buFontTx/>
              <a:buChar char="•"/>
            </a:pPr>
            <a:r>
              <a:rPr lang="zh-CN" altLang="en-US" sz="2800" smtClean="0"/>
              <a:t>现在对自治系统 </a:t>
            </a:r>
            <a:r>
              <a:rPr lang="en-US" altLang="zh-CN" sz="2800" smtClean="0"/>
              <a:t>AS </a:t>
            </a:r>
            <a:r>
              <a:rPr lang="zh-CN" altLang="en-US" sz="2800" smtClean="0"/>
              <a:t>的定义是强调下面的事实：尽管一个 </a:t>
            </a:r>
            <a:r>
              <a:rPr lang="en-US" altLang="zh-CN" sz="2800" smtClean="0"/>
              <a:t>AS </a:t>
            </a:r>
            <a:r>
              <a:rPr lang="zh-CN" altLang="en-US" sz="2800" smtClean="0"/>
              <a:t>使用了多种内部路由选择协议和度量，但重要的是一个 </a:t>
            </a:r>
            <a:r>
              <a:rPr lang="en-US" altLang="zh-CN" sz="2800" smtClean="0"/>
              <a:t>AS </a:t>
            </a:r>
            <a:r>
              <a:rPr lang="zh-CN" altLang="en-US" sz="2800" smtClean="0"/>
              <a:t>对其他 </a:t>
            </a:r>
            <a:r>
              <a:rPr lang="en-US" altLang="zh-CN" sz="2800" smtClean="0"/>
              <a:t>AS </a:t>
            </a:r>
            <a:r>
              <a:rPr lang="zh-CN" altLang="en-US" sz="2800" smtClean="0"/>
              <a:t>表现出的是一个</a:t>
            </a:r>
            <a:r>
              <a:rPr lang="zh-CN" altLang="en-US" sz="2800" smtClean="0">
                <a:solidFill>
                  <a:schemeClr val="hlink"/>
                </a:solidFill>
              </a:rPr>
              <a:t>单一的</a:t>
            </a:r>
            <a:r>
              <a:rPr lang="zh-CN" altLang="en-US" sz="2800" smtClean="0"/>
              <a:t>和</a:t>
            </a:r>
            <a:r>
              <a:rPr lang="zh-CN" altLang="en-US" sz="2800" smtClean="0">
                <a:solidFill>
                  <a:schemeClr val="hlink"/>
                </a:solidFill>
              </a:rPr>
              <a:t>一致的路由选择策略</a:t>
            </a:r>
            <a:r>
              <a:rPr lang="zh-CN" altLang="en-US" sz="2800" smtClean="0"/>
              <a:t>。</a:t>
            </a:r>
          </a:p>
        </p:txBody>
      </p:sp>
    </p:spTree>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因特网有两大类路由选择协议 </a:t>
            </a:r>
          </a:p>
        </p:txBody>
      </p:sp>
      <p:sp>
        <p:nvSpPr>
          <p:cNvPr id="551939" name="Rectangle 3"/>
          <p:cNvSpPr>
            <a:spLocks noGrp="1" noChangeArrowheads="1"/>
          </p:cNvSpPr>
          <p:nvPr>
            <p:ph type="body" idx="1"/>
          </p:nvPr>
        </p:nvSpPr>
        <p:spPr>
          <a:xfrm>
            <a:off x="684213" y="1916113"/>
            <a:ext cx="8064500" cy="4475162"/>
          </a:xfrm>
        </p:spPr>
        <p:txBody>
          <a:bodyPr/>
          <a:lstStyle/>
          <a:p>
            <a:pPr algn="just" eaLnBrk="1" hangingPunct="1"/>
            <a:r>
              <a:rPr lang="zh-CN" altLang="en-US" sz="2800" smtClean="0">
                <a:solidFill>
                  <a:schemeClr val="hlink"/>
                </a:solidFill>
              </a:rPr>
              <a:t>内部网关协议</a:t>
            </a:r>
            <a:r>
              <a:rPr lang="zh-CN" altLang="en-US" sz="2800" smtClean="0"/>
              <a:t> </a:t>
            </a:r>
            <a:r>
              <a:rPr lang="en-US" altLang="zh-CN" sz="2800" smtClean="0"/>
              <a:t>IGP (Interior Gateway Protocol)    </a:t>
            </a:r>
            <a:r>
              <a:rPr lang="zh-CN" altLang="en-US" sz="2800" smtClean="0"/>
              <a:t>即在一个自治系统内部使用的路由选择协议。目前这类路由选择协议使用得最多，如 </a:t>
            </a:r>
            <a:r>
              <a:rPr lang="en-US" altLang="zh-CN" sz="2800" smtClean="0"/>
              <a:t>RIP </a:t>
            </a:r>
            <a:r>
              <a:rPr lang="zh-CN" altLang="en-US" sz="2800" smtClean="0"/>
              <a:t>和 </a:t>
            </a:r>
            <a:r>
              <a:rPr lang="en-US" altLang="zh-CN" sz="2800" smtClean="0"/>
              <a:t>OSPF </a:t>
            </a:r>
            <a:r>
              <a:rPr lang="zh-CN" altLang="en-US" sz="2800" smtClean="0"/>
              <a:t>协议。</a:t>
            </a:r>
          </a:p>
          <a:p>
            <a:pPr algn="just" eaLnBrk="1" hangingPunct="1"/>
            <a:r>
              <a:rPr lang="zh-CN" altLang="en-US" sz="2800" smtClean="0">
                <a:solidFill>
                  <a:schemeClr val="hlink"/>
                </a:solidFill>
              </a:rPr>
              <a:t>外部网关协议</a:t>
            </a:r>
            <a:r>
              <a:rPr lang="en-US" altLang="zh-CN" sz="2800" smtClean="0"/>
              <a:t>EGP (External Gateway Protocol)    </a:t>
            </a:r>
            <a:r>
              <a:rPr lang="zh-CN" altLang="en-US" sz="2800" smtClean="0"/>
              <a:t>若源站和目的站处在不同的自治系统中，当数据报传到一个自治系统的边界时，就需要使用一种协议将路由选择信息传递到另一个自治系统中。这样的协议就是外部网关协议 </a:t>
            </a:r>
            <a:r>
              <a:rPr lang="en-US" altLang="zh-CN" sz="2800" smtClean="0"/>
              <a:t>EGP</a:t>
            </a:r>
            <a:r>
              <a:rPr lang="zh-CN" altLang="en-US" sz="2800" smtClean="0"/>
              <a:t>。在外部网关协议中目前使用最多的是 </a:t>
            </a:r>
            <a:r>
              <a:rPr lang="en-US" altLang="zh-CN" sz="2800" smtClean="0"/>
              <a:t>BGP-4</a:t>
            </a:r>
            <a:r>
              <a:rPr lang="zh-CN" altLang="en-US"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5193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193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9" grpId="0" build="p"/>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135"/>
          <p:cNvSpPr>
            <a:spLocks noGrp="1" noChangeArrowheads="1"/>
          </p:cNvSpPr>
          <p:nvPr>
            <p:ph type="title"/>
          </p:nvPr>
        </p:nvSpPr>
        <p:spPr/>
        <p:txBody>
          <a:bodyPr/>
          <a:lstStyle/>
          <a:p>
            <a:pPr algn="ctr" eaLnBrk="1" hangingPunct="1"/>
            <a:r>
              <a:rPr lang="zh-CN" altLang="en-US" smtClean="0"/>
              <a:t>自治系统和</a:t>
            </a:r>
            <a:br>
              <a:rPr lang="zh-CN" altLang="en-US" smtClean="0"/>
            </a:br>
            <a:r>
              <a:rPr lang="zh-CN" altLang="en-US" smtClean="0"/>
              <a:t>内部网关协议、外部网关协议 </a:t>
            </a:r>
          </a:p>
        </p:txBody>
      </p:sp>
      <p:grpSp>
        <p:nvGrpSpPr>
          <p:cNvPr id="162819" name="Group 136"/>
          <p:cNvGrpSpPr>
            <a:grpSpLocks/>
          </p:cNvGrpSpPr>
          <p:nvPr/>
        </p:nvGrpSpPr>
        <p:grpSpPr bwMode="auto">
          <a:xfrm>
            <a:off x="250825" y="2311400"/>
            <a:ext cx="2767013" cy="1727200"/>
            <a:chOff x="912" y="768"/>
            <a:chExt cx="2400" cy="1584"/>
          </a:xfrm>
        </p:grpSpPr>
        <p:sp>
          <p:nvSpPr>
            <p:cNvPr id="162851" name="Oval 13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2" name="Oval 13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3" name="Oval 13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4" name="Oval 14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5" name="Oval 14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6" name="Oval 14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7" name="Oval 14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8" name="Oval 14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9" name="Oval 14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62860" name="Group 146"/>
            <p:cNvGrpSpPr>
              <a:grpSpLocks/>
            </p:cNvGrpSpPr>
            <p:nvPr/>
          </p:nvGrpSpPr>
          <p:grpSpPr bwMode="auto">
            <a:xfrm>
              <a:off x="912" y="768"/>
              <a:ext cx="2386" cy="1553"/>
              <a:chOff x="912" y="768"/>
              <a:chExt cx="2386" cy="1553"/>
            </a:xfrm>
          </p:grpSpPr>
          <p:sp>
            <p:nvSpPr>
              <p:cNvPr id="162861" name="Oval 14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2" name="Oval 14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3" name="Oval 14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4" name="Oval 15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5" name="Oval 15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6" name="Oval 15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7" name="Oval 15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8" name="Oval 15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69" name="Oval 15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162820" name="Group 156"/>
          <p:cNvGrpSpPr>
            <a:grpSpLocks/>
          </p:cNvGrpSpPr>
          <p:nvPr/>
        </p:nvGrpSpPr>
        <p:grpSpPr bwMode="auto">
          <a:xfrm>
            <a:off x="6000750" y="2182813"/>
            <a:ext cx="3035300" cy="1987550"/>
            <a:chOff x="912" y="768"/>
            <a:chExt cx="2400" cy="1584"/>
          </a:xfrm>
        </p:grpSpPr>
        <p:sp>
          <p:nvSpPr>
            <p:cNvPr id="162832" name="Oval 15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33" name="Oval 15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34" name="Oval 15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35" name="Oval 16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36" name="Oval 16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37" name="Oval 16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38" name="Oval 16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39" name="Oval 16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0" name="Oval 16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62841" name="Group 166"/>
            <p:cNvGrpSpPr>
              <a:grpSpLocks/>
            </p:cNvGrpSpPr>
            <p:nvPr/>
          </p:nvGrpSpPr>
          <p:grpSpPr bwMode="auto">
            <a:xfrm>
              <a:off x="912" y="768"/>
              <a:ext cx="2386" cy="1553"/>
              <a:chOff x="912" y="768"/>
              <a:chExt cx="2386" cy="1553"/>
            </a:xfrm>
          </p:grpSpPr>
          <p:sp>
            <p:nvSpPr>
              <p:cNvPr id="162842" name="Oval 16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3" name="Oval 16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4" name="Oval 16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5" name="Oval 17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6" name="Oval 17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7" name="Oval 17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8" name="Oval 17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49" name="Oval 17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2850" name="Oval 17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62821" name="Text Box 176"/>
          <p:cNvSpPr txBox="1">
            <a:spLocks noChangeArrowheads="1"/>
          </p:cNvSpPr>
          <p:nvPr/>
        </p:nvSpPr>
        <p:spPr bwMode="auto">
          <a:xfrm>
            <a:off x="615950" y="2892425"/>
            <a:ext cx="2032000" cy="7016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en-US" altLang="zh-CN" sz="2000">
                <a:solidFill>
                  <a:schemeClr val="folHlink"/>
                </a:solidFill>
                <a:latin typeface="Arial" pitchFamily="34" charset="0"/>
              </a:rPr>
              <a:t> </a:t>
            </a:r>
            <a:r>
              <a:rPr kumimoji="1" lang="zh-CN" altLang="en-US" sz="2000">
                <a:solidFill>
                  <a:schemeClr val="folHlink"/>
                </a:solidFill>
                <a:latin typeface="Arial" pitchFamily="34" charset="0"/>
              </a:rPr>
              <a:t>用内部网关协议</a:t>
            </a:r>
          </a:p>
          <a:p>
            <a:pPr algn="ctr" eaLnBrk="1" hangingPunct="1"/>
            <a:r>
              <a:rPr kumimoji="1" lang="zh-CN" altLang="en-US" sz="2000">
                <a:solidFill>
                  <a:schemeClr val="folHlink"/>
                </a:solidFill>
                <a:latin typeface="Arial" pitchFamily="34" charset="0"/>
              </a:rPr>
              <a:t>（例如，</a:t>
            </a:r>
            <a:r>
              <a:rPr kumimoji="1" lang="en-US" altLang="zh-CN" sz="2000">
                <a:solidFill>
                  <a:schemeClr val="folHlink"/>
                </a:solidFill>
                <a:latin typeface="Arial" pitchFamily="34" charset="0"/>
              </a:rPr>
              <a:t>RIP</a:t>
            </a:r>
            <a:r>
              <a:rPr kumimoji="1" lang="zh-CN" altLang="en-US" sz="2000">
                <a:solidFill>
                  <a:schemeClr val="folHlink"/>
                </a:solidFill>
                <a:latin typeface="Arial" pitchFamily="34" charset="0"/>
              </a:rPr>
              <a:t>）</a:t>
            </a:r>
          </a:p>
        </p:txBody>
      </p:sp>
      <p:sp>
        <p:nvSpPr>
          <p:cNvPr id="162822" name="Text Box 177"/>
          <p:cNvSpPr txBox="1">
            <a:spLocks noChangeArrowheads="1"/>
          </p:cNvSpPr>
          <p:nvPr/>
        </p:nvSpPr>
        <p:spPr bwMode="auto">
          <a:xfrm>
            <a:off x="6894513" y="1844675"/>
            <a:ext cx="14398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chemeClr val="folHlink"/>
                </a:solidFill>
                <a:latin typeface="Arial" pitchFamily="34" charset="0"/>
              </a:rPr>
              <a:t>自治系统 </a:t>
            </a:r>
            <a:r>
              <a:rPr kumimoji="1" lang="en-US" altLang="zh-CN" sz="2000">
                <a:solidFill>
                  <a:schemeClr val="folHlink"/>
                </a:solidFill>
                <a:latin typeface="Arial" pitchFamily="34" charset="0"/>
              </a:rPr>
              <a:t>B</a:t>
            </a:r>
          </a:p>
        </p:txBody>
      </p:sp>
      <p:sp>
        <p:nvSpPr>
          <p:cNvPr id="162823" name="Text Box 178"/>
          <p:cNvSpPr txBox="1">
            <a:spLocks noChangeArrowheads="1"/>
          </p:cNvSpPr>
          <p:nvPr/>
        </p:nvSpPr>
        <p:spPr bwMode="auto">
          <a:xfrm>
            <a:off x="911225" y="1973263"/>
            <a:ext cx="14398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chemeClr val="folHlink"/>
                </a:solidFill>
                <a:latin typeface="Arial" pitchFamily="34" charset="0"/>
              </a:rPr>
              <a:t>自治系统 </a:t>
            </a:r>
            <a:r>
              <a:rPr kumimoji="1" lang="en-US" altLang="zh-CN" sz="2000">
                <a:solidFill>
                  <a:schemeClr val="folHlink"/>
                </a:solidFill>
                <a:latin typeface="Arial" pitchFamily="34" charset="0"/>
              </a:rPr>
              <a:t>A</a:t>
            </a:r>
          </a:p>
        </p:txBody>
      </p:sp>
      <p:pic>
        <p:nvPicPr>
          <p:cNvPr id="162824" name="Picture 179"/>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49550" y="2709863"/>
            <a:ext cx="660400" cy="447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62825" name="Picture 180"/>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2463" y="2709863"/>
            <a:ext cx="660400" cy="45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62826" name="Text Box 181"/>
          <p:cNvSpPr txBox="1">
            <a:spLocks noChangeArrowheads="1"/>
          </p:cNvSpPr>
          <p:nvPr/>
        </p:nvSpPr>
        <p:spPr bwMode="auto">
          <a:xfrm>
            <a:off x="3468688" y="2225675"/>
            <a:ext cx="2216150" cy="7016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chemeClr val="folHlink"/>
                </a:solidFill>
                <a:latin typeface="Arial" pitchFamily="34" charset="0"/>
              </a:rPr>
              <a:t>用外部网关协议</a:t>
            </a:r>
          </a:p>
          <a:p>
            <a:pPr algn="ctr" eaLnBrk="1" hangingPunct="1"/>
            <a:r>
              <a:rPr kumimoji="1" lang="zh-CN" altLang="en-US" sz="2000">
                <a:solidFill>
                  <a:schemeClr val="folHlink"/>
                </a:solidFill>
                <a:latin typeface="Arial" pitchFamily="34" charset="0"/>
              </a:rPr>
              <a:t>（例如，</a:t>
            </a:r>
            <a:r>
              <a:rPr kumimoji="1" lang="en-US" altLang="zh-CN" sz="2000">
                <a:solidFill>
                  <a:schemeClr val="folHlink"/>
                </a:solidFill>
                <a:latin typeface="Arial" pitchFamily="34" charset="0"/>
              </a:rPr>
              <a:t>BGP-4</a:t>
            </a:r>
            <a:r>
              <a:rPr kumimoji="1" lang="zh-CN" altLang="en-US" sz="2000">
                <a:solidFill>
                  <a:schemeClr val="folHlink"/>
                </a:solidFill>
                <a:latin typeface="Arial" pitchFamily="34" charset="0"/>
              </a:rPr>
              <a:t>）</a:t>
            </a:r>
          </a:p>
        </p:txBody>
      </p:sp>
      <p:sp>
        <p:nvSpPr>
          <p:cNvPr id="162827" name="Text Box 182"/>
          <p:cNvSpPr txBox="1">
            <a:spLocks noChangeArrowheads="1"/>
          </p:cNvSpPr>
          <p:nvPr/>
        </p:nvSpPr>
        <p:spPr bwMode="auto">
          <a:xfrm>
            <a:off x="2749550" y="230505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R</a:t>
            </a:r>
            <a:r>
              <a:rPr kumimoji="1" lang="en-US" altLang="zh-CN" sz="2000" baseline="-25000">
                <a:solidFill>
                  <a:schemeClr val="folHlink"/>
                </a:solidFill>
                <a:latin typeface="Arial" pitchFamily="34" charset="0"/>
              </a:rPr>
              <a:t>1</a:t>
            </a:r>
          </a:p>
        </p:txBody>
      </p:sp>
      <p:sp>
        <p:nvSpPr>
          <p:cNvPr id="162828" name="Text Box 183"/>
          <p:cNvSpPr txBox="1">
            <a:spLocks noChangeArrowheads="1"/>
          </p:cNvSpPr>
          <p:nvPr/>
        </p:nvSpPr>
        <p:spPr bwMode="auto">
          <a:xfrm>
            <a:off x="5965825" y="233203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chemeClr val="folHlink"/>
                </a:solidFill>
                <a:latin typeface="Arial" pitchFamily="34" charset="0"/>
              </a:rPr>
              <a:t>R</a:t>
            </a:r>
            <a:r>
              <a:rPr kumimoji="1" lang="en-US" altLang="zh-CN" sz="2000" baseline="-25000">
                <a:solidFill>
                  <a:schemeClr val="folHlink"/>
                </a:solidFill>
                <a:latin typeface="Arial" pitchFamily="34" charset="0"/>
              </a:rPr>
              <a:t>2</a:t>
            </a:r>
          </a:p>
        </p:txBody>
      </p:sp>
      <p:sp>
        <p:nvSpPr>
          <p:cNvPr id="162829" name="Text Box 184"/>
          <p:cNvSpPr txBox="1">
            <a:spLocks noChangeArrowheads="1"/>
          </p:cNvSpPr>
          <p:nvPr/>
        </p:nvSpPr>
        <p:spPr bwMode="auto">
          <a:xfrm>
            <a:off x="6580188" y="2879725"/>
            <a:ext cx="2146300" cy="7016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en-US" altLang="zh-CN" sz="2000">
                <a:solidFill>
                  <a:schemeClr val="folHlink"/>
                </a:solidFill>
                <a:latin typeface="Arial" pitchFamily="34" charset="0"/>
              </a:rPr>
              <a:t> </a:t>
            </a:r>
            <a:r>
              <a:rPr kumimoji="1" lang="zh-CN" altLang="en-US" sz="2000">
                <a:solidFill>
                  <a:schemeClr val="folHlink"/>
                </a:solidFill>
                <a:latin typeface="Arial" pitchFamily="34" charset="0"/>
              </a:rPr>
              <a:t>用内部网关协议</a:t>
            </a:r>
          </a:p>
          <a:p>
            <a:pPr algn="ctr" eaLnBrk="1" hangingPunct="1"/>
            <a:r>
              <a:rPr kumimoji="1" lang="zh-CN" altLang="en-US" sz="2000">
                <a:solidFill>
                  <a:schemeClr val="folHlink"/>
                </a:solidFill>
                <a:latin typeface="Arial" pitchFamily="34" charset="0"/>
              </a:rPr>
              <a:t>（例如，</a:t>
            </a:r>
            <a:r>
              <a:rPr kumimoji="1" lang="en-US" altLang="zh-CN" sz="2000">
                <a:solidFill>
                  <a:schemeClr val="folHlink"/>
                </a:solidFill>
                <a:latin typeface="Arial" pitchFamily="34" charset="0"/>
              </a:rPr>
              <a:t>OSPF</a:t>
            </a:r>
            <a:r>
              <a:rPr kumimoji="1" lang="zh-CN" altLang="en-US" sz="2000">
                <a:solidFill>
                  <a:schemeClr val="folHlink"/>
                </a:solidFill>
                <a:latin typeface="Arial" pitchFamily="34" charset="0"/>
              </a:rPr>
              <a:t>）</a:t>
            </a:r>
          </a:p>
        </p:txBody>
      </p:sp>
      <p:sp>
        <p:nvSpPr>
          <p:cNvPr id="162830" name="Line 185"/>
          <p:cNvSpPr>
            <a:spLocks noChangeShapeType="1"/>
          </p:cNvSpPr>
          <p:nvPr/>
        </p:nvSpPr>
        <p:spPr bwMode="auto">
          <a:xfrm>
            <a:off x="3365500" y="2941638"/>
            <a:ext cx="2430463" cy="3175"/>
          </a:xfrm>
          <a:prstGeom prst="line">
            <a:avLst/>
          </a:prstGeom>
          <a:noFill/>
          <a:ln w="57150">
            <a:solidFill>
              <a:schemeClr va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2831" name="Text Box 187"/>
          <p:cNvSpPr txBox="1">
            <a:spLocks noChangeArrowheads="1"/>
          </p:cNvSpPr>
          <p:nvPr/>
        </p:nvSpPr>
        <p:spPr bwMode="auto">
          <a:xfrm>
            <a:off x="1546225" y="4403725"/>
            <a:ext cx="6780213" cy="2051050"/>
          </a:xfrm>
          <a:prstGeom prst="rect">
            <a:avLst/>
          </a:prstGeom>
          <a:noFill/>
          <a:ln w="9525">
            <a:solidFill>
              <a:schemeClr val="fo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3200">
                <a:solidFill>
                  <a:schemeClr val="folHlink"/>
                </a:solidFill>
                <a:latin typeface="Arial" pitchFamily="34" charset="0"/>
              </a:rPr>
              <a:t>自治系统之间的路由选择也叫做</a:t>
            </a:r>
          </a:p>
          <a:p>
            <a:pPr eaLnBrk="1" hangingPunct="1"/>
            <a:r>
              <a:rPr lang="zh-CN" altLang="en-US" sz="3200">
                <a:solidFill>
                  <a:schemeClr val="hlink"/>
                </a:solidFill>
                <a:latin typeface="Arial" pitchFamily="34" charset="0"/>
              </a:rPr>
              <a:t>域间路由选择</a:t>
            </a:r>
            <a:r>
              <a:rPr lang="en-US" altLang="zh-CN" sz="3200">
                <a:solidFill>
                  <a:schemeClr val="folHlink"/>
                </a:solidFill>
                <a:latin typeface="Arial" pitchFamily="34" charset="0"/>
              </a:rPr>
              <a:t>(interdomain routing)</a:t>
            </a:r>
            <a:r>
              <a:rPr lang="zh-CN" altLang="en-US" sz="3200">
                <a:solidFill>
                  <a:schemeClr val="folHlink"/>
                </a:solidFill>
                <a:latin typeface="Arial" pitchFamily="34" charset="0"/>
              </a:rPr>
              <a:t>，</a:t>
            </a:r>
          </a:p>
          <a:p>
            <a:pPr eaLnBrk="1" hangingPunct="1"/>
            <a:r>
              <a:rPr lang="zh-CN" altLang="en-US" sz="3200">
                <a:solidFill>
                  <a:schemeClr val="folHlink"/>
                </a:solidFill>
                <a:latin typeface="Arial" pitchFamily="34" charset="0"/>
              </a:rPr>
              <a:t>在自治系统内部的路由选择叫做</a:t>
            </a:r>
          </a:p>
          <a:p>
            <a:pPr eaLnBrk="1" hangingPunct="1"/>
            <a:r>
              <a:rPr lang="zh-CN" altLang="en-US" sz="3200">
                <a:solidFill>
                  <a:schemeClr val="hlink"/>
                </a:solidFill>
                <a:latin typeface="Arial" pitchFamily="34" charset="0"/>
              </a:rPr>
              <a:t>域内路由选择</a:t>
            </a:r>
            <a:r>
              <a:rPr lang="en-US" altLang="zh-CN" sz="3200">
                <a:solidFill>
                  <a:schemeClr val="folHlink"/>
                </a:solidFill>
                <a:latin typeface="Arial" pitchFamily="34" charset="0"/>
              </a:rPr>
              <a:t>(intradomain routing) </a:t>
            </a:r>
          </a:p>
        </p:txBody>
      </p:sp>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因特网的路由选择协议 </a:t>
            </a:r>
          </a:p>
        </p:txBody>
      </p:sp>
      <p:sp>
        <p:nvSpPr>
          <p:cNvPr id="555011" name="Rectangle 3"/>
          <p:cNvSpPr>
            <a:spLocks noGrp="1" noChangeArrowheads="1"/>
          </p:cNvSpPr>
          <p:nvPr>
            <p:ph type="body" idx="1"/>
          </p:nvPr>
        </p:nvSpPr>
        <p:spPr>
          <a:xfrm>
            <a:off x="1114425" y="1916113"/>
            <a:ext cx="7345363" cy="4475162"/>
          </a:xfrm>
        </p:spPr>
        <p:txBody>
          <a:bodyPr/>
          <a:lstStyle/>
          <a:p>
            <a:pPr eaLnBrk="1" hangingPunct="1"/>
            <a:r>
              <a:rPr lang="zh-CN" altLang="en-US" smtClean="0"/>
              <a:t>内部网关协议 </a:t>
            </a:r>
            <a:r>
              <a:rPr lang="en-US" altLang="zh-CN" smtClean="0"/>
              <a:t>IGP</a:t>
            </a:r>
            <a:r>
              <a:rPr lang="zh-CN" altLang="en-US" smtClean="0"/>
              <a:t>：具体的协议有多种，如 </a:t>
            </a:r>
            <a:r>
              <a:rPr lang="en-US" altLang="zh-CN" smtClean="0"/>
              <a:t>RIP </a:t>
            </a:r>
            <a:r>
              <a:rPr lang="zh-CN" altLang="en-US" smtClean="0"/>
              <a:t>和 </a:t>
            </a:r>
            <a:r>
              <a:rPr lang="en-US" altLang="zh-CN" smtClean="0"/>
              <a:t>OSPF </a:t>
            </a:r>
            <a:r>
              <a:rPr lang="zh-CN" altLang="en-US" smtClean="0"/>
              <a:t>等。</a:t>
            </a:r>
          </a:p>
          <a:p>
            <a:pPr eaLnBrk="1" hangingPunct="1"/>
            <a:r>
              <a:rPr lang="zh-CN" altLang="en-US" smtClean="0"/>
              <a:t>外部网关协议 </a:t>
            </a:r>
            <a:r>
              <a:rPr lang="en-US" altLang="zh-CN" smtClean="0"/>
              <a:t>EGP</a:t>
            </a:r>
            <a:r>
              <a:rPr lang="zh-CN" altLang="en-US" smtClean="0"/>
              <a:t>：目前使用的协议就是 </a:t>
            </a:r>
            <a:r>
              <a:rPr lang="en-US" altLang="zh-CN" smtClean="0"/>
              <a:t>BGP</a:t>
            </a:r>
            <a:r>
              <a:rPr lang="zh-CN" altLang="en-US" smtClean="0"/>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5501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4.5.2  </a:t>
            </a:r>
            <a:r>
              <a:rPr lang="zh-CN" altLang="en-US" smtClean="0"/>
              <a:t>内部网关协议 </a:t>
            </a:r>
            <a:r>
              <a:rPr lang="en-US" altLang="zh-CN" smtClean="0"/>
              <a:t>RIP</a:t>
            </a:r>
            <a:br>
              <a:rPr lang="en-US" altLang="zh-CN" smtClean="0"/>
            </a:br>
            <a:r>
              <a:rPr lang="en-US" altLang="zh-CN" smtClean="0"/>
              <a:t> </a:t>
            </a:r>
            <a:r>
              <a:rPr lang="en-US" altLang="zh-CN" sz="3600" smtClean="0"/>
              <a:t>(Routing Information Protocol)</a:t>
            </a:r>
          </a:p>
        </p:txBody>
      </p:sp>
      <p:sp>
        <p:nvSpPr>
          <p:cNvPr id="556035" name="Rectangle 3"/>
          <p:cNvSpPr>
            <a:spLocks noGrp="1" noChangeArrowheads="1"/>
          </p:cNvSpPr>
          <p:nvPr>
            <p:ph type="body" idx="1"/>
          </p:nvPr>
        </p:nvSpPr>
        <p:spPr>
          <a:xfrm>
            <a:off x="900113" y="1916113"/>
            <a:ext cx="7559675" cy="4475162"/>
          </a:xfrm>
        </p:spPr>
        <p:txBody>
          <a:bodyPr/>
          <a:lstStyle/>
          <a:p>
            <a:pPr eaLnBrk="1" hangingPunct="1">
              <a:buFont typeface="Wingdings" pitchFamily="2" charset="2"/>
              <a:buNone/>
            </a:pPr>
            <a:r>
              <a:rPr lang="en-US" altLang="zh-CN" smtClean="0"/>
              <a:t>1. </a:t>
            </a:r>
            <a:r>
              <a:rPr lang="zh-CN" altLang="en-US" smtClean="0"/>
              <a:t>工作原理</a:t>
            </a:r>
            <a:endParaRPr lang="zh-CN" altLang="en-US" sz="4000" smtClean="0"/>
          </a:p>
          <a:p>
            <a:pPr eaLnBrk="1" hangingPunct="1"/>
            <a:r>
              <a:rPr lang="zh-CN" altLang="en-US" smtClean="0"/>
              <a:t>路由信息协议 </a:t>
            </a:r>
            <a:r>
              <a:rPr lang="en-US" altLang="zh-CN" smtClean="0"/>
              <a:t>RIP </a:t>
            </a:r>
            <a:r>
              <a:rPr lang="zh-CN" altLang="en-US" smtClean="0"/>
              <a:t>是内部网关协议 </a:t>
            </a:r>
            <a:r>
              <a:rPr lang="en-US" altLang="zh-CN" smtClean="0"/>
              <a:t>IGP</a:t>
            </a:r>
            <a:r>
              <a:rPr lang="zh-CN" altLang="en-US" smtClean="0"/>
              <a:t>中最先得到广泛使用的协议。</a:t>
            </a:r>
          </a:p>
          <a:p>
            <a:pPr eaLnBrk="1" hangingPunct="1"/>
            <a:r>
              <a:rPr lang="en-US" altLang="zh-CN" smtClean="0"/>
              <a:t>RIP </a:t>
            </a:r>
            <a:r>
              <a:rPr lang="zh-CN" altLang="en-US" smtClean="0"/>
              <a:t>是一种分布式的基于</a:t>
            </a:r>
            <a:r>
              <a:rPr lang="zh-CN" altLang="en-US" smtClean="0">
                <a:solidFill>
                  <a:schemeClr val="hlink"/>
                </a:solidFill>
              </a:rPr>
              <a:t>距离向量</a:t>
            </a:r>
            <a:r>
              <a:rPr lang="zh-CN" altLang="en-US" smtClean="0"/>
              <a:t>的路由选择协议。</a:t>
            </a:r>
          </a:p>
          <a:p>
            <a:pPr eaLnBrk="1" hangingPunct="1"/>
            <a:r>
              <a:rPr lang="en-US" altLang="zh-CN" smtClean="0"/>
              <a:t>RIP </a:t>
            </a:r>
            <a:r>
              <a:rPr lang="zh-CN" altLang="en-US" smtClean="0"/>
              <a:t>协议要求网络中的每一个路由器都要维护从它自己到其他每一个目的网络的距离记录。</a:t>
            </a:r>
            <a:r>
              <a:rPr lang="zh-CN" altLang="en-US"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6035">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60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6035" grpId="0" build="p"/>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a:t>
            </a:r>
            <a:r>
              <a:rPr lang="zh-CN" altLang="en-US" smtClean="0"/>
              <a:t>距离”的定义 </a:t>
            </a:r>
          </a:p>
        </p:txBody>
      </p:sp>
      <p:sp>
        <p:nvSpPr>
          <p:cNvPr id="557059" name="Rectangle 3"/>
          <p:cNvSpPr>
            <a:spLocks noGrp="1" noChangeArrowheads="1"/>
          </p:cNvSpPr>
          <p:nvPr>
            <p:ph type="body" idx="1"/>
          </p:nvPr>
        </p:nvSpPr>
        <p:spPr>
          <a:xfrm>
            <a:off x="900113" y="1916113"/>
            <a:ext cx="7632700" cy="4475162"/>
          </a:xfrm>
          <a:noFill/>
        </p:spPr>
        <p:txBody>
          <a:bodyPr/>
          <a:lstStyle/>
          <a:p>
            <a:pPr algn="just" eaLnBrk="1" hangingPunct="1"/>
            <a:r>
              <a:rPr lang="zh-CN" altLang="en-US" smtClean="0"/>
              <a:t>从一路由器到</a:t>
            </a:r>
            <a:r>
              <a:rPr lang="zh-CN" altLang="en-US" smtClean="0">
                <a:solidFill>
                  <a:schemeClr val="hlink"/>
                </a:solidFill>
              </a:rPr>
              <a:t>直接连接</a:t>
            </a:r>
            <a:r>
              <a:rPr lang="zh-CN" altLang="en-US" smtClean="0"/>
              <a:t>的网络的距离定义为 </a:t>
            </a:r>
            <a:r>
              <a:rPr lang="en-US" altLang="zh-CN" smtClean="0"/>
              <a:t>1</a:t>
            </a:r>
            <a:r>
              <a:rPr lang="zh-CN" altLang="en-US" smtClean="0"/>
              <a:t>。</a:t>
            </a:r>
          </a:p>
          <a:p>
            <a:pPr algn="just" eaLnBrk="1" hangingPunct="1"/>
            <a:r>
              <a:rPr lang="zh-CN" altLang="en-US" smtClean="0"/>
              <a:t>从一个路由器到非直接连接的网络的距离定义为所经过的路由器数加 </a:t>
            </a:r>
            <a:r>
              <a:rPr lang="en-US" altLang="zh-CN" smtClean="0"/>
              <a:t>1</a:t>
            </a:r>
            <a:r>
              <a:rPr lang="zh-CN" altLang="en-US" smtClean="0"/>
              <a:t>。</a:t>
            </a:r>
          </a:p>
          <a:p>
            <a:pPr algn="just" eaLnBrk="1" hangingPunct="1"/>
            <a:r>
              <a:rPr lang="en-US" altLang="zh-CN" smtClean="0"/>
              <a:t>RIP </a:t>
            </a:r>
            <a:r>
              <a:rPr lang="zh-CN" altLang="en-US" smtClean="0"/>
              <a:t>协议中的“距离”也称为“</a:t>
            </a:r>
            <a:r>
              <a:rPr lang="zh-CN" altLang="en-US" smtClean="0">
                <a:solidFill>
                  <a:schemeClr val="hlink"/>
                </a:solidFill>
              </a:rPr>
              <a:t>跳数</a:t>
            </a:r>
            <a:r>
              <a:rPr lang="zh-CN" altLang="en-US" smtClean="0"/>
              <a:t>”</a:t>
            </a:r>
            <a:r>
              <a:rPr lang="en-US" altLang="zh-CN" smtClean="0"/>
              <a:t>(hop count)</a:t>
            </a:r>
            <a:r>
              <a:rPr lang="zh-CN" altLang="en-US" smtClean="0"/>
              <a:t>，因为每经过一个路由器，跳数就加 </a:t>
            </a:r>
            <a:r>
              <a:rPr lang="en-US" altLang="zh-CN" smtClean="0"/>
              <a:t>1</a:t>
            </a:r>
            <a:r>
              <a:rPr lang="zh-CN" altLang="en-US" smtClean="0"/>
              <a:t>。</a:t>
            </a:r>
          </a:p>
          <a:p>
            <a:pPr algn="just" eaLnBrk="1" hangingPunct="1"/>
            <a:r>
              <a:rPr lang="zh-CN" altLang="en-US" smtClean="0"/>
              <a:t>这里的“距离”实际上指的是“</a:t>
            </a:r>
            <a:r>
              <a:rPr lang="zh-CN" altLang="en-US" smtClean="0">
                <a:solidFill>
                  <a:schemeClr val="hlink"/>
                </a:solidFill>
              </a:rPr>
              <a:t>最短</a:t>
            </a:r>
            <a:r>
              <a:rPr lang="zh-CN" altLang="en-US" smtClean="0"/>
              <a:t>距离”， </a:t>
            </a:r>
            <a:endParaRPr lang="zh-CN" altLang="en-US" sz="4400" smtClean="0"/>
          </a:p>
          <a:p>
            <a:pPr algn="just" eaLnBrk="1" hangingPunct="1"/>
            <a:endParaRPr lang="en-US" altLang="zh-CN" smtClean="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70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705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70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9" grpId="0" build="p"/>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a:t>
            </a:r>
            <a:r>
              <a:rPr lang="zh-CN" altLang="en-US" smtClean="0"/>
              <a:t>距离”的定义 </a:t>
            </a:r>
          </a:p>
        </p:txBody>
      </p:sp>
      <p:sp>
        <p:nvSpPr>
          <p:cNvPr id="558083" name="Rectangle 3"/>
          <p:cNvSpPr>
            <a:spLocks noGrp="1" noChangeArrowheads="1"/>
          </p:cNvSpPr>
          <p:nvPr>
            <p:ph type="body" idx="1"/>
          </p:nvPr>
        </p:nvSpPr>
        <p:spPr>
          <a:xfrm>
            <a:off x="900113" y="1916113"/>
            <a:ext cx="7632700" cy="4475162"/>
          </a:xfrm>
          <a:noFill/>
        </p:spPr>
        <p:txBody>
          <a:bodyPr/>
          <a:lstStyle/>
          <a:p>
            <a:pPr algn="just" eaLnBrk="1" hangingPunct="1"/>
            <a:r>
              <a:rPr lang="en-US" altLang="zh-CN" sz="2800" smtClean="0"/>
              <a:t>RIP </a:t>
            </a:r>
            <a:r>
              <a:rPr lang="zh-CN" altLang="en-US" sz="2800" smtClean="0"/>
              <a:t>认为一个好的路由就是它通过的路由器的数目少，即“距离短”。</a:t>
            </a:r>
          </a:p>
          <a:p>
            <a:pPr algn="just" eaLnBrk="1" hangingPunct="1"/>
            <a:r>
              <a:rPr lang="en-US" altLang="zh-CN" sz="2800" smtClean="0"/>
              <a:t>RIP </a:t>
            </a:r>
            <a:r>
              <a:rPr lang="zh-CN" altLang="en-US" sz="2800" smtClean="0"/>
              <a:t>允许一条路径最多只能包含 </a:t>
            </a:r>
            <a:r>
              <a:rPr lang="en-US" altLang="zh-CN" sz="2800" smtClean="0"/>
              <a:t>15 </a:t>
            </a:r>
            <a:r>
              <a:rPr lang="zh-CN" altLang="en-US" sz="2800" smtClean="0"/>
              <a:t>个路由器。</a:t>
            </a:r>
          </a:p>
          <a:p>
            <a:pPr algn="just" eaLnBrk="1" hangingPunct="1"/>
            <a:r>
              <a:rPr lang="zh-CN" altLang="en-US" sz="2800" smtClean="0"/>
              <a:t>“距离”的最大值为</a:t>
            </a:r>
            <a:r>
              <a:rPr lang="en-US" altLang="zh-CN" sz="2800" smtClean="0"/>
              <a:t>16 </a:t>
            </a:r>
            <a:r>
              <a:rPr lang="zh-CN" altLang="en-US" sz="2800" smtClean="0"/>
              <a:t>时即相当于不可达。可见 </a:t>
            </a:r>
            <a:r>
              <a:rPr lang="en-US" altLang="zh-CN" sz="2800" smtClean="0"/>
              <a:t>RIP</a:t>
            </a:r>
            <a:r>
              <a:rPr lang="en-US" altLang="zh-CN" sz="2800" b="1" smtClean="0"/>
              <a:t> </a:t>
            </a:r>
            <a:r>
              <a:rPr lang="zh-CN" altLang="en-US" sz="2800" smtClean="0"/>
              <a:t>只适用于小型互联网。</a:t>
            </a:r>
          </a:p>
          <a:p>
            <a:pPr algn="just" eaLnBrk="1" hangingPunct="1"/>
            <a:r>
              <a:rPr lang="en-US" altLang="zh-CN" sz="2800" smtClean="0"/>
              <a:t>RIP </a:t>
            </a:r>
            <a:r>
              <a:rPr lang="zh-CN" altLang="en-US" sz="2800" smtClean="0"/>
              <a:t>不能在两个网络之间同时使用多条路由。</a:t>
            </a:r>
            <a:r>
              <a:rPr lang="en-US" altLang="zh-CN" sz="2800" smtClean="0"/>
              <a:t>RIP </a:t>
            </a:r>
            <a:r>
              <a:rPr lang="zh-CN" altLang="en-US" sz="2800" smtClean="0"/>
              <a:t>选择一个具有最少路由器的路由（即最短路由），哪怕还存在另一条高速</a:t>
            </a:r>
            <a:r>
              <a:rPr lang="en-US" altLang="zh-CN" sz="2800" smtClean="0"/>
              <a:t>(</a:t>
            </a:r>
            <a:r>
              <a:rPr lang="zh-CN" altLang="en-US" sz="2800" smtClean="0"/>
              <a:t>低时延</a:t>
            </a:r>
            <a:r>
              <a:rPr lang="en-US" altLang="zh-CN" sz="2800" smtClean="0"/>
              <a:t>)</a:t>
            </a:r>
            <a:r>
              <a:rPr lang="zh-CN" altLang="en-US" sz="2800" smtClean="0"/>
              <a:t>但路由器较多的路由。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80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808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80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3" grpId="0" build="p"/>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RIP </a:t>
            </a:r>
            <a:r>
              <a:rPr lang="zh-CN" altLang="en-US" smtClean="0"/>
              <a:t>协议的三个要点 </a:t>
            </a:r>
          </a:p>
        </p:txBody>
      </p:sp>
      <p:sp>
        <p:nvSpPr>
          <p:cNvPr id="559107" name="Rectangle 3"/>
          <p:cNvSpPr>
            <a:spLocks noGrp="1" noChangeArrowheads="1"/>
          </p:cNvSpPr>
          <p:nvPr>
            <p:ph type="body" idx="1"/>
          </p:nvPr>
        </p:nvSpPr>
        <p:spPr>
          <a:xfrm>
            <a:off x="900113" y="1916113"/>
            <a:ext cx="7632700" cy="4475162"/>
          </a:xfrm>
          <a:noFill/>
        </p:spPr>
        <p:txBody>
          <a:bodyPr/>
          <a:lstStyle/>
          <a:p>
            <a:pPr algn="just" eaLnBrk="1" hangingPunct="1"/>
            <a:r>
              <a:rPr lang="zh-CN" altLang="en-US" smtClean="0"/>
              <a:t>仅和</a:t>
            </a:r>
            <a:r>
              <a:rPr lang="zh-CN" altLang="en-US" smtClean="0">
                <a:solidFill>
                  <a:schemeClr val="hlink"/>
                </a:solidFill>
              </a:rPr>
              <a:t>相邻路由器</a:t>
            </a:r>
            <a:r>
              <a:rPr lang="zh-CN" altLang="en-US" smtClean="0"/>
              <a:t>交换信息。 </a:t>
            </a:r>
          </a:p>
          <a:p>
            <a:pPr algn="just" eaLnBrk="1" hangingPunct="1"/>
            <a:r>
              <a:rPr lang="zh-CN" altLang="en-US" smtClean="0"/>
              <a:t>交换的信息是当前本路由器所知道的</a:t>
            </a:r>
            <a:r>
              <a:rPr lang="zh-CN" altLang="en-US" smtClean="0">
                <a:solidFill>
                  <a:schemeClr val="hlink"/>
                </a:solidFill>
              </a:rPr>
              <a:t>全部信息</a:t>
            </a:r>
            <a:r>
              <a:rPr lang="zh-CN" altLang="en-US" smtClean="0"/>
              <a:t>，即自己的路由表。 </a:t>
            </a:r>
          </a:p>
          <a:p>
            <a:pPr algn="just" eaLnBrk="1" hangingPunct="1"/>
            <a:r>
              <a:rPr lang="zh-CN" altLang="en-US" smtClean="0"/>
              <a:t>按固定的时间间隔</a:t>
            </a:r>
            <a:r>
              <a:rPr lang="zh-CN" altLang="en-US" smtClean="0">
                <a:solidFill>
                  <a:schemeClr val="hlink"/>
                </a:solidFill>
              </a:rPr>
              <a:t>交换路由信息</a:t>
            </a:r>
            <a:r>
              <a:rPr lang="zh-CN" altLang="en-US" smtClean="0"/>
              <a:t>，例如，每隔 </a:t>
            </a:r>
            <a:r>
              <a:rPr lang="en-US" altLang="zh-CN" smtClean="0"/>
              <a:t>30 </a:t>
            </a:r>
            <a:r>
              <a:rPr lang="zh-CN" altLang="en-US" smtClean="0"/>
              <a:t>秒。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910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0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7" grpId="0" build="p"/>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路由表的建立 </a:t>
            </a:r>
          </a:p>
        </p:txBody>
      </p:sp>
      <p:sp>
        <p:nvSpPr>
          <p:cNvPr id="560131" name="Rectangle 3"/>
          <p:cNvSpPr>
            <a:spLocks noGrp="1" noChangeArrowheads="1"/>
          </p:cNvSpPr>
          <p:nvPr>
            <p:ph type="body" idx="1"/>
          </p:nvPr>
        </p:nvSpPr>
        <p:spPr>
          <a:xfrm>
            <a:off x="900113" y="1916113"/>
            <a:ext cx="7704137" cy="4681537"/>
          </a:xfrm>
          <a:noFill/>
        </p:spPr>
        <p:txBody>
          <a:bodyPr/>
          <a:lstStyle/>
          <a:p>
            <a:pPr algn="just" eaLnBrk="1" hangingPunct="1"/>
            <a:r>
              <a:rPr lang="zh-CN" altLang="en-US" sz="2800" smtClean="0"/>
              <a:t>路由器在刚刚开始工作时，只知道到直接连接的网络的距离（此距离定义为</a:t>
            </a:r>
            <a:r>
              <a:rPr lang="en-US" altLang="zh-CN" sz="2800" smtClean="0"/>
              <a:t>1</a:t>
            </a:r>
            <a:r>
              <a:rPr lang="zh-CN" altLang="en-US" sz="2800" smtClean="0"/>
              <a:t>）。</a:t>
            </a:r>
          </a:p>
          <a:p>
            <a:pPr algn="just" eaLnBrk="1" hangingPunct="1"/>
            <a:r>
              <a:rPr lang="zh-CN" altLang="en-US" sz="2800" smtClean="0"/>
              <a:t>以后，每一个路由器也只和数目非常有限的相邻路由器交换并更新路由信息。</a:t>
            </a:r>
          </a:p>
          <a:p>
            <a:pPr algn="just" eaLnBrk="1" hangingPunct="1"/>
            <a:r>
              <a:rPr lang="zh-CN" altLang="en-US" sz="2800" smtClean="0"/>
              <a:t>经过若干次更新后，所有的路由器最终都会知道到达本自治系统中任何一个网络的最短距离和下一跳路由器的地址。</a:t>
            </a:r>
          </a:p>
          <a:p>
            <a:pPr algn="just" eaLnBrk="1" hangingPunct="1"/>
            <a:r>
              <a:rPr lang="en-US" altLang="zh-CN" sz="2800" smtClean="0"/>
              <a:t>RIP </a:t>
            </a:r>
            <a:r>
              <a:rPr lang="zh-CN" altLang="en-US" sz="2800" smtClean="0"/>
              <a:t>协议的</a:t>
            </a:r>
            <a:r>
              <a:rPr lang="zh-CN" altLang="en-US" sz="2800" smtClean="0">
                <a:solidFill>
                  <a:schemeClr val="hlink"/>
                </a:solidFill>
              </a:rPr>
              <a:t>收敛</a:t>
            </a:r>
            <a:r>
              <a:rPr lang="en-US" altLang="zh-CN" sz="2800" smtClean="0"/>
              <a:t>(convergence)</a:t>
            </a:r>
            <a:r>
              <a:rPr lang="zh-CN" altLang="en-US" sz="2800" smtClean="0"/>
              <a:t>过程较快，即在自治系统中所有的结点都得到正确的路由选择信息的过程。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01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013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01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131" grpId="0" build="p"/>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2"/>
          <p:cNvSpPr>
            <a:spLocks noGrp="1" noChangeArrowheads="1"/>
          </p:cNvSpPr>
          <p:nvPr>
            <p:ph type="title"/>
          </p:nvPr>
        </p:nvSpPr>
        <p:spPr>
          <a:xfrm>
            <a:off x="179388" y="115888"/>
            <a:ext cx="8116887" cy="768350"/>
          </a:xfrm>
        </p:spPr>
        <p:txBody>
          <a:bodyPr/>
          <a:lstStyle/>
          <a:p>
            <a:pPr algn="ctr" eaLnBrk="1" hangingPunct="1"/>
            <a:r>
              <a:rPr lang="en-US" altLang="zh-CN" smtClean="0"/>
              <a:t>2. </a:t>
            </a:r>
            <a:r>
              <a:rPr lang="zh-CN" altLang="en-US" smtClean="0"/>
              <a:t>距离向量算法</a:t>
            </a:r>
            <a:r>
              <a:rPr lang="en-US" altLang="zh-CN" sz="2400" smtClean="0"/>
              <a:t>P149</a:t>
            </a:r>
          </a:p>
        </p:txBody>
      </p:sp>
      <p:sp>
        <p:nvSpPr>
          <p:cNvPr id="169987" name="Text Box 3"/>
          <p:cNvSpPr txBox="1">
            <a:spLocks noChangeArrowheads="1"/>
          </p:cNvSpPr>
          <p:nvPr/>
        </p:nvSpPr>
        <p:spPr bwMode="auto">
          <a:xfrm>
            <a:off x="161925" y="927100"/>
            <a:ext cx="8910638" cy="557847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sz="2400">
                <a:solidFill>
                  <a:srgbClr val="333399"/>
                </a:solidFill>
                <a:latin typeface="Arial" pitchFamily="34" charset="0"/>
              </a:rPr>
              <a:t>收到相邻路由器（其地址为 </a:t>
            </a:r>
            <a:r>
              <a:rPr lang="en-US" altLang="zh-CN" sz="2400">
                <a:solidFill>
                  <a:srgbClr val="333399"/>
                </a:solidFill>
                <a:latin typeface="Arial" pitchFamily="34" charset="0"/>
              </a:rPr>
              <a:t>X</a:t>
            </a:r>
            <a:r>
              <a:rPr lang="zh-CN" altLang="en-US" sz="2400">
                <a:solidFill>
                  <a:srgbClr val="333399"/>
                </a:solidFill>
                <a:latin typeface="Arial" pitchFamily="34" charset="0"/>
              </a:rPr>
              <a:t>）的一个 </a:t>
            </a:r>
            <a:r>
              <a:rPr lang="en-US" altLang="zh-CN" sz="2400">
                <a:solidFill>
                  <a:srgbClr val="333399"/>
                </a:solidFill>
                <a:latin typeface="Arial" pitchFamily="34" charset="0"/>
              </a:rPr>
              <a:t>RIP </a:t>
            </a:r>
            <a:r>
              <a:rPr lang="zh-CN" altLang="en-US" sz="2400">
                <a:solidFill>
                  <a:srgbClr val="333399"/>
                </a:solidFill>
                <a:latin typeface="Arial" pitchFamily="34" charset="0"/>
              </a:rPr>
              <a:t>报文：</a:t>
            </a:r>
          </a:p>
          <a:p>
            <a:pPr eaLnBrk="1" hangingPunct="1"/>
            <a:r>
              <a:rPr lang="en-US" altLang="zh-CN" sz="2400">
                <a:solidFill>
                  <a:srgbClr val="333399"/>
                </a:solidFill>
                <a:latin typeface="Arial" pitchFamily="34" charset="0"/>
              </a:rPr>
              <a:t>(1) </a:t>
            </a:r>
            <a:r>
              <a:rPr lang="zh-CN" altLang="en-US" sz="2400">
                <a:solidFill>
                  <a:srgbClr val="333399"/>
                </a:solidFill>
                <a:latin typeface="Arial" pitchFamily="34" charset="0"/>
              </a:rPr>
              <a:t>先修改此 </a:t>
            </a:r>
            <a:r>
              <a:rPr lang="en-US" altLang="zh-CN" sz="2400">
                <a:solidFill>
                  <a:srgbClr val="333399"/>
                </a:solidFill>
                <a:latin typeface="Arial" pitchFamily="34" charset="0"/>
              </a:rPr>
              <a:t>RIP </a:t>
            </a:r>
            <a:r>
              <a:rPr lang="zh-CN" altLang="en-US" sz="2400">
                <a:solidFill>
                  <a:srgbClr val="333399"/>
                </a:solidFill>
                <a:latin typeface="Arial" pitchFamily="34" charset="0"/>
              </a:rPr>
              <a:t>报文中的所有项目：把“下一跳”字段中的地址都改为 </a:t>
            </a:r>
            <a:r>
              <a:rPr lang="en-US" altLang="zh-CN" sz="2400">
                <a:solidFill>
                  <a:srgbClr val="333399"/>
                </a:solidFill>
                <a:latin typeface="Arial" pitchFamily="34" charset="0"/>
              </a:rPr>
              <a:t>X</a:t>
            </a:r>
            <a:r>
              <a:rPr lang="zh-CN" altLang="en-US" sz="2400">
                <a:solidFill>
                  <a:srgbClr val="333399"/>
                </a:solidFill>
                <a:latin typeface="Arial" pitchFamily="34" charset="0"/>
              </a:rPr>
              <a:t>，并把所有的“距离”字段的值加 </a:t>
            </a:r>
            <a:r>
              <a:rPr lang="en-US" altLang="zh-CN" sz="2400">
                <a:solidFill>
                  <a:srgbClr val="333399"/>
                </a:solidFill>
                <a:latin typeface="Arial" pitchFamily="34" charset="0"/>
              </a:rPr>
              <a:t>1</a:t>
            </a:r>
            <a:r>
              <a:rPr lang="zh-CN" altLang="en-US" sz="2400">
                <a:solidFill>
                  <a:srgbClr val="333399"/>
                </a:solidFill>
                <a:latin typeface="Arial" pitchFamily="34" charset="0"/>
              </a:rPr>
              <a:t>。</a:t>
            </a:r>
          </a:p>
          <a:p>
            <a:pPr eaLnBrk="1" hangingPunct="1"/>
            <a:r>
              <a:rPr lang="en-US" altLang="zh-CN" sz="2400">
                <a:solidFill>
                  <a:srgbClr val="333399"/>
                </a:solidFill>
                <a:latin typeface="Arial" pitchFamily="34" charset="0"/>
              </a:rPr>
              <a:t>(2) </a:t>
            </a:r>
            <a:r>
              <a:rPr lang="zh-CN" altLang="en-US" sz="2400">
                <a:solidFill>
                  <a:srgbClr val="333399"/>
                </a:solidFill>
                <a:latin typeface="Arial" pitchFamily="34" charset="0"/>
              </a:rPr>
              <a:t>对修改后的 </a:t>
            </a:r>
            <a:r>
              <a:rPr lang="en-US" altLang="zh-CN" sz="2400">
                <a:solidFill>
                  <a:srgbClr val="333399"/>
                </a:solidFill>
                <a:latin typeface="Arial" pitchFamily="34" charset="0"/>
              </a:rPr>
              <a:t>RIP </a:t>
            </a:r>
            <a:r>
              <a:rPr lang="zh-CN" altLang="en-US" sz="2400">
                <a:solidFill>
                  <a:srgbClr val="333399"/>
                </a:solidFill>
                <a:latin typeface="Arial" pitchFamily="34" charset="0"/>
              </a:rPr>
              <a:t>报文中的每一个项目，重复以下步骤：</a:t>
            </a:r>
          </a:p>
          <a:p>
            <a:pPr eaLnBrk="1" hangingPunct="1"/>
            <a:r>
              <a:rPr lang="zh-CN" altLang="en-US" sz="2400">
                <a:solidFill>
                  <a:srgbClr val="333399"/>
                </a:solidFill>
                <a:latin typeface="Arial" pitchFamily="34" charset="0"/>
              </a:rPr>
              <a:t>若项目中的目的网络不在路由表中，则把该项目加到路由表中。</a:t>
            </a:r>
          </a:p>
          <a:p>
            <a:pPr eaLnBrk="1" hangingPunct="1"/>
            <a:r>
              <a:rPr lang="zh-CN" altLang="en-US" sz="2400">
                <a:solidFill>
                  <a:srgbClr val="333399"/>
                </a:solidFill>
                <a:latin typeface="Arial" pitchFamily="34" charset="0"/>
              </a:rPr>
              <a:t>    否则</a:t>
            </a:r>
          </a:p>
          <a:p>
            <a:pPr eaLnBrk="1" hangingPunct="1"/>
            <a:r>
              <a:rPr lang="zh-CN" altLang="en-US" sz="2400">
                <a:solidFill>
                  <a:srgbClr val="333399"/>
                </a:solidFill>
                <a:latin typeface="Arial" pitchFamily="34" charset="0"/>
              </a:rPr>
              <a:t>       若下一跳字段给出的路由器地址是同样的，则把收到的项	目	替换原路由表中的项目。</a:t>
            </a:r>
          </a:p>
          <a:p>
            <a:pPr eaLnBrk="1" hangingPunct="1"/>
            <a:r>
              <a:rPr lang="zh-CN" altLang="en-US" sz="2400">
                <a:solidFill>
                  <a:srgbClr val="333399"/>
                </a:solidFill>
                <a:latin typeface="Arial" pitchFamily="34" charset="0"/>
              </a:rPr>
              <a:t>       否则 </a:t>
            </a:r>
          </a:p>
          <a:p>
            <a:pPr eaLnBrk="1" hangingPunct="1"/>
            <a:r>
              <a:rPr lang="zh-CN" altLang="en-US" sz="2400">
                <a:solidFill>
                  <a:srgbClr val="333399"/>
                </a:solidFill>
                <a:latin typeface="Arial" pitchFamily="34" charset="0"/>
              </a:rPr>
              <a:t>           若收到项目中的距离小于路由表中的距离，则进行更新，</a:t>
            </a:r>
          </a:p>
          <a:p>
            <a:pPr eaLnBrk="1" hangingPunct="1"/>
            <a:r>
              <a:rPr lang="zh-CN" altLang="en-US" sz="2400">
                <a:solidFill>
                  <a:srgbClr val="333399"/>
                </a:solidFill>
                <a:latin typeface="Arial" pitchFamily="34" charset="0"/>
              </a:rPr>
              <a:t>	否则，什么也不做。</a:t>
            </a:r>
          </a:p>
          <a:p>
            <a:pPr eaLnBrk="1" hangingPunct="1"/>
            <a:r>
              <a:rPr lang="en-US" altLang="zh-CN" sz="2400">
                <a:solidFill>
                  <a:srgbClr val="333399"/>
                </a:solidFill>
                <a:latin typeface="Arial" pitchFamily="34" charset="0"/>
              </a:rPr>
              <a:t>(3) </a:t>
            </a:r>
            <a:r>
              <a:rPr lang="zh-CN" altLang="en-US" sz="2400">
                <a:solidFill>
                  <a:srgbClr val="333399"/>
                </a:solidFill>
                <a:latin typeface="Arial" pitchFamily="34" charset="0"/>
              </a:rPr>
              <a:t>若 </a:t>
            </a:r>
            <a:r>
              <a:rPr lang="en-US" altLang="zh-CN" sz="2400">
                <a:solidFill>
                  <a:srgbClr val="333399"/>
                </a:solidFill>
                <a:latin typeface="Arial" pitchFamily="34" charset="0"/>
              </a:rPr>
              <a:t>3 </a:t>
            </a:r>
            <a:r>
              <a:rPr lang="zh-CN" altLang="en-US" sz="2400">
                <a:solidFill>
                  <a:srgbClr val="333399"/>
                </a:solidFill>
                <a:latin typeface="Arial" pitchFamily="34" charset="0"/>
              </a:rPr>
              <a:t>分钟还没有收到相邻路由器的更新路由表，则把此相邻路由器记为不可达路由器，即将距离置为</a:t>
            </a:r>
            <a:r>
              <a:rPr lang="en-US" altLang="zh-CN" sz="2400">
                <a:solidFill>
                  <a:srgbClr val="333399"/>
                </a:solidFill>
                <a:latin typeface="Arial" pitchFamily="34" charset="0"/>
              </a:rPr>
              <a:t>16</a:t>
            </a:r>
            <a:r>
              <a:rPr lang="zh-CN" altLang="en-US" sz="2400">
                <a:solidFill>
                  <a:srgbClr val="333399"/>
                </a:solidFill>
                <a:latin typeface="Arial" pitchFamily="34" charset="0"/>
              </a:rPr>
              <a:t>（距离为</a:t>
            </a:r>
            <a:r>
              <a:rPr lang="en-US" altLang="zh-CN" sz="2400">
                <a:solidFill>
                  <a:srgbClr val="333399"/>
                </a:solidFill>
                <a:latin typeface="Arial" pitchFamily="34" charset="0"/>
              </a:rPr>
              <a:t>16</a:t>
            </a:r>
            <a:r>
              <a:rPr lang="zh-CN" altLang="en-US" sz="2400">
                <a:solidFill>
                  <a:srgbClr val="333399"/>
                </a:solidFill>
                <a:latin typeface="Arial" pitchFamily="34" charset="0"/>
              </a:rPr>
              <a:t>表示不可达）。</a:t>
            </a:r>
          </a:p>
          <a:p>
            <a:pPr eaLnBrk="1" hangingPunct="1"/>
            <a:r>
              <a:rPr lang="en-US" altLang="zh-CN" sz="2400">
                <a:solidFill>
                  <a:srgbClr val="333399"/>
                </a:solidFill>
                <a:latin typeface="Arial" pitchFamily="34" charset="0"/>
              </a:rPr>
              <a:t>(4) </a:t>
            </a:r>
            <a:r>
              <a:rPr lang="zh-CN" altLang="en-US" sz="2400">
                <a:solidFill>
                  <a:srgbClr val="333399"/>
                </a:solidFill>
                <a:latin typeface="Arial" pitchFamily="34" charset="0"/>
              </a:rPr>
              <a:t>返回。</a:t>
            </a:r>
          </a:p>
        </p:txBody>
      </p:sp>
    </p:spTree>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3"/>
          <p:cNvSpPr>
            <a:spLocks noGrp="1" noChangeArrowheads="1"/>
          </p:cNvSpPr>
          <p:nvPr>
            <p:ph type="body" sz="half" idx="1"/>
          </p:nvPr>
        </p:nvSpPr>
        <p:spPr>
          <a:xfrm>
            <a:off x="1187450" y="1773238"/>
            <a:ext cx="7058025" cy="1152525"/>
          </a:xfrm>
        </p:spPr>
        <p:txBody>
          <a:bodyPr/>
          <a:lstStyle/>
          <a:p>
            <a:pPr eaLnBrk="1" hangingPunct="1">
              <a:lnSpc>
                <a:spcPct val="80000"/>
              </a:lnSpc>
            </a:pPr>
            <a:r>
              <a:rPr lang="zh-CN" altLang="pt-BR" sz="2400" smtClean="0"/>
              <a:t>例</a:t>
            </a:r>
            <a:r>
              <a:rPr lang="pt-BR" altLang="zh-CN" sz="2400" smtClean="0"/>
              <a:t>4-5 </a:t>
            </a:r>
            <a:r>
              <a:rPr lang="zh-CN" altLang="pt-BR" sz="2400" smtClean="0"/>
              <a:t>已知路由器</a:t>
            </a:r>
            <a:r>
              <a:rPr lang="pt-BR" altLang="zh-CN" sz="2400" smtClean="0"/>
              <a:t>R6</a:t>
            </a:r>
            <a:r>
              <a:rPr lang="zh-CN" altLang="pt-BR" sz="2400" smtClean="0"/>
              <a:t>有表</a:t>
            </a:r>
            <a:r>
              <a:rPr lang="pt-BR" altLang="zh-CN" sz="2400" smtClean="0"/>
              <a:t>4-9</a:t>
            </a:r>
            <a:r>
              <a:rPr lang="zh-CN" altLang="pt-BR" sz="2400" smtClean="0"/>
              <a:t>（</a:t>
            </a:r>
            <a:r>
              <a:rPr lang="pt-BR" altLang="zh-CN" sz="2400" smtClean="0"/>
              <a:t>a</a:t>
            </a:r>
            <a:r>
              <a:rPr lang="zh-CN" altLang="pt-BR" sz="2400" smtClean="0"/>
              <a:t>）所示的路由表。现在收到相邻路由器</a:t>
            </a:r>
            <a:r>
              <a:rPr lang="pt-BR" altLang="zh-CN" sz="2400" smtClean="0"/>
              <a:t>R4</a:t>
            </a:r>
            <a:r>
              <a:rPr lang="zh-CN" altLang="pt-BR" sz="2400" smtClean="0"/>
              <a:t>发来的路由更新信息，如表</a:t>
            </a:r>
            <a:r>
              <a:rPr lang="pt-BR" altLang="zh-CN" sz="2400" smtClean="0"/>
              <a:t>4-9</a:t>
            </a:r>
            <a:r>
              <a:rPr lang="zh-CN" altLang="pt-BR" sz="2400" smtClean="0"/>
              <a:t>（</a:t>
            </a:r>
            <a:r>
              <a:rPr lang="pt-BR" altLang="zh-CN" sz="2400" smtClean="0"/>
              <a:t>b</a:t>
            </a:r>
            <a:r>
              <a:rPr lang="zh-CN" altLang="pt-BR" sz="2400" smtClean="0"/>
              <a:t>）所示。试更新路由器</a:t>
            </a:r>
            <a:r>
              <a:rPr lang="pt-BR" altLang="zh-CN" sz="2400" smtClean="0"/>
              <a:t>R6</a:t>
            </a:r>
            <a:r>
              <a:rPr lang="zh-CN" altLang="pt-BR" sz="2400" smtClean="0"/>
              <a:t>的路由表。</a:t>
            </a:r>
            <a:r>
              <a:rPr lang="zh-CN" altLang="pt-BR" sz="2000" smtClean="0"/>
              <a:t>     </a:t>
            </a:r>
            <a:endParaRPr lang="zh-CN" altLang="en-US" sz="1800" smtClean="0"/>
          </a:p>
        </p:txBody>
      </p:sp>
      <p:graphicFrame>
        <p:nvGraphicFramePr>
          <p:cNvPr id="1033379" name="Group 163"/>
          <p:cNvGraphicFramePr>
            <a:graphicFrameLocks noGrp="1"/>
          </p:cNvGraphicFramePr>
          <p:nvPr>
            <p:ph sz="quarter" idx="2"/>
          </p:nvPr>
        </p:nvGraphicFramePr>
        <p:xfrm>
          <a:off x="971550" y="3716338"/>
          <a:ext cx="3810000" cy="2112962"/>
        </p:xfrm>
        <a:graphic>
          <a:graphicData uri="http://schemas.openxmlformats.org/drawingml/2006/table">
            <a:tbl>
              <a:tblPr/>
              <a:tblGrid>
                <a:gridCol w="1166813">
                  <a:extLst>
                    <a:ext uri="{9D8B030D-6E8A-4147-A177-3AD203B41FA5}">
                      <a16:colId xmlns:a16="http://schemas.microsoft.com/office/drawing/2014/main" val="20000"/>
                    </a:ext>
                  </a:extLst>
                </a:gridCol>
                <a:gridCol w="777875">
                  <a:extLst>
                    <a:ext uri="{9D8B030D-6E8A-4147-A177-3AD203B41FA5}">
                      <a16:colId xmlns:a16="http://schemas.microsoft.com/office/drawing/2014/main" val="20001"/>
                    </a:ext>
                  </a:extLst>
                </a:gridCol>
                <a:gridCol w="1865312">
                  <a:extLst>
                    <a:ext uri="{9D8B030D-6E8A-4147-A177-3AD203B41FA5}">
                      <a16:colId xmlns:a16="http://schemas.microsoft.com/office/drawing/2014/main" val="20002"/>
                    </a:ext>
                  </a:extLst>
                </a:gridCol>
              </a:tblGrid>
              <a:tr h="70125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目的网络</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距离</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下一跳路由器</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70041">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Net2</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3</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163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Net3</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R5</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70041">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171033" name="Rectangle 83"/>
          <p:cNvSpPr>
            <a:spLocks noChangeArrowheads="1"/>
          </p:cNvSpPr>
          <p:nvPr/>
        </p:nvSpPr>
        <p:spPr bwMode="auto">
          <a:xfrm>
            <a:off x="1042988" y="2997200"/>
            <a:ext cx="3074987"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20000"/>
              </a:spcBef>
              <a:buClr>
                <a:schemeClr val="folHlink"/>
              </a:buClr>
              <a:buSzPct val="60000"/>
              <a:buFont typeface="Wingdings" pitchFamily="2" charset="2"/>
              <a:buChar char="n"/>
            </a:pPr>
            <a:r>
              <a:rPr lang="zh-CN" altLang="pt-BR" sz="1600" b="1">
                <a:solidFill>
                  <a:srgbClr val="333399"/>
                </a:solidFill>
              </a:rPr>
              <a:t>表</a:t>
            </a:r>
            <a:r>
              <a:rPr lang="pt-BR" altLang="zh-CN" sz="1600" b="1">
                <a:solidFill>
                  <a:srgbClr val="333399"/>
                </a:solidFill>
              </a:rPr>
              <a:t>4-9</a:t>
            </a:r>
            <a:r>
              <a:rPr lang="zh-CN" altLang="pt-BR" sz="1600" b="1">
                <a:solidFill>
                  <a:srgbClr val="333399"/>
                </a:solidFill>
              </a:rPr>
              <a:t>（</a:t>
            </a:r>
            <a:r>
              <a:rPr lang="pt-BR" altLang="zh-CN" sz="1600" b="1">
                <a:solidFill>
                  <a:srgbClr val="333399"/>
                </a:solidFill>
              </a:rPr>
              <a:t>a</a:t>
            </a:r>
            <a:r>
              <a:rPr lang="zh-CN" altLang="pt-BR" sz="1600" b="1">
                <a:solidFill>
                  <a:srgbClr val="333399"/>
                </a:solidFill>
              </a:rPr>
              <a:t>）路由器</a:t>
            </a:r>
            <a:r>
              <a:rPr lang="pt-BR" altLang="zh-CN" sz="1600" b="1">
                <a:solidFill>
                  <a:srgbClr val="333399"/>
                </a:solidFill>
              </a:rPr>
              <a:t>R6</a:t>
            </a:r>
            <a:r>
              <a:rPr lang="zh-CN" altLang="pt-BR" sz="1600" b="1">
                <a:solidFill>
                  <a:srgbClr val="333399"/>
                </a:solidFill>
              </a:rPr>
              <a:t>的路由表</a:t>
            </a:r>
          </a:p>
        </p:txBody>
      </p:sp>
      <p:graphicFrame>
        <p:nvGraphicFramePr>
          <p:cNvPr id="1033380" name="Group 164"/>
          <p:cNvGraphicFramePr>
            <a:graphicFrameLocks noGrp="1"/>
          </p:cNvGraphicFramePr>
          <p:nvPr>
            <p:ph sz="quarter" idx="3"/>
          </p:nvPr>
        </p:nvGraphicFramePr>
        <p:xfrm>
          <a:off x="5003800" y="3573463"/>
          <a:ext cx="3810000" cy="2112962"/>
        </p:xfrm>
        <a:graphic>
          <a:graphicData uri="http://schemas.openxmlformats.org/drawingml/2006/table">
            <a:tbl>
              <a:tblPr/>
              <a:tblGrid>
                <a:gridCol w="1166813">
                  <a:extLst>
                    <a:ext uri="{9D8B030D-6E8A-4147-A177-3AD203B41FA5}">
                      <a16:colId xmlns:a16="http://schemas.microsoft.com/office/drawing/2014/main" val="20000"/>
                    </a:ext>
                  </a:extLst>
                </a:gridCol>
                <a:gridCol w="777875">
                  <a:extLst>
                    <a:ext uri="{9D8B030D-6E8A-4147-A177-3AD203B41FA5}">
                      <a16:colId xmlns:a16="http://schemas.microsoft.com/office/drawing/2014/main" val="20001"/>
                    </a:ext>
                  </a:extLst>
                </a:gridCol>
                <a:gridCol w="1865312">
                  <a:extLst>
                    <a:ext uri="{9D8B030D-6E8A-4147-A177-3AD203B41FA5}">
                      <a16:colId xmlns:a16="http://schemas.microsoft.com/office/drawing/2014/main" val="20002"/>
                    </a:ext>
                  </a:extLst>
                </a:gridCol>
              </a:tblGrid>
              <a:tr h="70125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目的网络</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距离</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下一跳路由器</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70041">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Net1</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3</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R1</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163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Net2</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R2</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70041">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Net3</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1</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直接交付</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34" marB="4573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171056" name="Rectangle 165"/>
          <p:cNvSpPr>
            <a:spLocks noChangeArrowheads="1"/>
          </p:cNvSpPr>
          <p:nvPr/>
        </p:nvSpPr>
        <p:spPr bwMode="auto">
          <a:xfrm>
            <a:off x="4643438" y="2924175"/>
            <a:ext cx="41957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spcBef>
                <a:spcPct val="20000"/>
              </a:spcBef>
              <a:buClr>
                <a:schemeClr val="folHlink"/>
              </a:buClr>
              <a:buSzPct val="60000"/>
              <a:buFont typeface="Wingdings" pitchFamily="2" charset="2"/>
              <a:buChar char="n"/>
            </a:pPr>
            <a:r>
              <a:rPr lang="zh-CN" altLang="pt-BR" sz="2000" b="1">
                <a:solidFill>
                  <a:srgbClr val="333399"/>
                </a:solidFill>
              </a:rPr>
              <a:t>表</a:t>
            </a:r>
            <a:r>
              <a:rPr lang="pt-BR" altLang="zh-CN" sz="2000" b="1">
                <a:solidFill>
                  <a:srgbClr val="333399"/>
                </a:solidFill>
              </a:rPr>
              <a:t>49</a:t>
            </a:r>
            <a:r>
              <a:rPr lang="zh-CN" altLang="pt-BR" sz="2000" b="1">
                <a:solidFill>
                  <a:srgbClr val="333399"/>
                </a:solidFill>
              </a:rPr>
              <a:t>（</a:t>
            </a:r>
            <a:r>
              <a:rPr lang="pt-BR" altLang="zh-CN" sz="2000" b="1">
                <a:solidFill>
                  <a:srgbClr val="333399"/>
                </a:solidFill>
              </a:rPr>
              <a:t>b</a:t>
            </a:r>
            <a:r>
              <a:rPr lang="zh-CN" altLang="pt-BR" sz="2000" b="1">
                <a:solidFill>
                  <a:srgbClr val="333399"/>
                </a:solidFill>
              </a:rPr>
              <a:t>）</a:t>
            </a:r>
            <a:r>
              <a:rPr lang="pt-BR" altLang="zh-CN" sz="2000" b="1">
                <a:solidFill>
                  <a:srgbClr val="333399"/>
                </a:solidFill>
              </a:rPr>
              <a:t>R4</a:t>
            </a:r>
            <a:r>
              <a:rPr lang="zh-CN" altLang="pt-BR" sz="2000" b="1">
                <a:solidFill>
                  <a:srgbClr val="333399"/>
                </a:solidFill>
              </a:rPr>
              <a:t>发来的路由更新信息</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36471" name="Group 183"/>
          <p:cNvGraphicFramePr>
            <a:graphicFrameLocks noGrp="1"/>
          </p:cNvGraphicFramePr>
          <p:nvPr>
            <p:ph sz="half" idx="1"/>
          </p:nvPr>
        </p:nvGraphicFramePr>
        <p:xfrm>
          <a:off x="1547813" y="765175"/>
          <a:ext cx="2881312" cy="2193925"/>
        </p:xfrm>
        <a:graphic>
          <a:graphicData uri="http://schemas.openxmlformats.org/drawingml/2006/table">
            <a:tbl>
              <a:tblPr/>
              <a:tblGrid>
                <a:gridCol w="882650">
                  <a:extLst>
                    <a:ext uri="{9D8B030D-6E8A-4147-A177-3AD203B41FA5}">
                      <a16:colId xmlns:a16="http://schemas.microsoft.com/office/drawing/2014/main" val="20000"/>
                    </a:ext>
                  </a:extLst>
                </a:gridCol>
                <a:gridCol w="588962">
                  <a:extLst>
                    <a:ext uri="{9D8B030D-6E8A-4147-A177-3AD203B41FA5}">
                      <a16:colId xmlns:a16="http://schemas.microsoft.com/office/drawing/2014/main" val="20001"/>
                    </a:ext>
                  </a:extLst>
                </a:gridCol>
                <a:gridCol w="1409700">
                  <a:extLst>
                    <a:ext uri="{9D8B030D-6E8A-4147-A177-3AD203B41FA5}">
                      <a16:colId xmlns:a16="http://schemas.microsoft.com/office/drawing/2014/main" val="20002"/>
                    </a:ext>
                  </a:extLst>
                </a:gridCol>
              </a:tblGrid>
              <a:tr h="1005617">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目的网络</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距离</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下一跳路由器</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6103">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Net1</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6103">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Net2</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5</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6103">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Net3</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2</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673" marB="4567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172056" name="Rectangle 82"/>
          <p:cNvSpPr>
            <a:spLocks noChangeArrowheads="1"/>
          </p:cNvSpPr>
          <p:nvPr/>
        </p:nvSpPr>
        <p:spPr bwMode="auto">
          <a:xfrm>
            <a:off x="971550" y="0"/>
            <a:ext cx="53625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r>
              <a:rPr lang="zh-CN" altLang="pt-BR" sz="2000"/>
              <a:t>先把表</a:t>
            </a:r>
            <a:r>
              <a:rPr lang="pt-BR" altLang="zh-CN" sz="2000"/>
              <a:t>4-9</a:t>
            </a:r>
            <a:r>
              <a:rPr lang="zh-CN" altLang="pt-BR" sz="2000"/>
              <a:t>（</a:t>
            </a:r>
            <a:r>
              <a:rPr lang="pt-BR" altLang="zh-CN" sz="2000"/>
              <a:t>b</a:t>
            </a:r>
            <a:r>
              <a:rPr lang="zh-CN" altLang="pt-BR" sz="2000"/>
              <a:t>）中的距离都加</a:t>
            </a:r>
            <a:r>
              <a:rPr lang="pt-BR" altLang="zh-CN" sz="2000"/>
              <a:t>1</a:t>
            </a:r>
            <a:r>
              <a:rPr lang="zh-CN" altLang="pt-BR" sz="2000"/>
              <a:t>，</a:t>
            </a:r>
          </a:p>
          <a:p>
            <a:r>
              <a:rPr lang="zh-CN" altLang="pt-BR" sz="2000"/>
              <a:t>并把下一跳路由器都改为</a:t>
            </a:r>
            <a:r>
              <a:rPr lang="pt-BR" altLang="zh-CN" sz="2000"/>
              <a:t>R4</a:t>
            </a:r>
            <a:r>
              <a:rPr lang="zh-CN" altLang="pt-BR" sz="2000"/>
              <a:t>。得出表</a:t>
            </a:r>
            <a:r>
              <a:rPr lang="pt-BR" altLang="zh-CN" sz="2000"/>
              <a:t>4-9</a:t>
            </a:r>
            <a:r>
              <a:rPr lang="zh-CN" altLang="pt-BR" sz="2000"/>
              <a:t>（</a:t>
            </a:r>
            <a:r>
              <a:rPr lang="pt-BR" altLang="zh-CN" sz="2000"/>
              <a:t>c</a:t>
            </a:r>
            <a:r>
              <a:rPr lang="zh-CN" altLang="pt-BR" sz="2000"/>
              <a:t>） </a:t>
            </a:r>
          </a:p>
        </p:txBody>
      </p:sp>
      <p:sp>
        <p:nvSpPr>
          <p:cNvPr id="172057" name="Rectangle 84"/>
          <p:cNvSpPr>
            <a:spLocks noChangeArrowheads="1"/>
          </p:cNvSpPr>
          <p:nvPr/>
        </p:nvSpPr>
        <p:spPr bwMode="auto">
          <a:xfrm>
            <a:off x="107950" y="3478213"/>
            <a:ext cx="4548188" cy="283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ctr"/>
            <a:r>
              <a:rPr lang="zh-CN" altLang="pt-BR" sz="1800"/>
              <a:t>把这个表的每一行和表</a:t>
            </a:r>
            <a:r>
              <a:rPr lang="pt-BR" altLang="zh-CN" sz="1800"/>
              <a:t>4-9</a:t>
            </a:r>
            <a:r>
              <a:rPr lang="zh-CN" altLang="pt-BR" sz="1800"/>
              <a:t>（</a:t>
            </a:r>
            <a:r>
              <a:rPr lang="pt-BR" altLang="zh-CN" sz="1800"/>
              <a:t>a</a:t>
            </a:r>
            <a:r>
              <a:rPr lang="zh-CN" altLang="pt-BR" sz="1800"/>
              <a:t>）进行比较。</a:t>
            </a:r>
          </a:p>
          <a:p>
            <a:pPr algn="ctr"/>
            <a:r>
              <a:rPr lang="zh-CN" altLang="pt-BR" sz="1800"/>
              <a:t>第一行在表</a:t>
            </a:r>
            <a:r>
              <a:rPr lang="pt-BR" altLang="zh-CN" sz="1800"/>
              <a:t>4-9</a:t>
            </a:r>
            <a:r>
              <a:rPr lang="zh-CN" altLang="pt-BR" sz="1800"/>
              <a:t>（</a:t>
            </a:r>
            <a:r>
              <a:rPr lang="pt-BR" altLang="zh-CN" sz="1800"/>
              <a:t>a</a:t>
            </a:r>
            <a:r>
              <a:rPr lang="zh-CN" altLang="pt-BR" sz="1800"/>
              <a:t>）中没有，因此要把这一行添加到表</a:t>
            </a:r>
            <a:r>
              <a:rPr lang="pt-BR" altLang="zh-CN" sz="1800"/>
              <a:t>4-9</a:t>
            </a:r>
            <a:r>
              <a:rPr lang="zh-CN" altLang="pt-BR" sz="1800"/>
              <a:t>（</a:t>
            </a:r>
            <a:r>
              <a:rPr lang="pt-BR" altLang="zh-CN" sz="1800"/>
              <a:t>a</a:t>
            </a:r>
            <a:r>
              <a:rPr lang="zh-CN" altLang="pt-BR" sz="1800"/>
              <a:t>）中。第二行的</a:t>
            </a:r>
            <a:r>
              <a:rPr lang="pt-BR" altLang="zh-CN" sz="1800"/>
              <a:t>Net2</a:t>
            </a:r>
            <a:r>
              <a:rPr lang="zh-CN" altLang="pt-BR" sz="1800"/>
              <a:t>在表</a:t>
            </a:r>
            <a:r>
              <a:rPr lang="pt-BR" altLang="zh-CN" sz="1800"/>
              <a:t>4-9</a:t>
            </a:r>
            <a:r>
              <a:rPr lang="zh-CN" altLang="pt-BR" sz="1800"/>
              <a:t>（</a:t>
            </a:r>
            <a:r>
              <a:rPr lang="pt-BR" altLang="zh-CN" sz="1800"/>
              <a:t>a</a:t>
            </a:r>
            <a:r>
              <a:rPr lang="zh-CN" altLang="pt-BR" sz="1800"/>
              <a:t>）中有，且下一跳路由器也是</a:t>
            </a:r>
            <a:r>
              <a:rPr lang="pt-BR" altLang="zh-CN" sz="1800"/>
              <a:t>R4</a:t>
            </a:r>
            <a:r>
              <a:rPr lang="zh-CN" altLang="pt-BR" sz="1800"/>
              <a:t>。因此要更新（距离增大了）。第三行的</a:t>
            </a:r>
            <a:r>
              <a:rPr lang="pt-BR" altLang="zh-CN" sz="1800"/>
              <a:t>Net3</a:t>
            </a:r>
            <a:r>
              <a:rPr lang="zh-CN" altLang="pt-BR" sz="1800"/>
              <a:t>在表</a:t>
            </a:r>
            <a:r>
              <a:rPr lang="pt-BR" altLang="zh-CN" sz="1800"/>
              <a:t>4-9</a:t>
            </a:r>
            <a:r>
              <a:rPr lang="zh-CN" altLang="pt-BR" sz="1800"/>
              <a:t>（</a:t>
            </a:r>
            <a:r>
              <a:rPr lang="pt-BR" altLang="zh-CN" sz="1800"/>
              <a:t>a</a:t>
            </a:r>
            <a:r>
              <a:rPr lang="zh-CN" altLang="pt-BR" sz="1800"/>
              <a:t>）中有，但下一跳路由器不同。于是就要比较距离。新的路由信息的距离是</a:t>
            </a:r>
            <a:r>
              <a:rPr lang="pt-BR" altLang="zh-CN" sz="1800"/>
              <a:t>2</a:t>
            </a:r>
            <a:r>
              <a:rPr lang="zh-CN" altLang="pt-BR" sz="1800"/>
              <a:t>，小于原来表中的</a:t>
            </a:r>
            <a:r>
              <a:rPr lang="pt-BR" altLang="zh-CN" sz="1800"/>
              <a:t>4</a:t>
            </a:r>
            <a:r>
              <a:rPr lang="zh-CN" altLang="pt-BR" sz="1800"/>
              <a:t>，因此要更新。这样，得出更新后的</a:t>
            </a:r>
            <a:r>
              <a:rPr lang="pt-BR" altLang="zh-CN" sz="1800"/>
              <a:t>R6</a:t>
            </a:r>
            <a:r>
              <a:rPr lang="zh-CN" altLang="pt-BR" sz="1800"/>
              <a:t>的路由表如表</a:t>
            </a:r>
            <a:r>
              <a:rPr lang="pt-BR" altLang="zh-CN" sz="1800"/>
              <a:t>4-9</a:t>
            </a:r>
            <a:r>
              <a:rPr lang="zh-CN" altLang="pt-BR" sz="1800"/>
              <a:t>（</a:t>
            </a:r>
            <a:r>
              <a:rPr lang="pt-BR" altLang="zh-CN" sz="1800"/>
              <a:t>d</a:t>
            </a:r>
            <a:r>
              <a:rPr lang="zh-CN" altLang="pt-BR" sz="1800"/>
              <a:t>）所示。</a:t>
            </a:r>
          </a:p>
        </p:txBody>
      </p:sp>
      <p:graphicFrame>
        <p:nvGraphicFramePr>
          <p:cNvPr id="1036472" name="Group 184"/>
          <p:cNvGraphicFramePr>
            <a:graphicFrameLocks noGrp="1"/>
          </p:cNvGraphicFramePr>
          <p:nvPr>
            <p:ph sz="half" idx="2"/>
          </p:nvPr>
        </p:nvGraphicFramePr>
        <p:xfrm>
          <a:off x="5292725" y="3429000"/>
          <a:ext cx="3600450" cy="2593975"/>
        </p:xfrm>
        <a:graphic>
          <a:graphicData uri="http://schemas.openxmlformats.org/drawingml/2006/table">
            <a:tbl>
              <a:tblPr/>
              <a:tblGrid>
                <a:gridCol w="1103313">
                  <a:extLst>
                    <a:ext uri="{9D8B030D-6E8A-4147-A177-3AD203B41FA5}">
                      <a16:colId xmlns:a16="http://schemas.microsoft.com/office/drawing/2014/main" val="20000"/>
                    </a:ext>
                  </a:extLst>
                </a:gridCol>
                <a:gridCol w="735012">
                  <a:extLst>
                    <a:ext uri="{9D8B030D-6E8A-4147-A177-3AD203B41FA5}">
                      <a16:colId xmlns:a16="http://schemas.microsoft.com/office/drawing/2014/main" val="20001"/>
                    </a:ext>
                  </a:extLst>
                </a:gridCol>
                <a:gridCol w="1762125">
                  <a:extLst>
                    <a:ext uri="{9D8B030D-6E8A-4147-A177-3AD203B41FA5}">
                      <a16:colId xmlns:a16="http://schemas.microsoft.com/office/drawing/2014/main" val="20002"/>
                    </a:ext>
                  </a:extLst>
                </a:gridCol>
              </a:tblGrid>
              <a:tr h="1007902">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目的网络</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距离</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pt-BR"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下一跳路由器</a:t>
                      </a:r>
                      <a:endParaRPr kumimoji="0" lang="zh-CN" altLang="pt-BR"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6226">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Net1</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96811">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Net2</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5</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6226">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Net3</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2</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R4</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96811">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pt-BR" altLang="zh-CN" sz="2000" b="0" i="0" u="none" strike="noStrike" cap="none" normalizeH="0" baseline="0" smtClean="0">
                          <a:ln>
                            <a:noFill/>
                          </a:ln>
                          <a:solidFill>
                            <a:schemeClr val="tx1"/>
                          </a:solidFill>
                          <a:effectLst/>
                          <a:latin typeface="Times New Roman" pitchFamily="18" charset="0"/>
                          <a:ea typeface="宋体" pitchFamily="2" charset="-122"/>
                          <a:cs typeface="Times New Roman" pitchFamily="18" charset="0"/>
                        </a:rPr>
                        <a:t>···</a:t>
                      </a:r>
                      <a:endParaRPr kumimoji="0" lang="pt-BR" altLang="zh-CN" sz="2000" b="0" i="0" u="none" strike="noStrike" cap="none" normalizeH="0" baseline="0" smtClean="0">
                        <a:ln>
                          <a:noFill/>
                        </a:ln>
                        <a:solidFill>
                          <a:schemeClr val="tx1"/>
                        </a:solidFill>
                        <a:effectLst/>
                        <a:latin typeface="Arial" charset="0"/>
                        <a:ea typeface="宋体" pitchFamily="2" charset="-122"/>
                        <a:cs typeface="Times New Roman" pitchFamily="18" charset="0"/>
                      </a:endParaRPr>
                    </a:p>
                  </a:txBody>
                  <a:tcPr marT="45713" marB="4571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路由器之间交换信息 </a:t>
            </a:r>
            <a:r>
              <a:rPr lang="en-US" altLang="zh-CN" sz="2000" smtClean="0"/>
              <a:t>P179 4-41</a:t>
            </a:r>
          </a:p>
        </p:txBody>
      </p:sp>
      <p:sp>
        <p:nvSpPr>
          <p:cNvPr id="562179" name="Rectangle 3"/>
          <p:cNvSpPr>
            <a:spLocks noGrp="1" noChangeArrowheads="1"/>
          </p:cNvSpPr>
          <p:nvPr>
            <p:ph type="body" idx="1"/>
          </p:nvPr>
        </p:nvSpPr>
        <p:spPr>
          <a:xfrm>
            <a:off x="900113" y="1916113"/>
            <a:ext cx="7632700" cy="4475162"/>
          </a:xfrm>
          <a:noFill/>
        </p:spPr>
        <p:txBody>
          <a:bodyPr/>
          <a:lstStyle/>
          <a:p>
            <a:pPr algn="just" eaLnBrk="1" hangingPunct="1"/>
            <a:r>
              <a:rPr lang="en-US" altLang="zh-CN" smtClean="0"/>
              <a:t>RIP</a:t>
            </a:r>
            <a:r>
              <a:rPr lang="zh-CN" altLang="en-US" smtClean="0"/>
              <a:t>协议让互联网中的所有路由器都和自己的相邻路由器不断交换路由信息，并不断更新其路由表，使得从每一个路由器到每一个目的网络的路由都是最短的（即跳数最少）。</a:t>
            </a:r>
          </a:p>
          <a:p>
            <a:pPr algn="just" eaLnBrk="1" hangingPunct="1"/>
            <a:r>
              <a:rPr lang="zh-CN" altLang="en-US" smtClean="0"/>
              <a:t>虽然所有的路由器最终都拥有了整个自治系统的全局路由信息，但由于每一个路由器的位置不同，它们的路由表当然也应当是不同的。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217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179" grpId="0" build="p"/>
    </p:bldLst>
  </p:timing>
</p:sld>
</file>

<file path=ppt/slides/slide1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4082" name="AutoShape 54"/>
          <p:cNvSpPr>
            <a:spLocks noChangeArrowheads="1"/>
          </p:cNvSpPr>
          <p:nvPr/>
        </p:nvSpPr>
        <p:spPr bwMode="auto">
          <a:xfrm rot="5400000">
            <a:off x="598488" y="5291138"/>
            <a:ext cx="241300" cy="463550"/>
          </a:xfrm>
          <a:prstGeom prst="downArrow">
            <a:avLst>
              <a:gd name="adj1" fmla="val 50000"/>
              <a:gd name="adj2" fmla="val 48026"/>
            </a:avLst>
          </a:prstGeom>
          <a:solidFill>
            <a:schemeClr val="hlink"/>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74083" name="Line 2"/>
          <p:cNvSpPr>
            <a:spLocks noChangeShapeType="1"/>
          </p:cNvSpPr>
          <p:nvPr/>
        </p:nvSpPr>
        <p:spPr bwMode="auto">
          <a:xfrm>
            <a:off x="4167188" y="1384300"/>
            <a:ext cx="3629025"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84" name="Text Box 3"/>
          <p:cNvSpPr txBox="1">
            <a:spLocks noChangeArrowheads="1"/>
          </p:cNvSpPr>
          <p:nvPr/>
        </p:nvSpPr>
        <p:spPr bwMode="auto">
          <a:xfrm>
            <a:off x="5624513" y="1196975"/>
            <a:ext cx="973137"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4 </a:t>
            </a:r>
            <a:r>
              <a:rPr kumimoji="1" lang="zh-CN" altLang="en-US" sz="2000">
                <a:solidFill>
                  <a:srgbClr val="333399"/>
                </a:solidFill>
                <a:latin typeface="Arial" pitchFamily="34" charset="0"/>
              </a:rPr>
              <a:t>字节</a:t>
            </a:r>
          </a:p>
        </p:txBody>
      </p:sp>
      <p:sp>
        <p:nvSpPr>
          <p:cNvPr id="174085" name="Rectangle 4"/>
          <p:cNvSpPr>
            <a:spLocks noChangeArrowheads="1"/>
          </p:cNvSpPr>
          <p:nvPr/>
        </p:nvSpPr>
        <p:spPr bwMode="auto">
          <a:xfrm>
            <a:off x="931863" y="5205413"/>
            <a:ext cx="5778500" cy="6477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86" name="Line 5"/>
          <p:cNvSpPr>
            <a:spLocks noChangeShapeType="1"/>
          </p:cNvSpPr>
          <p:nvPr/>
        </p:nvSpPr>
        <p:spPr bwMode="auto">
          <a:xfrm>
            <a:off x="2846388" y="4902200"/>
            <a:ext cx="3857625" cy="14288"/>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87" name="Text Box 6"/>
          <p:cNvSpPr txBox="1">
            <a:spLocks noChangeArrowheads="1"/>
          </p:cNvSpPr>
          <p:nvPr/>
        </p:nvSpPr>
        <p:spPr bwMode="auto">
          <a:xfrm>
            <a:off x="4173538" y="4672013"/>
            <a:ext cx="1185862"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RIP </a:t>
            </a:r>
            <a:r>
              <a:rPr kumimoji="1" lang="zh-CN" altLang="en-US" sz="2000">
                <a:solidFill>
                  <a:srgbClr val="333399"/>
                </a:solidFill>
                <a:latin typeface="Arial" pitchFamily="34" charset="0"/>
              </a:rPr>
              <a:t>报文</a:t>
            </a:r>
          </a:p>
        </p:txBody>
      </p:sp>
      <p:sp>
        <p:nvSpPr>
          <p:cNvPr id="174088" name="Rectangle 7"/>
          <p:cNvSpPr>
            <a:spLocks noGrp="1" noChangeArrowheads="1"/>
          </p:cNvSpPr>
          <p:nvPr>
            <p:ph type="title"/>
          </p:nvPr>
        </p:nvSpPr>
        <p:spPr>
          <a:xfrm>
            <a:off x="611188" y="188913"/>
            <a:ext cx="8116887" cy="695325"/>
          </a:xfrm>
        </p:spPr>
        <p:txBody>
          <a:bodyPr/>
          <a:lstStyle/>
          <a:p>
            <a:pPr algn="ctr" eaLnBrk="1" hangingPunct="1"/>
            <a:r>
              <a:rPr lang="en-US" altLang="zh-CN" sz="4000" smtClean="0"/>
              <a:t>3. RIP2 </a:t>
            </a:r>
            <a:r>
              <a:rPr lang="zh-CN" altLang="en-US" sz="4000" smtClean="0"/>
              <a:t>协议的报文格式 </a:t>
            </a:r>
          </a:p>
        </p:txBody>
      </p:sp>
      <p:sp>
        <p:nvSpPr>
          <p:cNvPr id="174089" name="Freeform 8"/>
          <p:cNvSpPr>
            <a:spLocks/>
          </p:cNvSpPr>
          <p:nvPr/>
        </p:nvSpPr>
        <p:spPr bwMode="auto">
          <a:xfrm>
            <a:off x="3594100" y="3636963"/>
            <a:ext cx="4211638" cy="390525"/>
          </a:xfrm>
          <a:custGeom>
            <a:avLst/>
            <a:gdLst>
              <a:gd name="T0" fmla="*/ 2147483647 w 2328"/>
              <a:gd name="T1" fmla="*/ 2147483647 h 204"/>
              <a:gd name="T2" fmla="*/ 2147483647 w 2328"/>
              <a:gd name="T3" fmla="*/ 0 h 204"/>
              <a:gd name="T4" fmla="*/ 2147483647 w 2328"/>
              <a:gd name="T5" fmla="*/ 2147483647 h 204"/>
              <a:gd name="T6" fmla="*/ 0 w 2328"/>
              <a:gd name="T7" fmla="*/ 2147483647 h 204"/>
              <a:gd name="T8" fmla="*/ 2147483647 w 2328"/>
              <a:gd name="T9" fmla="*/ 2147483647 h 2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28" h="204">
                <a:moveTo>
                  <a:pt x="306" y="6"/>
                </a:moveTo>
                <a:lnTo>
                  <a:pt x="2328" y="0"/>
                </a:lnTo>
                <a:lnTo>
                  <a:pt x="1716" y="204"/>
                </a:lnTo>
                <a:lnTo>
                  <a:pt x="0" y="204"/>
                </a:lnTo>
                <a:lnTo>
                  <a:pt x="306" y="6"/>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4090" name="Rectangle 9"/>
          <p:cNvSpPr>
            <a:spLocks noChangeArrowheads="1"/>
          </p:cNvSpPr>
          <p:nvPr/>
        </p:nvSpPr>
        <p:spPr bwMode="auto">
          <a:xfrm>
            <a:off x="4157663" y="1612900"/>
            <a:ext cx="3670300" cy="2027238"/>
          </a:xfrm>
          <a:prstGeom prst="rect">
            <a:avLst/>
          </a:prstGeom>
          <a:solidFill>
            <a:srgbClr val="CCECFF"/>
          </a:solidFill>
          <a:ln w="9525">
            <a:solidFill>
              <a:schemeClr val="tx1"/>
            </a:solidFill>
            <a:miter lim="800000"/>
            <a:headEnd/>
            <a:tailEnd/>
          </a:ln>
          <a:effectLst>
            <a:outerShdw dist="17961" dir="2700000" algn="ctr" rotWithShape="0">
              <a:schemeClr val="bg2"/>
            </a:outerShdw>
          </a:effectLst>
        </p:spPr>
        <p:txBody>
          <a:bodyPr wrap="none" anchor="ctr"/>
          <a:lstStyle/>
          <a:p>
            <a:endParaRPr lang="zh-CN" altLang="en-US"/>
          </a:p>
        </p:txBody>
      </p:sp>
      <p:sp>
        <p:nvSpPr>
          <p:cNvPr id="174091" name="Line 10"/>
          <p:cNvSpPr>
            <a:spLocks noChangeShapeType="1"/>
          </p:cNvSpPr>
          <p:nvPr/>
        </p:nvSpPr>
        <p:spPr bwMode="auto">
          <a:xfrm>
            <a:off x="2120900" y="6113463"/>
            <a:ext cx="4618038" cy="635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92" name="Text Box 11"/>
          <p:cNvSpPr txBox="1">
            <a:spLocks noChangeArrowheads="1"/>
          </p:cNvSpPr>
          <p:nvPr/>
        </p:nvSpPr>
        <p:spPr bwMode="auto">
          <a:xfrm>
            <a:off x="6948488" y="4292600"/>
            <a:ext cx="2139950" cy="1320800"/>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路由信息</a:t>
            </a:r>
          </a:p>
          <a:p>
            <a:pPr algn="ctr" eaLnBrk="1" hangingPunct="1"/>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20 </a:t>
            </a:r>
            <a:r>
              <a:rPr kumimoji="1" lang="zh-CN" altLang="en-US" sz="2000">
                <a:solidFill>
                  <a:srgbClr val="333399"/>
                </a:solidFill>
                <a:latin typeface="Arial" pitchFamily="34" charset="0"/>
              </a:rPr>
              <a:t>字节</a:t>
            </a:r>
            <a:r>
              <a:rPr kumimoji="1" lang="en-US" altLang="zh-CN" sz="2000">
                <a:solidFill>
                  <a:srgbClr val="333399"/>
                </a:solidFill>
                <a:latin typeface="Arial" pitchFamily="34" charset="0"/>
              </a:rPr>
              <a:t>/</a:t>
            </a:r>
            <a:r>
              <a:rPr kumimoji="1" lang="zh-CN" altLang="en-US" sz="2000">
                <a:solidFill>
                  <a:srgbClr val="333399"/>
                </a:solidFill>
                <a:latin typeface="Arial" pitchFamily="34" charset="0"/>
              </a:rPr>
              <a:t>路由）</a:t>
            </a:r>
          </a:p>
          <a:p>
            <a:pPr algn="ctr" eaLnBrk="1" hangingPunct="1"/>
            <a:r>
              <a:rPr kumimoji="1" lang="zh-CN" altLang="en-US" sz="2000">
                <a:solidFill>
                  <a:srgbClr val="333399"/>
                </a:solidFill>
                <a:latin typeface="Arial" pitchFamily="34" charset="0"/>
              </a:rPr>
              <a:t>可重复出现</a:t>
            </a:r>
          </a:p>
          <a:p>
            <a:pPr algn="ctr" eaLnBrk="1" hangingPunct="1"/>
            <a:r>
              <a:rPr kumimoji="1" lang="zh-CN" altLang="en-US" sz="2000">
                <a:solidFill>
                  <a:srgbClr val="333399"/>
                </a:solidFill>
                <a:latin typeface="Arial" pitchFamily="34" charset="0"/>
              </a:rPr>
              <a:t>最多 </a:t>
            </a:r>
            <a:r>
              <a:rPr kumimoji="1" lang="en-US" altLang="zh-CN" sz="2000">
                <a:solidFill>
                  <a:srgbClr val="333399"/>
                </a:solidFill>
                <a:latin typeface="Arial" pitchFamily="34" charset="0"/>
              </a:rPr>
              <a:t>25 </a:t>
            </a:r>
            <a:r>
              <a:rPr kumimoji="1" lang="zh-CN" altLang="en-US" sz="2000">
                <a:solidFill>
                  <a:srgbClr val="333399"/>
                </a:solidFill>
                <a:latin typeface="Arial" pitchFamily="34" charset="0"/>
              </a:rPr>
              <a:t>个</a:t>
            </a:r>
          </a:p>
        </p:txBody>
      </p:sp>
      <p:sp>
        <p:nvSpPr>
          <p:cNvPr id="174093" name="Rectangle 12"/>
          <p:cNvSpPr>
            <a:spLocks noChangeArrowheads="1"/>
          </p:cNvSpPr>
          <p:nvPr/>
        </p:nvSpPr>
        <p:spPr bwMode="auto">
          <a:xfrm>
            <a:off x="2857500" y="4054475"/>
            <a:ext cx="3840163" cy="62071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94" name="Freeform 13"/>
          <p:cNvSpPr>
            <a:spLocks/>
          </p:cNvSpPr>
          <p:nvPr/>
        </p:nvSpPr>
        <p:spPr bwMode="auto">
          <a:xfrm>
            <a:off x="119063" y="2900363"/>
            <a:ext cx="3605212" cy="1138237"/>
          </a:xfrm>
          <a:custGeom>
            <a:avLst/>
            <a:gdLst>
              <a:gd name="T0" fmla="*/ 0 w 1992"/>
              <a:gd name="T1" fmla="*/ 2147483647 h 612"/>
              <a:gd name="T2" fmla="*/ 2147483647 w 1992"/>
              <a:gd name="T3" fmla="*/ 0 h 612"/>
              <a:gd name="T4" fmla="*/ 2147483647 w 1992"/>
              <a:gd name="T5" fmla="*/ 2147483647 h 612"/>
              <a:gd name="T6" fmla="*/ 2147483647 w 1992"/>
              <a:gd name="T7" fmla="*/ 2147483647 h 612"/>
              <a:gd name="T8" fmla="*/ 0 w 1992"/>
              <a:gd name="T9" fmla="*/ 2147483647 h 6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92" h="612">
                <a:moveTo>
                  <a:pt x="0" y="12"/>
                </a:moveTo>
                <a:lnTo>
                  <a:pt x="1992" y="0"/>
                </a:lnTo>
                <a:lnTo>
                  <a:pt x="1890" y="606"/>
                </a:lnTo>
                <a:lnTo>
                  <a:pt x="1506" y="612"/>
                </a:lnTo>
                <a:lnTo>
                  <a:pt x="0" y="12"/>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4095" name="Rectangle 14"/>
          <p:cNvSpPr>
            <a:spLocks noChangeArrowheads="1"/>
          </p:cNvSpPr>
          <p:nvPr/>
        </p:nvSpPr>
        <p:spPr bwMode="auto">
          <a:xfrm>
            <a:off x="2857500" y="4041775"/>
            <a:ext cx="3852863" cy="646113"/>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96" name="Line 15"/>
          <p:cNvSpPr>
            <a:spLocks noChangeShapeType="1"/>
          </p:cNvSpPr>
          <p:nvPr/>
        </p:nvSpPr>
        <p:spPr bwMode="auto">
          <a:xfrm flipH="1">
            <a:off x="917575" y="5915025"/>
            <a:ext cx="14288" cy="655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97" name="Rectangle 16"/>
          <p:cNvSpPr>
            <a:spLocks noChangeArrowheads="1"/>
          </p:cNvSpPr>
          <p:nvPr/>
        </p:nvSpPr>
        <p:spPr bwMode="auto">
          <a:xfrm>
            <a:off x="3821113" y="6108700"/>
            <a:ext cx="1431925" cy="2794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98" name="Line 17"/>
          <p:cNvSpPr>
            <a:spLocks noChangeShapeType="1"/>
          </p:cNvSpPr>
          <p:nvPr/>
        </p:nvSpPr>
        <p:spPr bwMode="auto">
          <a:xfrm>
            <a:off x="931863" y="6448425"/>
            <a:ext cx="5778500"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099" name="Text Box 18"/>
          <p:cNvSpPr txBox="1">
            <a:spLocks noChangeArrowheads="1"/>
          </p:cNvSpPr>
          <p:nvPr/>
        </p:nvSpPr>
        <p:spPr bwMode="auto">
          <a:xfrm>
            <a:off x="3001963" y="6227763"/>
            <a:ext cx="1255712"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174100" name="Line 19"/>
          <p:cNvSpPr>
            <a:spLocks noChangeShapeType="1"/>
          </p:cNvSpPr>
          <p:nvPr/>
        </p:nvSpPr>
        <p:spPr bwMode="auto">
          <a:xfrm>
            <a:off x="4168775" y="2001838"/>
            <a:ext cx="3670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01" name="Line 20"/>
          <p:cNvSpPr>
            <a:spLocks noChangeShapeType="1"/>
          </p:cNvSpPr>
          <p:nvPr/>
        </p:nvSpPr>
        <p:spPr bwMode="auto">
          <a:xfrm>
            <a:off x="4168775" y="2425700"/>
            <a:ext cx="3670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02" name="Line 21"/>
          <p:cNvSpPr>
            <a:spLocks noChangeShapeType="1"/>
          </p:cNvSpPr>
          <p:nvPr/>
        </p:nvSpPr>
        <p:spPr bwMode="auto">
          <a:xfrm>
            <a:off x="4168775" y="2828925"/>
            <a:ext cx="3670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03" name="Line 22"/>
          <p:cNvSpPr>
            <a:spLocks noChangeShapeType="1"/>
          </p:cNvSpPr>
          <p:nvPr/>
        </p:nvSpPr>
        <p:spPr bwMode="auto">
          <a:xfrm>
            <a:off x="4168775" y="3213100"/>
            <a:ext cx="3670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04" name="Line 23"/>
          <p:cNvSpPr>
            <a:spLocks noChangeShapeType="1"/>
          </p:cNvSpPr>
          <p:nvPr/>
        </p:nvSpPr>
        <p:spPr bwMode="auto">
          <a:xfrm rot="5400000" flipH="1">
            <a:off x="5806281" y="1823244"/>
            <a:ext cx="395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05" name="Text Box 24"/>
          <p:cNvSpPr txBox="1">
            <a:spLocks noChangeArrowheads="1"/>
          </p:cNvSpPr>
          <p:nvPr/>
        </p:nvSpPr>
        <p:spPr bwMode="auto">
          <a:xfrm>
            <a:off x="6429375" y="1549400"/>
            <a:ext cx="1201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路由标记</a:t>
            </a:r>
          </a:p>
        </p:txBody>
      </p:sp>
      <p:sp>
        <p:nvSpPr>
          <p:cNvPr id="174106" name="Text Box 25"/>
          <p:cNvSpPr txBox="1">
            <a:spLocks noChangeArrowheads="1"/>
          </p:cNvSpPr>
          <p:nvPr/>
        </p:nvSpPr>
        <p:spPr bwMode="auto">
          <a:xfrm>
            <a:off x="5438775" y="1970088"/>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网络地址</a:t>
            </a:r>
          </a:p>
        </p:txBody>
      </p:sp>
      <p:sp>
        <p:nvSpPr>
          <p:cNvPr id="174107" name="Text Box 26"/>
          <p:cNvSpPr txBox="1">
            <a:spLocks noChangeArrowheads="1"/>
          </p:cNvSpPr>
          <p:nvPr/>
        </p:nvSpPr>
        <p:spPr bwMode="auto">
          <a:xfrm>
            <a:off x="4343400" y="1568450"/>
            <a:ext cx="170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地址族标识符</a:t>
            </a:r>
          </a:p>
        </p:txBody>
      </p:sp>
      <p:sp>
        <p:nvSpPr>
          <p:cNvPr id="174108" name="Text Box 27"/>
          <p:cNvSpPr txBox="1">
            <a:spLocks noChangeArrowheads="1"/>
          </p:cNvSpPr>
          <p:nvPr/>
        </p:nvSpPr>
        <p:spPr bwMode="auto">
          <a:xfrm>
            <a:off x="5384800" y="3216275"/>
            <a:ext cx="14382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距离 </a:t>
            </a:r>
            <a:r>
              <a:rPr kumimoji="1" lang="en-US" altLang="zh-CN" sz="2000">
                <a:solidFill>
                  <a:srgbClr val="333399"/>
                </a:solidFill>
                <a:latin typeface="Arial" pitchFamily="34" charset="0"/>
              </a:rPr>
              <a:t>(1-16)</a:t>
            </a:r>
          </a:p>
        </p:txBody>
      </p:sp>
      <p:sp>
        <p:nvSpPr>
          <p:cNvPr id="174109" name="Rectangle 28"/>
          <p:cNvSpPr>
            <a:spLocks noChangeArrowheads="1"/>
          </p:cNvSpPr>
          <p:nvPr/>
        </p:nvSpPr>
        <p:spPr bwMode="auto">
          <a:xfrm>
            <a:off x="2857500" y="5218113"/>
            <a:ext cx="3840163" cy="622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10" name="Line 29"/>
          <p:cNvSpPr>
            <a:spLocks noChangeShapeType="1"/>
          </p:cNvSpPr>
          <p:nvPr/>
        </p:nvSpPr>
        <p:spPr bwMode="auto">
          <a:xfrm>
            <a:off x="2135188" y="5205413"/>
            <a:ext cx="0" cy="647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11" name="Text Box 30"/>
          <p:cNvSpPr txBox="1">
            <a:spLocks noChangeArrowheads="1"/>
          </p:cNvSpPr>
          <p:nvPr/>
        </p:nvSpPr>
        <p:spPr bwMode="auto">
          <a:xfrm>
            <a:off x="1182688" y="5235575"/>
            <a:ext cx="6921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en-US" altLang="zh-CN" sz="2000">
                <a:solidFill>
                  <a:srgbClr val="333399"/>
                </a:solidFill>
                <a:latin typeface="Arial" pitchFamily="34" charset="0"/>
              </a:rPr>
              <a:t>  IP </a:t>
            </a:r>
          </a:p>
          <a:p>
            <a:pPr eaLnBrk="1" hangingPunct="1">
              <a:lnSpc>
                <a:spcPct val="90000"/>
              </a:lnSpc>
            </a:pPr>
            <a:r>
              <a:rPr kumimoji="1" lang="zh-CN" altLang="en-US" sz="2000">
                <a:solidFill>
                  <a:srgbClr val="333399"/>
                </a:solidFill>
                <a:latin typeface="Arial" pitchFamily="34" charset="0"/>
              </a:rPr>
              <a:t>首部</a:t>
            </a:r>
          </a:p>
        </p:txBody>
      </p:sp>
      <p:sp>
        <p:nvSpPr>
          <p:cNvPr id="174112" name="Line 31"/>
          <p:cNvSpPr>
            <a:spLocks noChangeShapeType="1"/>
          </p:cNvSpPr>
          <p:nvPr/>
        </p:nvSpPr>
        <p:spPr bwMode="auto">
          <a:xfrm>
            <a:off x="6710363" y="5915025"/>
            <a:ext cx="0" cy="619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13" name="AutoShape 32"/>
          <p:cNvSpPr>
            <a:spLocks noChangeArrowheads="1"/>
          </p:cNvSpPr>
          <p:nvPr/>
        </p:nvSpPr>
        <p:spPr bwMode="auto">
          <a:xfrm>
            <a:off x="4543425" y="5113338"/>
            <a:ext cx="241300" cy="463550"/>
          </a:xfrm>
          <a:prstGeom prst="downArrow">
            <a:avLst>
              <a:gd name="adj1" fmla="val 50000"/>
              <a:gd name="adj2" fmla="val 48026"/>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74114" name="Text Box 33"/>
          <p:cNvSpPr txBox="1">
            <a:spLocks noChangeArrowheads="1"/>
          </p:cNvSpPr>
          <p:nvPr/>
        </p:nvSpPr>
        <p:spPr bwMode="auto">
          <a:xfrm>
            <a:off x="2189163" y="5235575"/>
            <a:ext cx="79216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en-US" altLang="zh-CN" sz="2000">
                <a:solidFill>
                  <a:srgbClr val="333399"/>
                </a:solidFill>
                <a:latin typeface="Arial" pitchFamily="34" charset="0"/>
              </a:rPr>
              <a:t>UDP </a:t>
            </a:r>
          </a:p>
          <a:p>
            <a:pPr eaLnBrk="1" hangingPunct="1">
              <a:lnSpc>
                <a:spcPct val="90000"/>
              </a:lnSpc>
            </a:pPr>
            <a:r>
              <a:rPr kumimoji="1" lang="zh-CN" altLang="en-US" sz="2000">
                <a:solidFill>
                  <a:srgbClr val="333399"/>
                </a:solidFill>
                <a:latin typeface="Arial" pitchFamily="34" charset="0"/>
              </a:rPr>
              <a:t>首部</a:t>
            </a:r>
          </a:p>
        </p:txBody>
      </p:sp>
      <p:sp>
        <p:nvSpPr>
          <p:cNvPr id="174115" name="Line 34"/>
          <p:cNvSpPr>
            <a:spLocks noChangeShapeType="1"/>
          </p:cNvSpPr>
          <p:nvPr/>
        </p:nvSpPr>
        <p:spPr bwMode="auto">
          <a:xfrm>
            <a:off x="2857500" y="5218113"/>
            <a:ext cx="0" cy="646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16" name="AutoShape 35"/>
          <p:cNvSpPr>
            <a:spLocks/>
          </p:cNvSpPr>
          <p:nvPr/>
        </p:nvSpPr>
        <p:spPr bwMode="auto">
          <a:xfrm>
            <a:off x="7897813" y="1630363"/>
            <a:ext cx="246062" cy="1976437"/>
          </a:xfrm>
          <a:prstGeom prst="rightBrace">
            <a:avLst>
              <a:gd name="adj1" fmla="val 66936"/>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17" name="Line 36"/>
          <p:cNvSpPr>
            <a:spLocks noChangeShapeType="1"/>
          </p:cNvSpPr>
          <p:nvPr/>
        </p:nvSpPr>
        <p:spPr bwMode="auto">
          <a:xfrm>
            <a:off x="3536950" y="4038600"/>
            <a:ext cx="0" cy="6461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18" name="Line 37"/>
          <p:cNvSpPr>
            <a:spLocks noChangeShapeType="1"/>
          </p:cNvSpPr>
          <p:nvPr/>
        </p:nvSpPr>
        <p:spPr bwMode="auto">
          <a:xfrm>
            <a:off x="2857500" y="4759325"/>
            <a:ext cx="0" cy="3222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19" name="Line 38"/>
          <p:cNvSpPr>
            <a:spLocks noChangeShapeType="1"/>
          </p:cNvSpPr>
          <p:nvPr/>
        </p:nvSpPr>
        <p:spPr bwMode="auto">
          <a:xfrm>
            <a:off x="6715125" y="4729163"/>
            <a:ext cx="0" cy="3222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20" name="Text Box 39"/>
          <p:cNvSpPr txBox="1">
            <a:spLocks noChangeArrowheads="1"/>
          </p:cNvSpPr>
          <p:nvPr/>
        </p:nvSpPr>
        <p:spPr bwMode="auto">
          <a:xfrm>
            <a:off x="2841625" y="4105275"/>
            <a:ext cx="692150" cy="396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首部</a:t>
            </a:r>
          </a:p>
        </p:txBody>
      </p:sp>
      <p:sp>
        <p:nvSpPr>
          <p:cNvPr id="174121" name="Text Box 40"/>
          <p:cNvSpPr txBox="1">
            <a:spLocks noChangeArrowheads="1"/>
          </p:cNvSpPr>
          <p:nvPr/>
        </p:nvSpPr>
        <p:spPr bwMode="auto">
          <a:xfrm>
            <a:off x="4398963" y="4105275"/>
            <a:ext cx="1200150" cy="396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路由部分</a:t>
            </a:r>
          </a:p>
        </p:txBody>
      </p:sp>
      <p:sp>
        <p:nvSpPr>
          <p:cNvPr id="174122" name="Rectangle 41"/>
          <p:cNvSpPr>
            <a:spLocks noChangeArrowheads="1"/>
          </p:cNvSpPr>
          <p:nvPr/>
        </p:nvSpPr>
        <p:spPr bwMode="auto">
          <a:xfrm>
            <a:off x="107950" y="2498725"/>
            <a:ext cx="3629025" cy="4016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17961" dir="2700000" algn="ctr" rotWithShape="0">
                    <a:schemeClr val="bg2"/>
                  </a:outerShdw>
                </a:effectLst>
              </a14:hiddenEffects>
            </a:ext>
          </a:extLst>
        </p:spPr>
        <p:txBody>
          <a:bodyPr wrap="none" anchor="ctr"/>
          <a:lstStyle/>
          <a:p>
            <a:endParaRPr lang="zh-CN" altLang="en-US"/>
          </a:p>
        </p:txBody>
      </p:sp>
      <p:sp>
        <p:nvSpPr>
          <p:cNvPr id="174123" name="Line 42"/>
          <p:cNvSpPr>
            <a:spLocks noChangeShapeType="1"/>
          </p:cNvSpPr>
          <p:nvPr/>
        </p:nvSpPr>
        <p:spPr bwMode="auto">
          <a:xfrm rot="-5400000">
            <a:off x="811213" y="2701925"/>
            <a:ext cx="406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24" name="Line 43"/>
          <p:cNvSpPr>
            <a:spLocks noChangeShapeType="1"/>
          </p:cNvSpPr>
          <p:nvPr/>
        </p:nvSpPr>
        <p:spPr bwMode="auto">
          <a:xfrm rot="-5400000">
            <a:off x="1718469" y="2702719"/>
            <a:ext cx="4079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25" name="Text Box 44"/>
          <p:cNvSpPr txBox="1">
            <a:spLocks noChangeArrowheads="1"/>
          </p:cNvSpPr>
          <p:nvPr/>
        </p:nvSpPr>
        <p:spPr bwMode="auto">
          <a:xfrm>
            <a:off x="2387600" y="2457450"/>
            <a:ext cx="903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必为 </a:t>
            </a:r>
            <a:r>
              <a:rPr kumimoji="1" lang="en-US" altLang="zh-CN" sz="2000">
                <a:solidFill>
                  <a:srgbClr val="333399"/>
                </a:solidFill>
                <a:latin typeface="Arial" pitchFamily="34" charset="0"/>
              </a:rPr>
              <a:t>0</a:t>
            </a:r>
          </a:p>
        </p:txBody>
      </p:sp>
      <p:sp>
        <p:nvSpPr>
          <p:cNvPr id="174126" name="Text Box 45"/>
          <p:cNvSpPr txBox="1">
            <a:spLocks noChangeArrowheads="1"/>
          </p:cNvSpPr>
          <p:nvPr/>
        </p:nvSpPr>
        <p:spPr bwMode="auto">
          <a:xfrm>
            <a:off x="1139825" y="2451100"/>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版本</a:t>
            </a:r>
          </a:p>
        </p:txBody>
      </p:sp>
      <p:sp>
        <p:nvSpPr>
          <p:cNvPr id="174127" name="Text Box 46"/>
          <p:cNvSpPr txBox="1">
            <a:spLocks noChangeArrowheads="1"/>
          </p:cNvSpPr>
          <p:nvPr/>
        </p:nvSpPr>
        <p:spPr bwMode="auto">
          <a:xfrm>
            <a:off x="215900" y="2439988"/>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命令</a:t>
            </a:r>
          </a:p>
        </p:txBody>
      </p:sp>
      <p:sp>
        <p:nvSpPr>
          <p:cNvPr id="174128" name="Line 47"/>
          <p:cNvSpPr>
            <a:spLocks noChangeShapeType="1"/>
          </p:cNvSpPr>
          <p:nvPr/>
        </p:nvSpPr>
        <p:spPr bwMode="auto">
          <a:xfrm>
            <a:off x="128588" y="2241550"/>
            <a:ext cx="3627437" cy="0"/>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29" name="Text Box 48"/>
          <p:cNvSpPr txBox="1">
            <a:spLocks noChangeArrowheads="1"/>
          </p:cNvSpPr>
          <p:nvPr/>
        </p:nvSpPr>
        <p:spPr bwMode="auto">
          <a:xfrm>
            <a:off x="1584325" y="2003425"/>
            <a:ext cx="973138"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4 </a:t>
            </a:r>
            <a:r>
              <a:rPr kumimoji="1" lang="zh-CN" altLang="en-US" sz="2000">
                <a:solidFill>
                  <a:srgbClr val="333399"/>
                </a:solidFill>
                <a:latin typeface="Arial" pitchFamily="34" charset="0"/>
              </a:rPr>
              <a:t>字节</a:t>
            </a:r>
          </a:p>
        </p:txBody>
      </p:sp>
      <p:sp>
        <p:nvSpPr>
          <p:cNvPr id="174130" name="Text Box 49"/>
          <p:cNvSpPr txBox="1">
            <a:spLocks noChangeArrowheads="1"/>
          </p:cNvSpPr>
          <p:nvPr/>
        </p:nvSpPr>
        <p:spPr bwMode="auto">
          <a:xfrm>
            <a:off x="5438775" y="2401888"/>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子网掩码</a:t>
            </a:r>
          </a:p>
        </p:txBody>
      </p:sp>
      <p:sp>
        <p:nvSpPr>
          <p:cNvPr id="174131" name="Text Box 50"/>
          <p:cNvSpPr txBox="1">
            <a:spLocks noChangeArrowheads="1"/>
          </p:cNvSpPr>
          <p:nvPr/>
        </p:nvSpPr>
        <p:spPr bwMode="auto">
          <a:xfrm>
            <a:off x="5045075" y="2784475"/>
            <a:ext cx="2217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下一跳路由器地址</a:t>
            </a:r>
          </a:p>
        </p:txBody>
      </p:sp>
      <p:sp>
        <p:nvSpPr>
          <p:cNvPr id="174132" name="Text Box 51"/>
          <p:cNvSpPr txBox="1">
            <a:spLocks noChangeArrowheads="1"/>
          </p:cNvSpPr>
          <p:nvPr/>
        </p:nvSpPr>
        <p:spPr bwMode="auto">
          <a:xfrm>
            <a:off x="3567113" y="5864225"/>
            <a:ext cx="2060575"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UDP </a:t>
            </a:r>
            <a:r>
              <a:rPr kumimoji="1" lang="zh-CN" altLang="en-US" sz="2000">
                <a:solidFill>
                  <a:srgbClr val="333399"/>
                </a:solidFill>
                <a:latin typeface="Arial" pitchFamily="34" charset="0"/>
              </a:rPr>
              <a:t>用户数据报</a:t>
            </a:r>
          </a:p>
        </p:txBody>
      </p:sp>
      <p:sp>
        <p:nvSpPr>
          <p:cNvPr id="174133" name="Line 52"/>
          <p:cNvSpPr>
            <a:spLocks noChangeShapeType="1"/>
          </p:cNvSpPr>
          <p:nvPr/>
        </p:nvSpPr>
        <p:spPr bwMode="auto">
          <a:xfrm>
            <a:off x="2138363" y="5915025"/>
            <a:ext cx="0" cy="3222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134" name="Freeform 53"/>
          <p:cNvSpPr>
            <a:spLocks/>
          </p:cNvSpPr>
          <p:nvPr/>
        </p:nvSpPr>
        <p:spPr bwMode="auto">
          <a:xfrm>
            <a:off x="8027988" y="2617788"/>
            <a:ext cx="576262" cy="1674812"/>
          </a:xfrm>
          <a:custGeom>
            <a:avLst/>
            <a:gdLst>
              <a:gd name="T0" fmla="*/ 2147483647 w 363"/>
              <a:gd name="T1" fmla="*/ 0 h 1088"/>
              <a:gd name="T2" fmla="*/ 2147483647 w 363"/>
              <a:gd name="T3" fmla="*/ 0 h 1088"/>
              <a:gd name="T4" fmla="*/ 0 w 363"/>
              <a:gd name="T5" fmla="*/ 2147483647 h 1088"/>
              <a:gd name="T6" fmla="*/ 0 60000 65536"/>
              <a:gd name="T7" fmla="*/ 0 60000 65536"/>
              <a:gd name="T8" fmla="*/ 0 60000 65536"/>
            </a:gdLst>
            <a:ahLst/>
            <a:cxnLst>
              <a:cxn ang="T6">
                <a:pos x="T0" y="T1"/>
              </a:cxn>
              <a:cxn ang="T7">
                <a:pos x="T2" y="T3"/>
              </a:cxn>
              <a:cxn ang="T8">
                <a:pos x="T4" y="T5"/>
              </a:cxn>
            </a:cxnLst>
            <a:rect l="0" t="0" r="r" b="b"/>
            <a:pathLst>
              <a:path w="363" h="1088">
                <a:moveTo>
                  <a:pt x="46" y="0"/>
                </a:moveTo>
                <a:lnTo>
                  <a:pt x="363" y="0"/>
                </a:lnTo>
                <a:lnTo>
                  <a:pt x="0" y="1088"/>
                </a:lnTo>
              </a:path>
            </a:pathLst>
          </a:custGeom>
          <a:noFill/>
          <a:ln w="28575" cmpd="sng">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RIP2 </a:t>
            </a:r>
            <a:r>
              <a:rPr lang="zh-CN" altLang="en-US" smtClean="0"/>
              <a:t>的报文</a:t>
            </a:r>
            <a:br>
              <a:rPr lang="zh-CN" altLang="en-US" smtClean="0"/>
            </a:br>
            <a:r>
              <a:rPr lang="zh-CN" altLang="en-US" smtClean="0"/>
              <a:t>由首部和路由部分组成。</a:t>
            </a:r>
          </a:p>
        </p:txBody>
      </p:sp>
      <p:sp>
        <p:nvSpPr>
          <p:cNvPr id="572419" name="Rectangle 3"/>
          <p:cNvSpPr>
            <a:spLocks noGrp="1" noChangeArrowheads="1"/>
          </p:cNvSpPr>
          <p:nvPr>
            <p:ph type="body" idx="1"/>
          </p:nvPr>
        </p:nvSpPr>
        <p:spPr>
          <a:xfrm>
            <a:off x="900113" y="1916113"/>
            <a:ext cx="7632700" cy="4475162"/>
          </a:xfrm>
          <a:noFill/>
        </p:spPr>
        <p:txBody>
          <a:bodyPr/>
          <a:lstStyle/>
          <a:p>
            <a:pPr algn="just" eaLnBrk="1" hangingPunct="1"/>
            <a:r>
              <a:rPr lang="en-US" altLang="zh-CN" sz="2800" smtClean="0"/>
              <a:t>RIP2 </a:t>
            </a:r>
            <a:r>
              <a:rPr lang="zh-CN" altLang="en-US" sz="2800" smtClean="0"/>
              <a:t>报文中的路由部分由若干个路由信息组成。每个路由信息需要用 </a:t>
            </a:r>
            <a:r>
              <a:rPr lang="en-US" altLang="zh-CN" sz="2800" smtClean="0"/>
              <a:t>20 </a:t>
            </a:r>
            <a:r>
              <a:rPr lang="zh-CN" altLang="en-US" sz="2800" smtClean="0"/>
              <a:t>个字节。地址族标识符（又称为地址类别）字段用来标志所使用的地址协议。</a:t>
            </a:r>
          </a:p>
          <a:p>
            <a:pPr algn="just" eaLnBrk="1" hangingPunct="1"/>
            <a:r>
              <a:rPr lang="zh-CN" altLang="en-US" sz="2800" smtClean="0"/>
              <a:t>路由标记填入自治系统的号码，这是考虑使</a:t>
            </a:r>
            <a:r>
              <a:rPr lang="en-US" altLang="zh-CN" sz="2800" smtClean="0"/>
              <a:t>RIP </a:t>
            </a:r>
            <a:r>
              <a:rPr lang="zh-CN" altLang="en-US" sz="2800" smtClean="0"/>
              <a:t>有可能收到本自治系统以外的路由选择信息。再后面指出某个网络地址、该网络的子网掩码、下一跳路由器地址以及到此网络的距离。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241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19"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RIP </a:t>
            </a:r>
            <a:r>
              <a:rPr lang="zh-CN" altLang="en-US" smtClean="0"/>
              <a:t>协议的优缺点 </a:t>
            </a:r>
          </a:p>
        </p:txBody>
      </p:sp>
      <p:sp>
        <p:nvSpPr>
          <p:cNvPr id="573443" name="Rectangle 3"/>
          <p:cNvSpPr>
            <a:spLocks noGrp="1" noChangeArrowheads="1"/>
          </p:cNvSpPr>
          <p:nvPr>
            <p:ph type="body" idx="1"/>
          </p:nvPr>
        </p:nvSpPr>
        <p:spPr>
          <a:xfrm>
            <a:off x="900113" y="1916113"/>
            <a:ext cx="7632700" cy="4475162"/>
          </a:xfrm>
          <a:noFill/>
        </p:spPr>
        <p:txBody>
          <a:bodyPr/>
          <a:lstStyle/>
          <a:p>
            <a:pPr algn="just" eaLnBrk="1" hangingPunct="1"/>
            <a:r>
              <a:rPr lang="en-US" altLang="zh-CN" sz="2800" smtClean="0"/>
              <a:t>RIP </a:t>
            </a:r>
            <a:r>
              <a:rPr lang="zh-CN" altLang="en-US" sz="2800" smtClean="0"/>
              <a:t>存在的一个问题是当网络出现故障时，要经过比较长的时间才能将此信息传送到所有的路由器。</a:t>
            </a:r>
          </a:p>
          <a:p>
            <a:pPr algn="just" eaLnBrk="1" hangingPunct="1"/>
            <a:r>
              <a:rPr lang="zh-CN" altLang="en-US" sz="2800" smtClean="0"/>
              <a:t> </a:t>
            </a:r>
            <a:r>
              <a:rPr lang="en-US" altLang="zh-CN" sz="2800" smtClean="0"/>
              <a:t>RIP </a:t>
            </a:r>
            <a:r>
              <a:rPr lang="zh-CN" altLang="en-US" sz="2800" smtClean="0"/>
              <a:t>协议最大的优点就是实现简单，开销较小。</a:t>
            </a:r>
          </a:p>
          <a:p>
            <a:pPr algn="just" eaLnBrk="1" hangingPunct="1"/>
            <a:r>
              <a:rPr lang="en-US" altLang="zh-CN" sz="2800" smtClean="0"/>
              <a:t>RIP </a:t>
            </a:r>
            <a:r>
              <a:rPr lang="zh-CN" altLang="en-US" sz="2800" smtClean="0"/>
              <a:t>限制了网络的规模，它能使用的最大距离为 </a:t>
            </a:r>
            <a:r>
              <a:rPr lang="en-US" altLang="zh-CN" sz="2800" smtClean="0"/>
              <a:t>15</a:t>
            </a:r>
            <a:r>
              <a:rPr lang="zh-CN" altLang="en-US" sz="2800" smtClean="0"/>
              <a:t>（</a:t>
            </a:r>
            <a:r>
              <a:rPr lang="en-US" altLang="zh-CN" sz="2800" smtClean="0"/>
              <a:t>16 </a:t>
            </a:r>
            <a:r>
              <a:rPr lang="zh-CN" altLang="en-US" sz="2800" smtClean="0"/>
              <a:t>表示不可达）。</a:t>
            </a:r>
          </a:p>
          <a:p>
            <a:pPr algn="just" eaLnBrk="1" hangingPunct="1"/>
            <a:r>
              <a:rPr lang="zh-CN" altLang="en-US" sz="2800" smtClean="0"/>
              <a:t>路由器之间交换的路由信息是路由器中的完整路由表，因而随着网络规模的扩大，开销也就增加。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34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34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344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43" grpId="0" build="p"/>
    </p:bldLst>
  </p:timing>
</p:sld>
</file>

<file path=ppt/slides/slide1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7154" name="Line 2"/>
          <p:cNvSpPr>
            <a:spLocks noChangeShapeType="1"/>
          </p:cNvSpPr>
          <p:nvPr/>
        </p:nvSpPr>
        <p:spPr bwMode="auto">
          <a:xfrm>
            <a:off x="1647825" y="947738"/>
            <a:ext cx="6472238"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77155" name="Picture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7150" y="792163"/>
            <a:ext cx="728663"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7156" name="Text Box 4"/>
          <p:cNvSpPr txBox="1">
            <a:spLocks noChangeArrowheads="1"/>
          </p:cNvSpPr>
          <p:nvPr/>
        </p:nvSpPr>
        <p:spPr bwMode="auto">
          <a:xfrm>
            <a:off x="6410325"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77157" name="Text Box 5"/>
          <p:cNvSpPr txBox="1">
            <a:spLocks noChangeArrowheads="1"/>
          </p:cNvSpPr>
          <p:nvPr/>
        </p:nvSpPr>
        <p:spPr bwMode="auto">
          <a:xfrm>
            <a:off x="2813050"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77158"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2838" y="792163"/>
            <a:ext cx="7302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77159" name="Group 7"/>
          <p:cNvGrpSpPr>
            <a:grpSpLocks/>
          </p:cNvGrpSpPr>
          <p:nvPr/>
        </p:nvGrpSpPr>
        <p:grpSpPr bwMode="auto">
          <a:xfrm>
            <a:off x="709613" y="515938"/>
            <a:ext cx="1179512" cy="858837"/>
            <a:chOff x="4830" y="1752"/>
            <a:chExt cx="667" cy="477"/>
          </a:xfrm>
        </p:grpSpPr>
        <p:grpSp>
          <p:nvGrpSpPr>
            <p:cNvPr id="177201" name="Group 8"/>
            <p:cNvGrpSpPr>
              <a:grpSpLocks/>
            </p:cNvGrpSpPr>
            <p:nvPr/>
          </p:nvGrpSpPr>
          <p:grpSpPr bwMode="auto">
            <a:xfrm>
              <a:off x="4830" y="1752"/>
              <a:ext cx="667" cy="477"/>
              <a:chOff x="2949" y="196"/>
              <a:chExt cx="941" cy="598"/>
            </a:xfrm>
          </p:grpSpPr>
          <p:sp>
            <p:nvSpPr>
              <p:cNvPr id="177203"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04"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05"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06" name="Oval 1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07"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08"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09"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10" name="Oval 1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21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721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721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7202" name="Text Box 20"/>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77160" name="Group 21"/>
          <p:cNvGrpSpPr>
            <a:grpSpLocks/>
          </p:cNvGrpSpPr>
          <p:nvPr/>
        </p:nvGrpSpPr>
        <p:grpSpPr bwMode="auto">
          <a:xfrm>
            <a:off x="7713663" y="515938"/>
            <a:ext cx="1179512" cy="858837"/>
            <a:chOff x="4830" y="1752"/>
            <a:chExt cx="667" cy="477"/>
          </a:xfrm>
        </p:grpSpPr>
        <p:grpSp>
          <p:nvGrpSpPr>
            <p:cNvPr id="177188" name="Group 22"/>
            <p:cNvGrpSpPr>
              <a:grpSpLocks/>
            </p:cNvGrpSpPr>
            <p:nvPr/>
          </p:nvGrpSpPr>
          <p:grpSpPr bwMode="auto">
            <a:xfrm>
              <a:off x="4830" y="1752"/>
              <a:ext cx="667" cy="477"/>
              <a:chOff x="2949" y="196"/>
              <a:chExt cx="941" cy="598"/>
            </a:xfrm>
          </p:grpSpPr>
          <p:sp>
            <p:nvSpPr>
              <p:cNvPr id="177190"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1"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2"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3" name="Oval 26"/>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4"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5"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6"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7" name="Oval 30"/>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98"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7199"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7200"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7189" name="Text Box 34"/>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77161" name="Group 35"/>
          <p:cNvGrpSpPr>
            <a:grpSpLocks/>
          </p:cNvGrpSpPr>
          <p:nvPr/>
        </p:nvGrpSpPr>
        <p:grpSpPr bwMode="auto">
          <a:xfrm>
            <a:off x="4183063" y="515938"/>
            <a:ext cx="1179512" cy="858837"/>
            <a:chOff x="4830" y="1752"/>
            <a:chExt cx="667" cy="477"/>
          </a:xfrm>
        </p:grpSpPr>
        <p:grpSp>
          <p:nvGrpSpPr>
            <p:cNvPr id="177175" name="Group 36"/>
            <p:cNvGrpSpPr>
              <a:grpSpLocks/>
            </p:cNvGrpSpPr>
            <p:nvPr/>
          </p:nvGrpSpPr>
          <p:grpSpPr bwMode="auto">
            <a:xfrm>
              <a:off x="4830" y="1752"/>
              <a:ext cx="667" cy="477"/>
              <a:chOff x="2949" y="196"/>
              <a:chExt cx="941" cy="598"/>
            </a:xfrm>
          </p:grpSpPr>
          <p:sp>
            <p:nvSpPr>
              <p:cNvPr id="177177"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78"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79"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80" name="Oval 4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81"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82"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83"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84" name="Oval 4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85"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7186"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7187"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7176" name="Text Box 4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sp>
        <p:nvSpPr>
          <p:cNvPr id="177162" name="Text Box 49"/>
          <p:cNvSpPr txBox="1">
            <a:spLocks noChangeArrowheads="1"/>
          </p:cNvSpPr>
          <p:nvPr/>
        </p:nvSpPr>
        <p:spPr bwMode="auto">
          <a:xfrm>
            <a:off x="246063" y="188913"/>
            <a:ext cx="4381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正</a:t>
            </a:r>
          </a:p>
          <a:p>
            <a:pPr eaLnBrk="1" hangingPunct="1"/>
            <a:r>
              <a:rPr kumimoji="1" lang="zh-CN" altLang="en-US" sz="2000">
                <a:solidFill>
                  <a:srgbClr val="333399"/>
                </a:solidFill>
                <a:latin typeface="Arial" pitchFamily="34" charset="0"/>
              </a:rPr>
              <a:t>常</a:t>
            </a:r>
          </a:p>
          <a:p>
            <a:pPr eaLnBrk="1" hangingPunct="1"/>
            <a:r>
              <a:rPr kumimoji="1" lang="zh-CN" altLang="en-US" sz="2000">
                <a:solidFill>
                  <a:srgbClr val="333399"/>
                </a:solidFill>
                <a:latin typeface="Arial" pitchFamily="34" charset="0"/>
              </a:rPr>
              <a:t>情</a:t>
            </a:r>
          </a:p>
          <a:p>
            <a:pPr eaLnBrk="1" hangingPunct="1"/>
            <a:r>
              <a:rPr kumimoji="1" lang="zh-CN" altLang="en-US" sz="2000">
                <a:solidFill>
                  <a:srgbClr val="333399"/>
                </a:solidFill>
                <a:latin typeface="Arial" pitchFamily="34" charset="0"/>
              </a:rPr>
              <a:t>况</a:t>
            </a:r>
          </a:p>
        </p:txBody>
      </p:sp>
      <p:grpSp>
        <p:nvGrpSpPr>
          <p:cNvPr id="177163" name="Group 50"/>
          <p:cNvGrpSpPr>
            <a:grpSpLocks/>
          </p:cNvGrpSpPr>
          <p:nvPr/>
        </p:nvGrpSpPr>
        <p:grpSpPr bwMode="auto">
          <a:xfrm>
            <a:off x="2249488" y="382588"/>
            <a:ext cx="1471612" cy="312737"/>
            <a:chOff x="1491" y="212"/>
            <a:chExt cx="853" cy="240"/>
          </a:xfrm>
        </p:grpSpPr>
        <p:sp>
          <p:nvSpPr>
            <p:cNvPr id="177173" name="AutoShape 5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74" name="Rectangle 52"/>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7164" name="Text Box 53"/>
          <p:cNvSpPr txBox="1">
            <a:spLocks noChangeArrowheads="1"/>
          </p:cNvSpPr>
          <p:nvPr/>
        </p:nvSpPr>
        <p:spPr bwMode="auto">
          <a:xfrm>
            <a:off x="2268538" y="457200"/>
            <a:ext cx="8858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nvGrpSpPr>
          <p:cNvPr id="177165" name="Group 54"/>
          <p:cNvGrpSpPr>
            <a:grpSpLocks/>
          </p:cNvGrpSpPr>
          <p:nvPr/>
        </p:nvGrpSpPr>
        <p:grpSpPr bwMode="auto">
          <a:xfrm flipH="1">
            <a:off x="5580063" y="404813"/>
            <a:ext cx="1471612" cy="312737"/>
            <a:chOff x="1491" y="212"/>
            <a:chExt cx="853" cy="240"/>
          </a:xfrm>
        </p:grpSpPr>
        <p:sp>
          <p:nvSpPr>
            <p:cNvPr id="177171" name="AutoShape 55"/>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172" name="Rectangle 56"/>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7166" name="Text Box 57"/>
          <p:cNvSpPr txBox="1">
            <a:spLocks noChangeArrowheads="1"/>
          </p:cNvSpPr>
          <p:nvPr/>
        </p:nvSpPr>
        <p:spPr bwMode="auto">
          <a:xfrm>
            <a:off x="5970588" y="500063"/>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sp>
        <p:nvSpPr>
          <p:cNvPr id="574522" name="Text Box 58"/>
          <p:cNvSpPr txBox="1">
            <a:spLocks noChangeArrowheads="1"/>
          </p:cNvSpPr>
          <p:nvPr/>
        </p:nvSpPr>
        <p:spPr bwMode="auto">
          <a:xfrm>
            <a:off x="971550" y="2981325"/>
            <a:ext cx="72945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a:t>
            </a:r>
            <a:r>
              <a:rPr kumimoji="1" lang="en-US" altLang="zh-CN">
                <a:solidFill>
                  <a:srgbClr val="333399"/>
                </a:solidFill>
                <a:latin typeface="Arial" pitchFamily="34" charset="0"/>
              </a:rPr>
              <a:t> </a:t>
            </a:r>
            <a:r>
              <a:rPr kumimoji="1" lang="zh-CN" altLang="en-US">
                <a:solidFill>
                  <a:srgbClr val="333399"/>
                </a:solidFill>
                <a:latin typeface="Arial" pitchFamily="34" charset="0"/>
              </a:rPr>
              <a:t>说：“我到网 </a:t>
            </a:r>
            <a:r>
              <a:rPr kumimoji="1" lang="en-US" altLang="zh-CN">
                <a:solidFill>
                  <a:srgbClr val="333399"/>
                </a:solidFill>
                <a:latin typeface="Arial" pitchFamily="34" charset="0"/>
              </a:rPr>
              <a:t>1 </a:t>
            </a:r>
            <a:r>
              <a:rPr kumimoji="1" lang="zh-CN" altLang="en-US">
                <a:solidFill>
                  <a:srgbClr val="333399"/>
                </a:solidFill>
                <a:latin typeface="Arial" pitchFamily="34" charset="0"/>
              </a:rPr>
              <a:t>的距离是 </a:t>
            </a:r>
            <a:r>
              <a:rPr kumimoji="1" lang="en-US" altLang="zh-CN">
                <a:solidFill>
                  <a:srgbClr val="333399"/>
                </a:solidFill>
                <a:latin typeface="Arial" pitchFamily="34" charset="0"/>
              </a:rPr>
              <a:t>1</a:t>
            </a:r>
            <a:r>
              <a:rPr kumimoji="1" lang="zh-CN" altLang="en-US">
                <a:solidFill>
                  <a:srgbClr val="333399"/>
                </a:solidFill>
                <a:latin typeface="Arial" pitchFamily="34" charset="0"/>
              </a:rPr>
              <a:t>，是直接交付。”</a:t>
            </a:r>
          </a:p>
        </p:txBody>
      </p:sp>
      <p:sp>
        <p:nvSpPr>
          <p:cNvPr id="574523" name="AutoShape 59"/>
          <p:cNvSpPr>
            <a:spLocks noChangeArrowheads="1"/>
          </p:cNvSpPr>
          <p:nvPr/>
        </p:nvSpPr>
        <p:spPr bwMode="auto">
          <a:xfrm>
            <a:off x="34925" y="1700213"/>
            <a:ext cx="3513138" cy="1008062"/>
          </a:xfrm>
          <a:prstGeom prst="wedgeRoundRectCallout">
            <a:avLst>
              <a:gd name="adj1" fmla="val 17736"/>
              <a:gd name="adj2" fmla="val -151731"/>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“1”</a:t>
            </a:r>
            <a:r>
              <a:rPr lang="zh-CN" altLang="en-US">
                <a:solidFill>
                  <a:srgbClr val="333399"/>
                </a:solidFill>
                <a:latin typeface="Arial" pitchFamily="34" charset="0"/>
              </a:rPr>
              <a:t>表示“从本路由器到网</a:t>
            </a:r>
            <a:r>
              <a:rPr lang="zh-CN" altLang="en-US" sz="1400">
                <a:solidFill>
                  <a:srgbClr val="333399"/>
                </a:solidFill>
                <a:latin typeface="Arial" pitchFamily="34" charset="0"/>
              </a:rPr>
              <a:t> </a:t>
            </a:r>
            <a:r>
              <a:rPr lang="en-US" altLang="zh-CN">
                <a:solidFill>
                  <a:srgbClr val="333399"/>
                </a:solidFill>
                <a:latin typeface="Arial" pitchFamily="34" charset="0"/>
              </a:rPr>
              <a:t>1”</a:t>
            </a:r>
          </a:p>
        </p:txBody>
      </p:sp>
      <p:sp>
        <p:nvSpPr>
          <p:cNvPr id="574524" name="AutoShape 60"/>
          <p:cNvSpPr>
            <a:spLocks noChangeArrowheads="1"/>
          </p:cNvSpPr>
          <p:nvPr/>
        </p:nvSpPr>
        <p:spPr bwMode="auto">
          <a:xfrm>
            <a:off x="3638550" y="2276475"/>
            <a:ext cx="3381375" cy="576263"/>
          </a:xfrm>
          <a:prstGeom prst="wedgeRoundRectCallout">
            <a:avLst>
              <a:gd name="adj1" fmla="val -76856"/>
              <a:gd name="adj2" fmla="val -336778"/>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“1”</a:t>
            </a:r>
            <a:r>
              <a:rPr lang="zh-CN" altLang="en-US">
                <a:solidFill>
                  <a:srgbClr val="333399"/>
                </a:solidFill>
                <a:latin typeface="Arial" pitchFamily="34" charset="0"/>
              </a:rPr>
              <a:t>表示“距离是</a:t>
            </a:r>
            <a:r>
              <a:rPr lang="zh-CN" altLang="en-US" sz="1400">
                <a:solidFill>
                  <a:srgbClr val="333399"/>
                </a:solidFill>
                <a:latin typeface="Arial" pitchFamily="34" charset="0"/>
              </a:rPr>
              <a:t> </a:t>
            </a:r>
            <a:r>
              <a:rPr lang="en-US" altLang="zh-CN">
                <a:solidFill>
                  <a:srgbClr val="333399"/>
                </a:solidFill>
                <a:latin typeface="Arial" pitchFamily="34" charset="0"/>
              </a:rPr>
              <a:t>1”</a:t>
            </a:r>
          </a:p>
        </p:txBody>
      </p:sp>
      <p:sp>
        <p:nvSpPr>
          <p:cNvPr id="574525" name="AutoShape 61"/>
          <p:cNvSpPr>
            <a:spLocks noChangeArrowheads="1"/>
          </p:cNvSpPr>
          <p:nvPr/>
        </p:nvSpPr>
        <p:spPr bwMode="auto">
          <a:xfrm>
            <a:off x="5076825" y="1557338"/>
            <a:ext cx="3384550" cy="566737"/>
          </a:xfrm>
          <a:prstGeom prst="wedgeRoundRectCallout">
            <a:avLst>
              <a:gd name="adj1" fmla="val -106426"/>
              <a:gd name="adj2" fmla="val -215824"/>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a:t>
            </a:r>
            <a:r>
              <a:rPr lang="en-US" altLang="zh-CN" b="1">
                <a:solidFill>
                  <a:srgbClr val="333399"/>
                </a:solidFill>
                <a:latin typeface="Arial" pitchFamily="34" charset="0"/>
                <a:sym typeface="Symbol" pitchFamily="18" charset="2"/>
              </a:rPr>
              <a:t></a:t>
            </a:r>
            <a:r>
              <a:rPr lang="en-US" altLang="zh-CN">
                <a:solidFill>
                  <a:srgbClr val="333399"/>
                </a:solidFill>
                <a:latin typeface="Arial" pitchFamily="34" charset="0"/>
              </a:rPr>
              <a:t>”</a:t>
            </a:r>
            <a:r>
              <a:rPr lang="zh-CN" altLang="en-US">
                <a:solidFill>
                  <a:srgbClr val="333399"/>
                </a:solidFill>
                <a:latin typeface="Arial" pitchFamily="34" charset="0"/>
              </a:rPr>
              <a:t>表示“直接交付”</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7452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452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452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745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4522" grpId="0"/>
      <p:bldP spid="574523" grpId="0" animBg="1"/>
      <p:bldP spid="574524" grpId="0" animBg="1"/>
      <p:bldP spid="574525" grpId="0" animBg="1"/>
    </p:bldLst>
  </p:timing>
</p:sld>
</file>

<file path=ppt/slides/slide1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8178" name="Line 2"/>
          <p:cNvSpPr>
            <a:spLocks noChangeShapeType="1"/>
          </p:cNvSpPr>
          <p:nvPr/>
        </p:nvSpPr>
        <p:spPr bwMode="auto">
          <a:xfrm>
            <a:off x="1647825" y="947738"/>
            <a:ext cx="6472238"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78179" name="Picture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7150" y="792163"/>
            <a:ext cx="728663"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8180" name="Text Box 4"/>
          <p:cNvSpPr txBox="1">
            <a:spLocks noChangeArrowheads="1"/>
          </p:cNvSpPr>
          <p:nvPr/>
        </p:nvSpPr>
        <p:spPr bwMode="auto">
          <a:xfrm>
            <a:off x="6559550"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78181" name="Text Box 5"/>
          <p:cNvSpPr txBox="1">
            <a:spLocks noChangeArrowheads="1"/>
          </p:cNvSpPr>
          <p:nvPr/>
        </p:nvSpPr>
        <p:spPr bwMode="auto">
          <a:xfrm>
            <a:off x="2813050"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78182"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2838" y="792163"/>
            <a:ext cx="7302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78183" name="Group 7"/>
          <p:cNvGrpSpPr>
            <a:grpSpLocks/>
          </p:cNvGrpSpPr>
          <p:nvPr/>
        </p:nvGrpSpPr>
        <p:grpSpPr bwMode="auto">
          <a:xfrm>
            <a:off x="709613" y="515938"/>
            <a:ext cx="1179512" cy="858837"/>
            <a:chOff x="4830" y="1752"/>
            <a:chExt cx="667" cy="477"/>
          </a:xfrm>
        </p:grpSpPr>
        <p:grpSp>
          <p:nvGrpSpPr>
            <p:cNvPr id="178225" name="Group 8"/>
            <p:cNvGrpSpPr>
              <a:grpSpLocks/>
            </p:cNvGrpSpPr>
            <p:nvPr/>
          </p:nvGrpSpPr>
          <p:grpSpPr bwMode="auto">
            <a:xfrm>
              <a:off x="4830" y="1752"/>
              <a:ext cx="667" cy="477"/>
              <a:chOff x="2949" y="196"/>
              <a:chExt cx="941" cy="598"/>
            </a:xfrm>
          </p:grpSpPr>
          <p:sp>
            <p:nvSpPr>
              <p:cNvPr id="178227"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28"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29"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30" name="Oval 1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31"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32"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33"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34" name="Oval 1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35"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8236"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8237"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8226" name="Text Box 20"/>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78184" name="Group 21"/>
          <p:cNvGrpSpPr>
            <a:grpSpLocks/>
          </p:cNvGrpSpPr>
          <p:nvPr/>
        </p:nvGrpSpPr>
        <p:grpSpPr bwMode="auto">
          <a:xfrm>
            <a:off x="7713663" y="515938"/>
            <a:ext cx="1179512" cy="858837"/>
            <a:chOff x="4830" y="1752"/>
            <a:chExt cx="667" cy="477"/>
          </a:xfrm>
        </p:grpSpPr>
        <p:grpSp>
          <p:nvGrpSpPr>
            <p:cNvPr id="178212" name="Group 22"/>
            <p:cNvGrpSpPr>
              <a:grpSpLocks/>
            </p:cNvGrpSpPr>
            <p:nvPr/>
          </p:nvGrpSpPr>
          <p:grpSpPr bwMode="auto">
            <a:xfrm>
              <a:off x="4830" y="1752"/>
              <a:ext cx="667" cy="477"/>
              <a:chOff x="2949" y="196"/>
              <a:chExt cx="941" cy="598"/>
            </a:xfrm>
          </p:grpSpPr>
          <p:sp>
            <p:nvSpPr>
              <p:cNvPr id="178214"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15"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16"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17" name="Oval 26"/>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18"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19"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20"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21" name="Oval 30"/>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22"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8223"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8224"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8213" name="Text Box 34"/>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78185" name="Group 35"/>
          <p:cNvGrpSpPr>
            <a:grpSpLocks/>
          </p:cNvGrpSpPr>
          <p:nvPr/>
        </p:nvGrpSpPr>
        <p:grpSpPr bwMode="auto">
          <a:xfrm>
            <a:off x="4183063" y="515938"/>
            <a:ext cx="1179512" cy="858837"/>
            <a:chOff x="4830" y="1752"/>
            <a:chExt cx="667" cy="477"/>
          </a:xfrm>
        </p:grpSpPr>
        <p:grpSp>
          <p:nvGrpSpPr>
            <p:cNvPr id="178199" name="Group 36"/>
            <p:cNvGrpSpPr>
              <a:grpSpLocks/>
            </p:cNvGrpSpPr>
            <p:nvPr/>
          </p:nvGrpSpPr>
          <p:grpSpPr bwMode="auto">
            <a:xfrm>
              <a:off x="4830" y="1752"/>
              <a:ext cx="667" cy="477"/>
              <a:chOff x="2949" y="196"/>
              <a:chExt cx="941" cy="598"/>
            </a:xfrm>
          </p:grpSpPr>
          <p:sp>
            <p:nvSpPr>
              <p:cNvPr id="178201"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2"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3"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4" name="Oval 4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5"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6"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7"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8" name="Oval 4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20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821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821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8200" name="Text Box 4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sp>
        <p:nvSpPr>
          <p:cNvPr id="178186" name="Text Box 49"/>
          <p:cNvSpPr txBox="1">
            <a:spLocks noChangeArrowheads="1"/>
          </p:cNvSpPr>
          <p:nvPr/>
        </p:nvSpPr>
        <p:spPr bwMode="auto">
          <a:xfrm>
            <a:off x="246063" y="188913"/>
            <a:ext cx="4381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正</a:t>
            </a:r>
          </a:p>
          <a:p>
            <a:pPr eaLnBrk="1" hangingPunct="1"/>
            <a:r>
              <a:rPr kumimoji="1" lang="zh-CN" altLang="en-US" sz="2000">
                <a:solidFill>
                  <a:srgbClr val="333399"/>
                </a:solidFill>
                <a:latin typeface="Arial" pitchFamily="34" charset="0"/>
              </a:rPr>
              <a:t>常</a:t>
            </a:r>
          </a:p>
          <a:p>
            <a:pPr eaLnBrk="1" hangingPunct="1"/>
            <a:r>
              <a:rPr kumimoji="1" lang="zh-CN" altLang="en-US" sz="2000">
                <a:solidFill>
                  <a:srgbClr val="333399"/>
                </a:solidFill>
                <a:latin typeface="Arial" pitchFamily="34" charset="0"/>
              </a:rPr>
              <a:t>情</a:t>
            </a:r>
          </a:p>
          <a:p>
            <a:pPr eaLnBrk="1" hangingPunct="1"/>
            <a:r>
              <a:rPr kumimoji="1" lang="zh-CN" altLang="en-US" sz="2000">
                <a:solidFill>
                  <a:srgbClr val="333399"/>
                </a:solidFill>
                <a:latin typeface="Arial" pitchFamily="34" charset="0"/>
              </a:rPr>
              <a:t>况</a:t>
            </a:r>
          </a:p>
        </p:txBody>
      </p:sp>
      <p:grpSp>
        <p:nvGrpSpPr>
          <p:cNvPr id="178187" name="Group 50"/>
          <p:cNvGrpSpPr>
            <a:grpSpLocks/>
          </p:cNvGrpSpPr>
          <p:nvPr/>
        </p:nvGrpSpPr>
        <p:grpSpPr bwMode="auto">
          <a:xfrm>
            <a:off x="2249488" y="382588"/>
            <a:ext cx="1471612" cy="312737"/>
            <a:chOff x="1491" y="212"/>
            <a:chExt cx="853" cy="240"/>
          </a:xfrm>
        </p:grpSpPr>
        <p:sp>
          <p:nvSpPr>
            <p:cNvPr id="178197" name="AutoShape 5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198" name="Rectangle 52"/>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8188" name="Text Box 53"/>
          <p:cNvSpPr txBox="1">
            <a:spLocks noChangeArrowheads="1"/>
          </p:cNvSpPr>
          <p:nvPr/>
        </p:nvSpPr>
        <p:spPr bwMode="auto">
          <a:xfrm>
            <a:off x="2268538" y="457200"/>
            <a:ext cx="8858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nvGrpSpPr>
          <p:cNvPr id="178189" name="Group 54"/>
          <p:cNvGrpSpPr>
            <a:grpSpLocks/>
          </p:cNvGrpSpPr>
          <p:nvPr/>
        </p:nvGrpSpPr>
        <p:grpSpPr bwMode="auto">
          <a:xfrm flipH="1">
            <a:off x="5580063" y="404813"/>
            <a:ext cx="1471612" cy="312737"/>
            <a:chOff x="1491" y="212"/>
            <a:chExt cx="853" cy="240"/>
          </a:xfrm>
        </p:grpSpPr>
        <p:sp>
          <p:nvSpPr>
            <p:cNvPr id="178195" name="AutoShape 55"/>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196" name="Rectangle 56"/>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8190" name="Text Box 57"/>
          <p:cNvSpPr txBox="1">
            <a:spLocks noChangeArrowheads="1"/>
          </p:cNvSpPr>
          <p:nvPr/>
        </p:nvSpPr>
        <p:spPr bwMode="auto">
          <a:xfrm>
            <a:off x="5970588" y="500063"/>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sp>
        <p:nvSpPr>
          <p:cNvPr id="575546" name="Text Box 58"/>
          <p:cNvSpPr txBox="1">
            <a:spLocks noChangeArrowheads="1"/>
          </p:cNvSpPr>
          <p:nvPr/>
        </p:nvSpPr>
        <p:spPr bwMode="auto">
          <a:xfrm>
            <a:off x="1204913" y="3429000"/>
            <a:ext cx="70389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a:t>
            </a:r>
            <a:r>
              <a:rPr kumimoji="1" lang="en-US" altLang="zh-CN">
                <a:solidFill>
                  <a:srgbClr val="333399"/>
                </a:solidFill>
                <a:latin typeface="Arial" pitchFamily="34" charset="0"/>
              </a:rPr>
              <a:t> </a:t>
            </a:r>
            <a:r>
              <a:rPr kumimoji="1" lang="zh-CN" altLang="en-US">
                <a:solidFill>
                  <a:srgbClr val="333399"/>
                </a:solidFill>
                <a:latin typeface="Arial" pitchFamily="34" charset="0"/>
              </a:rPr>
              <a:t>说：“我到网 </a:t>
            </a:r>
            <a:r>
              <a:rPr kumimoji="1" lang="en-US" altLang="zh-CN">
                <a:solidFill>
                  <a:srgbClr val="333399"/>
                </a:solidFill>
                <a:latin typeface="Arial" pitchFamily="34" charset="0"/>
              </a:rPr>
              <a:t>1 </a:t>
            </a:r>
            <a:r>
              <a:rPr kumimoji="1" lang="zh-CN" altLang="en-US">
                <a:solidFill>
                  <a:srgbClr val="333399"/>
                </a:solidFill>
                <a:latin typeface="Arial" pitchFamily="34" charset="0"/>
              </a:rPr>
              <a:t>的距离是 </a:t>
            </a:r>
            <a:r>
              <a:rPr kumimoji="1" lang="en-US" altLang="zh-CN">
                <a:solidFill>
                  <a:srgbClr val="333399"/>
                </a:solidFill>
                <a:latin typeface="Arial" pitchFamily="34" charset="0"/>
              </a:rPr>
              <a:t>2</a:t>
            </a:r>
            <a:r>
              <a:rPr kumimoji="1" lang="zh-CN" altLang="en-US">
                <a:solidFill>
                  <a:srgbClr val="333399"/>
                </a:solidFill>
                <a:latin typeface="Arial" pitchFamily="34" charset="0"/>
              </a:rPr>
              <a:t>，是经过</a:t>
            </a:r>
            <a:r>
              <a:rPr kumimoji="1" lang="zh-CN" altLang="en-US" sz="1800">
                <a:solidFill>
                  <a:srgbClr val="333399"/>
                </a:solidFill>
                <a:latin typeface="Arial" pitchFamily="34" charset="0"/>
              </a:rPr>
              <a:t>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a:t>
            </a:r>
            <a:r>
              <a:rPr kumimoji="1" lang="zh-CN" altLang="en-US">
                <a:solidFill>
                  <a:srgbClr val="333399"/>
                </a:solidFill>
                <a:latin typeface="Arial" pitchFamily="34" charset="0"/>
              </a:rPr>
              <a:t>。”</a:t>
            </a:r>
          </a:p>
        </p:txBody>
      </p:sp>
      <p:sp>
        <p:nvSpPr>
          <p:cNvPr id="575547" name="AutoShape 59"/>
          <p:cNvSpPr>
            <a:spLocks noChangeArrowheads="1"/>
          </p:cNvSpPr>
          <p:nvPr/>
        </p:nvSpPr>
        <p:spPr bwMode="auto">
          <a:xfrm>
            <a:off x="1979613" y="1557338"/>
            <a:ext cx="3513137" cy="1008062"/>
          </a:xfrm>
          <a:prstGeom prst="wedgeRoundRectCallout">
            <a:avLst>
              <a:gd name="adj1" fmla="val 66495"/>
              <a:gd name="adj2" fmla="val -141023"/>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“1”</a:t>
            </a:r>
            <a:r>
              <a:rPr lang="zh-CN" altLang="en-US">
                <a:solidFill>
                  <a:srgbClr val="333399"/>
                </a:solidFill>
                <a:latin typeface="Arial" pitchFamily="34" charset="0"/>
              </a:rPr>
              <a:t>表示“从本路由器到网</a:t>
            </a:r>
            <a:r>
              <a:rPr lang="zh-CN" altLang="en-US" sz="1400">
                <a:solidFill>
                  <a:srgbClr val="333399"/>
                </a:solidFill>
                <a:latin typeface="Arial" pitchFamily="34" charset="0"/>
              </a:rPr>
              <a:t> </a:t>
            </a:r>
            <a:r>
              <a:rPr lang="en-US" altLang="zh-CN">
                <a:solidFill>
                  <a:srgbClr val="333399"/>
                </a:solidFill>
                <a:latin typeface="Arial" pitchFamily="34" charset="0"/>
              </a:rPr>
              <a:t>1”</a:t>
            </a:r>
          </a:p>
        </p:txBody>
      </p:sp>
      <p:sp>
        <p:nvSpPr>
          <p:cNvPr id="575548" name="AutoShape 60"/>
          <p:cNvSpPr>
            <a:spLocks noChangeArrowheads="1"/>
          </p:cNvSpPr>
          <p:nvPr/>
        </p:nvSpPr>
        <p:spPr bwMode="auto">
          <a:xfrm>
            <a:off x="3924300" y="2708275"/>
            <a:ext cx="3381375" cy="576263"/>
          </a:xfrm>
          <a:prstGeom prst="wedgeRoundRectCallout">
            <a:avLst>
              <a:gd name="adj1" fmla="val 22347"/>
              <a:gd name="adj2" fmla="val -405370"/>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“2”</a:t>
            </a:r>
            <a:r>
              <a:rPr lang="zh-CN" altLang="en-US">
                <a:solidFill>
                  <a:srgbClr val="333399"/>
                </a:solidFill>
                <a:latin typeface="Arial" pitchFamily="34" charset="0"/>
              </a:rPr>
              <a:t>表示“距离是</a:t>
            </a:r>
            <a:r>
              <a:rPr lang="zh-CN" altLang="en-US" sz="1400">
                <a:solidFill>
                  <a:srgbClr val="333399"/>
                </a:solidFill>
                <a:latin typeface="Arial" pitchFamily="34" charset="0"/>
              </a:rPr>
              <a:t> </a:t>
            </a:r>
            <a:r>
              <a:rPr lang="en-US" altLang="zh-CN">
                <a:solidFill>
                  <a:srgbClr val="333399"/>
                </a:solidFill>
                <a:latin typeface="Arial" pitchFamily="34" charset="0"/>
              </a:rPr>
              <a:t>2”</a:t>
            </a:r>
          </a:p>
        </p:txBody>
      </p:sp>
      <p:sp>
        <p:nvSpPr>
          <p:cNvPr id="575549" name="AutoShape 61"/>
          <p:cNvSpPr>
            <a:spLocks noChangeArrowheads="1"/>
          </p:cNvSpPr>
          <p:nvPr/>
        </p:nvSpPr>
        <p:spPr bwMode="auto">
          <a:xfrm>
            <a:off x="7164388" y="1420813"/>
            <a:ext cx="1728787" cy="1000125"/>
          </a:xfrm>
          <a:prstGeom prst="wedgeRoundRectCallout">
            <a:avLst>
              <a:gd name="adj1" fmla="val -71764"/>
              <a:gd name="adj2" fmla="val -117778"/>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a:solidFill>
                  <a:srgbClr val="333399"/>
                </a:solidFill>
                <a:latin typeface="Arial" pitchFamily="34" charset="0"/>
              </a:rPr>
              <a:t>“</a:t>
            </a:r>
            <a:r>
              <a:rPr lang="en-US" altLang="zh-CN">
                <a:solidFill>
                  <a:srgbClr val="333399"/>
                </a:solidFill>
                <a:latin typeface="Arial" pitchFamily="34" charset="0"/>
                <a:sym typeface="Symbol" pitchFamily="18" charset="2"/>
              </a:rPr>
              <a:t>R</a:t>
            </a:r>
            <a:r>
              <a:rPr lang="en-US" altLang="zh-CN" baseline="-25000">
                <a:solidFill>
                  <a:srgbClr val="333399"/>
                </a:solidFill>
                <a:latin typeface="Arial" pitchFamily="34" charset="0"/>
                <a:sym typeface="Symbol" pitchFamily="18" charset="2"/>
              </a:rPr>
              <a:t>1</a:t>
            </a:r>
            <a:r>
              <a:rPr lang="en-US" altLang="zh-CN">
                <a:solidFill>
                  <a:srgbClr val="333399"/>
                </a:solidFill>
                <a:latin typeface="Arial" pitchFamily="34" charset="0"/>
              </a:rPr>
              <a:t>”</a:t>
            </a:r>
            <a:r>
              <a:rPr lang="zh-CN" altLang="en-US">
                <a:solidFill>
                  <a:srgbClr val="333399"/>
                </a:solidFill>
                <a:latin typeface="Arial" pitchFamily="34" charset="0"/>
              </a:rPr>
              <a:t>表示</a:t>
            </a:r>
          </a:p>
          <a:p>
            <a:pPr algn="ctr"/>
            <a:r>
              <a:rPr lang="zh-CN" altLang="en-US">
                <a:solidFill>
                  <a:srgbClr val="333399"/>
                </a:solidFill>
                <a:latin typeface="Arial" pitchFamily="34" charset="0"/>
              </a:rPr>
              <a:t>经过 </a:t>
            </a:r>
            <a:r>
              <a:rPr lang="en-US" altLang="zh-CN">
                <a:solidFill>
                  <a:srgbClr val="333399"/>
                </a:solidFill>
                <a:latin typeface="Arial" pitchFamily="34" charset="0"/>
              </a:rPr>
              <a:t>R</a:t>
            </a:r>
            <a:r>
              <a:rPr lang="en-US" altLang="zh-CN" baseline="-25000">
                <a:solidFill>
                  <a:srgbClr val="333399"/>
                </a:solidFill>
                <a:latin typeface="Arial" pitchFamily="34" charset="0"/>
              </a:rPr>
              <a:t>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7554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554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554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755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5546" grpId="0"/>
      <p:bldP spid="575547" grpId="0" animBg="1"/>
      <p:bldP spid="575548" grpId="0" animBg="1"/>
      <p:bldP spid="575549" grpId="0" animBg="1"/>
    </p:bldLst>
  </p:timing>
</p:sld>
</file>

<file path=ppt/slides/slide1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9202" name="Line 2"/>
          <p:cNvSpPr>
            <a:spLocks noChangeShapeType="1"/>
          </p:cNvSpPr>
          <p:nvPr/>
        </p:nvSpPr>
        <p:spPr bwMode="auto">
          <a:xfrm>
            <a:off x="1647825" y="947738"/>
            <a:ext cx="6472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79203" name="Picture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7150" y="792163"/>
            <a:ext cx="728663"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9204" name="Text Box 4"/>
          <p:cNvSpPr txBox="1">
            <a:spLocks noChangeArrowheads="1"/>
          </p:cNvSpPr>
          <p:nvPr/>
        </p:nvSpPr>
        <p:spPr bwMode="auto">
          <a:xfrm>
            <a:off x="6410325"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79205" name="Text Box 5"/>
          <p:cNvSpPr txBox="1">
            <a:spLocks noChangeArrowheads="1"/>
          </p:cNvSpPr>
          <p:nvPr/>
        </p:nvSpPr>
        <p:spPr bwMode="auto">
          <a:xfrm>
            <a:off x="2813050"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79206"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2838" y="792163"/>
            <a:ext cx="7302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79207" name="Group 7"/>
          <p:cNvGrpSpPr>
            <a:grpSpLocks/>
          </p:cNvGrpSpPr>
          <p:nvPr/>
        </p:nvGrpSpPr>
        <p:grpSpPr bwMode="auto">
          <a:xfrm>
            <a:off x="709613" y="515938"/>
            <a:ext cx="1179512" cy="858837"/>
            <a:chOff x="4830" y="1752"/>
            <a:chExt cx="667" cy="477"/>
          </a:xfrm>
        </p:grpSpPr>
        <p:grpSp>
          <p:nvGrpSpPr>
            <p:cNvPr id="179309" name="Group 8"/>
            <p:cNvGrpSpPr>
              <a:grpSpLocks/>
            </p:cNvGrpSpPr>
            <p:nvPr/>
          </p:nvGrpSpPr>
          <p:grpSpPr bwMode="auto">
            <a:xfrm>
              <a:off x="4830" y="1752"/>
              <a:ext cx="667" cy="477"/>
              <a:chOff x="2949" y="196"/>
              <a:chExt cx="941" cy="598"/>
            </a:xfrm>
          </p:grpSpPr>
          <p:sp>
            <p:nvSpPr>
              <p:cNvPr id="179311"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2"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3"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4" name="Oval 1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5"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6"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7"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8" name="Oval 1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1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32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32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9310" name="Text Box 20"/>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79208" name="Group 21"/>
          <p:cNvGrpSpPr>
            <a:grpSpLocks/>
          </p:cNvGrpSpPr>
          <p:nvPr/>
        </p:nvGrpSpPr>
        <p:grpSpPr bwMode="auto">
          <a:xfrm>
            <a:off x="7713663" y="515938"/>
            <a:ext cx="1179512" cy="858837"/>
            <a:chOff x="4830" y="1752"/>
            <a:chExt cx="667" cy="477"/>
          </a:xfrm>
        </p:grpSpPr>
        <p:grpSp>
          <p:nvGrpSpPr>
            <p:cNvPr id="179296" name="Group 22"/>
            <p:cNvGrpSpPr>
              <a:grpSpLocks/>
            </p:cNvGrpSpPr>
            <p:nvPr/>
          </p:nvGrpSpPr>
          <p:grpSpPr bwMode="auto">
            <a:xfrm>
              <a:off x="4830" y="1752"/>
              <a:ext cx="667" cy="477"/>
              <a:chOff x="2949" y="196"/>
              <a:chExt cx="941" cy="598"/>
            </a:xfrm>
          </p:grpSpPr>
          <p:sp>
            <p:nvSpPr>
              <p:cNvPr id="179298"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99"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00"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01" name="Oval 26"/>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02"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03"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04"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05" name="Oval 30"/>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306"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307"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308"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9297" name="Text Box 34"/>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79209" name="Group 35"/>
          <p:cNvGrpSpPr>
            <a:grpSpLocks/>
          </p:cNvGrpSpPr>
          <p:nvPr/>
        </p:nvGrpSpPr>
        <p:grpSpPr bwMode="auto">
          <a:xfrm>
            <a:off x="4183063" y="515938"/>
            <a:ext cx="1179512" cy="858837"/>
            <a:chOff x="4830" y="1752"/>
            <a:chExt cx="667" cy="477"/>
          </a:xfrm>
        </p:grpSpPr>
        <p:grpSp>
          <p:nvGrpSpPr>
            <p:cNvPr id="179283" name="Group 36"/>
            <p:cNvGrpSpPr>
              <a:grpSpLocks/>
            </p:cNvGrpSpPr>
            <p:nvPr/>
          </p:nvGrpSpPr>
          <p:grpSpPr bwMode="auto">
            <a:xfrm>
              <a:off x="4830" y="1752"/>
              <a:ext cx="667" cy="477"/>
              <a:chOff x="2949" y="196"/>
              <a:chExt cx="941" cy="598"/>
            </a:xfrm>
          </p:grpSpPr>
          <p:sp>
            <p:nvSpPr>
              <p:cNvPr id="179285"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86"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87"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88" name="Oval 4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89"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90"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91"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92" name="Oval 4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93"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94"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95"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9284" name="Text Box 4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grpSp>
        <p:nvGrpSpPr>
          <p:cNvPr id="576561" name="Group 49"/>
          <p:cNvGrpSpPr>
            <a:grpSpLocks/>
          </p:cNvGrpSpPr>
          <p:nvPr/>
        </p:nvGrpSpPr>
        <p:grpSpPr bwMode="auto">
          <a:xfrm>
            <a:off x="565150" y="1989138"/>
            <a:ext cx="8328025" cy="1519237"/>
            <a:chOff x="356" y="1253"/>
            <a:chExt cx="5246" cy="957"/>
          </a:xfrm>
        </p:grpSpPr>
        <p:sp>
          <p:nvSpPr>
            <p:cNvPr id="179232" name="Line 50"/>
            <p:cNvSpPr>
              <a:spLocks noChangeShapeType="1"/>
            </p:cNvSpPr>
            <p:nvPr/>
          </p:nvSpPr>
          <p:spPr bwMode="auto">
            <a:xfrm>
              <a:off x="1038" y="1581"/>
              <a:ext cx="40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79233" name="Picture 5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9234" name="Text Box 52"/>
            <p:cNvSpPr txBox="1">
              <a:spLocks noChangeArrowheads="1"/>
            </p:cNvSpPr>
            <p:nvPr/>
          </p:nvSpPr>
          <p:spPr bwMode="auto">
            <a:xfrm>
              <a:off x="4038" y="164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79235" name="Text Box 53"/>
            <p:cNvSpPr txBox="1">
              <a:spLocks noChangeArrowheads="1"/>
            </p:cNvSpPr>
            <p:nvPr/>
          </p:nvSpPr>
          <p:spPr bwMode="auto">
            <a:xfrm>
              <a:off x="1772" y="164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79236" name="Picture 5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79237" name="Group 55"/>
            <p:cNvGrpSpPr>
              <a:grpSpLocks/>
            </p:cNvGrpSpPr>
            <p:nvPr/>
          </p:nvGrpSpPr>
          <p:grpSpPr bwMode="auto">
            <a:xfrm>
              <a:off x="447" y="1309"/>
              <a:ext cx="743" cy="541"/>
              <a:chOff x="4830" y="1752"/>
              <a:chExt cx="667" cy="477"/>
            </a:xfrm>
          </p:grpSpPr>
          <p:grpSp>
            <p:nvGrpSpPr>
              <p:cNvPr id="179270" name="Group 56"/>
              <p:cNvGrpSpPr>
                <a:grpSpLocks/>
              </p:cNvGrpSpPr>
              <p:nvPr/>
            </p:nvGrpSpPr>
            <p:grpSpPr bwMode="auto">
              <a:xfrm>
                <a:off x="4830" y="1752"/>
                <a:ext cx="667" cy="477"/>
                <a:chOff x="2949" y="196"/>
                <a:chExt cx="941" cy="598"/>
              </a:xfrm>
            </p:grpSpPr>
            <p:sp>
              <p:nvSpPr>
                <p:cNvPr id="179272" name="Oval 5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73"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74"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75" name="Oval 6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76" name="Oval 6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77"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78" name="Oval 6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79" name="Oval 6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80"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81"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82"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9271" name="Text Box 6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79238" name="Group 69"/>
            <p:cNvGrpSpPr>
              <a:grpSpLocks/>
            </p:cNvGrpSpPr>
            <p:nvPr/>
          </p:nvGrpSpPr>
          <p:grpSpPr bwMode="auto">
            <a:xfrm>
              <a:off x="4859" y="1309"/>
              <a:ext cx="743" cy="541"/>
              <a:chOff x="4830" y="1752"/>
              <a:chExt cx="667" cy="477"/>
            </a:xfrm>
          </p:grpSpPr>
          <p:grpSp>
            <p:nvGrpSpPr>
              <p:cNvPr id="179257" name="Group 70"/>
              <p:cNvGrpSpPr>
                <a:grpSpLocks/>
              </p:cNvGrpSpPr>
              <p:nvPr/>
            </p:nvGrpSpPr>
            <p:grpSpPr bwMode="auto">
              <a:xfrm>
                <a:off x="4830" y="1752"/>
                <a:ext cx="667" cy="477"/>
                <a:chOff x="2949" y="196"/>
                <a:chExt cx="941" cy="598"/>
              </a:xfrm>
            </p:grpSpPr>
            <p:sp>
              <p:nvSpPr>
                <p:cNvPr id="179259" name="Oval 7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0"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1"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2" name="Oval 74"/>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3" name="Oval 7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4"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5" name="Oval 7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6" name="Oval 78"/>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67"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68"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69"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9258" name="Text Box 82"/>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79239" name="Group 83"/>
            <p:cNvGrpSpPr>
              <a:grpSpLocks/>
            </p:cNvGrpSpPr>
            <p:nvPr/>
          </p:nvGrpSpPr>
          <p:grpSpPr bwMode="auto">
            <a:xfrm>
              <a:off x="2635" y="1309"/>
              <a:ext cx="743" cy="541"/>
              <a:chOff x="4830" y="1752"/>
              <a:chExt cx="667" cy="477"/>
            </a:xfrm>
          </p:grpSpPr>
          <p:grpSp>
            <p:nvGrpSpPr>
              <p:cNvPr id="179244" name="Group 84"/>
              <p:cNvGrpSpPr>
                <a:grpSpLocks/>
              </p:cNvGrpSpPr>
              <p:nvPr/>
            </p:nvGrpSpPr>
            <p:grpSpPr bwMode="auto">
              <a:xfrm>
                <a:off x="4830" y="1752"/>
                <a:ext cx="667" cy="477"/>
                <a:chOff x="2949" y="196"/>
                <a:chExt cx="941" cy="598"/>
              </a:xfrm>
            </p:grpSpPr>
            <p:sp>
              <p:nvSpPr>
                <p:cNvPr id="179246"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47"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48"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49" name="Oval 88"/>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50"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51"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52"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53" name="Oval 92"/>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54"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55"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56"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9245" name="Text Box 96"/>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grpSp>
          <p:nvGrpSpPr>
            <p:cNvPr id="179240" name="Group 97"/>
            <p:cNvGrpSpPr>
              <a:grpSpLocks/>
            </p:cNvGrpSpPr>
            <p:nvPr/>
          </p:nvGrpSpPr>
          <p:grpSpPr bwMode="auto">
            <a:xfrm>
              <a:off x="434" y="1253"/>
              <a:ext cx="755" cy="612"/>
              <a:chOff x="434" y="1298"/>
              <a:chExt cx="755" cy="612"/>
            </a:xfrm>
          </p:grpSpPr>
          <p:sp>
            <p:nvSpPr>
              <p:cNvPr id="179242" name="Line 98"/>
              <p:cNvSpPr>
                <a:spLocks noChangeShapeType="1"/>
              </p:cNvSpPr>
              <p:nvPr/>
            </p:nvSpPr>
            <p:spPr bwMode="auto">
              <a:xfrm>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9243" name="Line 99"/>
              <p:cNvSpPr>
                <a:spLocks noChangeShapeType="1"/>
              </p:cNvSpPr>
              <p:nvPr/>
            </p:nvSpPr>
            <p:spPr bwMode="auto">
              <a:xfrm flipH="1">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79241" name="Text Box 100"/>
            <p:cNvSpPr txBox="1">
              <a:spLocks noChangeArrowheads="1"/>
            </p:cNvSpPr>
            <p:nvPr/>
          </p:nvSpPr>
          <p:spPr bwMode="auto">
            <a:xfrm>
              <a:off x="356" y="1979"/>
              <a:ext cx="1027"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000">
                  <a:solidFill>
                    <a:srgbClr val="333399"/>
                  </a:solidFill>
                  <a:latin typeface="Arial" pitchFamily="34" charset="0"/>
                </a:rPr>
                <a:t>网</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1</a:t>
              </a:r>
              <a:r>
                <a:rPr kumimoji="1" lang="zh-CN" altLang="en-US" sz="2000">
                  <a:solidFill>
                    <a:srgbClr val="333399"/>
                  </a:solidFill>
                  <a:latin typeface="Arial" pitchFamily="34" charset="0"/>
                </a:rPr>
                <a:t>出了故障</a:t>
              </a:r>
            </a:p>
          </p:txBody>
        </p:sp>
      </p:grpSp>
      <p:sp>
        <p:nvSpPr>
          <p:cNvPr id="179211" name="Text Box 101"/>
          <p:cNvSpPr txBox="1">
            <a:spLocks noChangeArrowheads="1"/>
          </p:cNvSpPr>
          <p:nvPr/>
        </p:nvSpPr>
        <p:spPr bwMode="auto">
          <a:xfrm>
            <a:off x="246063" y="188913"/>
            <a:ext cx="4381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正</a:t>
            </a:r>
          </a:p>
          <a:p>
            <a:pPr eaLnBrk="1" hangingPunct="1"/>
            <a:r>
              <a:rPr kumimoji="1" lang="zh-CN" altLang="en-US" sz="2000">
                <a:solidFill>
                  <a:srgbClr val="333399"/>
                </a:solidFill>
                <a:latin typeface="Arial" pitchFamily="34" charset="0"/>
              </a:rPr>
              <a:t>常</a:t>
            </a:r>
          </a:p>
          <a:p>
            <a:pPr eaLnBrk="1" hangingPunct="1"/>
            <a:r>
              <a:rPr kumimoji="1" lang="zh-CN" altLang="en-US" sz="2000">
                <a:solidFill>
                  <a:srgbClr val="333399"/>
                </a:solidFill>
                <a:latin typeface="Arial" pitchFamily="34" charset="0"/>
              </a:rPr>
              <a:t>情</a:t>
            </a:r>
          </a:p>
          <a:p>
            <a:pPr eaLnBrk="1" hangingPunct="1"/>
            <a:r>
              <a:rPr kumimoji="1" lang="zh-CN" altLang="en-US" sz="2000">
                <a:solidFill>
                  <a:srgbClr val="333399"/>
                </a:solidFill>
                <a:latin typeface="Arial" pitchFamily="34" charset="0"/>
              </a:rPr>
              <a:t>况</a:t>
            </a:r>
          </a:p>
        </p:txBody>
      </p:sp>
      <p:grpSp>
        <p:nvGrpSpPr>
          <p:cNvPr id="179212" name="Group 102"/>
          <p:cNvGrpSpPr>
            <a:grpSpLocks/>
          </p:cNvGrpSpPr>
          <p:nvPr/>
        </p:nvGrpSpPr>
        <p:grpSpPr bwMode="auto">
          <a:xfrm>
            <a:off x="2249488" y="382588"/>
            <a:ext cx="1471612" cy="312737"/>
            <a:chOff x="1491" y="212"/>
            <a:chExt cx="853" cy="240"/>
          </a:xfrm>
        </p:grpSpPr>
        <p:sp>
          <p:nvSpPr>
            <p:cNvPr id="179230"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31"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9213" name="Text Box 105"/>
          <p:cNvSpPr txBox="1">
            <a:spLocks noChangeArrowheads="1"/>
          </p:cNvSpPr>
          <p:nvPr/>
        </p:nvSpPr>
        <p:spPr bwMode="auto">
          <a:xfrm>
            <a:off x="2268538" y="457200"/>
            <a:ext cx="8858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nvGrpSpPr>
          <p:cNvPr id="576618" name="Group 106"/>
          <p:cNvGrpSpPr>
            <a:grpSpLocks/>
          </p:cNvGrpSpPr>
          <p:nvPr/>
        </p:nvGrpSpPr>
        <p:grpSpPr bwMode="auto">
          <a:xfrm>
            <a:off x="2486025" y="3213100"/>
            <a:ext cx="1508125" cy="312738"/>
            <a:chOff x="1566" y="2024"/>
            <a:chExt cx="950" cy="197"/>
          </a:xfrm>
        </p:grpSpPr>
        <p:grpSp>
          <p:nvGrpSpPr>
            <p:cNvPr id="179226" name="Group 107"/>
            <p:cNvGrpSpPr>
              <a:grpSpLocks/>
            </p:cNvGrpSpPr>
            <p:nvPr/>
          </p:nvGrpSpPr>
          <p:grpSpPr bwMode="auto">
            <a:xfrm>
              <a:off x="1589" y="2024"/>
              <a:ext cx="927" cy="197"/>
              <a:chOff x="1491" y="212"/>
              <a:chExt cx="853" cy="240"/>
            </a:xfrm>
          </p:grpSpPr>
          <p:sp>
            <p:nvSpPr>
              <p:cNvPr id="179228"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29"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9227" name="Text Box 110"/>
            <p:cNvSpPr txBox="1">
              <a:spLocks noChangeArrowheads="1"/>
            </p:cNvSpPr>
            <p:nvPr/>
          </p:nvSpPr>
          <p:spPr bwMode="auto">
            <a:xfrm>
              <a:off x="1566" y="2066"/>
              <a:ext cx="64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1  16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grpSp>
        <p:nvGrpSpPr>
          <p:cNvPr id="179215" name="Group 111"/>
          <p:cNvGrpSpPr>
            <a:grpSpLocks/>
          </p:cNvGrpSpPr>
          <p:nvPr/>
        </p:nvGrpSpPr>
        <p:grpSpPr bwMode="auto">
          <a:xfrm flipH="1">
            <a:off x="5580063" y="404813"/>
            <a:ext cx="1471612" cy="312737"/>
            <a:chOff x="1491" y="212"/>
            <a:chExt cx="853" cy="240"/>
          </a:xfrm>
        </p:grpSpPr>
        <p:sp>
          <p:nvSpPr>
            <p:cNvPr id="179224" name="AutoShape 112"/>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25" name="Rectangle 113"/>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9216" name="Text Box 114"/>
          <p:cNvSpPr txBox="1">
            <a:spLocks noChangeArrowheads="1"/>
          </p:cNvSpPr>
          <p:nvPr/>
        </p:nvSpPr>
        <p:spPr bwMode="auto">
          <a:xfrm>
            <a:off x="5970588" y="500063"/>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nvGrpSpPr>
          <p:cNvPr id="576627" name="Group 115"/>
          <p:cNvGrpSpPr>
            <a:grpSpLocks/>
          </p:cNvGrpSpPr>
          <p:nvPr/>
        </p:nvGrpSpPr>
        <p:grpSpPr bwMode="auto">
          <a:xfrm>
            <a:off x="5580063" y="3160713"/>
            <a:ext cx="1471612" cy="339725"/>
            <a:chOff x="3515" y="1991"/>
            <a:chExt cx="927" cy="214"/>
          </a:xfrm>
        </p:grpSpPr>
        <p:grpSp>
          <p:nvGrpSpPr>
            <p:cNvPr id="179220" name="Group 116"/>
            <p:cNvGrpSpPr>
              <a:grpSpLocks/>
            </p:cNvGrpSpPr>
            <p:nvPr/>
          </p:nvGrpSpPr>
          <p:grpSpPr bwMode="auto">
            <a:xfrm flipH="1">
              <a:off x="3515" y="1991"/>
              <a:ext cx="927" cy="197"/>
              <a:chOff x="1491" y="212"/>
              <a:chExt cx="853" cy="240"/>
            </a:xfrm>
          </p:grpSpPr>
          <p:sp>
            <p:nvSpPr>
              <p:cNvPr id="179222" name="AutoShape 117"/>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223" name="Rectangle 118"/>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79221" name="Text Box 119"/>
            <p:cNvSpPr txBox="1">
              <a:spLocks noChangeArrowheads="1"/>
            </p:cNvSpPr>
            <p:nvPr/>
          </p:nvSpPr>
          <p:spPr bwMode="auto">
            <a:xfrm>
              <a:off x="3761" y="2051"/>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sp>
        <p:nvSpPr>
          <p:cNvPr id="576632" name="Text Box 120"/>
          <p:cNvSpPr txBox="1">
            <a:spLocks noChangeArrowheads="1"/>
          </p:cNvSpPr>
          <p:nvPr/>
        </p:nvSpPr>
        <p:spPr bwMode="auto">
          <a:xfrm>
            <a:off x="539750" y="3702050"/>
            <a:ext cx="8193088" cy="955675"/>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a:t>
            </a:r>
            <a:r>
              <a:rPr kumimoji="1" lang="en-US" altLang="zh-CN">
                <a:solidFill>
                  <a:srgbClr val="333399"/>
                </a:solidFill>
                <a:latin typeface="Arial" pitchFamily="34" charset="0"/>
              </a:rPr>
              <a:t> </a:t>
            </a:r>
            <a:r>
              <a:rPr kumimoji="1" lang="zh-CN" altLang="en-US">
                <a:solidFill>
                  <a:srgbClr val="333399"/>
                </a:solidFill>
                <a:latin typeface="Arial" pitchFamily="34" charset="0"/>
              </a:rPr>
              <a:t>说：“我到网 </a:t>
            </a:r>
            <a:r>
              <a:rPr kumimoji="1" lang="en-US" altLang="zh-CN">
                <a:solidFill>
                  <a:srgbClr val="333399"/>
                </a:solidFill>
                <a:latin typeface="Arial" pitchFamily="34" charset="0"/>
              </a:rPr>
              <a:t>1 </a:t>
            </a:r>
            <a:r>
              <a:rPr kumimoji="1" lang="zh-CN" altLang="en-US">
                <a:solidFill>
                  <a:srgbClr val="333399"/>
                </a:solidFill>
                <a:latin typeface="Arial" pitchFamily="34" charset="0"/>
              </a:rPr>
              <a:t>的距离是 </a:t>
            </a:r>
            <a:r>
              <a:rPr kumimoji="1" lang="en-US" altLang="zh-CN">
                <a:solidFill>
                  <a:srgbClr val="333399"/>
                </a:solidFill>
                <a:latin typeface="Arial" pitchFamily="34" charset="0"/>
              </a:rPr>
              <a:t>16 </a:t>
            </a:r>
            <a:r>
              <a:rPr kumimoji="1" lang="zh-CN" altLang="en-US">
                <a:solidFill>
                  <a:srgbClr val="333399"/>
                </a:solidFill>
                <a:latin typeface="Arial" pitchFamily="34" charset="0"/>
              </a:rPr>
              <a:t>（表示无法到达），</a:t>
            </a:r>
          </a:p>
          <a:p>
            <a:pPr eaLnBrk="1" hangingPunct="1"/>
            <a:r>
              <a:rPr kumimoji="1" lang="zh-CN" altLang="en-US">
                <a:solidFill>
                  <a:srgbClr val="333399"/>
                </a:solidFill>
                <a:latin typeface="Arial" pitchFamily="34" charset="0"/>
              </a:rPr>
              <a:t>            是直接交付。”</a:t>
            </a:r>
          </a:p>
        </p:txBody>
      </p:sp>
      <p:sp>
        <p:nvSpPr>
          <p:cNvPr id="576633" name="Text Box 121"/>
          <p:cNvSpPr txBox="1">
            <a:spLocks noChangeArrowheads="1"/>
          </p:cNvSpPr>
          <p:nvPr/>
        </p:nvSpPr>
        <p:spPr bwMode="auto">
          <a:xfrm>
            <a:off x="107950" y="4859338"/>
            <a:ext cx="8839200" cy="955675"/>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a:solidFill>
                  <a:srgbClr val="333399"/>
                </a:solidFill>
                <a:latin typeface="Arial" pitchFamily="34" charset="0"/>
              </a:rPr>
              <a:t>但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a:t>
            </a:r>
            <a:r>
              <a:rPr kumimoji="1" lang="en-US" altLang="zh-CN">
                <a:solidFill>
                  <a:srgbClr val="333399"/>
                </a:solidFill>
                <a:latin typeface="Arial" pitchFamily="34" charset="0"/>
              </a:rPr>
              <a:t> </a:t>
            </a:r>
            <a:r>
              <a:rPr kumimoji="1" lang="zh-CN" altLang="en-US">
                <a:solidFill>
                  <a:srgbClr val="333399"/>
                </a:solidFill>
                <a:latin typeface="Arial" pitchFamily="34" charset="0"/>
              </a:rPr>
              <a:t>在收到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a:t>
            </a:r>
            <a:r>
              <a:rPr kumimoji="1" lang="en-US" altLang="zh-CN">
                <a:solidFill>
                  <a:srgbClr val="333399"/>
                </a:solidFill>
                <a:latin typeface="Arial" pitchFamily="34" charset="0"/>
              </a:rPr>
              <a:t> </a:t>
            </a:r>
            <a:r>
              <a:rPr kumimoji="1" lang="zh-CN" altLang="en-US">
                <a:solidFill>
                  <a:srgbClr val="333399"/>
                </a:solidFill>
                <a:latin typeface="Arial" pitchFamily="34" charset="0"/>
              </a:rPr>
              <a:t>的更新报文之前，还发送原来的报文，</a:t>
            </a:r>
          </a:p>
          <a:p>
            <a:pPr eaLnBrk="1" hangingPunct="1"/>
            <a:r>
              <a:rPr kumimoji="1" lang="zh-CN" altLang="en-US">
                <a:solidFill>
                  <a:srgbClr val="333399"/>
                </a:solidFill>
                <a:latin typeface="Arial" pitchFamily="34" charset="0"/>
              </a:rPr>
              <a:t>因为这时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a:t>
            </a:r>
            <a:r>
              <a:rPr kumimoji="1" lang="en-US" altLang="zh-CN">
                <a:solidFill>
                  <a:srgbClr val="333399"/>
                </a:solidFill>
                <a:latin typeface="Arial" pitchFamily="34" charset="0"/>
              </a:rPr>
              <a:t> </a:t>
            </a:r>
            <a:r>
              <a:rPr kumimoji="1" lang="zh-CN" altLang="en-US">
                <a:solidFill>
                  <a:srgbClr val="333399"/>
                </a:solidFill>
                <a:latin typeface="Arial" pitchFamily="34" charset="0"/>
              </a:rPr>
              <a:t>并不知道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a:t>
            </a:r>
            <a:r>
              <a:rPr kumimoji="1" lang="en-US" altLang="zh-CN">
                <a:solidFill>
                  <a:srgbClr val="333399"/>
                </a:solidFill>
                <a:latin typeface="Arial" pitchFamily="34" charset="0"/>
              </a:rPr>
              <a:t> </a:t>
            </a:r>
            <a:r>
              <a:rPr kumimoji="1" lang="zh-CN" altLang="en-US">
                <a:solidFill>
                  <a:srgbClr val="333399"/>
                </a:solidFill>
                <a:latin typeface="Arial" pitchFamily="34" charset="0"/>
              </a:rPr>
              <a:t>出了故障。</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765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6632"/>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500"/>
                                  </p:stCondLst>
                                  <p:childTnLst>
                                    <p:set>
                                      <p:cBhvr>
                                        <p:cTn id="13" dur="1" fill="hold">
                                          <p:stCondLst>
                                            <p:cond delay="0"/>
                                          </p:stCondLst>
                                        </p:cTn>
                                        <p:tgtEl>
                                          <p:spTgt spid="576618"/>
                                        </p:tgtEl>
                                        <p:attrNameLst>
                                          <p:attrName>style.visibility</p:attrName>
                                        </p:attrNameLst>
                                      </p:cBhvr>
                                      <p:to>
                                        <p:strVal val="visible"/>
                                      </p:to>
                                    </p:set>
                                  </p:childTnLst>
                                </p:cTn>
                              </p:par>
                            </p:childTnLst>
                          </p:cTn>
                        </p:par>
                        <p:par>
                          <p:cTn id="14" fill="hold" nodeType="afterGroup">
                            <p:stCondLst>
                              <p:cond delay="500"/>
                            </p:stCondLst>
                            <p:childTnLst>
                              <p:par>
                                <p:cTn id="15" presetID="35" presetClass="emph" presetSubtype="0" repeatCount="3000" fill="hold" nodeType="afterEffect">
                                  <p:stCondLst>
                                    <p:cond delay="500"/>
                                  </p:stCondLst>
                                  <p:childTnLst>
                                    <p:anim calcmode="discrete" valueType="str">
                                      <p:cBhvr>
                                        <p:cTn id="16" dur="1000" fill="hold"/>
                                        <p:tgtEl>
                                          <p:spTgt spid="576618"/>
                                        </p:tgtEl>
                                        <p:attrNameLst>
                                          <p:attrName>style.visibility</p:attrName>
                                        </p:attrNameLst>
                                      </p:cBhvr>
                                      <p:tavLst>
                                        <p:tav tm="0">
                                          <p:val>
                                            <p:strVal val="hidden"/>
                                          </p:val>
                                        </p:tav>
                                        <p:tav tm="50000">
                                          <p:val>
                                            <p:strVal val="visible"/>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76633"/>
                                        </p:tgtEl>
                                        <p:attrNameLst>
                                          <p:attrName>style.visibility</p:attrName>
                                        </p:attrNameLst>
                                      </p:cBhvr>
                                      <p:to>
                                        <p:strVal val="visible"/>
                                      </p:to>
                                    </p:set>
                                  </p:childTnLst>
                                </p:cTn>
                              </p:par>
                            </p:childTnLst>
                          </p:cTn>
                        </p:par>
                        <p:par>
                          <p:cTn id="21" fill="hold" nodeType="afterGroup">
                            <p:stCondLst>
                              <p:cond delay="0"/>
                            </p:stCondLst>
                            <p:childTnLst>
                              <p:par>
                                <p:cTn id="22" presetID="1" presetClass="entr" presetSubtype="0" fill="hold" nodeType="afterEffect">
                                  <p:stCondLst>
                                    <p:cond delay="500"/>
                                  </p:stCondLst>
                                  <p:childTnLst>
                                    <p:set>
                                      <p:cBhvr>
                                        <p:cTn id="23" dur="1" fill="hold">
                                          <p:stCondLst>
                                            <p:cond delay="0"/>
                                          </p:stCondLst>
                                        </p:cTn>
                                        <p:tgtEl>
                                          <p:spTgt spid="576627"/>
                                        </p:tgtEl>
                                        <p:attrNameLst>
                                          <p:attrName>style.visibility</p:attrName>
                                        </p:attrNameLst>
                                      </p:cBhvr>
                                      <p:to>
                                        <p:strVal val="visible"/>
                                      </p:to>
                                    </p:set>
                                  </p:childTnLst>
                                </p:cTn>
                              </p:par>
                            </p:childTnLst>
                          </p:cTn>
                        </p:par>
                        <p:par>
                          <p:cTn id="24" fill="hold" nodeType="afterGroup">
                            <p:stCondLst>
                              <p:cond delay="500"/>
                            </p:stCondLst>
                            <p:childTnLst>
                              <p:par>
                                <p:cTn id="25" presetID="35" presetClass="emph" presetSubtype="0" repeatCount="3000" fill="hold" nodeType="afterEffect">
                                  <p:stCondLst>
                                    <p:cond delay="500"/>
                                  </p:stCondLst>
                                  <p:childTnLst>
                                    <p:anim calcmode="discrete" valueType="str">
                                      <p:cBhvr>
                                        <p:cTn id="26" dur="1000" fill="hold"/>
                                        <p:tgtEl>
                                          <p:spTgt spid="5766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6632" grpId="0" animBg="1"/>
      <p:bldP spid="576633" grpId="0" animBg="1"/>
    </p:bldLst>
  </p:timing>
</p:sld>
</file>

<file path=ppt/slides/slide1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0226" name="Line 2"/>
          <p:cNvSpPr>
            <a:spLocks noChangeShapeType="1"/>
          </p:cNvSpPr>
          <p:nvPr/>
        </p:nvSpPr>
        <p:spPr bwMode="auto">
          <a:xfrm>
            <a:off x="1647825" y="947738"/>
            <a:ext cx="6472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0227" name="Picture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7150" y="792163"/>
            <a:ext cx="728663"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0228" name="Text Box 4"/>
          <p:cNvSpPr txBox="1">
            <a:spLocks noChangeArrowheads="1"/>
          </p:cNvSpPr>
          <p:nvPr/>
        </p:nvSpPr>
        <p:spPr bwMode="auto">
          <a:xfrm>
            <a:off x="6410325"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80229" name="Text Box 5"/>
          <p:cNvSpPr txBox="1">
            <a:spLocks noChangeArrowheads="1"/>
          </p:cNvSpPr>
          <p:nvPr/>
        </p:nvSpPr>
        <p:spPr bwMode="auto">
          <a:xfrm>
            <a:off x="2813050"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80230"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2838" y="792163"/>
            <a:ext cx="7302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0231" name="Group 7"/>
          <p:cNvGrpSpPr>
            <a:grpSpLocks/>
          </p:cNvGrpSpPr>
          <p:nvPr/>
        </p:nvGrpSpPr>
        <p:grpSpPr bwMode="auto">
          <a:xfrm>
            <a:off x="709613" y="515938"/>
            <a:ext cx="1179512" cy="858837"/>
            <a:chOff x="4830" y="1752"/>
            <a:chExt cx="667" cy="477"/>
          </a:xfrm>
        </p:grpSpPr>
        <p:grpSp>
          <p:nvGrpSpPr>
            <p:cNvPr id="180337" name="Group 8"/>
            <p:cNvGrpSpPr>
              <a:grpSpLocks/>
            </p:cNvGrpSpPr>
            <p:nvPr/>
          </p:nvGrpSpPr>
          <p:grpSpPr bwMode="auto">
            <a:xfrm>
              <a:off x="4830" y="1752"/>
              <a:ext cx="667" cy="477"/>
              <a:chOff x="2949" y="196"/>
              <a:chExt cx="941" cy="598"/>
            </a:xfrm>
          </p:grpSpPr>
          <p:sp>
            <p:nvSpPr>
              <p:cNvPr id="180339"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0"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1"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2" name="Oval 1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3"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4"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5"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6" name="Oval 1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47"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48"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49"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0338" name="Text Box 20"/>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80232" name="Group 21"/>
          <p:cNvGrpSpPr>
            <a:grpSpLocks/>
          </p:cNvGrpSpPr>
          <p:nvPr/>
        </p:nvGrpSpPr>
        <p:grpSpPr bwMode="auto">
          <a:xfrm>
            <a:off x="7713663" y="515938"/>
            <a:ext cx="1179512" cy="858837"/>
            <a:chOff x="4830" y="1752"/>
            <a:chExt cx="667" cy="477"/>
          </a:xfrm>
        </p:grpSpPr>
        <p:grpSp>
          <p:nvGrpSpPr>
            <p:cNvPr id="180324" name="Group 22"/>
            <p:cNvGrpSpPr>
              <a:grpSpLocks/>
            </p:cNvGrpSpPr>
            <p:nvPr/>
          </p:nvGrpSpPr>
          <p:grpSpPr bwMode="auto">
            <a:xfrm>
              <a:off x="4830" y="1752"/>
              <a:ext cx="667" cy="477"/>
              <a:chOff x="2949" y="196"/>
              <a:chExt cx="941" cy="598"/>
            </a:xfrm>
          </p:grpSpPr>
          <p:sp>
            <p:nvSpPr>
              <p:cNvPr id="180326"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27"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28"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29" name="Oval 26"/>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30"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31"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32"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33" name="Oval 30"/>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34"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35"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36"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0325" name="Text Box 34"/>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80233" name="Group 35"/>
          <p:cNvGrpSpPr>
            <a:grpSpLocks/>
          </p:cNvGrpSpPr>
          <p:nvPr/>
        </p:nvGrpSpPr>
        <p:grpSpPr bwMode="auto">
          <a:xfrm>
            <a:off x="4183063" y="515938"/>
            <a:ext cx="1179512" cy="858837"/>
            <a:chOff x="4830" y="1752"/>
            <a:chExt cx="667" cy="477"/>
          </a:xfrm>
        </p:grpSpPr>
        <p:grpSp>
          <p:nvGrpSpPr>
            <p:cNvPr id="180311" name="Group 36"/>
            <p:cNvGrpSpPr>
              <a:grpSpLocks/>
            </p:cNvGrpSpPr>
            <p:nvPr/>
          </p:nvGrpSpPr>
          <p:grpSpPr bwMode="auto">
            <a:xfrm>
              <a:off x="4830" y="1752"/>
              <a:ext cx="667" cy="477"/>
              <a:chOff x="2949" y="196"/>
              <a:chExt cx="941" cy="598"/>
            </a:xfrm>
          </p:grpSpPr>
          <p:sp>
            <p:nvSpPr>
              <p:cNvPr id="180313"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14"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15"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16" name="Oval 4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17"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18"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19"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20" name="Oval 4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21"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22"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23"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0312" name="Text Box 4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grpSp>
        <p:nvGrpSpPr>
          <p:cNvPr id="180234" name="Group 49"/>
          <p:cNvGrpSpPr>
            <a:grpSpLocks/>
          </p:cNvGrpSpPr>
          <p:nvPr/>
        </p:nvGrpSpPr>
        <p:grpSpPr bwMode="auto">
          <a:xfrm>
            <a:off x="565150" y="1989138"/>
            <a:ext cx="8328025" cy="1519237"/>
            <a:chOff x="356" y="1253"/>
            <a:chExt cx="5246" cy="957"/>
          </a:xfrm>
        </p:grpSpPr>
        <p:sp>
          <p:nvSpPr>
            <p:cNvPr id="180260" name="Line 50"/>
            <p:cNvSpPr>
              <a:spLocks noChangeShapeType="1"/>
            </p:cNvSpPr>
            <p:nvPr/>
          </p:nvSpPr>
          <p:spPr bwMode="auto">
            <a:xfrm>
              <a:off x="1038" y="1581"/>
              <a:ext cx="40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0261" name="Picture 5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0262" name="Text Box 52"/>
            <p:cNvSpPr txBox="1">
              <a:spLocks noChangeArrowheads="1"/>
            </p:cNvSpPr>
            <p:nvPr/>
          </p:nvSpPr>
          <p:spPr bwMode="auto">
            <a:xfrm>
              <a:off x="4038" y="164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80263" name="Text Box 53"/>
            <p:cNvSpPr txBox="1">
              <a:spLocks noChangeArrowheads="1"/>
            </p:cNvSpPr>
            <p:nvPr/>
          </p:nvSpPr>
          <p:spPr bwMode="auto">
            <a:xfrm>
              <a:off x="1772" y="164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80264" name="Picture 5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0265" name="Group 55"/>
            <p:cNvGrpSpPr>
              <a:grpSpLocks/>
            </p:cNvGrpSpPr>
            <p:nvPr/>
          </p:nvGrpSpPr>
          <p:grpSpPr bwMode="auto">
            <a:xfrm>
              <a:off x="447" y="1309"/>
              <a:ext cx="743" cy="541"/>
              <a:chOff x="4830" y="1752"/>
              <a:chExt cx="667" cy="477"/>
            </a:xfrm>
          </p:grpSpPr>
          <p:grpSp>
            <p:nvGrpSpPr>
              <p:cNvPr id="180298" name="Group 56"/>
              <p:cNvGrpSpPr>
                <a:grpSpLocks/>
              </p:cNvGrpSpPr>
              <p:nvPr/>
            </p:nvGrpSpPr>
            <p:grpSpPr bwMode="auto">
              <a:xfrm>
                <a:off x="4830" y="1752"/>
                <a:ext cx="667" cy="477"/>
                <a:chOff x="2949" y="196"/>
                <a:chExt cx="941" cy="598"/>
              </a:xfrm>
            </p:grpSpPr>
            <p:sp>
              <p:nvSpPr>
                <p:cNvPr id="180300" name="Oval 5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1"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2"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3" name="Oval 6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4" name="Oval 6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5"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6" name="Oval 6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7" name="Oval 6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308"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09"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310"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0299" name="Text Box 6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80266" name="Group 69"/>
            <p:cNvGrpSpPr>
              <a:grpSpLocks/>
            </p:cNvGrpSpPr>
            <p:nvPr/>
          </p:nvGrpSpPr>
          <p:grpSpPr bwMode="auto">
            <a:xfrm>
              <a:off x="4859" y="1309"/>
              <a:ext cx="743" cy="541"/>
              <a:chOff x="4830" y="1752"/>
              <a:chExt cx="667" cy="477"/>
            </a:xfrm>
          </p:grpSpPr>
          <p:grpSp>
            <p:nvGrpSpPr>
              <p:cNvPr id="180285" name="Group 70"/>
              <p:cNvGrpSpPr>
                <a:grpSpLocks/>
              </p:cNvGrpSpPr>
              <p:nvPr/>
            </p:nvGrpSpPr>
            <p:grpSpPr bwMode="auto">
              <a:xfrm>
                <a:off x="4830" y="1752"/>
                <a:ext cx="667" cy="477"/>
                <a:chOff x="2949" y="196"/>
                <a:chExt cx="941" cy="598"/>
              </a:xfrm>
            </p:grpSpPr>
            <p:sp>
              <p:nvSpPr>
                <p:cNvPr id="180287" name="Oval 7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88"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89"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90" name="Oval 74"/>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91" name="Oval 7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92"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93" name="Oval 7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94" name="Oval 78"/>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95"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296"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297"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0286" name="Text Box 82"/>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80267" name="Group 83"/>
            <p:cNvGrpSpPr>
              <a:grpSpLocks/>
            </p:cNvGrpSpPr>
            <p:nvPr/>
          </p:nvGrpSpPr>
          <p:grpSpPr bwMode="auto">
            <a:xfrm>
              <a:off x="2635" y="1309"/>
              <a:ext cx="743" cy="541"/>
              <a:chOff x="4830" y="1752"/>
              <a:chExt cx="667" cy="477"/>
            </a:xfrm>
          </p:grpSpPr>
          <p:grpSp>
            <p:nvGrpSpPr>
              <p:cNvPr id="180272" name="Group 84"/>
              <p:cNvGrpSpPr>
                <a:grpSpLocks/>
              </p:cNvGrpSpPr>
              <p:nvPr/>
            </p:nvGrpSpPr>
            <p:grpSpPr bwMode="auto">
              <a:xfrm>
                <a:off x="4830" y="1752"/>
                <a:ext cx="667" cy="477"/>
                <a:chOff x="2949" y="196"/>
                <a:chExt cx="941" cy="598"/>
              </a:xfrm>
            </p:grpSpPr>
            <p:sp>
              <p:nvSpPr>
                <p:cNvPr id="180274"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75"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76"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77" name="Oval 88"/>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78"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79"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80"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81" name="Oval 92"/>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82"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283"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284"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0273" name="Text Box 96"/>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grpSp>
          <p:nvGrpSpPr>
            <p:cNvPr id="180268" name="Group 97"/>
            <p:cNvGrpSpPr>
              <a:grpSpLocks/>
            </p:cNvGrpSpPr>
            <p:nvPr/>
          </p:nvGrpSpPr>
          <p:grpSpPr bwMode="auto">
            <a:xfrm>
              <a:off x="434" y="1253"/>
              <a:ext cx="755" cy="612"/>
              <a:chOff x="434" y="1298"/>
              <a:chExt cx="755" cy="612"/>
            </a:xfrm>
          </p:grpSpPr>
          <p:sp>
            <p:nvSpPr>
              <p:cNvPr id="180270" name="Line 98"/>
              <p:cNvSpPr>
                <a:spLocks noChangeShapeType="1"/>
              </p:cNvSpPr>
              <p:nvPr/>
            </p:nvSpPr>
            <p:spPr bwMode="auto">
              <a:xfrm>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0271" name="Line 99"/>
              <p:cNvSpPr>
                <a:spLocks noChangeShapeType="1"/>
              </p:cNvSpPr>
              <p:nvPr/>
            </p:nvSpPr>
            <p:spPr bwMode="auto">
              <a:xfrm flipH="1">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0269" name="Text Box 100"/>
            <p:cNvSpPr txBox="1">
              <a:spLocks noChangeArrowheads="1"/>
            </p:cNvSpPr>
            <p:nvPr/>
          </p:nvSpPr>
          <p:spPr bwMode="auto">
            <a:xfrm>
              <a:off x="356" y="1979"/>
              <a:ext cx="1027"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000">
                  <a:solidFill>
                    <a:srgbClr val="333399"/>
                  </a:solidFill>
                  <a:latin typeface="Arial" pitchFamily="34" charset="0"/>
                </a:rPr>
                <a:t>网</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1</a:t>
              </a:r>
              <a:r>
                <a:rPr kumimoji="1" lang="zh-CN" altLang="en-US" sz="2000">
                  <a:solidFill>
                    <a:srgbClr val="333399"/>
                  </a:solidFill>
                  <a:latin typeface="Arial" pitchFamily="34" charset="0"/>
                </a:rPr>
                <a:t>出了故障</a:t>
              </a:r>
            </a:p>
          </p:txBody>
        </p:sp>
      </p:grpSp>
      <p:sp>
        <p:nvSpPr>
          <p:cNvPr id="180235" name="Text Box 101"/>
          <p:cNvSpPr txBox="1">
            <a:spLocks noChangeArrowheads="1"/>
          </p:cNvSpPr>
          <p:nvPr/>
        </p:nvSpPr>
        <p:spPr bwMode="auto">
          <a:xfrm>
            <a:off x="246063" y="188913"/>
            <a:ext cx="4381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正</a:t>
            </a:r>
          </a:p>
          <a:p>
            <a:pPr eaLnBrk="1" hangingPunct="1"/>
            <a:r>
              <a:rPr kumimoji="1" lang="zh-CN" altLang="en-US" sz="2000">
                <a:solidFill>
                  <a:srgbClr val="333399"/>
                </a:solidFill>
                <a:latin typeface="Arial" pitchFamily="34" charset="0"/>
              </a:rPr>
              <a:t>常</a:t>
            </a:r>
          </a:p>
          <a:p>
            <a:pPr eaLnBrk="1" hangingPunct="1"/>
            <a:r>
              <a:rPr kumimoji="1" lang="zh-CN" altLang="en-US" sz="2000">
                <a:solidFill>
                  <a:srgbClr val="333399"/>
                </a:solidFill>
                <a:latin typeface="Arial" pitchFamily="34" charset="0"/>
              </a:rPr>
              <a:t>情</a:t>
            </a:r>
          </a:p>
          <a:p>
            <a:pPr eaLnBrk="1" hangingPunct="1"/>
            <a:r>
              <a:rPr kumimoji="1" lang="zh-CN" altLang="en-US" sz="2000">
                <a:solidFill>
                  <a:srgbClr val="333399"/>
                </a:solidFill>
                <a:latin typeface="Arial" pitchFamily="34" charset="0"/>
              </a:rPr>
              <a:t>况</a:t>
            </a:r>
          </a:p>
        </p:txBody>
      </p:sp>
      <p:grpSp>
        <p:nvGrpSpPr>
          <p:cNvPr id="180236" name="Group 102"/>
          <p:cNvGrpSpPr>
            <a:grpSpLocks/>
          </p:cNvGrpSpPr>
          <p:nvPr/>
        </p:nvGrpSpPr>
        <p:grpSpPr bwMode="auto">
          <a:xfrm>
            <a:off x="2249488" y="382588"/>
            <a:ext cx="1471612" cy="312737"/>
            <a:chOff x="1491" y="212"/>
            <a:chExt cx="853" cy="240"/>
          </a:xfrm>
        </p:grpSpPr>
        <p:sp>
          <p:nvSpPr>
            <p:cNvPr id="180258"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59"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0237" name="Text Box 105"/>
          <p:cNvSpPr txBox="1">
            <a:spLocks noChangeArrowheads="1"/>
          </p:cNvSpPr>
          <p:nvPr/>
        </p:nvSpPr>
        <p:spPr bwMode="auto">
          <a:xfrm>
            <a:off x="2268538" y="457200"/>
            <a:ext cx="8858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nvGrpSpPr>
          <p:cNvPr id="180238" name="Group 106"/>
          <p:cNvGrpSpPr>
            <a:grpSpLocks/>
          </p:cNvGrpSpPr>
          <p:nvPr/>
        </p:nvGrpSpPr>
        <p:grpSpPr bwMode="auto">
          <a:xfrm>
            <a:off x="2486025" y="3213100"/>
            <a:ext cx="1508125" cy="312738"/>
            <a:chOff x="1566" y="2024"/>
            <a:chExt cx="950" cy="197"/>
          </a:xfrm>
        </p:grpSpPr>
        <p:grpSp>
          <p:nvGrpSpPr>
            <p:cNvPr id="180254" name="Group 107"/>
            <p:cNvGrpSpPr>
              <a:grpSpLocks/>
            </p:cNvGrpSpPr>
            <p:nvPr/>
          </p:nvGrpSpPr>
          <p:grpSpPr bwMode="auto">
            <a:xfrm>
              <a:off x="1589" y="2024"/>
              <a:ext cx="927" cy="197"/>
              <a:chOff x="1491" y="212"/>
              <a:chExt cx="853" cy="240"/>
            </a:xfrm>
          </p:grpSpPr>
          <p:sp>
            <p:nvSpPr>
              <p:cNvPr id="180256"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57"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0255" name="Text Box 110"/>
            <p:cNvSpPr txBox="1">
              <a:spLocks noChangeArrowheads="1"/>
            </p:cNvSpPr>
            <p:nvPr/>
          </p:nvSpPr>
          <p:spPr bwMode="auto">
            <a:xfrm>
              <a:off x="1566" y="2066"/>
              <a:ext cx="64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1  16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grpSp>
        <p:nvGrpSpPr>
          <p:cNvPr id="180239" name="Group 111"/>
          <p:cNvGrpSpPr>
            <a:grpSpLocks/>
          </p:cNvGrpSpPr>
          <p:nvPr/>
        </p:nvGrpSpPr>
        <p:grpSpPr bwMode="auto">
          <a:xfrm flipH="1">
            <a:off x="5580063" y="404813"/>
            <a:ext cx="1471612" cy="312737"/>
            <a:chOff x="1491" y="212"/>
            <a:chExt cx="853" cy="240"/>
          </a:xfrm>
        </p:grpSpPr>
        <p:sp>
          <p:nvSpPr>
            <p:cNvPr id="180252" name="AutoShape 112"/>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53" name="Rectangle 113"/>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0240" name="Text Box 114"/>
          <p:cNvSpPr txBox="1">
            <a:spLocks noChangeArrowheads="1"/>
          </p:cNvSpPr>
          <p:nvPr/>
        </p:nvSpPr>
        <p:spPr bwMode="auto">
          <a:xfrm>
            <a:off x="5970588" y="500063"/>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nvGrpSpPr>
          <p:cNvPr id="180241" name="Group 115"/>
          <p:cNvGrpSpPr>
            <a:grpSpLocks/>
          </p:cNvGrpSpPr>
          <p:nvPr/>
        </p:nvGrpSpPr>
        <p:grpSpPr bwMode="auto">
          <a:xfrm>
            <a:off x="5580063" y="3160713"/>
            <a:ext cx="1471612" cy="339725"/>
            <a:chOff x="3515" y="1991"/>
            <a:chExt cx="927" cy="214"/>
          </a:xfrm>
        </p:grpSpPr>
        <p:grpSp>
          <p:nvGrpSpPr>
            <p:cNvPr id="180248" name="Group 116"/>
            <p:cNvGrpSpPr>
              <a:grpSpLocks/>
            </p:cNvGrpSpPr>
            <p:nvPr/>
          </p:nvGrpSpPr>
          <p:grpSpPr bwMode="auto">
            <a:xfrm flipH="1">
              <a:off x="3515" y="1991"/>
              <a:ext cx="927" cy="197"/>
              <a:chOff x="1491" y="212"/>
              <a:chExt cx="853" cy="240"/>
            </a:xfrm>
          </p:grpSpPr>
          <p:sp>
            <p:nvSpPr>
              <p:cNvPr id="180250" name="AutoShape 117"/>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51" name="Rectangle 118"/>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0249" name="Text Box 119"/>
            <p:cNvSpPr txBox="1">
              <a:spLocks noChangeArrowheads="1"/>
            </p:cNvSpPr>
            <p:nvPr/>
          </p:nvSpPr>
          <p:spPr bwMode="auto">
            <a:xfrm>
              <a:off x="3761" y="2051"/>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sp>
        <p:nvSpPr>
          <p:cNvPr id="577656" name="Text Box 120"/>
          <p:cNvSpPr txBox="1">
            <a:spLocks noChangeArrowheads="1"/>
          </p:cNvSpPr>
          <p:nvPr/>
        </p:nvSpPr>
        <p:spPr bwMode="auto">
          <a:xfrm>
            <a:off x="611188" y="4292600"/>
            <a:ext cx="7993062" cy="1809750"/>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just" eaLnBrk="1" hangingPunct="1"/>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 </a:t>
            </a:r>
            <a:r>
              <a:rPr kumimoji="1" lang="zh-CN" altLang="en-US">
                <a:solidFill>
                  <a:srgbClr val="333399"/>
                </a:solidFill>
                <a:latin typeface="Arial" pitchFamily="34" charset="0"/>
              </a:rPr>
              <a:t>收到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 </a:t>
            </a:r>
            <a:r>
              <a:rPr kumimoji="1" lang="zh-CN" altLang="en-US">
                <a:solidFill>
                  <a:srgbClr val="333399"/>
                </a:solidFill>
                <a:latin typeface="Arial" pitchFamily="34" charset="0"/>
              </a:rPr>
              <a:t>的更新报文后，误认为可经过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a:t>
            </a:r>
            <a:r>
              <a:rPr kumimoji="1" lang="en-US" altLang="zh-CN" sz="1600">
                <a:solidFill>
                  <a:srgbClr val="333399"/>
                </a:solidFill>
                <a:latin typeface="Arial" pitchFamily="34" charset="0"/>
              </a:rPr>
              <a:t> </a:t>
            </a:r>
            <a:r>
              <a:rPr kumimoji="1" lang="zh-CN" altLang="en-US">
                <a:solidFill>
                  <a:srgbClr val="333399"/>
                </a:solidFill>
                <a:latin typeface="Arial" pitchFamily="34" charset="0"/>
              </a:rPr>
              <a:t>到达网</a:t>
            </a:r>
            <a:r>
              <a:rPr kumimoji="1" lang="en-US" altLang="zh-CN">
                <a:solidFill>
                  <a:srgbClr val="333399"/>
                </a:solidFill>
                <a:latin typeface="Arial" pitchFamily="34" charset="0"/>
              </a:rPr>
              <a:t>1</a:t>
            </a:r>
            <a:r>
              <a:rPr kumimoji="1" lang="zh-CN" altLang="en-US">
                <a:solidFill>
                  <a:srgbClr val="333399"/>
                </a:solidFill>
                <a:latin typeface="Arial" pitchFamily="34" charset="0"/>
              </a:rPr>
              <a:t>，于是更新自己的路由表，说：“我到网 </a:t>
            </a:r>
            <a:r>
              <a:rPr kumimoji="1" lang="en-US" altLang="zh-CN">
                <a:solidFill>
                  <a:srgbClr val="333399"/>
                </a:solidFill>
                <a:latin typeface="Arial" pitchFamily="34" charset="0"/>
              </a:rPr>
              <a:t>1 </a:t>
            </a:r>
            <a:r>
              <a:rPr kumimoji="1" lang="zh-CN" altLang="en-US">
                <a:solidFill>
                  <a:srgbClr val="333399"/>
                </a:solidFill>
                <a:latin typeface="Arial" pitchFamily="34" charset="0"/>
              </a:rPr>
              <a:t>的距离是 </a:t>
            </a:r>
            <a:r>
              <a:rPr kumimoji="1" lang="en-US" altLang="zh-CN">
                <a:solidFill>
                  <a:srgbClr val="333399"/>
                </a:solidFill>
                <a:latin typeface="Arial" pitchFamily="34" charset="0"/>
              </a:rPr>
              <a:t>3</a:t>
            </a:r>
            <a:r>
              <a:rPr kumimoji="1" lang="zh-CN" altLang="en-US">
                <a:solidFill>
                  <a:srgbClr val="333399"/>
                </a:solidFill>
                <a:latin typeface="Arial" pitchFamily="34" charset="0"/>
              </a:rPr>
              <a:t>，下一跳经过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a:t>
            </a:r>
            <a:r>
              <a:rPr kumimoji="1" lang="en-US" altLang="zh-CN">
                <a:solidFill>
                  <a:srgbClr val="333399"/>
                </a:solidFill>
                <a:latin typeface="Arial" pitchFamily="34" charset="0"/>
              </a:rPr>
              <a:t>”</a:t>
            </a:r>
            <a:r>
              <a:rPr kumimoji="1" lang="zh-CN" altLang="en-US">
                <a:solidFill>
                  <a:srgbClr val="333399"/>
                </a:solidFill>
                <a:latin typeface="Arial" pitchFamily="34" charset="0"/>
              </a:rPr>
              <a:t>。然后将此更新信息发送给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a:t>
            </a:r>
            <a:r>
              <a:rPr kumimoji="1" lang="zh-CN" altLang="en-US">
                <a:solidFill>
                  <a:srgbClr val="333399"/>
                </a:solidFill>
                <a:latin typeface="Arial" pitchFamily="34" charset="0"/>
              </a:rPr>
              <a:t>。</a:t>
            </a:r>
          </a:p>
        </p:txBody>
      </p:sp>
      <p:grpSp>
        <p:nvGrpSpPr>
          <p:cNvPr id="577657" name="Group 121"/>
          <p:cNvGrpSpPr>
            <a:grpSpLocks/>
          </p:cNvGrpSpPr>
          <p:nvPr/>
        </p:nvGrpSpPr>
        <p:grpSpPr bwMode="auto">
          <a:xfrm>
            <a:off x="2484438" y="3716338"/>
            <a:ext cx="1509712" cy="312737"/>
            <a:chOff x="1565" y="2478"/>
            <a:chExt cx="951" cy="197"/>
          </a:xfrm>
        </p:grpSpPr>
        <p:grpSp>
          <p:nvGrpSpPr>
            <p:cNvPr id="180244" name="Group 122"/>
            <p:cNvGrpSpPr>
              <a:grpSpLocks/>
            </p:cNvGrpSpPr>
            <p:nvPr/>
          </p:nvGrpSpPr>
          <p:grpSpPr bwMode="auto">
            <a:xfrm>
              <a:off x="1589" y="2478"/>
              <a:ext cx="927" cy="197"/>
              <a:chOff x="1491" y="212"/>
              <a:chExt cx="853" cy="240"/>
            </a:xfrm>
          </p:grpSpPr>
          <p:sp>
            <p:nvSpPr>
              <p:cNvPr id="180246" name="AutoShape 12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247" name="Rectangle 12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0245" name="Text Box 125"/>
            <p:cNvSpPr txBox="1">
              <a:spLocks noChangeArrowheads="1"/>
            </p:cNvSpPr>
            <p:nvPr/>
          </p:nvSpPr>
          <p:spPr bwMode="auto">
            <a:xfrm>
              <a:off x="1565" y="2518"/>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1  3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2</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7656"/>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577657"/>
                                        </p:tgtEl>
                                        <p:attrNameLst>
                                          <p:attrName>style.visibility</p:attrName>
                                        </p:attrNameLst>
                                      </p:cBhvr>
                                      <p:to>
                                        <p:strVal val="visible"/>
                                      </p:to>
                                    </p:set>
                                  </p:childTnLst>
                                </p:cTn>
                              </p:par>
                            </p:childTnLst>
                          </p:cTn>
                        </p:par>
                        <p:par>
                          <p:cTn id="10" fill="hold" nodeType="afterGroup">
                            <p:stCondLst>
                              <p:cond delay="0"/>
                            </p:stCondLst>
                            <p:childTnLst>
                              <p:par>
                                <p:cTn id="11" presetID="35" presetClass="emph" presetSubtype="0" repeatCount="3000" fill="hold" nodeType="afterEffect">
                                  <p:stCondLst>
                                    <p:cond delay="0"/>
                                  </p:stCondLst>
                                  <p:childTnLst>
                                    <p:anim calcmode="discrete" valueType="str">
                                      <p:cBhvr>
                                        <p:cTn id="12" dur="1000" fill="hold"/>
                                        <p:tgtEl>
                                          <p:spTgt spid="5776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7656" grpId="0" animBg="1"/>
    </p:bldLst>
  </p:timing>
</p:sld>
</file>

<file path=ppt/slides/slide1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1250" name="Line 2"/>
          <p:cNvSpPr>
            <a:spLocks noChangeShapeType="1"/>
          </p:cNvSpPr>
          <p:nvPr/>
        </p:nvSpPr>
        <p:spPr bwMode="auto">
          <a:xfrm>
            <a:off x="1647825" y="947738"/>
            <a:ext cx="6472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1251" name="Picture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7150" y="792163"/>
            <a:ext cx="728663"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1252" name="Text Box 4"/>
          <p:cNvSpPr txBox="1">
            <a:spLocks noChangeArrowheads="1"/>
          </p:cNvSpPr>
          <p:nvPr/>
        </p:nvSpPr>
        <p:spPr bwMode="auto">
          <a:xfrm>
            <a:off x="6410325"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81253" name="Text Box 5"/>
          <p:cNvSpPr txBox="1">
            <a:spLocks noChangeArrowheads="1"/>
          </p:cNvSpPr>
          <p:nvPr/>
        </p:nvSpPr>
        <p:spPr bwMode="auto">
          <a:xfrm>
            <a:off x="2813050"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81254"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2838" y="792163"/>
            <a:ext cx="7302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1255" name="Group 7"/>
          <p:cNvGrpSpPr>
            <a:grpSpLocks/>
          </p:cNvGrpSpPr>
          <p:nvPr/>
        </p:nvGrpSpPr>
        <p:grpSpPr bwMode="auto">
          <a:xfrm>
            <a:off x="709613" y="515938"/>
            <a:ext cx="1179512" cy="858837"/>
            <a:chOff x="4830" y="1752"/>
            <a:chExt cx="667" cy="477"/>
          </a:xfrm>
        </p:grpSpPr>
        <p:grpSp>
          <p:nvGrpSpPr>
            <p:cNvPr id="181366" name="Group 8"/>
            <p:cNvGrpSpPr>
              <a:grpSpLocks/>
            </p:cNvGrpSpPr>
            <p:nvPr/>
          </p:nvGrpSpPr>
          <p:grpSpPr bwMode="auto">
            <a:xfrm>
              <a:off x="4830" y="1752"/>
              <a:ext cx="667" cy="477"/>
              <a:chOff x="2949" y="196"/>
              <a:chExt cx="941" cy="598"/>
            </a:xfrm>
          </p:grpSpPr>
          <p:sp>
            <p:nvSpPr>
              <p:cNvPr id="181368"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69"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70"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71" name="Oval 1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72"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73"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74"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75" name="Oval 1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76"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77"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78"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1367" name="Text Box 20"/>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81256" name="Group 21"/>
          <p:cNvGrpSpPr>
            <a:grpSpLocks/>
          </p:cNvGrpSpPr>
          <p:nvPr/>
        </p:nvGrpSpPr>
        <p:grpSpPr bwMode="auto">
          <a:xfrm>
            <a:off x="7713663" y="515938"/>
            <a:ext cx="1179512" cy="858837"/>
            <a:chOff x="4830" y="1752"/>
            <a:chExt cx="667" cy="477"/>
          </a:xfrm>
        </p:grpSpPr>
        <p:grpSp>
          <p:nvGrpSpPr>
            <p:cNvPr id="181353" name="Group 22"/>
            <p:cNvGrpSpPr>
              <a:grpSpLocks/>
            </p:cNvGrpSpPr>
            <p:nvPr/>
          </p:nvGrpSpPr>
          <p:grpSpPr bwMode="auto">
            <a:xfrm>
              <a:off x="4830" y="1752"/>
              <a:ext cx="667" cy="477"/>
              <a:chOff x="2949" y="196"/>
              <a:chExt cx="941" cy="598"/>
            </a:xfrm>
          </p:grpSpPr>
          <p:sp>
            <p:nvSpPr>
              <p:cNvPr id="181355"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56"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57"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58" name="Oval 26"/>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59"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60"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61"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62" name="Oval 30"/>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6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6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6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1354" name="Text Box 34"/>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81257" name="Group 35"/>
          <p:cNvGrpSpPr>
            <a:grpSpLocks/>
          </p:cNvGrpSpPr>
          <p:nvPr/>
        </p:nvGrpSpPr>
        <p:grpSpPr bwMode="auto">
          <a:xfrm>
            <a:off x="4183063" y="515938"/>
            <a:ext cx="1179512" cy="858837"/>
            <a:chOff x="4830" y="1752"/>
            <a:chExt cx="667" cy="477"/>
          </a:xfrm>
        </p:grpSpPr>
        <p:grpSp>
          <p:nvGrpSpPr>
            <p:cNvPr id="181340" name="Group 36"/>
            <p:cNvGrpSpPr>
              <a:grpSpLocks/>
            </p:cNvGrpSpPr>
            <p:nvPr/>
          </p:nvGrpSpPr>
          <p:grpSpPr bwMode="auto">
            <a:xfrm>
              <a:off x="4830" y="1752"/>
              <a:ext cx="667" cy="477"/>
              <a:chOff x="2949" y="196"/>
              <a:chExt cx="941" cy="598"/>
            </a:xfrm>
          </p:grpSpPr>
          <p:sp>
            <p:nvSpPr>
              <p:cNvPr id="181342"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43"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44"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45" name="Oval 4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46"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47"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48"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49" name="Oval 4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50"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51"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52"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1341" name="Text Box 4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grpSp>
        <p:nvGrpSpPr>
          <p:cNvPr id="181258" name="Group 49"/>
          <p:cNvGrpSpPr>
            <a:grpSpLocks/>
          </p:cNvGrpSpPr>
          <p:nvPr/>
        </p:nvGrpSpPr>
        <p:grpSpPr bwMode="auto">
          <a:xfrm>
            <a:off x="565150" y="1989138"/>
            <a:ext cx="8328025" cy="1519237"/>
            <a:chOff x="356" y="1253"/>
            <a:chExt cx="5246" cy="957"/>
          </a:xfrm>
        </p:grpSpPr>
        <p:sp>
          <p:nvSpPr>
            <p:cNvPr id="181289" name="Line 50"/>
            <p:cNvSpPr>
              <a:spLocks noChangeShapeType="1"/>
            </p:cNvSpPr>
            <p:nvPr/>
          </p:nvSpPr>
          <p:spPr bwMode="auto">
            <a:xfrm>
              <a:off x="1038" y="1581"/>
              <a:ext cx="40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1290" name="Picture 5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1291" name="Text Box 52"/>
            <p:cNvSpPr txBox="1">
              <a:spLocks noChangeArrowheads="1"/>
            </p:cNvSpPr>
            <p:nvPr/>
          </p:nvSpPr>
          <p:spPr bwMode="auto">
            <a:xfrm>
              <a:off x="4038" y="164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81292" name="Text Box 53"/>
            <p:cNvSpPr txBox="1">
              <a:spLocks noChangeArrowheads="1"/>
            </p:cNvSpPr>
            <p:nvPr/>
          </p:nvSpPr>
          <p:spPr bwMode="auto">
            <a:xfrm>
              <a:off x="1772" y="164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81293" name="Picture 5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1294" name="Group 55"/>
            <p:cNvGrpSpPr>
              <a:grpSpLocks/>
            </p:cNvGrpSpPr>
            <p:nvPr/>
          </p:nvGrpSpPr>
          <p:grpSpPr bwMode="auto">
            <a:xfrm>
              <a:off x="447" y="1309"/>
              <a:ext cx="743" cy="541"/>
              <a:chOff x="4830" y="1752"/>
              <a:chExt cx="667" cy="477"/>
            </a:xfrm>
          </p:grpSpPr>
          <p:grpSp>
            <p:nvGrpSpPr>
              <p:cNvPr id="181327" name="Group 56"/>
              <p:cNvGrpSpPr>
                <a:grpSpLocks/>
              </p:cNvGrpSpPr>
              <p:nvPr/>
            </p:nvGrpSpPr>
            <p:grpSpPr bwMode="auto">
              <a:xfrm>
                <a:off x="4830" y="1752"/>
                <a:ext cx="667" cy="477"/>
                <a:chOff x="2949" y="196"/>
                <a:chExt cx="941" cy="598"/>
              </a:xfrm>
            </p:grpSpPr>
            <p:sp>
              <p:nvSpPr>
                <p:cNvPr id="181329" name="Oval 5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0"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1"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2" name="Oval 6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3" name="Oval 6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4"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5" name="Oval 6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6" name="Oval 6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37"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38"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39"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1328" name="Text Box 6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81295" name="Group 69"/>
            <p:cNvGrpSpPr>
              <a:grpSpLocks/>
            </p:cNvGrpSpPr>
            <p:nvPr/>
          </p:nvGrpSpPr>
          <p:grpSpPr bwMode="auto">
            <a:xfrm>
              <a:off x="4859" y="1309"/>
              <a:ext cx="743" cy="541"/>
              <a:chOff x="4830" y="1752"/>
              <a:chExt cx="667" cy="477"/>
            </a:xfrm>
          </p:grpSpPr>
          <p:grpSp>
            <p:nvGrpSpPr>
              <p:cNvPr id="181314" name="Group 70"/>
              <p:cNvGrpSpPr>
                <a:grpSpLocks/>
              </p:cNvGrpSpPr>
              <p:nvPr/>
            </p:nvGrpSpPr>
            <p:grpSpPr bwMode="auto">
              <a:xfrm>
                <a:off x="4830" y="1752"/>
                <a:ext cx="667" cy="477"/>
                <a:chOff x="2949" y="196"/>
                <a:chExt cx="941" cy="598"/>
              </a:xfrm>
            </p:grpSpPr>
            <p:sp>
              <p:nvSpPr>
                <p:cNvPr id="181316" name="Oval 7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17"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18"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19" name="Oval 74"/>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20" name="Oval 7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21"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22" name="Oval 7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23" name="Oval 78"/>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24"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25"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26"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1315" name="Text Box 82"/>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81296" name="Group 83"/>
            <p:cNvGrpSpPr>
              <a:grpSpLocks/>
            </p:cNvGrpSpPr>
            <p:nvPr/>
          </p:nvGrpSpPr>
          <p:grpSpPr bwMode="auto">
            <a:xfrm>
              <a:off x="2635" y="1309"/>
              <a:ext cx="743" cy="541"/>
              <a:chOff x="4830" y="1752"/>
              <a:chExt cx="667" cy="477"/>
            </a:xfrm>
          </p:grpSpPr>
          <p:grpSp>
            <p:nvGrpSpPr>
              <p:cNvPr id="181301" name="Group 84"/>
              <p:cNvGrpSpPr>
                <a:grpSpLocks/>
              </p:cNvGrpSpPr>
              <p:nvPr/>
            </p:nvGrpSpPr>
            <p:grpSpPr bwMode="auto">
              <a:xfrm>
                <a:off x="4830" y="1752"/>
                <a:ext cx="667" cy="477"/>
                <a:chOff x="2949" y="196"/>
                <a:chExt cx="941" cy="598"/>
              </a:xfrm>
            </p:grpSpPr>
            <p:sp>
              <p:nvSpPr>
                <p:cNvPr id="181303"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04"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05"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06" name="Oval 88"/>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07"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08"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09"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10" name="Oval 92"/>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311"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12"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13"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1302" name="Text Box 96"/>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grpSp>
          <p:nvGrpSpPr>
            <p:cNvPr id="181297" name="Group 97"/>
            <p:cNvGrpSpPr>
              <a:grpSpLocks/>
            </p:cNvGrpSpPr>
            <p:nvPr/>
          </p:nvGrpSpPr>
          <p:grpSpPr bwMode="auto">
            <a:xfrm>
              <a:off x="434" y="1253"/>
              <a:ext cx="755" cy="612"/>
              <a:chOff x="434" y="1298"/>
              <a:chExt cx="755" cy="612"/>
            </a:xfrm>
          </p:grpSpPr>
          <p:sp>
            <p:nvSpPr>
              <p:cNvPr id="181299" name="Line 98"/>
              <p:cNvSpPr>
                <a:spLocks noChangeShapeType="1"/>
              </p:cNvSpPr>
              <p:nvPr/>
            </p:nvSpPr>
            <p:spPr bwMode="auto">
              <a:xfrm>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300" name="Line 99"/>
              <p:cNvSpPr>
                <a:spLocks noChangeShapeType="1"/>
              </p:cNvSpPr>
              <p:nvPr/>
            </p:nvSpPr>
            <p:spPr bwMode="auto">
              <a:xfrm flipH="1">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1298" name="Text Box 100"/>
            <p:cNvSpPr txBox="1">
              <a:spLocks noChangeArrowheads="1"/>
            </p:cNvSpPr>
            <p:nvPr/>
          </p:nvSpPr>
          <p:spPr bwMode="auto">
            <a:xfrm>
              <a:off x="356" y="1979"/>
              <a:ext cx="1027"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000">
                  <a:solidFill>
                    <a:srgbClr val="333399"/>
                  </a:solidFill>
                  <a:latin typeface="Arial" pitchFamily="34" charset="0"/>
                </a:rPr>
                <a:t>网</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1</a:t>
              </a:r>
              <a:r>
                <a:rPr kumimoji="1" lang="zh-CN" altLang="en-US" sz="2000">
                  <a:solidFill>
                    <a:srgbClr val="333399"/>
                  </a:solidFill>
                  <a:latin typeface="Arial" pitchFamily="34" charset="0"/>
                </a:rPr>
                <a:t>出了故障</a:t>
              </a:r>
            </a:p>
          </p:txBody>
        </p:sp>
      </p:grpSp>
      <p:sp>
        <p:nvSpPr>
          <p:cNvPr id="181259" name="Text Box 101"/>
          <p:cNvSpPr txBox="1">
            <a:spLocks noChangeArrowheads="1"/>
          </p:cNvSpPr>
          <p:nvPr/>
        </p:nvSpPr>
        <p:spPr bwMode="auto">
          <a:xfrm>
            <a:off x="246063" y="188913"/>
            <a:ext cx="4381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正</a:t>
            </a:r>
          </a:p>
          <a:p>
            <a:pPr eaLnBrk="1" hangingPunct="1"/>
            <a:r>
              <a:rPr kumimoji="1" lang="zh-CN" altLang="en-US" sz="2000">
                <a:solidFill>
                  <a:srgbClr val="333399"/>
                </a:solidFill>
                <a:latin typeface="Arial" pitchFamily="34" charset="0"/>
              </a:rPr>
              <a:t>常</a:t>
            </a:r>
          </a:p>
          <a:p>
            <a:pPr eaLnBrk="1" hangingPunct="1"/>
            <a:r>
              <a:rPr kumimoji="1" lang="zh-CN" altLang="en-US" sz="2000">
                <a:solidFill>
                  <a:srgbClr val="333399"/>
                </a:solidFill>
                <a:latin typeface="Arial" pitchFamily="34" charset="0"/>
              </a:rPr>
              <a:t>情</a:t>
            </a:r>
          </a:p>
          <a:p>
            <a:pPr eaLnBrk="1" hangingPunct="1"/>
            <a:r>
              <a:rPr kumimoji="1" lang="zh-CN" altLang="en-US" sz="2000">
                <a:solidFill>
                  <a:srgbClr val="333399"/>
                </a:solidFill>
                <a:latin typeface="Arial" pitchFamily="34" charset="0"/>
              </a:rPr>
              <a:t>况</a:t>
            </a:r>
          </a:p>
        </p:txBody>
      </p:sp>
      <p:grpSp>
        <p:nvGrpSpPr>
          <p:cNvPr id="181260" name="Group 102"/>
          <p:cNvGrpSpPr>
            <a:grpSpLocks/>
          </p:cNvGrpSpPr>
          <p:nvPr/>
        </p:nvGrpSpPr>
        <p:grpSpPr bwMode="auto">
          <a:xfrm>
            <a:off x="2249488" y="382588"/>
            <a:ext cx="1471612" cy="312737"/>
            <a:chOff x="1491" y="212"/>
            <a:chExt cx="853" cy="240"/>
          </a:xfrm>
        </p:grpSpPr>
        <p:sp>
          <p:nvSpPr>
            <p:cNvPr id="181287"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288"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1261" name="Text Box 105"/>
          <p:cNvSpPr txBox="1">
            <a:spLocks noChangeArrowheads="1"/>
          </p:cNvSpPr>
          <p:nvPr/>
        </p:nvSpPr>
        <p:spPr bwMode="auto">
          <a:xfrm>
            <a:off x="2268538" y="457200"/>
            <a:ext cx="8858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nvGrpSpPr>
          <p:cNvPr id="181262" name="Group 106"/>
          <p:cNvGrpSpPr>
            <a:grpSpLocks/>
          </p:cNvGrpSpPr>
          <p:nvPr/>
        </p:nvGrpSpPr>
        <p:grpSpPr bwMode="auto">
          <a:xfrm>
            <a:off x="2486025" y="3213100"/>
            <a:ext cx="1508125" cy="312738"/>
            <a:chOff x="1566" y="2024"/>
            <a:chExt cx="950" cy="197"/>
          </a:xfrm>
        </p:grpSpPr>
        <p:grpSp>
          <p:nvGrpSpPr>
            <p:cNvPr id="181283" name="Group 107"/>
            <p:cNvGrpSpPr>
              <a:grpSpLocks/>
            </p:cNvGrpSpPr>
            <p:nvPr/>
          </p:nvGrpSpPr>
          <p:grpSpPr bwMode="auto">
            <a:xfrm>
              <a:off x="1589" y="2024"/>
              <a:ext cx="927" cy="197"/>
              <a:chOff x="1491" y="212"/>
              <a:chExt cx="853" cy="240"/>
            </a:xfrm>
          </p:grpSpPr>
          <p:sp>
            <p:nvSpPr>
              <p:cNvPr id="181285"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286"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1284" name="Text Box 110"/>
            <p:cNvSpPr txBox="1">
              <a:spLocks noChangeArrowheads="1"/>
            </p:cNvSpPr>
            <p:nvPr/>
          </p:nvSpPr>
          <p:spPr bwMode="auto">
            <a:xfrm>
              <a:off x="1566" y="2066"/>
              <a:ext cx="64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1  16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grpSp>
        <p:nvGrpSpPr>
          <p:cNvPr id="181263" name="Group 111"/>
          <p:cNvGrpSpPr>
            <a:grpSpLocks/>
          </p:cNvGrpSpPr>
          <p:nvPr/>
        </p:nvGrpSpPr>
        <p:grpSpPr bwMode="auto">
          <a:xfrm flipH="1">
            <a:off x="5580063" y="404813"/>
            <a:ext cx="1471612" cy="312737"/>
            <a:chOff x="1491" y="212"/>
            <a:chExt cx="853" cy="240"/>
          </a:xfrm>
        </p:grpSpPr>
        <p:sp>
          <p:nvSpPr>
            <p:cNvPr id="181281" name="AutoShape 112"/>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282" name="Rectangle 113"/>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1264" name="Text Box 114"/>
          <p:cNvSpPr txBox="1">
            <a:spLocks noChangeArrowheads="1"/>
          </p:cNvSpPr>
          <p:nvPr/>
        </p:nvSpPr>
        <p:spPr bwMode="auto">
          <a:xfrm>
            <a:off x="5970588" y="500063"/>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nvGrpSpPr>
          <p:cNvPr id="181265" name="Group 115"/>
          <p:cNvGrpSpPr>
            <a:grpSpLocks/>
          </p:cNvGrpSpPr>
          <p:nvPr/>
        </p:nvGrpSpPr>
        <p:grpSpPr bwMode="auto">
          <a:xfrm>
            <a:off x="5580063" y="3160713"/>
            <a:ext cx="1471612" cy="339725"/>
            <a:chOff x="3515" y="1991"/>
            <a:chExt cx="927" cy="214"/>
          </a:xfrm>
        </p:grpSpPr>
        <p:grpSp>
          <p:nvGrpSpPr>
            <p:cNvPr id="181277" name="Group 116"/>
            <p:cNvGrpSpPr>
              <a:grpSpLocks/>
            </p:cNvGrpSpPr>
            <p:nvPr/>
          </p:nvGrpSpPr>
          <p:grpSpPr bwMode="auto">
            <a:xfrm flipH="1">
              <a:off x="3515" y="1991"/>
              <a:ext cx="927" cy="197"/>
              <a:chOff x="1491" y="212"/>
              <a:chExt cx="853" cy="240"/>
            </a:xfrm>
          </p:grpSpPr>
          <p:sp>
            <p:nvSpPr>
              <p:cNvPr id="181279" name="AutoShape 117"/>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280" name="Rectangle 118"/>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1278" name="Text Box 119"/>
            <p:cNvSpPr txBox="1">
              <a:spLocks noChangeArrowheads="1"/>
            </p:cNvSpPr>
            <p:nvPr/>
          </p:nvSpPr>
          <p:spPr bwMode="auto">
            <a:xfrm>
              <a:off x="3761" y="2051"/>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sp>
        <p:nvSpPr>
          <p:cNvPr id="181266" name="Text Box 120"/>
          <p:cNvSpPr txBox="1">
            <a:spLocks noChangeArrowheads="1"/>
          </p:cNvSpPr>
          <p:nvPr/>
        </p:nvSpPr>
        <p:spPr bwMode="auto">
          <a:xfrm>
            <a:off x="684213" y="4638675"/>
            <a:ext cx="7848600" cy="955675"/>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just" eaLnBrk="1" hangingPunct="1"/>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 </a:t>
            </a:r>
            <a:r>
              <a:rPr kumimoji="1" lang="zh-CN" altLang="en-US">
                <a:solidFill>
                  <a:srgbClr val="333399"/>
                </a:solidFill>
                <a:latin typeface="Arial" pitchFamily="34" charset="0"/>
              </a:rPr>
              <a:t>以后又更新自己的路由表为“</a:t>
            </a:r>
            <a:r>
              <a:rPr kumimoji="1" lang="en-US" altLang="zh-CN">
                <a:solidFill>
                  <a:srgbClr val="333399"/>
                </a:solidFill>
                <a:latin typeface="Arial" pitchFamily="34" charset="0"/>
              </a:rPr>
              <a:t>1, 4, R</a:t>
            </a:r>
            <a:r>
              <a:rPr kumimoji="1" lang="en-US" altLang="zh-CN" baseline="-25000">
                <a:solidFill>
                  <a:srgbClr val="333399"/>
                </a:solidFill>
                <a:latin typeface="Arial" pitchFamily="34" charset="0"/>
              </a:rPr>
              <a:t>1</a:t>
            </a:r>
            <a:r>
              <a:rPr kumimoji="1" lang="en-US" altLang="zh-CN">
                <a:solidFill>
                  <a:srgbClr val="333399"/>
                </a:solidFill>
                <a:latin typeface="Arial" pitchFamily="34" charset="0"/>
              </a:rPr>
              <a:t>”</a:t>
            </a:r>
            <a:r>
              <a:rPr kumimoji="1" lang="zh-CN" altLang="en-US">
                <a:solidFill>
                  <a:srgbClr val="333399"/>
                </a:solidFill>
                <a:latin typeface="Arial" pitchFamily="34" charset="0"/>
              </a:rPr>
              <a:t>，表明 “我到网 </a:t>
            </a:r>
            <a:r>
              <a:rPr kumimoji="1" lang="en-US" altLang="zh-CN">
                <a:solidFill>
                  <a:srgbClr val="333399"/>
                </a:solidFill>
                <a:latin typeface="Arial" pitchFamily="34" charset="0"/>
              </a:rPr>
              <a:t>1 </a:t>
            </a:r>
            <a:r>
              <a:rPr kumimoji="1" lang="zh-CN" altLang="en-US">
                <a:solidFill>
                  <a:srgbClr val="333399"/>
                </a:solidFill>
                <a:latin typeface="Arial" pitchFamily="34" charset="0"/>
              </a:rPr>
              <a:t>距离是 </a:t>
            </a:r>
            <a:r>
              <a:rPr kumimoji="1" lang="en-US" altLang="zh-CN">
                <a:solidFill>
                  <a:srgbClr val="333399"/>
                </a:solidFill>
                <a:latin typeface="Arial" pitchFamily="34" charset="0"/>
              </a:rPr>
              <a:t>4</a:t>
            </a:r>
            <a:r>
              <a:rPr kumimoji="1" lang="zh-CN" altLang="en-US">
                <a:solidFill>
                  <a:srgbClr val="333399"/>
                </a:solidFill>
                <a:latin typeface="Arial" pitchFamily="34" charset="0"/>
              </a:rPr>
              <a:t>，下一跳经过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a:t>
            </a:r>
            <a:r>
              <a:rPr kumimoji="1" lang="en-US" altLang="zh-CN">
                <a:solidFill>
                  <a:srgbClr val="333399"/>
                </a:solidFill>
                <a:latin typeface="Arial" pitchFamily="34" charset="0"/>
              </a:rPr>
              <a:t>”</a:t>
            </a:r>
            <a:r>
              <a:rPr kumimoji="1" lang="zh-CN" altLang="en-US">
                <a:solidFill>
                  <a:srgbClr val="333399"/>
                </a:solidFill>
                <a:latin typeface="Arial" pitchFamily="34" charset="0"/>
              </a:rPr>
              <a:t>。 </a:t>
            </a:r>
          </a:p>
        </p:txBody>
      </p:sp>
      <p:grpSp>
        <p:nvGrpSpPr>
          <p:cNvPr id="181267" name="Group 121"/>
          <p:cNvGrpSpPr>
            <a:grpSpLocks/>
          </p:cNvGrpSpPr>
          <p:nvPr/>
        </p:nvGrpSpPr>
        <p:grpSpPr bwMode="auto">
          <a:xfrm>
            <a:off x="2484438" y="3716338"/>
            <a:ext cx="1509712" cy="312737"/>
            <a:chOff x="1565" y="2478"/>
            <a:chExt cx="951" cy="197"/>
          </a:xfrm>
        </p:grpSpPr>
        <p:grpSp>
          <p:nvGrpSpPr>
            <p:cNvPr id="181273" name="Group 122"/>
            <p:cNvGrpSpPr>
              <a:grpSpLocks/>
            </p:cNvGrpSpPr>
            <p:nvPr/>
          </p:nvGrpSpPr>
          <p:grpSpPr bwMode="auto">
            <a:xfrm>
              <a:off x="1589" y="2478"/>
              <a:ext cx="927" cy="197"/>
              <a:chOff x="1491" y="212"/>
              <a:chExt cx="853" cy="240"/>
            </a:xfrm>
          </p:grpSpPr>
          <p:sp>
            <p:nvSpPr>
              <p:cNvPr id="181275" name="AutoShape 12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276" name="Rectangle 12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1274" name="Text Box 125"/>
            <p:cNvSpPr txBox="1">
              <a:spLocks noChangeArrowheads="1"/>
            </p:cNvSpPr>
            <p:nvPr/>
          </p:nvSpPr>
          <p:spPr bwMode="auto">
            <a:xfrm>
              <a:off x="1565" y="2518"/>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1  3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2</a:t>
              </a:r>
            </a:p>
          </p:txBody>
        </p:sp>
      </p:grpSp>
      <p:grpSp>
        <p:nvGrpSpPr>
          <p:cNvPr id="578686" name="Group 126"/>
          <p:cNvGrpSpPr>
            <a:grpSpLocks/>
          </p:cNvGrpSpPr>
          <p:nvPr/>
        </p:nvGrpSpPr>
        <p:grpSpPr bwMode="auto">
          <a:xfrm>
            <a:off x="5580063" y="4005263"/>
            <a:ext cx="1471612" cy="327025"/>
            <a:chOff x="3515" y="2704"/>
            <a:chExt cx="927" cy="206"/>
          </a:xfrm>
        </p:grpSpPr>
        <p:grpSp>
          <p:nvGrpSpPr>
            <p:cNvPr id="181269" name="Group 127"/>
            <p:cNvGrpSpPr>
              <a:grpSpLocks/>
            </p:cNvGrpSpPr>
            <p:nvPr/>
          </p:nvGrpSpPr>
          <p:grpSpPr bwMode="auto">
            <a:xfrm flipH="1">
              <a:off x="3515" y="2704"/>
              <a:ext cx="927" cy="197"/>
              <a:chOff x="1491" y="212"/>
              <a:chExt cx="853" cy="240"/>
            </a:xfrm>
          </p:grpSpPr>
          <p:sp>
            <p:nvSpPr>
              <p:cNvPr id="181271" name="AutoShape 128"/>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272" name="Rectangle 129"/>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1270" name="Text Box 130"/>
            <p:cNvSpPr txBox="1">
              <a:spLocks noChangeArrowheads="1"/>
            </p:cNvSpPr>
            <p:nvPr/>
          </p:nvSpPr>
          <p:spPr bwMode="auto">
            <a:xfrm>
              <a:off x="3771" y="2756"/>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1  4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500"/>
                                  </p:stCondLst>
                                  <p:childTnLst>
                                    <p:set>
                                      <p:cBhvr>
                                        <p:cTn id="6" dur="1" fill="hold">
                                          <p:stCondLst>
                                            <p:cond delay="0"/>
                                          </p:stCondLst>
                                        </p:cTn>
                                        <p:tgtEl>
                                          <p:spTgt spid="578686"/>
                                        </p:tgtEl>
                                        <p:attrNameLst>
                                          <p:attrName>style.visibility</p:attrName>
                                        </p:attrNameLst>
                                      </p:cBhvr>
                                      <p:to>
                                        <p:strVal val="visible"/>
                                      </p:to>
                                    </p:set>
                                  </p:childTnLst>
                                </p:cTn>
                              </p:par>
                            </p:childTnLst>
                          </p:cTn>
                        </p:par>
                        <p:par>
                          <p:cTn id="7" fill="hold" nodeType="afterGroup">
                            <p:stCondLst>
                              <p:cond delay="500"/>
                            </p:stCondLst>
                            <p:childTnLst>
                              <p:par>
                                <p:cTn id="8" presetID="35" presetClass="emph" presetSubtype="0" repeatCount="3000" fill="hold" nodeType="afterEffect">
                                  <p:stCondLst>
                                    <p:cond delay="500"/>
                                  </p:stCondLst>
                                  <p:childTnLst>
                                    <p:anim calcmode="discrete" valueType="str">
                                      <p:cBhvr>
                                        <p:cTn id="9" dur="1000" fill="hold"/>
                                        <p:tgtEl>
                                          <p:spTgt spid="57868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2274" name="Line 2"/>
          <p:cNvSpPr>
            <a:spLocks noChangeShapeType="1"/>
          </p:cNvSpPr>
          <p:nvPr/>
        </p:nvSpPr>
        <p:spPr bwMode="auto">
          <a:xfrm>
            <a:off x="1647825" y="947738"/>
            <a:ext cx="6472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2275" name="Picture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7150" y="792163"/>
            <a:ext cx="728663"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2276" name="Text Box 4"/>
          <p:cNvSpPr txBox="1">
            <a:spLocks noChangeArrowheads="1"/>
          </p:cNvSpPr>
          <p:nvPr/>
        </p:nvSpPr>
        <p:spPr bwMode="auto">
          <a:xfrm>
            <a:off x="6410325"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82277" name="Text Box 5"/>
          <p:cNvSpPr txBox="1">
            <a:spLocks noChangeArrowheads="1"/>
          </p:cNvSpPr>
          <p:nvPr/>
        </p:nvSpPr>
        <p:spPr bwMode="auto">
          <a:xfrm>
            <a:off x="2813050" y="10414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82278"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2838" y="792163"/>
            <a:ext cx="73025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2279" name="Group 7"/>
          <p:cNvGrpSpPr>
            <a:grpSpLocks/>
          </p:cNvGrpSpPr>
          <p:nvPr/>
        </p:nvGrpSpPr>
        <p:grpSpPr bwMode="auto">
          <a:xfrm>
            <a:off x="709613" y="515938"/>
            <a:ext cx="1179512" cy="858837"/>
            <a:chOff x="4830" y="1752"/>
            <a:chExt cx="667" cy="477"/>
          </a:xfrm>
        </p:grpSpPr>
        <p:grpSp>
          <p:nvGrpSpPr>
            <p:cNvPr id="182404" name="Group 8"/>
            <p:cNvGrpSpPr>
              <a:grpSpLocks/>
            </p:cNvGrpSpPr>
            <p:nvPr/>
          </p:nvGrpSpPr>
          <p:grpSpPr bwMode="auto">
            <a:xfrm>
              <a:off x="4830" y="1752"/>
              <a:ext cx="667" cy="477"/>
              <a:chOff x="2949" y="196"/>
              <a:chExt cx="941" cy="598"/>
            </a:xfrm>
          </p:grpSpPr>
          <p:sp>
            <p:nvSpPr>
              <p:cNvPr id="182406"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07"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08"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09" name="Oval 1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10"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11"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12"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13" name="Oval 1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14"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415"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416"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2405" name="Text Box 20"/>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82280" name="Group 21"/>
          <p:cNvGrpSpPr>
            <a:grpSpLocks/>
          </p:cNvGrpSpPr>
          <p:nvPr/>
        </p:nvGrpSpPr>
        <p:grpSpPr bwMode="auto">
          <a:xfrm>
            <a:off x="7713663" y="515938"/>
            <a:ext cx="1179512" cy="858837"/>
            <a:chOff x="4830" y="1752"/>
            <a:chExt cx="667" cy="477"/>
          </a:xfrm>
        </p:grpSpPr>
        <p:grpSp>
          <p:nvGrpSpPr>
            <p:cNvPr id="182391" name="Group 22"/>
            <p:cNvGrpSpPr>
              <a:grpSpLocks/>
            </p:cNvGrpSpPr>
            <p:nvPr/>
          </p:nvGrpSpPr>
          <p:grpSpPr bwMode="auto">
            <a:xfrm>
              <a:off x="4830" y="1752"/>
              <a:ext cx="667" cy="477"/>
              <a:chOff x="2949" y="196"/>
              <a:chExt cx="941" cy="598"/>
            </a:xfrm>
          </p:grpSpPr>
          <p:sp>
            <p:nvSpPr>
              <p:cNvPr id="182393"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94"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95"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96" name="Oval 26"/>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97"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98"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99"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00" name="Oval 30"/>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401"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402"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403"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2392" name="Text Box 34"/>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82281" name="Group 35"/>
          <p:cNvGrpSpPr>
            <a:grpSpLocks/>
          </p:cNvGrpSpPr>
          <p:nvPr/>
        </p:nvGrpSpPr>
        <p:grpSpPr bwMode="auto">
          <a:xfrm>
            <a:off x="4183063" y="515938"/>
            <a:ext cx="1179512" cy="858837"/>
            <a:chOff x="4830" y="1752"/>
            <a:chExt cx="667" cy="477"/>
          </a:xfrm>
        </p:grpSpPr>
        <p:grpSp>
          <p:nvGrpSpPr>
            <p:cNvPr id="182378" name="Group 36"/>
            <p:cNvGrpSpPr>
              <a:grpSpLocks/>
            </p:cNvGrpSpPr>
            <p:nvPr/>
          </p:nvGrpSpPr>
          <p:grpSpPr bwMode="auto">
            <a:xfrm>
              <a:off x="4830" y="1752"/>
              <a:ext cx="667" cy="477"/>
              <a:chOff x="2949" y="196"/>
              <a:chExt cx="941" cy="598"/>
            </a:xfrm>
          </p:grpSpPr>
          <p:sp>
            <p:nvSpPr>
              <p:cNvPr id="182380"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1"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2"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3" name="Oval 4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4"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5"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6"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7" name="Oval 4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88"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89"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90"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2379" name="Text Box 48"/>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sp>
        <p:nvSpPr>
          <p:cNvPr id="182282" name="Line 49"/>
          <p:cNvSpPr>
            <a:spLocks noChangeShapeType="1"/>
          </p:cNvSpPr>
          <p:nvPr/>
        </p:nvSpPr>
        <p:spPr bwMode="auto">
          <a:xfrm>
            <a:off x="1647825" y="2509838"/>
            <a:ext cx="6472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182283" name="Picture 50"/>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7150" y="2355850"/>
            <a:ext cx="728663"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2284" name="Text Box 51"/>
          <p:cNvSpPr txBox="1">
            <a:spLocks noChangeArrowheads="1"/>
          </p:cNvSpPr>
          <p:nvPr/>
        </p:nvSpPr>
        <p:spPr bwMode="auto">
          <a:xfrm>
            <a:off x="6410325" y="26035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182285" name="Text Box 52"/>
          <p:cNvSpPr txBox="1">
            <a:spLocks noChangeArrowheads="1"/>
          </p:cNvSpPr>
          <p:nvPr/>
        </p:nvSpPr>
        <p:spPr bwMode="auto">
          <a:xfrm>
            <a:off x="2813050" y="2603500"/>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pic>
        <p:nvPicPr>
          <p:cNvPr id="182286" name="Picture 5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2838" y="2355850"/>
            <a:ext cx="7302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2287" name="Group 54"/>
          <p:cNvGrpSpPr>
            <a:grpSpLocks/>
          </p:cNvGrpSpPr>
          <p:nvPr/>
        </p:nvGrpSpPr>
        <p:grpSpPr bwMode="auto">
          <a:xfrm>
            <a:off x="709613" y="2078038"/>
            <a:ext cx="1179512" cy="858837"/>
            <a:chOff x="4830" y="1752"/>
            <a:chExt cx="667" cy="477"/>
          </a:xfrm>
        </p:grpSpPr>
        <p:grpSp>
          <p:nvGrpSpPr>
            <p:cNvPr id="182365" name="Group 55"/>
            <p:cNvGrpSpPr>
              <a:grpSpLocks/>
            </p:cNvGrpSpPr>
            <p:nvPr/>
          </p:nvGrpSpPr>
          <p:grpSpPr bwMode="auto">
            <a:xfrm>
              <a:off x="4830" y="1752"/>
              <a:ext cx="667" cy="477"/>
              <a:chOff x="2949" y="196"/>
              <a:chExt cx="941" cy="598"/>
            </a:xfrm>
          </p:grpSpPr>
          <p:sp>
            <p:nvSpPr>
              <p:cNvPr id="182367" name="Oval 5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68" name="Oval 5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69" name="Oval 5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70" name="Oval 5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71" name="Oval 6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72" name="Oval 6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73" name="Oval 6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74" name="Oval 6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75" name="Freeform 6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76" name="Freeform 6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77" name="Freeform 6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2366" name="Text Box 67"/>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1</a:t>
              </a:r>
            </a:p>
          </p:txBody>
        </p:sp>
      </p:grpSp>
      <p:grpSp>
        <p:nvGrpSpPr>
          <p:cNvPr id="182288" name="Group 68"/>
          <p:cNvGrpSpPr>
            <a:grpSpLocks/>
          </p:cNvGrpSpPr>
          <p:nvPr/>
        </p:nvGrpSpPr>
        <p:grpSpPr bwMode="auto">
          <a:xfrm>
            <a:off x="7713663" y="2078038"/>
            <a:ext cx="1179512" cy="858837"/>
            <a:chOff x="4830" y="1752"/>
            <a:chExt cx="667" cy="477"/>
          </a:xfrm>
        </p:grpSpPr>
        <p:grpSp>
          <p:nvGrpSpPr>
            <p:cNvPr id="182352" name="Group 69"/>
            <p:cNvGrpSpPr>
              <a:grpSpLocks/>
            </p:cNvGrpSpPr>
            <p:nvPr/>
          </p:nvGrpSpPr>
          <p:grpSpPr bwMode="auto">
            <a:xfrm>
              <a:off x="4830" y="1752"/>
              <a:ext cx="667" cy="477"/>
              <a:chOff x="2949" y="196"/>
              <a:chExt cx="941" cy="598"/>
            </a:xfrm>
          </p:grpSpPr>
          <p:sp>
            <p:nvSpPr>
              <p:cNvPr id="182354" name="Oval 7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55" name="Oval 7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56" name="Oval 7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57" name="Oval 7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58" name="Oval 7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59" name="Oval 7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60" name="Oval 7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61" name="Oval 7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62" name="Freeform 7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63" name="Freeform 7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64" name="Freeform 8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2353" name="Text Box 81"/>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3</a:t>
              </a:r>
            </a:p>
          </p:txBody>
        </p:sp>
      </p:grpSp>
      <p:grpSp>
        <p:nvGrpSpPr>
          <p:cNvPr id="182289" name="Group 82"/>
          <p:cNvGrpSpPr>
            <a:grpSpLocks/>
          </p:cNvGrpSpPr>
          <p:nvPr/>
        </p:nvGrpSpPr>
        <p:grpSpPr bwMode="auto">
          <a:xfrm>
            <a:off x="4183063" y="2078038"/>
            <a:ext cx="1179512" cy="858837"/>
            <a:chOff x="4830" y="1752"/>
            <a:chExt cx="667" cy="477"/>
          </a:xfrm>
        </p:grpSpPr>
        <p:grpSp>
          <p:nvGrpSpPr>
            <p:cNvPr id="182339" name="Group 83"/>
            <p:cNvGrpSpPr>
              <a:grpSpLocks/>
            </p:cNvGrpSpPr>
            <p:nvPr/>
          </p:nvGrpSpPr>
          <p:grpSpPr bwMode="auto">
            <a:xfrm>
              <a:off x="4830" y="1752"/>
              <a:ext cx="667" cy="477"/>
              <a:chOff x="2949" y="196"/>
              <a:chExt cx="941" cy="598"/>
            </a:xfrm>
          </p:grpSpPr>
          <p:sp>
            <p:nvSpPr>
              <p:cNvPr id="182341"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2"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3"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4" name="Oval 87"/>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5"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6"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7"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8" name="Oval 91"/>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49"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50"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51"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2340" name="Text Box 95"/>
            <p:cNvSpPr txBox="1">
              <a:spLocks noChangeArrowheads="1"/>
            </p:cNvSpPr>
            <p:nvPr/>
          </p:nvSpPr>
          <p:spPr bwMode="auto">
            <a:xfrm>
              <a:off x="4967" y="1856"/>
              <a:ext cx="368" cy="220"/>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2</a:t>
              </a:r>
            </a:p>
          </p:txBody>
        </p:sp>
      </p:grpSp>
      <p:grpSp>
        <p:nvGrpSpPr>
          <p:cNvPr id="182290" name="Group 96"/>
          <p:cNvGrpSpPr>
            <a:grpSpLocks/>
          </p:cNvGrpSpPr>
          <p:nvPr/>
        </p:nvGrpSpPr>
        <p:grpSpPr bwMode="auto">
          <a:xfrm>
            <a:off x="688975" y="1989138"/>
            <a:ext cx="1198563" cy="971550"/>
            <a:chOff x="434" y="1298"/>
            <a:chExt cx="755" cy="612"/>
          </a:xfrm>
        </p:grpSpPr>
        <p:sp>
          <p:nvSpPr>
            <p:cNvPr id="182337" name="Line 97"/>
            <p:cNvSpPr>
              <a:spLocks noChangeShapeType="1"/>
            </p:cNvSpPr>
            <p:nvPr/>
          </p:nvSpPr>
          <p:spPr bwMode="auto">
            <a:xfrm>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2338" name="Line 98"/>
            <p:cNvSpPr>
              <a:spLocks noChangeShapeType="1"/>
            </p:cNvSpPr>
            <p:nvPr/>
          </p:nvSpPr>
          <p:spPr bwMode="auto">
            <a:xfrm flipH="1">
              <a:off x="434" y="1298"/>
              <a:ext cx="755" cy="612"/>
            </a:xfrm>
            <a:prstGeom prst="line">
              <a:avLst/>
            </a:prstGeom>
            <a:noFill/>
            <a:ln w="762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2291" name="Text Box 99"/>
          <p:cNvSpPr txBox="1">
            <a:spLocks noChangeArrowheads="1"/>
          </p:cNvSpPr>
          <p:nvPr/>
        </p:nvSpPr>
        <p:spPr bwMode="auto">
          <a:xfrm>
            <a:off x="565150" y="3141663"/>
            <a:ext cx="1630363"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000">
                <a:solidFill>
                  <a:srgbClr val="333399"/>
                </a:solidFill>
                <a:latin typeface="Arial" pitchFamily="34" charset="0"/>
              </a:rPr>
              <a:t>网</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1</a:t>
            </a:r>
            <a:r>
              <a:rPr kumimoji="1" lang="zh-CN" altLang="en-US" sz="2000">
                <a:solidFill>
                  <a:srgbClr val="333399"/>
                </a:solidFill>
                <a:latin typeface="Arial" pitchFamily="34" charset="0"/>
              </a:rPr>
              <a:t>出了故障</a:t>
            </a:r>
          </a:p>
        </p:txBody>
      </p:sp>
      <p:sp>
        <p:nvSpPr>
          <p:cNvPr id="182292" name="Text Box 100"/>
          <p:cNvSpPr txBox="1">
            <a:spLocks noChangeArrowheads="1"/>
          </p:cNvSpPr>
          <p:nvPr/>
        </p:nvSpPr>
        <p:spPr bwMode="auto">
          <a:xfrm>
            <a:off x="246063" y="188913"/>
            <a:ext cx="4381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正</a:t>
            </a:r>
          </a:p>
          <a:p>
            <a:pPr eaLnBrk="1" hangingPunct="1"/>
            <a:r>
              <a:rPr kumimoji="1" lang="zh-CN" altLang="en-US" sz="2000">
                <a:solidFill>
                  <a:srgbClr val="333399"/>
                </a:solidFill>
                <a:latin typeface="Arial" pitchFamily="34" charset="0"/>
              </a:rPr>
              <a:t>常</a:t>
            </a:r>
          </a:p>
          <a:p>
            <a:pPr eaLnBrk="1" hangingPunct="1"/>
            <a:r>
              <a:rPr kumimoji="1" lang="zh-CN" altLang="en-US" sz="2000">
                <a:solidFill>
                  <a:srgbClr val="333399"/>
                </a:solidFill>
                <a:latin typeface="Arial" pitchFamily="34" charset="0"/>
              </a:rPr>
              <a:t>情</a:t>
            </a:r>
          </a:p>
          <a:p>
            <a:pPr eaLnBrk="1" hangingPunct="1"/>
            <a:r>
              <a:rPr kumimoji="1" lang="zh-CN" altLang="en-US" sz="2000">
                <a:solidFill>
                  <a:srgbClr val="333399"/>
                </a:solidFill>
                <a:latin typeface="Arial" pitchFamily="34" charset="0"/>
              </a:rPr>
              <a:t>况</a:t>
            </a:r>
          </a:p>
        </p:txBody>
      </p:sp>
      <p:grpSp>
        <p:nvGrpSpPr>
          <p:cNvPr id="182293" name="Group 101"/>
          <p:cNvGrpSpPr>
            <a:grpSpLocks/>
          </p:cNvGrpSpPr>
          <p:nvPr/>
        </p:nvGrpSpPr>
        <p:grpSpPr bwMode="auto">
          <a:xfrm>
            <a:off x="2249488" y="382588"/>
            <a:ext cx="1471612" cy="312737"/>
            <a:chOff x="1491" y="212"/>
            <a:chExt cx="853" cy="240"/>
          </a:xfrm>
        </p:grpSpPr>
        <p:sp>
          <p:nvSpPr>
            <p:cNvPr id="182335" name="AutoShape 102"/>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36" name="Rectangle 103"/>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294" name="Text Box 104"/>
          <p:cNvSpPr txBox="1">
            <a:spLocks noChangeArrowheads="1"/>
          </p:cNvSpPr>
          <p:nvPr/>
        </p:nvSpPr>
        <p:spPr bwMode="auto">
          <a:xfrm>
            <a:off x="2268538" y="457200"/>
            <a:ext cx="8858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sp>
        <p:nvSpPr>
          <p:cNvPr id="182295" name="Text Box 105"/>
          <p:cNvSpPr txBox="1">
            <a:spLocks noChangeArrowheads="1"/>
          </p:cNvSpPr>
          <p:nvPr/>
        </p:nvSpPr>
        <p:spPr bwMode="auto">
          <a:xfrm rot="5400000">
            <a:off x="6290469" y="4591844"/>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rgbClr val="333399"/>
                </a:solidFill>
                <a:latin typeface="Arial" pitchFamily="34" charset="0"/>
              </a:rPr>
              <a:t>…</a:t>
            </a:r>
          </a:p>
        </p:txBody>
      </p:sp>
      <p:grpSp>
        <p:nvGrpSpPr>
          <p:cNvPr id="182296" name="Group 106"/>
          <p:cNvGrpSpPr>
            <a:grpSpLocks/>
          </p:cNvGrpSpPr>
          <p:nvPr/>
        </p:nvGrpSpPr>
        <p:grpSpPr bwMode="auto">
          <a:xfrm>
            <a:off x="2522538" y="4292600"/>
            <a:ext cx="1471612" cy="312738"/>
            <a:chOff x="1491" y="212"/>
            <a:chExt cx="853" cy="240"/>
          </a:xfrm>
        </p:grpSpPr>
        <p:sp>
          <p:nvSpPr>
            <p:cNvPr id="182333" name="AutoShape 107"/>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34" name="Rectangle 108"/>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grpSp>
        <p:nvGrpSpPr>
          <p:cNvPr id="182297" name="Group 109"/>
          <p:cNvGrpSpPr>
            <a:grpSpLocks/>
          </p:cNvGrpSpPr>
          <p:nvPr/>
        </p:nvGrpSpPr>
        <p:grpSpPr bwMode="auto">
          <a:xfrm>
            <a:off x="2522538" y="3213100"/>
            <a:ext cx="1471612" cy="312738"/>
            <a:chOff x="1491" y="212"/>
            <a:chExt cx="853" cy="240"/>
          </a:xfrm>
        </p:grpSpPr>
        <p:sp>
          <p:nvSpPr>
            <p:cNvPr id="182331" name="AutoShape 110"/>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32" name="Rectangle 111"/>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298" name="Text Box 112"/>
          <p:cNvSpPr txBox="1">
            <a:spLocks noChangeArrowheads="1"/>
          </p:cNvSpPr>
          <p:nvPr/>
        </p:nvSpPr>
        <p:spPr bwMode="auto">
          <a:xfrm>
            <a:off x="2486025" y="3279775"/>
            <a:ext cx="1027113"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1  16  </a:t>
            </a:r>
            <a:r>
              <a:rPr kumimoji="1" lang="en-US" altLang="zh-CN" sz="2000">
                <a:solidFill>
                  <a:srgbClr val="333399"/>
                </a:solidFill>
                <a:latin typeface="Arial" pitchFamily="34" charset="0"/>
                <a:sym typeface="Symbol" pitchFamily="18" charset="2"/>
              </a:rPr>
              <a:t></a:t>
            </a:r>
            <a:endParaRPr kumimoji="1" lang="en-US" altLang="zh-CN" sz="2000" baseline="-25000">
              <a:solidFill>
                <a:srgbClr val="333399"/>
              </a:solidFill>
              <a:latin typeface="Arial" pitchFamily="34" charset="0"/>
              <a:sym typeface="Symbol" pitchFamily="18" charset="2"/>
            </a:endParaRPr>
          </a:p>
        </p:txBody>
      </p:sp>
      <p:grpSp>
        <p:nvGrpSpPr>
          <p:cNvPr id="182299" name="Group 113"/>
          <p:cNvGrpSpPr>
            <a:grpSpLocks/>
          </p:cNvGrpSpPr>
          <p:nvPr/>
        </p:nvGrpSpPr>
        <p:grpSpPr bwMode="auto">
          <a:xfrm>
            <a:off x="2484438" y="3716338"/>
            <a:ext cx="1509712" cy="312737"/>
            <a:chOff x="1565" y="2478"/>
            <a:chExt cx="951" cy="197"/>
          </a:xfrm>
        </p:grpSpPr>
        <p:grpSp>
          <p:nvGrpSpPr>
            <p:cNvPr id="182327" name="Group 114"/>
            <p:cNvGrpSpPr>
              <a:grpSpLocks/>
            </p:cNvGrpSpPr>
            <p:nvPr/>
          </p:nvGrpSpPr>
          <p:grpSpPr bwMode="auto">
            <a:xfrm>
              <a:off x="1589" y="2478"/>
              <a:ext cx="927" cy="197"/>
              <a:chOff x="1491" y="212"/>
              <a:chExt cx="853" cy="240"/>
            </a:xfrm>
          </p:grpSpPr>
          <p:sp>
            <p:nvSpPr>
              <p:cNvPr id="182329" name="AutoShape 115"/>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30" name="Rectangle 116"/>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328" name="Text Box 117"/>
            <p:cNvSpPr txBox="1">
              <a:spLocks noChangeArrowheads="1"/>
            </p:cNvSpPr>
            <p:nvPr/>
          </p:nvSpPr>
          <p:spPr bwMode="auto">
            <a:xfrm>
              <a:off x="1565" y="2518"/>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1  3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2</a:t>
              </a:r>
            </a:p>
          </p:txBody>
        </p:sp>
      </p:grpSp>
      <p:sp>
        <p:nvSpPr>
          <p:cNvPr id="182300" name="Text Box 118"/>
          <p:cNvSpPr txBox="1">
            <a:spLocks noChangeArrowheads="1"/>
          </p:cNvSpPr>
          <p:nvPr/>
        </p:nvSpPr>
        <p:spPr bwMode="auto">
          <a:xfrm>
            <a:off x="2516188" y="4370388"/>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1  5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2</a:t>
            </a:r>
          </a:p>
        </p:txBody>
      </p:sp>
      <p:grpSp>
        <p:nvGrpSpPr>
          <p:cNvPr id="182301" name="Group 119"/>
          <p:cNvGrpSpPr>
            <a:grpSpLocks/>
          </p:cNvGrpSpPr>
          <p:nvPr/>
        </p:nvGrpSpPr>
        <p:grpSpPr bwMode="auto">
          <a:xfrm>
            <a:off x="2493963" y="5157788"/>
            <a:ext cx="1500187" cy="330200"/>
            <a:chOff x="1571" y="3313"/>
            <a:chExt cx="945" cy="208"/>
          </a:xfrm>
        </p:grpSpPr>
        <p:grpSp>
          <p:nvGrpSpPr>
            <p:cNvPr id="182323" name="Group 120"/>
            <p:cNvGrpSpPr>
              <a:grpSpLocks/>
            </p:cNvGrpSpPr>
            <p:nvPr/>
          </p:nvGrpSpPr>
          <p:grpSpPr bwMode="auto">
            <a:xfrm>
              <a:off x="1589" y="3313"/>
              <a:ext cx="927" cy="197"/>
              <a:chOff x="1491" y="212"/>
              <a:chExt cx="853" cy="240"/>
            </a:xfrm>
          </p:grpSpPr>
          <p:sp>
            <p:nvSpPr>
              <p:cNvPr id="182325" name="AutoShape 12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26" name="Rectangle 122"/>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324" name="Text Box 123"/>
            <p:cNvSpPr txBox="1">
              <a:spLocks noChangeArrowheads="1"/>
            </p:cNvSpPr>
            <p:nvPr/>
          </p:nvSpPr>
          <p:spPr bwMode="auto">
            <a:xfrm>
              <a:off x="1571" y="3367"/>
              <a:ext cx="73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1  16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2</a:t>
              </a:r>
            </a:p>
          </p:txBody>
        </p:sp>
      </p:grpSp>
      <p:grpSp>
        <p:nvGrpSpPr>
          <p:cNvPr id="182302" name="Group 124"/>
          <p:cNvGrpSpPr>
            <a:grpSpLocks/>
          </p:cNvGrpSpPr>
          <p:nvPr/>
        </p:nvGrpSpPr>
        <p:grpSpPr bwMode="auto">
          <a:xfrm flipH="1">
            <a:off x="5580063" y="404813"/>
            <a:ext cx="1471612" cy="312737"/>
            <a:chOff x="1491" y="212"/>
            <a:chExt cx="853" cy="240"/>
          </a:xfrm>
        </p:grpSpPr>
        <p:sp>
          <p:nvSpPr>
            <p:cNvPr id="182321" name="AutoShape 125"/>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22" name="Rectangle 126"/>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303" name="Text Box 127"/>
          <p:cNvSpPr txBox="1">
            <a:spLocks noChangeArrowheads="1"/>
          </p:cNvSpPr>
          <p:nvPr/>
        </p:nvSpPr>
        <p:spPr bwMode="auto">
          <a:xfrm>
            <a:off x="5970588" y="500063"/>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nvGrpSpPr>
          <p:cNvPr id="182304" name="Group 128"/>
          <p:cNvGrpSpPr>
            <a:grpSpLocks/>
          </p:cNvGrpSpPr>
          <p:nvPr/>
        </p:nvGrpSpPr>
        <p:grpSpPr bwMode="auto">
          <a:xfrm flipH="1">
            <a:off x="5580063" y="3160713"/>
            <a:ext cx="1471612" cy="312737"/>
            <a:chOff x="1491" y="212"/>
            <a:chExt cx="853" cy="240"/>
          </a:xfrm>
        </p:grpSpPr>
        <p:sp>
          <p:nvSpPr>
            <p:cNvPr id="182319" name="AutoShape 129"/>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20" name="Rectangle 130"/>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305" name="Text Box 131"/>
          <p:cNvSpPr txBox="1">
            <a:spLocks noChangeArrowheads="1"/>
          </p:cNvSpPr>
          <p:nvPr/>
        </p:nvSpPr>
        <p:spPr bwMode="auto">
          <a:xfrm>
            <a:off x="5970588" y="3255963"/>
            <a:ext cx="10223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1  2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nvGrpSpPr>
          <p:cNvPr id="182306" name="Group 132"/>
          <p:cNvGrpSpPr>
            <a:grpSpLocks/>
          </p:cNvGrpSpPr>
          <p:nvPr/>
        </p:nvGrpSpPr>
        <p:grpSpPr bwMode="auto">
          <a:xfrm>
            <a:off x="5580063" y="4005263"/>
            <a:ext cx="1471612" cy="327025"/>
            <a:chOff x="3515" y="2704"/>
            <a:chExt cx="927" cy="206"/>
          </a:xfrm>
        </p:grpSpPr>
        <p:grpSp>
          <p:nvGrpSpPr>
            <p:cNvPr id="182315" name="Group 133"/>
            <p:cNvGrpSpPr>
              <a:grpSpLocks/>
            </p:cNvGrpSpPr>
            <p:nvPr/>
          </p:nvGrpSpPr>
          <p:grpSpPr bwMode="auto">
            <a:xfrm flipH="1">
              <a:off x="3515" y="2704"/>
              <a:ext cx="927" cy="197"/>
              <a:chOff x="1491" y="212"/>
              <a:chExt cx="853" cy="240"/>
            </a:xfrm>
          </p:grpSpPr>
          <p:sp>
            <p:nvSpPr>
              <p:cNvPr id="182317" name="AutoShape 134"/>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18" name="Rectangle 135"/>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316" name="Text Box 136"/>
            <p:cNvSpPr txBox="1">
              <a:spLocks noChangeArrowheads="1"/>
            </p:cNvSpPr>
            <p:nvPr/>
          </p:nvSpPr>
          <p:spPr bwMode="auto">
            <a:xfrm>
              <a:off x="3771" y="2756"/>
              <a:ext cx="644"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1  4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grpSp>
        <p:nvGrpSpPr>
          <p:cNvPr id="182307" name="Group 137"/>
          <p:cNvGrpSpPr>
            <a:grpSpLocks/>
          </p:cNvGrpSpPr>
          <p:nvPr/>
        </p:nvGrpSpPr>
        <p:grpSpPr bwMode="auto">
          <a:xfrm>
            <a:off x="5580063" y="5157788"/>
            <a:ext cx="1533525" cy="317500"/>
            <a:chOff x="3515" y="3540"/>
            <a:chExt cx="966" cy="200"/>
          </a:xfrm>
        </p:grpSpPr>
        <p:grpSp>
          <p:nvGrpSpPr>
            <p:cNvPr id="182311" name="Group 138"/>
            <p:cNvGrpSpPr>
              <a:grpSpLocks/>
            </p:cNvGrpSpPr>
            <p:nvPr/>
          </p:nvGrpSpPr>
          <p:grpSpPr bwMode="auto">
            <a:xfrm flipH="1">
              <a:off x="3515" y="3540"/>
              <a:ext cx="927" cy="197"/>
              <a:chOff x="1491" y="212"/>
              <a:chExt cx="853" cy="240"/>
            </a:xfrm>
          </p:grpSpPr>
          <p:sp>
            <p:nvSpPr>
              <p:cNvPr id="182313" name="AutoShape 139"/>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314" name="Rectangle 140"/>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a:p>
            </p:txBody>
          </p:sp>
        </p:grpSp>
        <p:sp>
          <p:nvSpPr>
            <p:cNvPr id="182312" name="Text Box 141"/>
            <p:cNvSpPr txBox="1">
              <a:spLocks noChangeArrowheads="1"/>
            </p:cNvSpPr>
            <p:nvPr/>
          </p:nvSpPr>
          <p:spPr bwMode="auto">
            <a:xfrm>
              <a:off x="3748" y="3586"/>
              <a:ext cx="73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50000"/>
                </a:lnSpc>
              </a:pPr>
              <a:r>
                <a:rPr kumimoji="1" lang="en-US" altLang="zh-CN" sz="2000">
                  <a:solidFill>
                    <a:srgbClr val="333399"/>
                  </a:solidFill>
                  <a:latin typeface="Arial" pitchFamily="34" charset="0"/>
                </a:rPr>
                <a:t>1  16  </a:t>
              </a:r>
              <a:r>
                <a:rPr kumimoji="1" lang="en-US" altLang="zh-CN" sz="2000">
                  <a:solidFill>
                    <a:srgbClr val="333399"/>
                  </a:solidFill>
                  <a:latin typeface="Arial" pitchFamily="34" charset="0"/>
                  <a:sym typeface="Symbol" pitchFamily="18" charset="2"/>
                </a:rPr>
                <a:t>R</a:t>
              </a:r>
              <a:r>
                <a:rPr kumimoji="1" lang="en-US" altLang="zh-CN" sz="2000" baseline="-25000">
                  <a:solidFill>
                    <a:srgbClr val="333399"/>
                  </a:solidFill>
                  <a:latin typeface="Arial" pitchFamily="34" charset="0"/>
                  <a:sym typeface="Symbol" pitchFamily="18" charset="2"/>
                </a:rPr>
                <a:t>1</a:t>
              </a:r>
            </a:p>
          </p:txBody>
        </p:sp>
      </p:grpSp>
      <p:sp>
        <p:nvSpPr>
          <p:cNvPr id="182308" name="Text Box 142"/>
          <p:cNvSpPr txBox="1">
            <a:spLocks noChangeArrowheads="1"/>
          </p:cNvSpPr>
          <p:nvPr/>
        </p:nvSpPr>
        <p:spPr bwMode="auto">
          <a:xfrm rot="5400000">
            <a:off x="2832894" y="4591844"/>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rgbClr val="333399"/>
                </a:solidFill>
                <a:latin typeface="Arial" pitchFamily="34" charset="0"/>
              </a:rPr>
              <a:t>…</a:t>
            </a:r>
          </a:p>
        </p:txBody>
      </p:sp>
      <p:sp>
        <p:nvSpPr>
          <p:cNvPr id="182309" name="Text Box 143"/>
          <p:cNvSpPr txBox="1">
            <a:spLocks noChangeArrowheads="1"/>
          </p:cNvSpPr>
          <p:nvPr/>
        </p:nvSpPr>
        <p:spPr bwMode="auto">
          <a:xfrm>
            <a:off x="179388" y="5713413"/>
            <a:ext cx="8640762" cy="955675"/>
          </a:xfrm>
          <a:prstGeom prst="rect">
            <a:avLst/>
          </a:prstGeom>
          <a:solidFill>
            <a:srgbClr val="FFC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just" eaLnBrk="1" hangingPunct="1"/>
            <a:r>
              <a:rPr kumimoji="1" lang="zh-CN" altLang="en-US">
                <a:solidFill>
                  <a:srgbClr val="333399"/>
                </a:solidFill>
                <a:latin typeface="Arial" pitchFamily="34" charset="0"/>
              </a:rPr>
              <a:t>这样不断更新下去，直到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 </a:t>
            </a:r>
            <a:r>
              <a:rPr kumimoji="1" lang="zh-CN" altLang="en-US">
                <a:solidFill>
                  <a:srgbClr val="333399"/>
                </a:solidFill>
                <a:latin typeface="Arial" pitchFamily="34" charset="0"/>
              </a:rPr>
              <a:t>和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 </a:t>
            </a:r>
            <a:r>
              <a:rPr kumimoji="1" lang="zh-CN" altLang="en-US">
                <a:solidFill>
                  <a:srgbClr val="333399"/>
                </a:solidFill>
                <a:latin typeface="Arial" pitchFamily="34" charset="0"/>
              </a:rPr>
              <a:t>到网 </a:t>
            </a:r>
            <a:r>
              <a:rPr kumimoji="1" lang="en-US" altLang="zh-CN">
                <a:solidFill>
                  <a:srgbClr val="333399"/>
                </a:solidFill>
                <a:latin typeface="Arial" pitchFamily="34" charset="0"/>
              </a:rPr>
              <a:t>1 </a:t>
            </a:r>
            <a:r>
              <a:rPr kumimoji="1" lang="zh-CN" altLang="en-US">
                <a:solidFill>
                  <a:srgbClr val="333399"/>
                </a:solidFill>
                <a:latin typeface="Arial" pitchFamily="34" charset="0"/>
              </a:rPr>
              <a:t>的距离都增大到 </a:t>
            </a:r>
            <a:r>
              <a:rPr kumimoji="1" lang="en-US" altLang="zh-CN">
                <a:solidFill>
                  <a:srgbClr val="333399"/>
                </a:solidFill>
                <a:latin typeface="Arial" pitchFamily="34" charset="0"/>
              </a:rPr>
              <a:t>16 </a:t>
            </a:r>
            <a:r>
              <a:rPr kumimoji="1" lang="zh-CN" altLang="en-US">
                <a:solidFill>
                  <a:srgbClr val="333399"/>
                </a:solidFill>
                <a:latin typeface="Arial" pitchFamily="34" charset="0"/>
              </a:rPr>
              <a:t>时，</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1 </a:t>
            </a:r>
            <a:r>
              <a:rPr kumimoji="1" lang="zh-CN" altLang="en-US">
                <a:solidFill>
                  <a:srgbClr val="333399"/>
                </a:solidFill>
                <a:latin typeface="Arial" pitchFamily="34" charset="0"/>
              </a:rPr>
              <a:t>和 </a:t>
            </a:r>
            <a:r>
              <a:rPr kumimoji="1" lang="en-US" altLang="zh-CN">
                <a:solidFill>
                  <a:srgbClr val="333399"/>
                </a:solidFill>
                <a:latin typeface="Arial" pitchFamily="34" charset="0"/>
              </a:rPr>
              <a:t>R</a:t>
            </a:r>
            <a:r>
              <a:rPr kumimoji="1" lang="en-US" altLang="zh-CN" baseline="-25000">
                <a:solidFill>
                  <a:srgbClr val="333399"/>
                </a:solidFill>
                <a:latin typeface="Arial" pitchFamily="34" charset="0"/>
              </a:rPr>
              <a:t>2 </a:t>
            </a:r>
            <a:r>
              <a:rPr kumimoji="1" lang="zh-CN" altLang="en-US">
                <a:solidFill>
                  <a:srgbClr val="333399"/>
                </a:solidFill>
                <a:latin typeface="Arial" pitchFamily="34" charset="0"/>
              </a:rPr>
              <a:t>才知道网 </a:t>
            </a:r>
            <a:r>
              <a:rPr kumimoji="1" lang="en-US" altLang="zh-CN">
                <a:solidFill>
                  <a:srgbClr val="333399"/>
                </a:solidFill>
                <a:latin typeface="Arial" pitchFamily="34" charset="0"/>
              </a:rPr>
              <a:t>1 </a:t>
            </a:r>
            <a:r>
              <a:rPr kumimoji="1" lang="zh-CN" altLang="en-US">
                <a:solidFill>
                  <a:srgbClr val="333399"/>
                </a:solidFill>
                <a:latin typeface="Arial" pitchFamily="34" charset="0"/>
              </a:rPr>
              <a:t>是不可达的。 </a:t>
            </a:r>
          </a:p>
        </p:txBody>
      </p:sp>
      <p:sp>
        <p:nvSpPr>
          <p:cNvPr id="579728" name="Text Box 144"/>
          <p:cNvSpPr txBox="1">
            <a:spLocks noChangeArrowheads="1"/>
          </p:cNvSpPr>
          <p:nvPr/>
        </p:nvSpPr>
        <p:spPr bwMode="auto">
          <a:xfrm>
            <a:off x="323850" y="260350"/>
            <a:ext cx="8640763" cy="1382713"/>
          </a:xfrm>
          <a:prstGeom prst="rect">
            <a:avLst/>
          </a:prstGeom>
          <a:solidFill>
            <a:srgbClr val="CCE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just" eaLnBrk="1" hangingPunct="1"/>
            <a:r>
              <a:rPr kumimoji="1" lang="zh-CN" altLang="en-US">
                <a:solidFill>
                  <a:srgbClr val="333399"/>
                </a:solidFill>
                <a:latin typeface="Arial" pitchFamily="34" charset="0"/>
              </a:rPr>
              <a:t>这就是</a:t>
            </a:r>
            <a:r>
              <a:rPr kumimoji="1" lang="zh-CN" altLang="en-US">
                <a:solidFill>
                  <a:schemeClr val="hlink"/>
                </a:solidFill>
                <a:latin typeface="Arial" pitchFamily="34" charset="0"/>
              </a:rPr>
              <a:t>好消息传播得快，而坏消息传播得慢</a:t>
            </a:r>
            <a:r>
              <a:rPr kumimoji="1" lang="zh-CN" altLang="en-US">
                <a:solidFill>
                  <a:srgbClr val="333399"/>
                </a:solidFill>
                <a:latin typeface="Arial" pitchFamily="34" charset="0"/>
              </a:rPr>
              <a:t>。网络出故障的传播时间往往需要较长的时间</a:t>
            </a:r>
            <a:r>
              <a:rPr kumimoji="1" lang="en-US" altLang="zh-CN">
                <a:solidFill>
                  <a:srgbClr val="333399"/>
                </a:solidFill>
                <a:latin typeface="Arial" pitchFamily="34" charset="0"/>
              </a:rPr>
              <a:t>(</a:t>
            </a:r>
            <a:r>
              <a:rPr kumimoji="1" lang="zh-CN" altLang="en-US">
                <a:solidFill>
                  <a:srgbClr val="333399"/>
                </a:solidFill>
                <a:latin typeface="Arial" pitchFamily="34" charset="0"/>
              </a:rPr>
              <a:t>例如数分钟</a:t>
            </a:r>
            <a:r>
              <a:rPr kumimoji="1" lang="en-US" altLang="zh-CN">
                <a:solidFill>
                  <a:srgbClr val="333399"/>
                </a:solidFill>
                <a:latin typeface="Arial" pitchFamily="34" charset="0"/>
              </a:rPr>
              <a:t>)</a:t>
            </a:r>
            <a:r>
              <a:rPr kumimoji="1" lang="zh-CN" altLang="en-US">
                <a:solidFill>
                  <a:srgbClr val="333399"/>
                </a:solidFill>
                <a:latin typeface="Arial" pitchFamily="34" charset="0"/>
              </a:rPr>
              <a:t>。这是 </a:t>
            </a:r>
            <a:r>
              <a:rPr kumimoji="1" lang="en-US" altLang="zh-CN">
                <a:solidFill>
                  <a:srgbClr val="333399"/>
                </a:solidFill>
                <a:latin typeface="Arial" pitchFamily="34" charset="0"/>
              </a:rPr>
              <a:t>RIP </a:t>
            </a:r>
            <a:r>
              <a:rPr kumimoji="1" lang="zh-CN" altLang="en-US">
                <a:solidFill>
                  <a:srgbClr val="333399"/>
                </a:solidFill>
                <a:latin typeface="Arial" pitchFamily="34" charset="0"/>
              </a:rPr>
              <a:t>的一个主要缺点。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797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9728" grpId="0" animBg="1" autoUpdateAnimBg="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4.5.3  </a:t>
            </a:r>
            <a:r>
              <a:rPr lang="zh-CN" altLang="en-US" smtClean="0"/>
              <a:t>内部网关协议 </a:t>
            </a:r>
            <a:r>
              <a:rPr lang="en-US" altLang="zh-CN" smtClean="0"/>
              <a:t>OSPF</a:t>
            </a:r>
            <a:br>
              <a:rPr lang="en-US" altLang="zh-CN" smtClean="0"/>
            </a:br>
            <a:r>
              <a:rPr lang="en-US" altLang="zh-CN" smtClean="0"/>
              <a:t> </a:t>
            </a:r>
            <a:r>
              <a:rPr lang="en-US" altLang="zh-CN" sz="3600" smtClean="0"/>
              <a:t>(Open Shortest Path First)</a:t>
            </a:r>
          </a:p>
        </p:txBody>
      </p:sp>
      <p:sp>
        <p:nvSpPr>
          <p:cNvPr id="580611" name="Rectangle 3"/>
          <p:cNvSpPr>
            <a:spLocks noGrp="1" noChangeArrowheads="1"/>
          </p:cNvSpPr>
          <p:nvPr>
            <p:ph type="body" idx="1"/>
          </p:nvPr>
        </p:nvSpPr>
        <p:spPr>
          <a:xfrm>
            <a:off x="900113" y="1916113"/>
            <a:ext cx="7632700" cy="4475162"/>
          </a:xfrm>
          <a:noFill/>
        </p:spPr>
        <p:txBody>
          <a:bodyPr/>
          <a:lstStyle/>
          <a:p>
            <a:pPr eaLnBrk="1" hangingPunct="1">
              <a:lnSpc>
                <a:spcPct val="90000"/>
              </a:lnSpc>
              <a:buFont typeface="Wingdings" pitchFamily="2" charset="2"/>
              <a:buNone/>
            </a:pPr>
            <a:r>
              <a:rPr lang="en-US" altLang="zh-CN" sz="2800" smtClean="0"/>
              <a:t>1.  OSPF </a:t>
            </a:r>
            <a:r>
              <a:rPr lang="zh-CN" altLang="en-US" sz="2800" smtClean="0"/>
              <a:t>协议的基本特点</a:t>
            </a:r>
          </a:p>
          <a:p>
            <a:pPr eaLnBrk="1" hangingPunct="1">
              <a:lnSpc>
                <a:spcPct val="90000"/>
              </a:lnSpc>
            </a:pPr>
            <a:r>
              <a:rPr lang="zh-CN" altLang="en-US" sz="2800" smtClean="0"/>
              <a:t>“开放”表明 </a:t>
            </a:r>
            <a:r>
              <a:rPr lang="en-US" altLang="zh-CN" sz="2800" smtClean="0"/>
              <a:t>OSPF </a:t>
            </a:r>
            <a:r>
              <a:rPr lang="zh-CN" altLang="en-US" sz="2800" smtClean="0"/>
              <a:t>协议不是受某一家厂商控制，而是公开发表的。</a:t>
            </a:r>
          </a:p>
          <a:p>
            <a:pPr eaLnBrk="1" hangingPunct="1">
              <a:lnSpc>
                <a:spcPct val="90000"/>
              </a:lnSpc>
            </a:pPr>
            <a:r>
              <a:rPr lang="zh-CN" altLang="en-US" sz="2800" smtClean="0"/>
              <a:t>“最短路径优先”是因为使用了 </a:t>
            </a:r>
            <a:r>
              <a:rPr lang="en-US" altLang="zh-CN" sz="2800" smtClean="0"/>
              <a:t>Dijkstra </a:t>
            </a:r>
            <a:r>
              <a:rPr lang="zh-CN" altLang="en-US" sz="2800" smtClean="0"/>
              <a:t>提出的最短路径算法</a:t>
            </a:r>
            <a:r>
              <a:rPr lang="en-US" altLang="zh-CN" sz="2800" smtClean="0"/>
              <a:t>SPF</a:t>
            </a:r>
          </a:p>
          <a:p>
            <a:pPr eaLnBrk="1" hangingPunct="1">
              <a:lnSpc>
                <a:spcPct val="90000"/>
              </a:lnSpc>
            </a:pPr>
            <a:r>
              <a:rPr lang="en-US" altLang="zh-CN" sz="2800" smtClean="0"/>
              <a:t>OSPF </a:t>
            </a:r>
            <a:r>
              <a:rPr lang="zh-CN" altLang="en-US" sz="2800" smtClean="0"/>
              <a:t>只是一个协议的名字，它并不表示其他的路由选择协议不是“最短路径优先”。</a:t>
            </a:r>
          </a:p>
          <a:p>
            <a:pPr eaLnBrk="1" hangingPunct="1">
              <a:lnSpc>
                <a:spcPct val="90000"/>
              </a:lnSpc>
            </a:pPr>
            <a:r>
              <a:rPr lang="zh-CN" altLang="en-US" sz="2800" smtClean="0"/>
              <a:t>是分布式的</a:t>
            </a:r>
            <a:r>
              <a:rPr lang="zh-CN" altLang="en-US" sz="2800" smtClean="0">
                <a:solidFill>
                  <a:schemeClr val="hlink"/>
                </a:solidFill>
              </a:rPr>
              <a:t>链路状态协议</a:t>
            </a:r>
            <a:r>
              <a:rPr lang="zh-CN" altLang="en-US" sz="2800" smtClean="0"/>
              <a:t>。</a:t>
            </a:r>
            <a:r>
              <a:rPr lang="zh-CN" altLang="en-US" sz="24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06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06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061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06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0611" grpId="0" build="p"/>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三个要点 </a:t>
            </a:r>
          </a:p>
        </p:txBody>
      </p:sp>
      <p:sp>
        <p:nvSpPr>
          <p:cNvPr id="581635" name="Rectangle 3"/>
          <p:cNvSpPr>
            <a:spLocks noGrp="1" noChangeArrowheads="1"/>
          </p:cNvSpPr>
          <p:nvPr>
            <p:ph type="body" idx="1"/>
          </p:nvPr>
        </p:nvSpPr>
        <p:spPr>
          <a:xfrm>
            <a:off x="900113" y="1916113"/>
            <a:ext cx="7632700" cy="4475162"/>
          </a:xfrm>
          <a:noFill/>
        </p:spPr>
        <p:txBody>
          <a:bodyPr/>
          <a:lstStyle/>
          <a:p>
            <a:pPr eaLnBrk="1" hangingPunct="1">
              <a:lnSpc>
                <a:spcPct val="90000"/>
              </a:lnSpc>
            </a:pPr>
            <a:r>
              <a:rPr lang="zh-CN" altLang="en-US" sz="2800" smtClean="0">
                <a:solidFill>
                  <a:schemeClr val="hlink"/>
                </a:solidFill>
              </a:rPr>
              <a:t>向本自治系统中所有路由器发送信息</a:t>
            </a:r>
            <a:r>
              <a:rPr lang="zh-CN" altLang="en-US" sz="2800" smtClean="0"/>
              <a:t>，这里使用的方法是洪泛法。</a:t>
            </a:r>
          </a:p>
          <a:p>
            <a:pPr eaLnBrk="1" hangingPunct="1">
              <a:lnSpc>
                <a:spcPct val="90000"/>
              </a:lnSpc>
            </a:pPr>
            <a:r>
              <a:rPr lang="zh-CN" altLang="en-US" sz="2800" smtClean="0"/>
              <a:t>发送的信息就是与本路由器</a:t>
            </a:r>
            <a:r>
              <a:rPr lang="zh-CN" altLang="en-US" sz="2800" smtClean="0">
                <a:solidFill>
                  <a:schemeClr val="hlink"/>
                </a:solidFill>
              </a:rPr>
              <a:t>相邻</a:t>
            </a:r>
            <a:r>
              <a:rPr lang="zh-CN" altLang="en-US" sz="2800" smtClean="0"/>
              <a:t>的所有路由器的链路状态，但这只是路由器所知道的</a:t>
            </a:r>
            <a:r>
              <a:rPr lang="zh-CN" altLang="en-US" sz="2800" smtClean="0">
                <a:solidFill>
                  <a:schemeClr val="hlink"/>
                </a:solidFill>
              </a:rPr>
              <a:t>部分信息</a:t>
            </a:r>
            <a:r>
              <a:rPr lang="zh-CN" altLang="en-US" sz="2800" smtClean="0"/>
              <a:t>。</a:t>
            </a:r>
          </a:p>
          <a:p>
            <a:pPr lvl="1" eaLnBrk="1" hangingPunct="1">
              <a:lnSpc>
                <a:spcPct val="90000"/>
              </a:lnSpc>
            </a:pPr>
            <a:r>
              <a:rPr lang="zh-CN" altLang="en-US" sz="2400" smtClean="0">
                <a:solidFill>
                  <a:srgbClr val="333399"/>
                </a:solidFill>
                <a:latin typeface="Arial" pitchFamily="34" charset="0"/>
                <a:ea typeface="黑体" pitchFamily="49" charset="-122"/>
              </a:rPr>
              <a:t>“链路状态”就是说明本路由器都和哪些路由器相邻，以及该链路的“</a:t>
            </a:r>
            <a:r>
              <a:rPr lang="zh-CN" altLang="en-US" sz="2400" smtClean="0">
                <a:solidFill>
                  <a:schemeClr val="hlink"/>
                </a:solidFill>
                <a:latin typeface="Arial" pitchFamily="34" charset="0"/>
                <a:ea typeface="黑体" pitchFamily="49" charset="-122"/>
              </a:rPr>
              <a:t>度量</a:t>
            </a:r>
            <a:r>
              <a:rPr lang="zh-CN" altLang="en-US" sz="2400" smtClean="0">
                <a:solidFill>
                  <a:srgbClr val="333399"/>
                </a:solidFill>
                <a:latin typeface="Arial" pitchFamily="34" charset="0"/>
                <a:ea typeface="黑体" pitchFamily="49" charset="-122"/>
              </a:rPr>
              <a:t>”</a:t>
            </a:r>
            <a:r>
              <a:rPr lang="en-US" altLang="zh-CN" sz="2400" smtClean="0">
                <a:solidFill>
                  <a:srgbClr val="333399"/>
                </a:solidFill>
                <a:latin typeface="Arial" pitchFamily="34" charset="0"/>
                <a:ea typeface="黑体" pitchFamily="49" charset="-122"/>
              </a:rPr>
              <a:t>(metric)</a:t>
            </a:r>
            <a:r>
              <a:rPr lang="zh-CN" altLang="en-US" sz="2400" smtClean="0">
                <a:solidFill>
                  <a:srgbClr val="333399"/>
                </a:solidFill>
                <a:latin typeface="Arial" pitchFamily="34" charset="0"/>
                <a:ea typeface="黑体" pitchFamily="49" charset="-122"/>
              </a:rPr>
              <a:t>。</a:t>
            </a:r>
            <a:r>
              <a:rPr lang="zh-CN" altLang="en-US" sz="2000" smtClean="0"/>
              <a:t> </a:t>
            </a:r>
            <a:endParaRPr lang="zh-CN" altLang="en-US" smtClean="0"/>
          </a:p>
          <a:p>
            <a:pPr eaLnBrk="1" hangingPunct="1">
              <a:lnSpc>
                <a:spcPct val="90000"/>
              </a:lnSpc>
            </a:pPr>
            <a:r>
              <a:rPr lang="zh-CN" altLang="en-US" sz="2800" smtClean="0"/>
              <a:t>只有当链路状态</a:t>
            </a:r>
            <a:r>
              <a:rPr lang="zh-CN" altLang="en-US" sz="2800" smtClean="0">
                <a:solidFill>
                  <a:schemeClr val="hlink"/>
                </a:solidFill>
              </a:rPr>
              <a:t>发生变化</a:t>
            </a:r>
            <a:r>
              <a:rPr lang="zh-CN" altLang="en-US" sz="2800" smtClean="0"/>
              <a:t>时，路由器才用洪泛法向所有路由器发送此信息。 </a:t>
            </a:r>
            <a:r>
              <a:rPr lang="zh-CN" altLang="en-US"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163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81635">
                                            <p:txEl>
                                              <p:pRg st="2" end="2"/>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816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35" grpId="0" build="p"/>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链路状态数据库</a:t>
            </a:r>
            <a:br>
              <a:rPr lang="zh-CN" altLang="en-US" smtClean="0"/>
            </a:br>
            <a:r>
              <a:rPr lang="en-US" altLang="zh-CN" sz="3600" smtClean="0"/>
              <a:t>(link-state database)</a:t>
            </a:r>
            <a:r>
              <a:rPr lang="en-US" altLang="zh-CN" smtClean="0"/>
              <a:t> </a:t>
            </a:r>
          </a:p>
        </p:txBody>
      </p:sp>
      <p:sp>
        <p:nvSpPr>
          <p:cNvPr id="582659" name="Rectangle 3"/>
          <p:cNvSpPr>
            <a:spLocks noGrp="1" noChangeArrowheads="1"/>
          </p:cNvSpPr>
          <p:nvPr>
            <p:ph type="body" idx="1"/>
          </p:nvPr>
        </p:nvSpPr>
        <p:spPr>
          <a:xfrm>
            <a:off x="900113" y="1916113"/>
            <a:ext cx="7848600" cy="4475162"/>
          </a:xfrm>
          <a:noFill/>
        </p:spPr>
        <p:txBody>
          <a:bodyPr/>
          <a:lstStyle/>
          <a:p>
            <a:pPr eaLnBrk="1" hangingPunct="1">
              <a:lnSpc>
                <a:spcPct val="90000"/>
              </a:lnSpc>
            </a:pPr>
            <a:r>
              <a:rPr lang="zh-CN" altLang="en-US" sz="2800" smtClean="0"/>
              <a:t>由于各路由器之间频繁地交换链路状态信息，因此所有的路由器最终都能建立一个链路状态数据库。</a:t>
            </a:r>
          </a:p>
          <a:p>
            <a:pPr eaLnBrk="1" hangingPunct="1">
              <a:lnSpc>
                <a:spcPct val="90000"/>
              </a:lnSpc>
            </a:pPr>
            <a:r>
              <a:rPr lang="zh-CN" altLang="en-US" sz="2800" smtClean="0"/>
              <a:t>这个数据库实际上就是</a:t>
            </a:r>
            <a:r>
              <a:rPr lang="zh-CN" altLang="en-US" sz="2800" smtClean="0">
                <a:solidFill>
                  <a:schemeClr val="hlink"/>
                </a:solidFill>
              </a:rPr>
              <a:t>全网的拓扑结构图</a:t>
            </a:r>
            <a:r>
              <a:rPr lang="zh-CN" altLang="en-US" sz="2800" smtClean="0"/>
              <a:t>，它在全网范围内是一致的（这称为链路状态数据库的同步）。</a:t>
            </a:r>
          </a:p>
          <a:p>
            <a:pPr eaLnBrk="1" hangingPunct="1">
              <a:lnSpc>
                <a:spcPct val="90000"/>
              </a:lnSpc>
            </a:pPr>
            <a:r>
              <a:rPr lang="en-US" altLang="zh-CN" sz="2800" smtClean="0"/>
              <a:t>OSPF </a:t>
            </a:r>
            <a:r>
              <a:rPr lang="zh-CN" altLang="en-US" sz="2800" smtClean="0"/>
              <a:t>的链路状态数据库能较快地进行更新，使各个路由器能及时更新其路由表。</a:t>
            </a:r>
            <a:r>
              <a:rPr lang="en-US" altLang="zh-CN" sz="2800" smtClean="0"/>
              <a:t>OSPF </a:t>
            </a:r>
            <a:r>
              <a:rPr lang="zh-CN" altLang="en-US" sz="2800" smtClean="0"/>
              <a:t>的更新过程收敛得快是其重要优点。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26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265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59" grpId="0"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2"/>
          <p:cNvSpPr>
            <a:spLocks noGrp="1" noChangeArrowheads="1"/>
          </p:cNvSpPr>
          <p:nvPr>
            <p:ph type="title"/>
          </p:nvPr>
        </p:nvSpPr>
        <p:spPr/>
        <p:txBody>
          <a:bodyPr/>
          <a:lstStyle/>
          <a:p>
            <a:pPr algn="ctr" eaLnBrk="1" hangingPunct="1"/>
            <a:r>
              <a:rPr lang="en-US" altLang="zh-CN" smtClean="0"/>
              <a:t>OSPF </a:t>
            </a:r>
            <a:r>
              <a:rPr lang="zh-CN" altLang="en-US" smtClean="0"/>
              <a:t>的区域</a:t>
            </a:r>
            <a:r>
              <a:rPr lang="en-US" altLang="zh-CN" smtClean="0"/>
              <a:t>(area) </a:t>
            </a:r>
          </a:p>
        </p:txBody>
      </p:sp>
      <p:sp>
        <p:nvSpPr>
          <p:cNvPr id="583683" name="Rectangle 3"/>
          <p:cNvSpPr>
            <a:spLocks noGrp="1" noChangeArrowheads="1"/>
          </p:cNvSpPr>
          <p:nvPr>
            <p:ph type="body" idx="1"/>
          </p:nvPr>
        </p:nvSpPr>
        <p:spPr>
          <a:xfrm>
            <a:off x="1042988" y="1906588"/>
            <a:ext cx="7772400" cy="4114800"/>
          </a:xfrm>
        </p:spPr>
        <p:txBody>
          <a:bodyPr/>
          <a:lstStyle/>
          <a:p>
            <a:pPr eaLnBrk="1" hangingPunct="1"/>
            <a:r>
              <a:rPr lang="zh-CN" altLang="en-US" sz="2800" smtClean="0"/>
              <a:t>为了使 </a:t>
            </a:r>
            <a:r>
              <a:rPr lang="en-US" altLang="zh-CN" sz="2800" smtClean="0"/>
              <a:t>OSPF </a:t>
            </a:r>
            <a:r>
              <a:rPr lang="zh-CN" altLang="en-US" sz="2800" smtClean="0"/>
              <a:t>能够用于规模很大的网络，</a:t>
            </a:r>
            <a:r>
              <a:rPr lang="en-US" altLang="zh-CN" sz="2800" smtClean="0"/>
              <a:t>OSPF </a:t>
            </a:r>
            <a:r>
              <a:rPr lang="zh-CN" altLang="en-US" sz="2800" smtClean="0"/>
              <a:t>将一个自治系统再划分为若干个更小的范围，叫作</a:t>
            </a:r>
            <a:r>
              <a:rPr lang="zh-CN" altLang="en-US" sz="2800" smtClean="0">
                <a:solidFill>
                  <a:schemeClr val="hlink"/>
                </a:solidFill>
              </a:rPr>
              <a:t>区域</a:t>
            </a:r>
            <a:r>
              <a:rPr lang="zh-CN" altLang="en-US" sz="2800" smtClean="0"/>
              <a:t>。</a:t>
            </a:r>
          </a:p>
          <a:p>
            <a:pPr eaLnBrk="1" hangingPunct="1"/>
            <a:r>
              <a:rPr lang="zh-CN" altLang="en-US" sz="2800" smtClean="0"/>
              <a:t>每一个区域都有一个 </a:t>
            </a:r>
            <a:r>
              <a:rPr lang="en-US" altLang="zh-CN" sz="2800" smtClean="0"/>
              <a:t>32 </a:t>
            </a:r>
            <a:r>
              <a:rPr lang="zh-CN" altLang="en-US" sz="2800" smtClean="0"/>
              <a:t>位的区域标识符（用点分十进制表示）。</a:t>
            </a:r>
          </a:p>
          <a:p>
            <a:pPr eaLnBrk="1" hangingPunct="1"/>
            <a:r>
              <a:rPr lang="zh-CN" altLang="en-US" sz="2800" smtClean="0"/>
              <a:t>区域也不能太大，在一个区域内的路由器最好不超过 </a:t>
            </a:r>
            <a:r>
              <a:rPr lang="en-US" altLang="zh-CN" sz="2800" smtClean="0"/>
              <a:t>200 </a:t>
            </a:r>
            <a:r>
              <a:rPr lang="zh-CN" altLang="en-US" sz="2800" smtClean="0"/>
              <a:t>个。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836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836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4706" name="Group 2"/>
          <p:cNvGrpSpPr>
            <a:grpSpLocks/>
          </p:cNvGrpSpPr>
          <p:nvPr/>
        </p:nvGrpSpPr>
        <p:grpSpPr bwMode="auto">
          <a:xfrm>
            <a:off x="125413" y="2476500"/>
            <a:ext cx="8861425" cy="3760788"/>
            <a:chOff x="79" y="1560"/>
            <a:chExt cx="5582" cy="2369"/>
          </a:xfrm>
        </p:grpSpPr>
        <p:sp>
          <p:nvSpPr>
            <p:cNvPr id="187545"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87546" name="Text Box 4"/>
            <p:cNvSpPr txBox="1">
              <a:spLocks noChangeArrowheads="1"/>
            </p:cNvSpPr>
            <p:nvPr/>
          </p:nvSpPr>
          <p:spPr bwMode="auto">
            <a:xfrm>
              <a:off x="247" y="1560"/>
              <a:ext cx="11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自治系统 </a:t>
              </a:r>
              <a:r>
                <a:rPr kumimoji="1" lang="en-US" altLang="zh-CN" sz="2400">
                  <a:solidFill>
                    <a:srgbClr val="333399"/>
                  </a:solidFill>
                  <a:latin typeface="Arial" pitchFamily="34" charset="0"/>
                </a:rPr>
                <a:t>AS</a:t>
              </a:r>
            </a:p>
          </p:txBody>
        </p:sp>
      </p:grpSp>
      <p:sp>
        <p:nvSpPr>
          <p:cNvPr id="187395" name="Rectangle 5"/>
          <p:cNvSpPr>
            <a:spLocks noGrp="1" noChangeArrowheads="1"/>
          </p:cNvSpPr>
          <p:nvPr>
            <p:ph type="title"/>
          </p:nvPr>
        </p:nvSpPr>
        <p:spPr/>
        <p:txBody>
          <a:bodyPr/>
          <a:lstStyle/>
          <a:p>
            <a:pPr eaLnBrk="1" hangingPunct="1"/>
            <a:r>
              <a:rPr lang="en-US" altLang="zh-CN" sz="4000" smtClean="0"/>
              <a:t>OSPF </a:t>
            </a:r>
            <a:r>
              <a:rPr lang="zh-CN" altLang="en-US" sz="4000" smtClean="0"/>
              <a:t>划分为两种不同的区域 </a:t>
            </a:r>
          </a:p>
        </p:txBody>
      </p:sp>
      <p:sp>
        <p:nvSpPr>
          <p:cNvPr id="584710" name="Oval 6"/>
          <p:cNvSpPr>
            <a:spLocks noChangeArrowheads="1"/>
          </p:cNvSpPr>
          <p:nvPr/>
        </p:nvSpPr>
        <p:spPr bwMode="auto">
          <a:xfrm>
            <a:off x="3503613" y="3063875"/>
            <a:ext cx="2894012" cy="1511300"/>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584711" name="Oval 7"/>
          <p:cNvSpPr>
            <a:spLocks noChangeArrowheads="1"/>
          </p:cNvSpPr>
          <p:nvPr/>
        </p:nvSpPr>
        <p:spPr bwMode="auto">
          <a:xfrm>
            <a:off x="228600" y="2994025"/>
            <a:ext cx="3167063"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584712" name="Oval 8"/>
          <p:cNvSpPr>
            <a:spLocks noChangeArrowheads="1"/>
          </p:cNvSpPr>
          <p:nvPr/>
        </p:nvSpPr>
        <p:spPr bwMode="auto">
          <a:xfrm>
            <a:off x="6473825" y="2994025"/>
            <a:ext cx="2405063"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584713" name="Text Box 9"/>
          <p:cNvSpPr txBox="1">
            <a:spLocks noChangeArrowheads="1"/>
          </p:cNvSpPr>
          <p:nvPr/>
        </p:nvSpPr>
        <p:spPr bwMode="auto">
          <a:xfrm>
            <a:off x="900113" y="5373688"/>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0.0.0.1</a:t>
            </a:r>
          </a:p>
        </p:txBody>
      </p:sp>
      <p:sp>
        <p:nvSpPr>
          <p:cNvPr id="584714" name="Text Box 10"/>
          <p:cNvSpPr txBox="1">
            <a:spLocks noChangeArrowheads="1"/>
          </p:cNvSpPr>
          <p:nvPr/>
        </p:nvSpPr>
        <p:spPr bwMode="auto">
          <a:xfrm>
            <a:off x="6948488" y="5445125"/>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0.0.0.3</a:t>
            </a:r>
          </a:p>
        </p:txBody>
      </p:sp>
      <p:sp>
        <p:nvSpPr>
          <p:cNvPr id="584715" name="Text Box 11"/>
          <p:cNvSpPr txBox="1">
            <a:spLocks noChangeArrowheads="1"/>
          </p:cNvSpPr>
          <p:nvPr/>
        </p:nvSpPr>
        <p:spPr bwMode="auto">
          <a:xfrm>
            <a:off x="3506788" y="2560638"/>
            <a:ext cx="241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主干区域 </a:t>
            </a:r>
            <a:r>
              <a:rPr kumimoji="1" lang="en-US" altLang="zh-CN" sz="2400">
                <a:solidFill>
                  <a:srgbClr val="333399"/>
                </a:solidFill>
                <a:latin typeface="Arial" pitchFamily="34" charset="0"/>
              </a:rPr>
              <a:t>0.0.0.0</a:t>
            </a:r>
          </a:p>
        </p:txBody>
      </p:sp>
      <p:sp>
        <p:nvSpPr>
          <p:cNvPr id="187402" name="Line 12"/>
          <p:cNvSpPr>
            <a:spLocks noChangeShapeType="1"/>
          </p:cNvSpPr>
          <p:nvPr/>
        </p:nvSpPr>
        <p:spPr bwMode="auto">
          <a:xfrm flipV="1">
            <a:off x="4951413" y="2376488"/>
            <a:ext cx="1065212" cy="962025"/>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03" name="Text Box 13"/>
          <p:cNvSpPr txBox="1">
            <a:spLocks noChangeArrowheads="1"/>
          </p:cNvSpPr>
          <p:nvPr/>
        </p:nvSpPr>
        <p:spPr bwMode="auto">
          <a:xfrm>
            <a:off x="5281613" y="1925638"/>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至其他自治系统</a:t>
            </a:r>
          </a:p>
        </p:txBody>
      </p:sp>
      <p:sp>
        <p:nvSpPr>
          <p:cNvPr id="187404" name="Line 14"/>
          <p:cNvSpPr>
            <a:spLocks noChangeShapeType="1"/>
          </p:cNvSpPr>
          <p:nvPr/>
        </p:nvSpPr>
        <p:spPr bwMode="auto">
          <a:xfrm>
            <a:off x="6473825" y="3887788"/>
            <a:ext cx="838200" cy="2730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05" name="Line 15"/>
          <p:cNvSpPr>
            <a:spLocks noChangeShapeType="1"/>
          </p:cNvSpPr>
          <p:nvPr/>
        </p:nvSpPr>
        <p:spPr bwMode="auto">
          <a:xfrm flipV="1">
            <a:off x="7464425" y="4094163"/>
            <a:ext cx="760413" cy="1365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06" name="Line 16"/>
          <p:cNvSpPr>
            <a:spLocks noChangeShapeType="1"/>
          </p:cNvSpPr>
          <p:nvPr/>
        </p:nvSpPr>
        <p:spPr bwMode="auto">
          <a:xfrm>
            <a:off x="7845425" y="3406775"/>
            <a:ext cx="379413" cy="687388"/>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07" name="Line 17"/>
          <p:cNvSpPr>
            <a:spLocks noChangeShapeType="1"/>
          </p:cNvSpPr>
          <p:nvPr/>
        </p:nvSpPr>
        <p:spPr bwMode="auto">
          <a:xfrm flipH="1">
            <a:off x="7767638" y="4160838"/>
            <a:ext cx="457200" cy="7572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08" name="Line 18"/>
          <p:cNvSpPr>
            <a:spLocks noChangeShapeType="1"/>
          </p:cNvSpPr>
          <p:nvPr/>
        </p:nvSpPr>
        <p:spPr bwMode="auto">
          <a:xfrm flipV="1">
            <a:off x="5330825" y="3887788"/>
            <a:ext cx="989013" cy="1381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09" name="Line 19"/>
          <p:cNvSpPr>
            <a:spLocks noChangeShapeType="1"/>
          </p:cNvSpPr>
          <p:nvPr/>
        </p:nvSpPr>
        <p:spPr bwMode="auto">
          <a:xfrm>
            <a:off x="5027613" y="3338513"/>
            <a:ext cx="150812"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0" name="Line 20"/>
          <p:cNvSpPr>
            <a:spLocks noChangeShapeType="1"/>
          </p:cNvSpPr>
          <p:nvPr/>
        </p:nvSpPr>
        <p:spPr bwMode="auto">
          <a:xfrm flipH="1">
            <a:off x="4951413" y="4094163"/>
            <a:ext cx="227012" cy="4810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1" name="Line 21"/>
          <p:cNvSpPr>
            <a:spLocks noChangeShapeType="1"/>
          </p:cNvSpPr>
          <p:nvPr/>
        </p:nvSpPr>
        <p:spPr bwMode="auto">
          <a:xfrm>
            <a:off x="3351213" y="3751263"/>
            <a:ext cx="1600200" cy="2746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2" name="Line 22"/>
          <p:cNvSpPr>
            <a:spLocks noChangeShapeType="1"/>
          </p:cNvSpPr>
          <p:nvPr/>
        </p:nvSpPr>
        <p:spPr bwMode="auto">
          <a:xfrm flipV="1">
            <a:off x="3427413" y="3406775"/>
            <a:ext cx="1447800" cy="3444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3" name="Line 23"/>
          <p:cNvSpPr>
            <a:spLocks noChangeShapeType="1"/>
          </p:cNvSpPr>
          <p:nvPr/>
        </p:nvSpPr>
        <p:spPr bwMode="auto">
          <a:xfrm flipH="1">
            <a:off x="990600" y="3406775"/>
            <a:ext cx="1141413" cy="34448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4" name="Line 24"/>
          <p:cNvSpPr>
            <a:spLocks noChangeShapeType="1"/>
          </p:cNvSpPr>
          <p:nvPr/>
        </p:nvSpPr>
        <p:spPr bwMode="auto">
          <a:xfrm>
            <a:off x="2132013" y="3473450"/>
            <a:ext cx="458787" cy="75723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5" name="Line 25"/>
          <p:cNvSpPr>
            <a:spLocks noChangeShapeType="1"/>
          </p:cNvSpPr>
          <p:nvPr/>
        </p:nvSpPr>
        <p:spPr bwMode="auto">
          <a:xfrm flipV="1">
            <a:off x="2665413" y="3817938"/>
            <a:ext cx="685800"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6" name="Line 26"/>
          <p:cNvSpPr>
            <a:spLocks noChangeShapeType="1"/>
          </p:cNvSpPr>
          <p:nvPr/>
        </p:nvSpPr>
        <p:spPr bwMode="auto">
          <a:xfrm flipH="1">
            <a:off x="1522413" y="4300538"/>
            <a:ext cx="992187" cy="13811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17" name="Line 27"/>
          <p:cNvSpPr>
            <a:spLocks noChangeShapeType="1"/>
          </p:cNvSpPr>
          <p:nvPr/>
        </p:nvSpPr>
        <p:spPr bwMode="auto">
          <a:xfrm>
            <a:off x="1522413" y="4505325"/>
            <a:ext cx="382587"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87418" name="Group 28"/>
          <p:cNvGrpSpPr>
            <a:grpSpLocks/>
          </p:cNvGrpSpPr>
          <p:nvPr/>
        </p:nvGrpSpPr>
        <p:grpSpPr bwMode="auto">
          <a:xfrm>
            <a:off x="2284413" y="4025900"/>
            <a:ext cx="685800" cy="479425"/>
            <a:chOff x="2949" y="196"/>
            <a:chExt cx="941" cy="598"/>
          </a:xfrm>
        </p:grpSpPr>
        <p:sp>
          <p:nvSpPr>
            <p:cNvPr id="187534" name="Oval 2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35"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36"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37" name="Oval 3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38" name="Oval 3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39"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40" name="Oval 3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41" name="Oval 3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42"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43"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44"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187419"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43000" y="4300538"/>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7420"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28800" y="3268663"/>
            <a:ext cx="520700"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7421"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22613" y="3613150"/>
            <a:ext cx="5191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7422"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1225" y="3200400"/>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7423"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51413" y="3887788"/>
            <a:ext cx="5191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7424"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97825" y="3956050"/>
            <a:ext cx="519113"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7425"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9025" y="3751263"/>
            <a:ext cx="519113"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7426" name="Group 47"/>
          <p:cNvGrpSpPr>
            <a:grpSpLocks/>
          </p:cNvGrpSpPr>
          <p:nvPr/>
        </p:nvGrpSpPr>
        <p:grpSpPr bwMode="auto">
          <a:xfrm>
            <a:off x="1598613" y="4713288"/>
            <a:ext cx="685800" cy="479425"/>
            <a:chOff x="2949" y="196"/>
            <a:chExt cx="941" cy="598"/>
          </a:xfrm>
        </p:grpSpPr>
        <p:sp>
          <p:nvSpPr>
            <p:cNvPr id="187523" name="Oval 4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24"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25"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26" name="Oval 51"/>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27" name="Oval 5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28"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29" name="Oval 5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30" name="Oval 55"/>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31"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32"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33"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7427" name="Group 59"/>
          <p:cNvGrpSpPr>
            <a:grpSpLocks/>
          </p:cNvGrpSpPr>
          <p:nvPr/>
        </p:nvGrpSpPr>
        <p:grpSpPr bwMode="auto">
          <a:xfrm>
            <a:off x="685800" y="3543300"/>
            <a:ext cx="685800" cy="482600"/>
            <a:chOff x="2949" y="196"/>
            <a:chExt cx="941" cy="598"/>
          </a:xfrm>
        </p:grpSpPr>
        <p:sp>
          <p:nvSpPr>
            <p:cNvPr id="187512" name="Oval 6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13"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14"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15" name="Oval 6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16" name="Oval 6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17"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18" name="Oval 6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19" name="Oval 6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20"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21"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22"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7428" name="Group 71"/>
          <p:cNvGrpSpPr>
            <a:grpSpLocks/>
          </p:cNvGrpSpPr>
          <p:nvPr/>
        </p:nvGrpSpPr>
        <p:grpSpPr bwMode="auto">
          <a:xfrm>
            <a:off x="7464425" y="3132138"/>
            <a:ext cx="684213" cy="481012"/>
            <a:chOff x="2949" y="196"/>
            <a:chExt cx="941" cy="598"/>
          </a:xfrm>
        </p:grpSpPr>
        <p:sp>
          <p:nvSpPr>
            <p:cNvPr id="187501" name="Oval 7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2"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3"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4" name="Oval 75"/>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5" name="Oval 7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6"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7" name="Oval 7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8" name="Oval 79"/>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509"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10"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11"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7429" name="Group 83"/>
          <p:cNvGrpSpPr>
            <a:grpSpLocks/>
          </p:cNvGrpSpPr>
          <p:nvPr/>
        </p:nvGrpSpPr>
        <p:grpSpPr bwMode="auto">
          <a:xfrm>
            <a:off x="7388225" y="4713288"/>
            <a:ext cx="685800" cy="479425"/>
            <a:chOff x="2949" y="196"/>
            <a:chExt cx="941" cy="598"/>
          </a:xfrm>
        </p:grpSpPr>
        <p:sp>
          <p:nvSpPr>
            <p:cNvPr id="187490"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1"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2"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3" name="Oval 87"/>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4"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5"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6"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7" name="Oval 91"/>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98"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99"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500"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7430" name="Group 95"/>
          <p:cNvGrpSpPr>
            <a:grpSpLocks/>
          </p:cNvGrpSpPr>
          <p:nvPr/>
        </p:nvGrpSpPr>
        <p:grpSpPr bwMode="auto">
          <a:xfrm>
            <a:off x="7005638" y="3956050"/>
            <a:ext cx="685800" cy="482600"/>
            <a:chOff x="2949" y="196"/>
            <a:chExt cx="941" cy="598"/>
          </a:xfrm>
        </p:grpSpPr>
        <p:sp>
          <p:nvSpPr>
            <p:cNvPr id="187479" name="Oval 9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0"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1"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2" name="Oval 9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3" name="Oval 10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4"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5" name="Oval 10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6" name="Oval 10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87"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88"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89"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7431" name="Text Box 107"/>
          <p:cNvSpPr txBox="1">
            <a:spLocks noChangeArrowheads="1"/>
          </p:cNvSpPr>
          <p:nvPr/>
        </p:nvSpPr>
        <p:spPr bwMode="auto">
          <a:xfrm>
            <a:off x="8264525" y="358933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9</a:t>
            </a:r>
          </a:p>
        </p:txBody>
      </p:sp>
      <p:sp>
        <p:nvSpPr>
          <p:cNvPr id="187432" name="Text Box 108"/>
          <p:cNvSpPr txBox="1">
            <a:spLocks noChangeArrowheads="1"/>
          </p:cNvSpPr>
          <p:nvPr/>
        </p:nvSpPr>
        <p:spPr bwMode="auto">
          <a:xfrm>
            <a:off x="5861050" y="3406775"/>
            <a:ext cx="4587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7</a:t>
            </a:r>
          </a:p>
        </p:txBody>
      </p:sp>
      <p:sp>
        <p:nvSpPr>
          <p:cNvPr id="187433" name="Text Box 109"/>
          <p:cNvSpPr txBox="1">
            <a:spLocks noChangeArrowheads="1"/>
          </p:cNvSpPr>
          <p:nvPr/>
        </p:nvSpPr>
        <p:spPr bwMode="auto">
          <a:xfrm>
            <a:off x="5229225" y="3076575"/>
            <a:ext cx="4587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6</a:t>
            </a:r>
          </a:p>
        </p:txBody>
      </p:sp>
      <p:sp>
        <p:nvSpPr>
          <p:cNvPr id="187434" name="Text Box 110"/>
          <p:cNvSpPr txBox="1">
            <a:spLocks noChangeArrowheads="1"/>
          </p:cNvSpPr>
          <p:nvPr/>
        </p:nvSpPr>
        <p:spPr bwMode="auto">
          <a:xfrm>
            <a:off x="4657725" y="3529013"/>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5</a:t>
            </a:r>
          </a:p>
        </p:txBody>
      </p:sp>
      <p:sp>
        <p:nvSpPr>
          <p:cNvPr id="187435" name="Text Box 111"/>
          <p:cNvSpPr txBox="1">
            <a:spLocks noChangeArrowheads="1"/>
          </p:cNvSpPr>
          <p:nvPr/>
        </p:nvSpPr>
        <p:spPr bwMode="auto">
          <a:xfrm>
            <a:off x="4394200" y="4086225"/>
            <a:ext cx="460375"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4</a:t>
            </a:r>
          </a:p>
        </p:txBody>
      </p:sp>
      <p:sp>
        <p:nvSpPr>
          <p:cNvPr id="187436" name="Text Box 112"/>
          <p:cNvSpPr txBox="1">
            <a:spLocks noChangeArrowheads="1"/>
          </p:cNvSpPr>
          <p:nvPr/>
        </p:nvSpPr>
        <p:spPr bwMode="auto">
          <a:xfrm>
            <a:off x="3130550" y="3211513"/>
            <a:ext cx="46037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3</a:t>
            </a:r>
          </a:p>
        </p:txBody>
      </p:sp>
      <p:sp>
        <p:nvSpPr>
          <p:cNvPr id="187437" name="Text Box 113"/>
          <p:cNvSpPr txBox="1">
            <a:spLocks noChangeArrowheads="1"/>
          </p:cNvSpPr>
          <p:nvPr/>
        </p:nvSpPr>
        <p:spPr bwMode="auto">
          <a:xfrm>
            <a:off x="758825" y="417988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p>
        </p:txBody>
      </p:sp>
      <p:sp>
        <p:nvSpPr>
          <p:cNvPr id="187438" name="Text Box 114"/>
          <p:cNvSpPr txBox="1">
            <a:spLocks noChangeArrowheads="1"/>
          </p:cNvSpPr>
          <p:nvPr/>
        </p:nvSpPr>
        <p:spPr bwMode="auto">
          <a:xfrm>
            <a:off x="1487488" y="2981325"/>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p>
        </p:txBody>
      </p:sp>
      <p:sp>
        <p:nvSpPr>
          <p:cNvPr id="187439" name="Text Box 115"/>
          <p:cNvSpPr txBox="1">
            <a:spLocks noChangeArrowheads="1"/>
          </p:cNvSpPr>
          <p:nvPr/>
        </p:nvSpPr>
        <p:spPr bwMode="auto">
          <a:xfrm>
            <a:off x="7439025" y="4724400"/>
            <a:ext cx="604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700">
                <a:solidFill>
                  <a:srgbClr val="333399"/>
                </a:solidFill>
                <a:latin typeface="Arial" pitchFamily="34" charset="0"/>
              </a:rPr>
              <a:t> </a:t>
            </a:r>
            <a:r>
              <a:rPr kumimoji="1" lang="en-US" altLang="zh-CN" sz="2000">
                <a:solidFill>
                  <a:srgbClr val="333399"/>
                </a:solidFill>
                <a:latin typeface="Arial" pitchFamily="34" charset="0"/>
              </a:rPr>
              <a:t>8</a:t>
            </a:r>
          </a:p>
        </p:txBody>
      </p:sp>
      <p:sp>
        <p:nvSpPr>
          <p:cNvPr id="187440" name="Text Box 116"/>
          <p:cNvSpPr txBox="1">
            <a:spLocks noChangeArrowheads="1"/>
          </p:cNvSpPr>
          <p:nvPr/>
        </p:nvSpPr>
        <p:spPr bwMode="auto">
          <a:xfrm>
            <a:off x="7516813" y="3148013"/>
            <a:ext cx="6048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700">
                <a:solidFill>
                  <a:srgbClr val="333399"/>
                </a:solidFill>
                <a:latin typeface="Arial" pitchFamily="34" charset="0"/>
              </a:rPr>
              <a:t> </a:t>
            </a:r>
            <a:r>
              <a:rPr kumimoji="1" lang="en-US" altLang="zh-CN" sz="2000">
                <a:solidFill>
                  <a:srgbClr val="333399"/>
                </a:solidFill>
                <a:latin typeface="Arial" pitchFamily="34" charset="0"/>
              </a:rPr>
              <a:t>6</a:t>
            </a:r>
          </a:p>
        </p:txBody>
      </p:sp>
      <p:sp>
        <p:nvSpPr>
          <p:cNvPr id="187441" name="Text Box 117"/>
          <p:cNvSpPr txBox="1">
            <a:spLocks noChangeArrowheads="1"/>
          </p:cNvSpPr>
          <p:nvPr/>
        </p:nvSpPr>
        <p:spPr bwMode="auto">
          <a:xfrm>
            <a:off x="1635125" y="4760913"/>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3</a:t>
            </a:r>
          </a:p>
        </p:txBody>
      </p:sp>
      <p:sp>
        <p:nvSpPr>
          <p:cNvPr id="187442" name="Text Box 118"/>
          <p:cNvSpPr txBox="1">
            <a:spLocks noChangeArrowheads="1"/>
          </p:cNvSpPr>
          <p:nvPr/>
        </p:nvSpPr>
        <p:spPr bwMode="auto">
          <a:xfrm>
            <a:off x="2346325" y="4076700"/>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2</a:t>
            </a:r>
          </a:p>
        </p:txBody>
      </p:sp>
      <p:sp>
        <p:nvSpPr>
          <p:cNvPr id="187443" name="Text Box 119"/>
          <p:cNvSpPr txBox="1">
            <a:spLocks noChangeArrowheads="1"/>
          </p:cNvSpPr>
          <p:nvPr/>
        </p:nvSpPr>
        <p:spPr bwMode="auto">
          <a:xfrm>
            <a:off x="752475" y="3573463"/>
            <a:ext cx="6111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9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187444" name="Text Box 120"/>
          <p:cNvSpPr txBox="1">
            <a:spLocks noChangeArrowheads="1"/>
          </p:cNvSpPr>
          <p:nvPr/>
        </p:nvSpPr>
        <p:spPr bwMode="auto">
          <a:xfrm>
            <a:off x="7005638" y="3984625"/>
            <a:ext cx="600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600">
                <a:solidFill>
                  <a:srgbClr val="333399"/>
                </a:solidFill>
                <a:latin typeface="Arial" pitchFamily="34" charset="0"/>
              </a:rPr>
              <a:t> </a:t>
            </a:r>
            <a:r>
              <a:rPr kumimoji="1" lang="en-US" altLang="zh-CN" sz="2000">
                <a:solidFill>
                  <a:srgbClr val="333399"/>
                </a:solidFill>
                <a:latin typeface="Arial" pitchFamily="34" charset="0"/>
              </a:rPr>
              <a:t>7</a:t>
            </a:r>
          </a:p>
        </p:txBody>
      </p:sp>
      <p:sp>
        <p:nvSpPr>
          <p:cNvPr id="584825" name="Oval 121"/>
          <p:cNvSpPr>
            <a:spLocks noChangeArrowheads="1"/>
          </p:cNvSpPr>
          <p:nvPr/>
        </p:nvSpPr>
        <p:spPr bwMode="auto">
          <a:xfrm>
            <a:off x="3351213" y="4660900"/>
            <a:ext cx="3122612"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584826" name="Text Box 122"/>
          <p:cNvSpPr txBox="1">
            <a:spLocks noChangeArrowheads="1"/>
          </p:cNvSpPr>
          <p:nvPr/>
        </p:nvSpPr>
        <p:spPr bwMode="auto">
          <a:xfrm>
            <a:off x="4140200" y="5661025"/>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0.0.0.2</a:t>
            </a:r>
          </a:p>
        </p:txBody>
      </p:sp>
      <p:sp>
        <p:nvSpPr>
          <p:cNvPr id="187447" name="Line 123"/>
          <p:cNvSpPr>
            <a:spLocks noChangeShapeType="1"/>
          </p:cNvSpPr>
          <p:nvPr/>
        </p:nvSpPr>
        <p:spPr bwMode="auto">
          <a:xfrm>
            <a:off x="4875213" y="4575175"/>
            <a:ext cx="912812" cy="5207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48" name="Line 124"/>
          <p:cNvSpPr>
            <a:spLocks noChangeShapeType="1"/>
          </p:cNvSpPr>
          <p:nvPr/>
        </p:nvSpPr>
        <p:spPr bwMode="auto">
          <a:xfrm flipV="1">
            <a:off x="5027613" y="5181600"/>
            <a:ext cx="836612" cy="2603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87449" name="Group 125"/>
          <p:cNvGrpSpPr>
            <a:grpSpLocks/>
          </p:cNvGrpSpPr>
          <p:nvPr/>
        </p:nvGrpSpPr>
        <p:grpSpPr bwMode="auto">
          <a:xfrm>
            <a:off x="5561013" y="4833938"/>
            <a:ext cx="684212" cy="608012"/>
            <a:chOff x="2949" y="196"/>
            <a:chExt cx="941" cy="598"/>
          </a:xfrm>
        </p:grpSpPr>
        <p:sp>
          <p:nvSpPr>
            <p:cNvPr id="187468" name="Oval 12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69"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70"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71" name="Oval 12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72" name="Oval 13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73"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74" name="Oval 13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75" name="Oval 13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76"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77"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78"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7450" name="Text Box 137"/>
          <p:cNvSpPr txBox="1">
            <a:spLocks noChangeArrowheads="1"/>
          </p:cNvSpPr>
          <p:nvPr/>
        </p:nvSpPr>
        <p:spPr bwMode="auto">
          <a:xfrm>
            <a:off x="5588000" y="48799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4</a:t>
            </a:r>
          </a:p>
        </p:txBody>
      </p:sp>
      <p:sp>
        <p:nvSpPr>
          <p:cNvPr id="187451" name="Line 138"/>
          <p:cNvSpPr>
            <a:spLocks noChangeShapeType="1"/>
          </p:cNvSpPr>
          <p:nvPr/>
        </p:nvSpPr>
        <p:spPr bwMode="auto">
          <a:xfrm>
            <a:off x="3959225" y="5265738"/>
            <a:ext cx="915988" cy="17621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87452" name="Group 139"/>
          <p:cNvGrpSpPr>
            <a:grpSpLocks/>
          </p:cNvGrpSpPr>
          <p:nvPr/>
        </p:nvGrpSpPr>
        <p:grpSpPr bwMode="auto">
          <a:xfrm>
            <a:off x="3656013" y="4919663"/>
            <a:ext cx="685800" cy="608012"/>
            <a:chOff x="2949" y="196"/>
            <a:chExt cx="941" cy="598"/>
          </a:xfrm>
        </p:grpSpPr>
        <p:sp>
          <p:nvSpPr>
            <p:cNvPr id="187457" name="Oval 14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58"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59"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60" name="Oval 14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61" name="Oval 14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62"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63" name="Oval 14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64" name="Oval 14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465"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66"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7467"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7453" name="Text Box 151"/>
          <p:cNvSpPr txBox="1">
            <a:spLocks noChangeArrowheads="1"/>
          </p:cNvSpPr>
          <p:nvPr/>
        </p:nvSpPr>
        <p:spPr bwMode="auto">
          <a:xfrm>
            <a:off x="3646488" y="5032375"/>
            <a:ext cx="60801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5</a:t>
            </a:r>
          </a:p>
        </p:txBody>
      </p:sp>
      <p:pic>
        <p:nvPicPr>
          <p:cNvPr id="187454"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1225" y="5218113"/>
            <a:ext cx="520700"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7455" name="Text Box 153"/>
          <p:cNvSpPr txBox="1">
            <a:spLocks noChangeArrowheads="1"/>
          </p:cNvSpPr>
          <p:nvPr/>
        </p:nvSpPr>
        <p:spPr bwMode="auto">
          <a:xfrm>
            <a:off x="4427538" y="4905375"/>
            <a:ext cx="460375"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8</a:t>
            </a:r>
          </a:p>
        </p:txBody>
      </p:sp>
      <p:pic>
        <p:nvPicPr>
          <p:cNvPr id="187456"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57725" y="4441825"/>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58470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35" presetClass="emph" presetSubtype="0" repeatCount="2000" fill="hold" grpId="0" nodeType="afterEffect">
                                  <p:stCondLst>
                                    <p:cond delay="500"/>
                                  </p:stCondLst>
                                  <p:childTnLst>
                                    <p:anim calcmode="discrete" valueType="str">
                                      <p:cBhvr>
                                        <p:cTn id="9" dur="1000" fill="hold"/>
                                        <p:tgtEl>
                                          <p:spTgt spid="584715"/>
                                        </p:tgtEl>
                                        <p:attrNameLst>
                                          <p:attrName>style.visibility</p:attrName>
                                        </p:attrNameLst>
                                      </p:cBhvr>
                                      <p:tavLst>
                                        <p:tav tm="0">
                                          <p:val>
                                            <p:strVal val="hidden"/>
                                          </p:val>
                                        </p:tav>
                                        <p:tav tm="50000">
                                          <p:val>
                                            <p:strVal val="visible"/>
                                          </p:val>
                                        </p:tav>
                                      </p:tavLst>
                                    </p:anim>
                                  </p:childTnLst>
                                </p:cTn>
                              </p:par>
                              <p:par>
                                <p:cTn id="10" presetID="35" presetClass="emph" presetSubtype="0" repeatCount="2000" fill="hold" grpId="0" nodeType="withEffect">
                                  <p:stCondLst>
                                    <p:cond delay="500"/>
                                  </p:stCondLst>
                                  <p:childTnLst>
                                    <p:anim calcmode="discrete" valueType="str">
                                      <p:cBhvr>
                                        <p:cTn id="11" dur="1000" fill="hold"/>
                                        <p:tgtEl>
                                          <p:spTgt spid="584710"/>
                                        </p:tgtEl>
                                        <p:attrNameLst>
                                          <p:attrName>style.visibility</p:attrName>
                                        </p:attrNameLst>
                                      </p:cBhvr>
                                      <p:tavLst>
                                        <p:tav tm="0">
                                          <p:val>
                                            <p:strVal val="hidden"/>
                                          </p:val>
                                        </p:tav>
                                        <p:tav tm="50000">
                                          <p:val>
                                            <p:strVal val="visible"/>
                                          </p:val>
                                        </p:tav>
                                      </p:tavLst>
                                    </p:anim>
                                  </p:childTnLst>
                                </p:cTn>
                              </p:par>
                            </p:childTnLst>
                          </p:cTn>
                        </p:par>
                        <p:par>
                          <p:cTn id="12" fill="hold" nodeType="afterGroup">
                            <p:stCondLst>
                              <p:cond delay="6000"/>
                            </p:stCondLst>
                            <p:childTnLst>
                              <p:par>
                                <p:cTn id="13" presetID="35" presetClass="emph" presetSubtype="0" repeatCount="2000" fill="hold" grpId="0" nodeType="afterEffect">
                                  <p:stCondLst>
                                    <p:cond delay="500"/>
                                  </p:stCondLst>
                                  <p:childTnLst>
                                    <p:anim calcmode="discrete" valueType="str">
                                      <p:cBhvr>
                                        <p:cTn id="14" dur="1000" fill="hold"/>
                                        <p:tgtEl>
                                          <p:spTgt spid="584713"/>
                                        </p:tgtEl>
                                        <p:attrNameLst>
                                          <p:attrName>style.visibility</p:attrName>
                                        </p:attrNameLst>
                                      </p:cBhvr>
                                      <p:tavLst>
                                        <p:tav tm="0">
                                          <p:val>
                                            <p:strVal val="hidden"/>
                                          </p:val>
                                        </p:tav>
                                        <p:tav tm="50000">
                                          <p:val>
                                            <p:strVal val="visible"/>
                                          </p:val>
                                        </p:tav>
                                      </p:tavLst>
                                    </p:anim>
                                  </p:childTnLst>
                                </p:cTn>
                              </p:par>
                              <p:par>
                                <p:cTn id="15" presetID="35" presetClass="emph" presetSubtype="0" repeatCount="2000" fill="hold" grpId="0" nodeType="withEffect">
                                  <p:stCondLst>
                                    <p:cond delay="500"/>
                                  </p:stCondLst>
                                  <p:childTnLst>
                                    <p:anim calcmode="discrete" valueType="str">
                                      <p:cBhvr>
                                        <p:cTn id="16" dur="1000" fill="hold"/>
                                        <p:tgtEl>
                                          <p:spTgt spid="584711"/>
                                        </p:tgtEl>
                                        <p:attrNameLst>
                                          <p:attrName>style.visibility</p:attrName>
                                        </p:attrNameLst>
                                      </p:cBhvr>
                                      <p:tavLst>
                                        <p:tav tm="0">
                                          <p:val>
                                            <p:strVal val="hidden"/>
                                          </p:val>
                                        </p:tav>
                                        <p:tav tm="50000">
                                          <p:val>
                                            <p:strVal val="visible"/>
                                          </p:val>
                                        </p:tav>
                                      </p:tavLst>
                                    </p:anim>
                                  </p:childTnLst>
                                </p:cTn>
                              </p:par>
                            </p:childTnLst>
                          </p:cTn>
                        </p:par>
                        <p:par>
                          <p:cTn id="17" fill="hold" nodeType="afterGroup">
                            <p:stCondLst>
                              <p:cond delay="8500"/>
                            </p:stCondLst>
                            <p:childTnLst>
                              <p:par>
                                <p:cTn id="18" presetID="35" presetClass="emph" presetSubtype="0" repeatCount="2000" fill="hold" grpId="0" nodeType="afterEffect">
                                  <p:stCondLst>
                                    <p:cond delay="500"/>
                                  </p:stCondLst>
                                  <p:childTnLst>
                                    <p:anim calcmode="discrete" valueType="str">
                                      <p:cBhvr>
                                        <p:cTn id="19" dur="1000" fill="hold"/>
                                        <p:tgtEl>
                                          <p:spTgt spid="584826"/>
                                        </p:tgtEl>
                                        <p:attrNameLst>
                                          <p:attrName>style.visibility</p:attrName>
                                        </p:attrNameLst>
                                      </p:cBhvr>
                                      <p:tavLst>
                                        <p:tav tm="0">
                                          <p:val>
                                            <p:strVal val="hidden"/>
                                          </p:val>
                                        </p:tav>
                                        <p:tav tm="50000">
                                          <p:val>
                                            <p:strVal val="visible"/>
                                          </p:val>
                                        </p:tav>
                                      </p:tavLst>
                                    </p:anim>
                                  </p:childTnLst>
                                </p:cTn>
                              </p:par>
                              <p:par>
                                <p:cTn id="20" presetID="35" presetClass="emph" presetSubtype="0" repeatCount="2000" fill="hold" grpId="0" nodeType="withEffect">
                                  <p:stCondLst>
                                    <p:cond delay="500"/>
                                  </p:stCondLst>
                                  <p:childTnLst>
                                    <p:anim calcmode="discrete" valueType="str">
                                      <p:cBhvr>
                                        <p:cTn id="21" dur="1000" fill="hold"/>
                                        <p:tgtEl>
                                          <p:spTgt spid="584825"/>
                                        </p:tgtEl>
                                        <p:attrNameLst>
                                          <p:attrName>style.visibility</p:attrName>
                                        </p:attrNameLst>
                                      </p:cBhvr>
                                      <p:tavLst>
                                        <p:tav tm="0">
                                          <p:val>
                                            <p:strVal val="hidden"/>
                                          </p:val>
                                        </p:tav>
                                        <p:tav tm="50000">
                                          <p:val>
                                            <p:strVal val="visible"/>
                                          </p:val>
                                        </p:tav>
                                      </p:tavLst>
                                    </p:anim>
                                  </p:childTnLst>
                                </p:cTn>
                              </p:par>
                            </p:childTnLst>
                          </p:cTn>
                        </p:par>
                        <p:par>
                          <p:cTn id="22" fill="hold" nodeType="afterGroup">
                            <p:stCondLst>
                              <p:cond delay="11000"/>
                            </p:stCondLst>
                            <p:childTnLst>
                              <p:par>
                                <p:cTn id="23" presetID="35" presetClass="emph" presetSubtype="0" repeatCount="2000" fill="hold" grpId="0" nodeType="afterEffect">
                                  <p:stCondLst>
                                    <p:cond delay="500"/>
                                  </p:stCondLst>
                                  <p:childTnLst>
                                    <p:anim calcmode="discrete" valueType="str">
                                      <p:cBhvr>
                                        <p:cTn id="24" dur="1000" fill="hold"/>
                                        <p:tgtEl>
                                          <p:spTgt spid="584712"/>
                                        </p:tgtEl>
                                        <p:attrNameLst>
                                          <p:attrName>style.visibility</p:attrName>
                                        </p:attrNameLst>
                                      </p:cBhvr>
                                      <p:tavLst>
                                        <p:tav tm="0">
                                          <p:val>
                                            <p:strVal val="hidden"/>
                                          </p:val>
                                        </p:tav>
                                        <p:tav tm="50000">
                                          <p:val>
                                            <p:strVal val="visible"/>
                                          </p:val>
                                        </p:tav>
                                      </p:tavLst>
                                    </p:anim>
                                  </p:childTnLst>
                                </p:cTn>
                              </p:par>
                              <p:par>
                                <p:cTn id="25" presetID="35" presetClass="emph" presetSubtype="0" repeatCount="2000" fill="hold" grpId="0" nodeType="withEffect">
                                  <p:stCondLst>
                                    <p:cond delay="500"/>
                                  </p:stCondLst>
                                  <p:childTnLst>
                                    <p:anim calcmode="discrete" valueType="str">
                                      <p:cBhvr>
                                        <p:cTn id="26" dur="1000" fill="hold"/>
                                        <p:tgtEl>
                                          <p:spTgt spid="58471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4710" grpId="0" animBg="1"/>
      <p:bldP spid="584711" grpId="0" animBg="1"/>
      <p:bldP spid="584712" grpId="0" animBg="1"/>
      <p:bldP spid="584713" grpId="0"/>
      <p:bldP spid="584714" grpId="0"/>
      <p:bldP spid="584715" grpId="0"/>
      <p:bldP spid="584825" grpId="0" animBg="1"/>
      <p:bldP spid="584826"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Rectangle 2"/>
          <p:cNvSpPr>
            <a:spLocks noGrp="1" noChangeArrowheads="1"/>
          </p:cNvSpPr>
          <p:nvPr>
            <p:ph type="title"/>
          </p:nvPr>
        </p:nvSpPr>
        <p:spPr>
          <a:xfrm>
            <a:off x="919163" y="214313"/>
            <a:ext cx="8116887" cy="1462087"/>
          </a:xfrm>
        </p:spPr>
        <p:txBody>
          <a:bodyPr/>
          <a:lstStyle/>
          <a:p>
            <a:pPr algn="ctr" eaLnBrk="1" hangingPunct="1"/>
            <a:r>
              <a:rPr lang="zh-CN" altLang="en-US" smtClean="0"/>
              <a:t>划分区域 </a:t>
            </a:r>
          </a:p>
        </p:txBody>
      </p:sp>
      <p:sp>
        <p:nvSpPr>
          <p:cNvPr id="585731" name="Rectangle 3"/>
          <p:cNvSpPr>
            <a:spLocks noGrp="1" noChangeArrowheads="1"/>
          </p:cNvSpPr>
          <p:nvPr>
            <p:ph type="body" idx="1"/>
          </p:nvPr>
        </p:nvSpPr>
        <p:spPr>
          <a:xfrm>
            <a:off x="900113" y="1916113"/>
            <a:ext cx="7848600" cy="4475162"/>
          </a:xfrm>
          <a:noFill/>
        </p:spPr>
        <p:txBody>
          <a:bodyPr/>
          <a:lstStyle/>
          <a:p>
            <a:pPr eaLnBrk="1" hangingPunct="1">
              <a:lnSpc>
                <a:spcPct val="90000"/>
              </a:lnSpc>
            </a:pPr>
            <a:r>
              <a:rPr lang="zh-CN" altLang="en-US" sz="2800" smtClean="0"/>
              <a:t>划分区域的好处就是将利用洪泛法交换链路状态信息的范围局限于每一个区域而不是整个的自治系统，这就减少了整个网络上的通信量。</a:t>
            </a:r>
          </a:p>
          <a:p>
            <a:pPr eaLnBrk="1" hangingPunct="1">
              <a:lnSpc>
                <a:spcPct val="90000"/>
              </a:lnSpc>
            </a:pPr>
            <a:r>
              <a:rPr lang="zh-CN" altLang="en-US" sz="2800" smtClean="0"/>
              <a:t>在一个区域内部的路由器只知道本区域的完整网络拓扑，而不知道其他区域的网络拓扑的情况。</a:t>
            </a:r>
          </a:p>
          <a:p>
            <a:pPr eaLnBrk="1" hangingPunct="1">
              <a:lnSpc>
                <a:spcPct val="90000"/>
              </a:lnSpc>
            </a:pPr>
            <a:r>
              <a:rPr lang="en-US" altLang="zh-CN" sz="2800" smtClean="0"/>
              <a:t>OSPF </a:t>
            </a:r>
            <a:r>
              <a:rPr lang="zh-CN" altLang="en-US" sz="2800" smtClean="0"/>
              <a:t>使用层次结构的区域划分。在上层的区域叫作</a:t>
            </a:r>
            <a:r>
              <a:rPr lang="zh-CN" altLang="en-US" sz="2800" smtClean="0">
                <a:solidFill>
                  <a:schemeClr val="hlink"/>
                </a:solidFill>
              </a:rPr>
              <a:t>主干区域</a:t>
            </a:r>
            <a:r>
              <a:rPr lang="en-US" altLang="zh-CN" sz="2800" smtClean="0"/>
              <a:t>(backbone area)</a:t>
            </a:r>
            <a:r>
              <a:rPr lang="zh-CN" altLang="en-US" sz="2800" smtClean="0"/>
              <a:t>。主干区域的标识符规定为</a:t>
            </a:r>
            <a:r>
              <a:rPr lang="en-US" altLang="zh-CN" sz="2800" smtClean="0"/>
              <a:t>0.0.0.0</a:t>
            </a:r>
            <a:r>
              <a:rPr lang="zh-CN" altLang="en-US" sz="2800" smtClean="0"/>
              <a:t>。主干区域的作用是用来连通其他在下层的区域。</a:t>
            </a:r>
            <a:r>
              <a:rPr lang="zh-CN" altLang="en-US" sz="2400" smtClean="0"/>
              <a:t> </a:t>
            </a:r>
            <a:r>
              <a:rPr lang="zh-CN" altLang="en-US"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57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573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5731" grpId="0" build="p"/>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9442" name="Group 2"/>
          <p:cNvGrpSpPr>
            <a:grpSpLocks/>
          </p:cNvGrpSpPr>
          <p:nvPr/>
        </p:nvGrpSpPr>
        <p:grpSpPr bwMode="auto">
          <a:xfrm>
            <a:off x="125413" y="2476500"/>
            <a:ext cx="8861425" cy="3760788"/>
            <a:chOff x="79" y="1560"/>
            <a:chExt cx="5582" cy="2369"/>
          </a:xfrm>
        </p:grpSpPr>
        <p:sp>
          <p:nvSpPr>
            <p:cNvPr id="189593"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89594" name="Text Box 4"/>
            <p:cNvSpPr txBox="1">
              <a:spLocks noChangeArrowheads="1"/>
            </p:cNvSpPr>
            <p:nvPr/>
          </p:nvSpPr>
          <p:spPr bwMode="auto">
            <a:xfrm>
              <a:off x="247" y="1560"/>
              <a:ext cx="11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自治系统 </a:t>
              </a:r>
              <a:r>
                <a:rPr kumimoji="1" lang="en-US" altLang="zh-CN" sz="2400">
                  <a:solidFill>
                    <a:srgbClr val="333399"/>
                  </a:solidFill>
                  <a:latin typeface="Arial" pitchFamily="34" charset="0"/>
                </a:rPr>
                <a:t>AS</a:t>
              </a:r>
            </a:p>
          </p:txBody>
        </p:sp>
      </p:grpSp>
      <p:sp>
        <p:nvSpPr>
          <p:cNvPr id="586757" name="Rectangle 5"/>
          <p:cNvSpPr>
            <a:spLocks noGrp="1" noChangeArrowheads="1"/>
          </p:cNvSpPr>
          <p:nvPr>
            <p:ph type="title"/>
          </p:nvPr>
        </p:nvSpPr>
        <p:spPr/>
        <p:txBody>
          <a:bodyPr/>
          <a:lstStyle/>
          <a:p>
            <a:pPr algn="ctr" eaLnBrk="1" hangingPunct="1"/>
            <a:r>
              <a:rPr lang="zh-CN" altLang="en-US" smtClean="0">
                <a:solidFill>
                  <a:schemeClr val="hlink"/>
                </a:solidFill>
              </a:rPr>
              <a:t>主干路由器</a:t>
            </a:r>
          </a:p>
        </p:txBody>
      </p:sp>
      <p:sp>
        <p:nvSpPr>
          <p:cNvPr id="189444" name="Oval 6"/>
          <p:cNvSpPr>
            <a:spLocks noChangeArrowheads="1"/>
          </p:cNvSpPr>
          <p:nvPr/>
        </p:nvSpPr>
        <p:spPr bwMode="auto">
          <a:xfrm>
            <a:off x="3503613" y="3063875"/>
            <a:ext cx="2894012" cy="1511300"/>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89445" name="Oval 7"/>
          <p:cNvSpPr>
            <a:spLocks noChangeArrowheads="1"/>
          </p:cNvSpPr>
          <p:nvPr/>
        </p:nvSpPr>
        <p:spPr bwMode="auto">
          <a:xfrm>
            <a:off x="228600" y="2994025"/>
            <a:ext cx="3167063"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89446" name="Oval 8"/>
          <p:cNvSpPr>
            <a:spLocks noChangeArrowheads="1"/>
          </p:cNvSpPr>
          <p:nvPr/>
        </p:nvSpPr>
        <p:spPr bwMode="auto">
          <a:xfrm>
            <a:off x="6473825" y="2994025"/>
            <a:ext cx="2405063"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89447" name="Text Box 9"/>
          <p:cNvSpPr txBox="1">
            <a:spLocks noChangeArrowheads="1"/>
          </p:cNvSpPr>
          <p:nvPr/>
        </p:nvSpPr>
        <p:spPr bwMode="auto">
          <a:xfrm>
            <a:off x="900113" y="5373688"/>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0.0.0.1</a:t>
            </a:r>
          </a:p>
        </p:txBody>
      </p:sp>
      <p:sp>
        <p:nvSpPr>
          <p:cNvPr id="189448" name="Text Box 10"/>
          <p:cNvSpPr txBox="1">
            <a:spLocks noChangeArrowheads="1"/>
          </p:cNvSpPr>
          <p:nvPr/>
        </p:nvSpPr>
        <p:spPr bwMode="auto">
          <a:xfrm>
            <a:off x="6948488" y="5445125"/>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0.0.0.3</a:t>
            </a:r>
          </a:p>
        </p:txBody>
      </p:sp>
      <p:sp>
        <p:nvSpPr>
          <p:cNvPr id="189449" name="Text Box 11"/>
          <p:cNvSpPr txBox="1">
            <a:spLocks noChangeArrowheads="1"/>
          </p:cNvSpPr>
          <p:nvPr/>
        </p:nvSpPr>
        <p:spPr bwMode="auto">
          <a:xfrm>
            <a:off x="3506788" y="2560638"/>
            <a:ext cx="241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主干区域 </a:t>
            </a:r>
            <a:r>
              <a:rPr kumimoji="1" lang="en-US" altLang="zh-CN" sz="2400">
                <a:solidFill>
                  <a:srgbClr val="333399"/>
                </a:solidFill>
                <a:latin typeface="Arial" pitchFamily="34" charset="0"/>
              </a:rPr>
              <a:t>0.0.0.0</a:t>
            </a:r>
          </a:p>
        </p:txBody>
      </p:sp>
      <p:sp>
        <p:nvSpPr>
          <p:cNvPr id="189450" name="Line 12"/>
          <p:cNvSpPr>
            <a:spLocks noChangeShapeType="1"/>
          </p:cNvSpPr>
          <p:nvPr/>
        </p:nvSpPr>
        <p:spPr bwMode="auto">
          <a:xfrm flipV="1">
            <a:off x="4951413" y="2376488"/>
            <a:ext cx="1065212" cy="962025"/>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1" name="Text Box 13"/>
          <p:cNvSpPr txBox="1">
            <a:spLocks noChangeArrowheads="1"/>
          </p:cNvSpPr>
          <p:nvPr/>
        </p:nvSpPr>
        <p:spPr bwMode="auto">
          <a:xfrm>
            <a:off x="5281613" y="1925638"/>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至其他自治系统</a:t>
            </a:r>
          </a:p>
        </p:txBody>
      </p:sp>
      <p:sp>
        <p:nvSpPr>
          <p:cNvPr id="189452" name="Line 14"/>
          <p:cNvSpPr>
            <a:spLocks noChangeShapeType="1"/>
          </p:cNvSpPr>
          <p:nvPr/>
        </p:nvSpPr>
        <p:spPr bwMode="auto">
          <a:xfrm>
            <a:off x="6473825" y="3887788"/>
            <a:ext cx="838200" cy="2730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3" name="Line 15"/>
          <p:cNvSpPr>
            <a:spLocks noChangeShapeType="1"/>
          </p:cNvSpPr>
          <p:nvPr/>
        </p:nvSpPr>
        <p:spPr bwMode="auto">
          <a:xfrm flipV="1">
            <a:off x="7464425" y="4094163"/>
            <a:ext cx="760413" cy="1365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4" name="Line 16"/>
          <p:cNvSpPr>
            <a:spLocks noChangeShapeType="1"/>
          </p:cNvSpPr>
          <p:nvPr/>
        </p:nvSpPr>
        <p:spPr bwMode="auto">
          <a:xfrm>
            <a:off x="7845425" y="3406775"/>
            <a:ext cx="379413" cy="687388"/>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5" name="Line 17"/>
          <p:cNvSpPr>
            <a:spLocks noChangeShapeType="1"/>
          </p:cNvSpPr>
          <p:nvPr/>
        </p:nvSpPr>
        <p:spPr bwMode="auto">
          <a:xfrm flipH="1">
            <a:off x="7767638" y="4160838"/>
            <a:ext cx="457200" cy="7572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6" name="Line 18"/>
          <p:cNvSpPr>
            <a:spLocks noChangeShapeType="1"/>
          </p:cNvSpPr>
          <p:nvPr/>
        </p:nvSpPr>
        <p:spPr bwMode="auto">
          <a:xfrm flipV="1">
            <a:off x="5330825" y="3887788"/>
            <a:ext cx="989013" cy="1381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7" name="Line 19"/>
          <p:cNvSpPr>
            <a:spLocks noChangeShapeType="1"/>
          </p:cNvSpPr>
          <p:nvPr/>
        </p:nvSpPr>
        <p:spPr bwMode="auto">
          <a:xfrm>
            <a:off x="5027613" y="3338513"/>
            <a:ext cx="150812"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8" name="Line 20"/>
          <p:cNvSpPr>
            <a:spLocks noChangeShapeType="1"/>
          </p:cNvSpPr>
          <p:nvPr/>
        </p:nvSpPr>
        <p:spPr bwMode="auto">
          <a:xfrm flipH="1">
            <a:off x="4951413" y="4094163"/>
            <a:ext cx="227012" cy="4810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59" name="Line 21"/>
          <p:cNvSpPr>
            <a:spLocks noChangeShapeType="1"/>
          </p:cNvSpPr>
          <p:nvPr/>
        </p:nvSpPr>
        <p:spPr bwMode="auto">
          <a:xfrm>
            <a:off x="3351213" y="3751263"/>
            <a:ext cx="1600200" cy="2746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60" name="Line 22"/>
          <p:cNvSpPr>
            <a:spLocks noChangeShapeType="1"/>
          </p:cNvSpPr>
          <p:nvPr/>
        </p:nvSpPr>
        <p:spPr bwMode="auto">
          <a:xfrm flipV="1">
            <a:off x="3427413" y="3406775"/>
            <a:ext cx="1447800" cy="3444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61" name="Line 23"/>
          <p:cNvSpPr>
            <a:spLocks noChangeShapeType="1"/>
          </p:cNvSpPr>
          <p:nvPr/>
        </p:nvSpPr>
        <p:spPr bwMode="auto">
          <a:xfrm flipH="1">
            <a:off x="990600" y="3406775"/>
            <a:ext cx="1141413" cy="34448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62" name="Line 24"/>
          <p:cNvSpPr>
            <a:spLocks noChangeShapeType="1"/>
          </p:cNvSpPr>
          <p:nvPr/>
        </p:nvSpPr>
        <p:spPr bwMode="auto">
          <a:xfrm>
            <a:off x="2132013" y="3473450"/>
            <a:ext cx="458787" cy="75723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63" name="Line 25"/>
          <p:cNvSpPr>
            <a:spLocks noChangeShapeType="1"/>
          </p:cNvSpPr>
          <p:nvPr/>
        </p:nvSpPr>
        <p:spPr bwMode="auto">
          <a:xfrm flipV="1">
            <a:off x="2665413" y="3817938"/>
            <a:ext cx="685800"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64" name="Line 26"/>
          <p:cNvSpPr>
            <a:spLocks noChangeShapeType="1"/>
          </p:cNvSpPr>
          <p:nvPr/>
        </p:nvSpPr>
        <p:spPr bwMode="auto">
          <a:xfrm flipH="1">
            <a:off x="1522413" y="4300538"/>
            <a:ext cx="992187" cy="13811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65" name="Line 27"/>
          <p:cNvSpPr>
            <a:spLocks noChangeShapeType="1"/>
          </p:cNvSpPr>
          <p:nvPr/>
        </p:nvSpPr>
        <p:spPr bwMode="auto">
          <a:xfrm>
            <a:off x="1522413" y="4505325"/>
            <a:ext cx="382587"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89466" name="Group 28"/>
          <p:cNvGrpSpPr>
            <a:grpSpLocks/>
          </p:cNvGrpSpPr>
          <p:nvPr/>
        </p:nvGrpSpPr>
        <p:grpSpPr bwMode="auto">
          <a:xfrm>
            <a:off x="2284413" y="4025900"/>
            <a:ext cx="685800" cy="479425"/>
            <a:chOff x="2949" y="196"/>
            <a:chExt cx="941" cy="598"/>
          </a:xfrm>
        </p:grpSpPr>
        <p:sp>
          <p:nvSpPr>
            <p:cNvPr id="189582" name="Oval 2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83"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84"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85" name="Oval 3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86" name="Oval 3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87"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88" name="Oval 3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89" name="Oval 3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90"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91"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92"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189467"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43000" y="4300538"/>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9468"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28800" y="3268663"/>
            <a:ext cx="520700"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9469"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22613" y="3613150"/>
            <a:ext cx="5191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9470"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1225" y="3200400"/>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9471"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51413" y="3887788"/>
            <a:ext cx="5191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9472"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97825" y="3956050"/>
            <a:ext cx="519113"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89473"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9025" y="3751263"/>
            <a:ext cx="519113"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9474" name="Group 47"/>
          <p:cNvGrpSpPr>
            <a:grpSpLocks/>
          </p:cNvGrpSpPr>
          <p:nvPr/>
        </p:nvGrpSpPr>
        <p:grpSpPr bwMode="auto">
          <a:xfrm>
            <a:off x="1598613" y="4713288"/>
            <a:ext cx="685800" cy="479425"/>
            <a:chOff x="2949" y="196"/>
            <a:chExt cx="941" cy="598"/>
          </a:xfrm>
        </p:grpSpPr>
        <p:sp>
          <p:nvSpPr>
            <p:cNvPr id="189571" name="Oval 4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2"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3"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4" name="Oval 51"/>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5" name="Oval 5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6"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7" name="Oval 5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8" name="Oval 55"/>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79"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80"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81"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9475" name="Group 59"/>
          <p:cNvGrpSpPr>
            <a:grpSpLocks/>
          </p:cNvGrpSpPr>
          <p:nvPr/>
        </p:nvGrpSpPr>
        <p:grpSpPr bwMode="auto">
          <a:xfrm>
            <a:off x="685800" y="3543300"/>
            <a:ext cx="685800" cy="482600"/>
            <a:chOff x="2949" y="196"/>
            <a:chExt cx="941" cy="598"/>
          </a:xfrm>
        </p:grpSpPr>
        <p:sp>
          <p:nvSpPr>
            <p:cNvPr id="189560" name="Oval 6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1"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2"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3" name="Oval 6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4" name="Oval 6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5"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6" name="Oval 6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7" name="Oval 6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68"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69"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70"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9476" name="Group 71"/>
          <p:cNvGrpSpPr>
            <a:grpSpLocks/>
          </p:cNvGrpSpPr>
          <p:nvPr/>
        </p:nvGrpSpPr>
        <p:grpSpPr bwMode="auto">
          <a:xfrm>
            <a:off x="7464425" y="3132138"/>
            <a:ext cx="684213" cy="481012"/>
            <a:chOff x="2949" y="196"/>
            <a:chExt cx="941" cy="598"/>
          </a:xfrm>
        </p:grpSpPr>
        <p:sp>
          <p:nvSpPr>
            <p:cNvPr id="189549" name="Oval 7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0"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1"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2" name="Oval 75"/>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3" name="Oval 7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4"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5" name="Oval 7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6" name="Oval 79"/>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57"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58"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59"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9477" name="Group 83"/>
          <p:cNvGrpSpPr>
            <a:grpSpLocks/>
          </p:cNvGrpSpPr>
          <p:nvPr/>
        </p:nvGrpSpPr>
        <p:grpSpPr bwMode="auto">
          <a:xfrm>
            <a:off x="7388225" y="4713288"/>
            <a:ext cx="685800" cy="479425"/>
            <a:chOff x="2949" y="196"/>
            <a:chExt cx="941" cy="598"/>
          </a:xfrm>
        </p:grpSpPr>
        <p:sp>
          <p:nvSpPr>
            <p:cNvPr id="189538"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39"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40"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41" name="Oval 87"/>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42"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43"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44"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45" name="Oval 91"/>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4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4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4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89478" name="Group 95"/>
          <p:cNvGrpSpPr>
            <a:grpSpLocks/>
          </p:cNvGrpSpPr>
          <p:nvPr/>
        </p:nvGrpSpPr>
        <p:grpSpPr bwMode="auto">
          <a:xfrm>
            <a:off x="7005638" y="3956050"/>
            <a:ext cx="685800" cy="482600"/>
            <a:chOff x="2949" y="196"/>
            <a:chExt cx="941" cy="598"/>
          </a:xfrm>
        </p:grpSpPr>
        <p:sp>
          <p:nvSpPr>
            <p:cNvPr id="189527" name="Oval 9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28"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29"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30" name="Oval 9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31" name="Oval 10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32"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33" name="Oval 10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34" name="Oval 10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35"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36"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37"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9479" name="Text Box 107"/>
          <p:cNvSpPr txBox="1">
            <a:spLocks noChangeArrowheads="1"/>
          </p:cNvSpPr>
          <p:nvPr/>
        </p:nvSpPr>
        <p:spPr bwMode="auto">
          <a:xfrm>
            <a:off x="8264525" y="358933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9</a:t>
            </a:r>
          </a:p>
        </p:txBody>
      </p:sp>
      <p:sp>
        <p:nvSpPr>
          <p:cNvPr id="586860" name="Text Box 108"/>
          <p:cNvSpPr txBox="1">
            <a:spLocks noChangeArrowheads="1"/>
          </p:cNvSpPr>
          <p:nvPr/>
        </p:nvSpPr>
        <p:spPr bwMode="auto">
          <a:xfrm>
            <a:off x="5861050" y="3406775"/>
            <a:ext cx="4587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chemeClr val="hlink"/>
                </a:solidFill>
                <a:latin typeface="Arial" pitchFamily="34" charset="0"/>
              </a:rPr>
              <a:t>R</a:t>
            </a:r>
            <a:r>
              <a:rPr kumimoji="1" lang="en-US" altLang="zh-CN" sz="2000" b="1" baseline="-25000">
                <a:solidFill>
                  <a:schemeClr val="hlink"/>
                </a:solidFill>
                <a:latin typeface="Arial" pitchFamily="34" charset="0"/>
              </a:rPr>
              <a:t>7</a:t>
            </a:r>
          </a:p>
        </p:txBody>
      </p:sp>
      <p:sp>
        <p:nvSpPr>
          <p:cNvPr id="586861" name="Text Box 109"/>
          <p:cNvSpPr txBox="1">
            <a:spLocks noChangeArrowheads="1"/>
          </p:cNvSpPr>
          <p:nvPr/>
        </p:nvSpPr>
        <p:spPr bwMode="auto">
          <a:xfrm>
            <a:off x="5229225" y="3076575"/>
            <a:ext cx="4587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chemeClr val="hlink"/>
                </a:solidFill>
                <a:latin typeface="Arial" pitchFamily="34" charset="0"/>
              </a:rPr>
              <a:t>R</a:t>
            </a:r>
            <a:r>
              <a:rPr kumimoji="1" lang="en-US" altLang="zh-CN" sz="2000" b="1" baseline="-25000">
                <a:solidFill>
                  <a:schemeClr val="hlink"/>
                </a:solidFill>
                <a:latin typeface="Arial" pitchFamily="34" charset="0"/>
              </a:rPr>
              <a:t>6</a:t>
            </a:r>
          </a:p>
        </p:txBody>
      </p:sp>
      <p:sp>
        <p:nvSpPr>
          <p:cNvPr id="586862" name="Text Box 110"/>
          <p:cNvSpPr txBox="1">
            <a:spLocks noChangeArrowheads="1"/>
          </p:cNvSpPr>
          <p:nvPr/>
        </p:nvSpPr>
        <p:spPr bwMode="auto">
          <a:xfrm>
            <a:off x="4657725" y="3529013"/>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chemeClr val="hlink"/>
                </a:solidFill>
                <a:latin typeface="Arial" pitchFamily="34" charset="0"/>
              </a:rPr>
              <a:t>R</a:t>
            </a:r>
            <a:r>
              <a:rPr kumimoji="1" lang="en-US" altLang="zh-CN" sz="2000" b="1" baseline="-25000">
                <a:solidFill>
                  <a:schemeClr val="hlink"/>
                </a:solidFill>
                <a:latin typeface="Arial" pitchFamily="34" charset="0"/>
              </a:rPr>
              <a:t>5</a:t>
            </a:r>
          </a:p>
        </p:txBody>
      </p:sp>
      <p:sp>
        <p:nvSpPr>
          <p:cNvPr id="586863" name="Text Box 111"/>
          <p:cNvSpPr txBox="1">
            <a:spLocks noChangeArrowheads="1"/>
          </p:cNvSpPr>
          <p:nvPr/>
        </p:nvSpPr>
        <p:spPr bwMode="auto">
          <a:xfrm>
            <a:off x="4394200" y="4086225"/>
            <a:ext cx="460375"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chemeClr val="hlink"/>
                </a:solidFill>
                <a:latin typeface="Arial" pitchFamily="34" charset="0"/>
              </a:rPr>
              <a:t>R</a:t>
            </a:r>
            <a:r>
              <a:rPr kumimoji="1" lang="en-US" altLang="zh-CN" sz="2000" b="1" baseline="-25000">
                <a:solidFill>
                  <a:schemeClr val="hlink"/>
                </a:solidFill>
                <a:latin typeface="Arial" pitchFamily="34" charset="0"/>
              </a:rPr>
              <a:t>4</a:t>
            </a:r>
          </a:p>
        </p:txBody>
      </p:sp>
      <p:sp>
        <p:nvSpPr>
          <p:cNvPr id="586864" name="Text Box 112"/>
          <p:cNvSpPr txBox="1">
            <a:spLocks noChangeArrowheads="1"/>
          </p:cNvSpPr>
          <p:nvPr/>
        </p:nvSpPr>
        <p:spPr bwMode="auto">
          <a:xfrm>
            <a:off x="3130550" y="3211513"/>
            <a:ext cx="46037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chemeClr val="hlink"/>
                </a:solidFill>
                <a:latin typeface="Arial" pitchFamily="34" charset="0"/>
              </a:rPr>
              <a:t>R</a:t>
            </a:r>
            <a:r>
              <a:rPr kumimoji="1" lang="en-US" altLang="zh-CN" sz="2000" b="1" baseline="-25000">
                <a:solidFill>
                  <a:schemeClr val="hlink"/>
                </a:solidFill>
                <a:latin typeface="Arial" pitchFamily="34" charset="0"/>
              </a:rPr>
              <a:t>3</a:t>
            </a:r>
          </a:p>
        </p:txBody>
      </p:sp>
      <p:sp>
        <p:nvSpPr>
          <p:cNvPr id="189485" name="Text Box 113"/>
          <p:cNvSpPr txBox="1">
            <a:spLocks noChangeArrowheads="1"/>
          </p:cNvSpPr>
          <p:nvPr/>
        </p:nvSpPr>
        <p:spPr bwMode="auto">
          <a:xfrm>
            <a:off x="758825" y="417988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p>
        </p:txBody>
      </p:sp>
      <p:sp>
        <p:nvSpPr>
          <p:cNvPr id="189486" name="Text Box 114"/>
          <p:cNvSpPr txBox="1">
            <a:spLocks noChangeArrowheads="1"/>
          </p:cNvSpPr>
          <p:nvPr/>
        </p:nvSpPr>
        <p:spPr bwMode="auto">
          <a:xfrm>
            <a:off x="1487488" y="2981325"/>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p>
        </p:txBody>
      </p:sp>
      <p:sp>
        <p:nvSpPr>
          <p:cNvPr id="189487" name="Text Box 115"/>
          <p:cNvSpPr txBox="1">
            <a:spLocks noChangeArrowheads="1"/>
          </p:cNvSpPr>
          <p:nvPr/>
        </p:nvSpPr>
        <p:spPr bwMode="auto">
          <a:xfrm>
            <a:off x="7439025" y="4724400"/>
            <a:ext cx="604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700">
                <a:solidFill>
                  <a:srgbClr val="333399"/>
                </a:solidFill>
                <a:latin typeface="Arial" pitchFamily="34" charset="0"/>
              </a:rPr>
              <a:t> </a:t>
            </a:r>
            <a:r>
              <a:rPr kumimoji="1" lang="en-US" altLang="zh-CN" sz="2000">
                <a:solidFill>
                  <a:srgbClr val="333399"/>
                </a:solidFill>
                <a:latin typeface="Arial" pitchFamily="34" charset="0"/>
              </a:rPr>
              <a:t>8</a:t>
            </a:r>
          </a:p>
        </p:txBody>
      </p:sp>
      <p:sp>
        <p:nvSpPr>
          <p:cNvPr id="189488" name="Text Box 116"/>
          <p:cNvSpPr txBox="1">
            <a:spLocks noChangeArrowheads="1"/>
          </p:cNvSpPr>
          <p:nvPr/>
        </p:nvSpPr>
        <p:spPr bwMode="auto">
          <a:xfrm>
            <a:off x="7516813" y="3148013"/>
            <a:ext cx="6048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700">
                <a:solidFill>
                  <a:srgbClr val="333399"/>
                </a:solidFill>
                <a:latin typeface="Arial" pitchFamily="34" charset="0"/>
              </a:rPr>
              <a:t> </a:t>
            </a:r>
            <a:r>
              <a:rPr kumimoji="1" lang="en-US" altLang="zh-CN" sz="2000">
                <a:solidFill>
                  <a:srgbClr val="333399"/>
                </a:solidFill>
                <a:latin typeface="Arial" pitchFamily="34" charset="0"/>
              </a:rPr>
              <a:t>6</a:t>
            </a:r>
          </a:p>
        </p:txBody>
      </p:sp>
      <p:sp>
        <p:nvSpPr>
          <p:cNvPr id="189489" name="Text Box 117"/>
          <p:cNvSpPr txBox="1">
            <a:spLocks noChangeArrowheads="1"/>
          </p:cNvSpPr>
          <p:nvPr/>
        </p:nvSpPr>
        <p:spPr bwMode="auto">
          <a:xfrm>
            <a:off x="1635125" y="4760913"/>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3</a:t>
            </a:r>
          </a:p>
        </p:txBody>
      </p:sp>
      <p:sp>
        <p:nvSpPr>
          <p:cNvPr id="189490" name="Text Box 118"/>
          <p:cNvSpPr txBox="1">
            <a:spLocks noChangeArrowheads="1"/>
          </p:cNvSpPr>
          <p:nvPr/>
        </p:nvSpPr>
        <p:spPr bwMode="auto">
          <a:xfrm>
            <a:off x="2346325" y="4076700"/>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2</a:t>
            </a:r>
          </a:p>
        </p:txBody>
      </p:sp>
      <p:sp>
        <p:nvSpPr>
          <p:cNvPr id="189491" name="Text Box 119"/>
          <p:cNvSpPr txBox="1">
            <a:spLocks noChangeArrowheads="1"/>
          </p:cNvSpPr>
          <p:nvPr/>
        </p:nvSpPr>
        <p:spPr bwMode="auto">
          <a:xfrm>
            <a:off x="752475" y="3573463"/>
            <a:ext cx="6111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9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189492" name="Text Box 120"/>
          <p:cNvSpPr txBox="1">
            <a:spLocks noChangeArrowheads="1"/>
          </p:cNvSpPr>
          <p:nvPr/>
        </p:nvSpPr>
        <p:spPr bwMode="auto">
          <a:xfrm>
            <a:off x="7005638" y="3984625"/>
            <a:ext cx="600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600">
                <a:solidFill>
                  <a:srgbClr val="333399"/>
                </a:solidFill>
                <a:latin typeface="Arial" pitchFamily="34" charset="0"/>
              </a:rPr>
              <a:t> </a:t>
            </a:r>
            <a:r>
              <a:rPr kumimoji="1" lang="en-US" altLang="zh-CN" sz="2000">
                <a:solidFill>
                  <a:srgbClr val="333399"/>
                </a:solidFill>
                <a:latin typeface="Arial" pitchFamily="34" charset="0"/>
              </a:rPr>
              <a:t>7</a:t>
            </a:r>
          </a:p>
        </p:txBody>
      </p:sp>
      <p:sp>
        <p:nvSpPr>
          <p:cNvPr id="189493" name="Oval 121"/>
          <p:cNvSpPr>
            <a:spLocks noChangeArrowheads="1"/>
          </p:cNvSpPr>
          <p:nvPr/>
        </p:nvSpPr>
        <p:spPr bwMode="auto">
          <a:xfrm>
            <a:off x="3351213" y="4660900"/>
            <a:ext cx="3122612"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89494" name="Text Box 122"/>
          <p:cNvSpPr txBox="1">
            <a:spLocks noChangeArrowheads="1"/>
          </p:cNvSpPr>
          <p:nvPr/>
        </p:nvSpPr>
        <p:spPr bwMode="auto">
          <a:xfrm>
            <a:off x="4140200" y="5661025"/>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0.0.0.2</a:t>
            </a:r>
          </a:p>
        </p:txBody>
      </p:sp>
      <p:sp>
        <p:nvSpPr>
          <p:cNvPr id="189495" name="Line 123"/>
          <p:cNvSpPr>
            <a:spLocks noChangeShapeType="1"/>
          </p:cNvSpPr>
          <p:nvPr/>
        </p:nvSpPr>
        <p:spPr bwMode="auto">
          <a:xfrm>
            <a:off x="4875213" y="4575175"/>
            <a:ext cx="912812" cy="5207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496" name="Line 124"/>
          <p:cNvSpPr>
            <a:spLocks noChangeShapeType="1"/>
          </p:cNvSpPr>
          <p:nvPr/>
        </p:nvSpPr>
        <p:spPr bwMode="auto">
          <a:xfrm flipV="1">
            <a:off x="5027613" y="5181600"/>
            <a:ext cx="836612" cy="2603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89497" name="Group 125"/>
          <p:cNvGrpSpPr>
            <a:grpSpLocks/>
          </p:cNvGrpSpPr>
          <p:nvPr/>
        </p:nvGrpSpPr>
        <p:grpSpPr bwMode="auto">
          <a:xfrm>
            <a:off x="5561013" y="4833938"/>
            <a:ext cx="684212" cy="608012"/>
            <a:chOff x="2949" y="196"/>
            <a:chExt cx="941" cy="598"/>
          </a:xfrm>
        </p:grpSpPr>
        <p:sp>
          <p:nvSpPr>
            <p:cNvPr id="189516" name="Oval 12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17"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18"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19" name="Oval 12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20" name="Oval 13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21"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22" name="Oval 13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23" name="Oval 13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24"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25"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26"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9498" name="Text Box 137"/>
          <p:cNvSpPr txBox="1">
            <a:spLocks noChangeArrowheads="1"/>
          </p:cNvSpPr>
          <p:nvPr/>
        </p:nvSpPr>
        <p:spPr bwMode="auto">
          <a:xfrm>
            <a:off x="5588000" y="48799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4</a:t>
            </a:r>
          </a:p>
        </p:txBody>
      </p:sp>
      <p:sp>
        <p:nvSpPr>
          <p:cNvPr id="189499" name="Line 138"/>
          <p:cNvSpPr>
            <a:spLocks noChangeShapeType="1"/>
          </p:cNvSpPr>
          <p:nvPr/>
        </p:nvSpPr>
        <p:spPr bwMode="auto">
          <a:xfrm>
            <a:off x="3959225" y="5265738"/>
            <a:ext cx="915988" cy="17621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89500" name="Group 139"/>
          <p:cNvGrpSpPr>
            <a:grpSpLocks/>
          </p:cNvGrpSpPr>
          <p:nvPr/>
        </p:nvGrpSpPr>
        <p:grpSpPr bwMode="auto">
          <a:xfrm>
            <a:off x="3656013" y="4919663"/>
            <a:ext cx="685800" cy="608012"/>
            <a:chOff x="2949" y="196"/>
            <a:chExt cx="941" cy="598"/>
          </a:xfrm>
        </p:grpSpPr>
        <p:sp>
          <p:nvSpPr>
            <p:cNvPr id="189505" name="Oval 14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06"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07"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08" name="Oval 14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09" name="Oval 14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10"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11" name="Oval 14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12" name="Oval 14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513"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14"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9515"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89501" name="Text Box 151"/>
          <p:cNvSpPr txBox="1">
            <a:spLocks noChangeArrowheads="1"/>
          </p:cNvSpPr>
          <p:nvPr/>
        </p:nvSpPr>
        <p:spPr bwMode="auto">
          <a:xfrm>
            <a:off x="3646488" y="5032375"/>
            <a:ext cx="60801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5</a:t>
            </a:r>
          </a:p>
        </p:txBody>
      </p:sp>
      <p:pic>
        <p:nvPicPr>
          <p:cNvPr id="189502"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1225" y="5218113"/>
            <a:ext cx="520700"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89503" name="Text Box 153"/>
          <p:cNvSpPr txBox="1">
            <a:spLocks noChangeArrowheads="1"/>
          </p:cNvSpPr>
          <p:nvPr/>
        </p:nvSpPr>
        <p:spPr bwMode="auto">
          <a:xfrm>
            <a:off x="4427538" y="4905375"/>
            <a:ext cx="460375"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8</a:t>
            </a:r>
          </a:p>
        </p:txBody>
      </p:sp>
      <p:pic>
        <p:nvPicPr>
          <p:cNvPr id="189504"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57725" y="4441825"/>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8675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58686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58686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586862"/>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586861"/>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grpId="0" nodeType="withEffect">
                                  <p:stCondLst>
                                    <p:cond delay="0"/>
                                  </p:stCondLst>
                                  <p:childTnLst>
                                    <p:anim calcmode="discrete" valueType="str">
                                      <p:cBhvr>
                                        <p:cTn id="16" dur="1000" fill="hold"/>
                                        <p:tgtEl>
                                          <p:spTgt spid="5868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6757" grpId="0"/>
      <p:bldP spid="586860" grpId="0"/>
      <p:bldP spid="586861" grpId="0"/>
      <p:bldP spid="586862" grpId="0"/>
      <p:bldP spid="586863" grpId="0"/>
      <p:bldP spid="586864"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466" name="Group 2"/>
          <p:cNvGrpSpPr>
            <a:grpSpLocks/>
          </p:cNvGrpSpPr>
          <p:nvPr/>
        </p:nvGrpSpPr>
        <p:grpSpPr bwMode="auto">
          <a:xfrm>
            <a:off x="125413" y="2476500"/>
            <a:ext cx="8861425" cy="3760788"/>
            <a:chOff x="79" y="1560"/>
            <a:chExt cx="5582" cy="2369"/>
          </a:xfrm>
        </p:grpSpPr>
        <p:sp>
          <p:nvSpPr>
            <p:cNvPr id="190617"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90618" name="Text Box 4"/>
            <p:cNvSpPr txBox="1">
              <a:spLocks noChangeArrowheads="1"/>
            </p:cNvSpPr>
            <p:nvPr/>
          </p:nvSpPr>
          <p:spPr bwMode="auto">
            <a:xfrm>
              <a:off x="247" y="1560"/>
              <a:ext cx="11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自治系统 </a:t>
              </a:r>
              <a:r>
                <a:rPr kumimoji="1" lang="en-US" altLang="zh-CN" sz="2400">
                  <a:solidFill>
                    <a:srgbClr val="333399"/>
                  </a:solidFill>
                  <a:latin typeface="Arial" pitchFamily="34" charset="0"/>
                </a:rPr>
                <a:t>AS</a:t>
              </a:r>
            </a:p>
          </p:txBody>
        </p:sp>
      </p:grpSp>
      <p:sp>
        <p:nvSpPr>
          <p:cNvPr id="587781" name="Rectangle 5"/>
          <p:cNvSpPr>
            <a:spLocks noGrp="1" noChangeArrowheads="1"/>
          </p:cNvSpPr>
          <p:nvPr>
            <p:ph type="title"/>
          </p:nvPr>
        </p:nvSpPr>
        <p:spPr/>
        <p:txBody>
          <a:bodyPr/>
          <a:lstStyle/>
          <a:p>
            <a:pPr algn="ctr" eaLnBrk="1" hangingPunct="1"/>
            <a:r>
              <a:rPr lang="zh-CN" altLang="en-US" smtClean="0">
                <a:solidFill>
                  <a:srgbClr val="993366"/>
                </a:solidFill>
              </a:rPr>
              <a:t>区域边界路由器 </a:t>
            </a:r>
          </a:p>
        </p:txBody>
      </p:sp>
      <p:sp>
        <p:nvSpPr>
          <p:cNvPr id="190468" name="Oval 6"/>
          <p:cNvSpPr>
            <a:spLocks noChangeArrowheads="1"/>
          </p:cNvSpPr>
          <p:nvPr/>
        </p:nvSpPr>
        <p:spPr bwMode="auto">
          <a:xfrm>
            <a:off x="3503613" y="3063875"/>
            <a:ext cx="2894012" cy="1511300"/>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90469" name="Oval 7"/>
          <p:cNvSpPr>
            <a:spLocks noChangeArrowheads="1"/>
          </p:cNvSpPr>
          <p:nvPr/>
        </p:nvSpPr>
        <p:spPr bwMode="auto">
          <a:xfrm>
            <a:off x="228600" y="2994025"/>
            <a:ext cx="3167063"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90470" name="Oval 8"/>
          <p:cNvSpPr>
            <a:spLocks noChangeArrowheads="1"/>
          </p:cNvSpPr>
          <p:nvPr/>
        </p:nvSpPr>
        <p:spPr bwMode="auto">
          <a:xfrm>
            <a:off x="6473825" y="2994025"/>
            <a:ext cx="2405063"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90471" name="Text Box 9"/>
          <p:cNvSpPr txBox="1">
            <a:spLocks noChangeArrowheads="1"/>
          </p:cNvSpPr>
          <p:nvPr/>
        </p:nvSpPr>
        <p:spPr bwMode="auto">
          <a:xfrm>
            <a:off x="900113" y="5373688"/>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0.0.0.1</a:t>
            </a:r>
          </a:p>
        </p:txBody>
      </p:sp>
      <p:sp>
        <p:nvSpPr>
          <p:cNvPr id="190472" name="Text Box 10"/>
          <p:cNvSpPr txBox="1">
            <a:spLocks noChangeArrowheads="1"/>
          </p:cNvSpPr>
          <p:nvPr/>
        </p:nvSpPr>
        <p:spPr bwMode="auto">
          <a:xfrm>
            <a:off x="6948488" y="5445125"/>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0.0.0.3</a:t>
            </a:r>
          </a:p>
        </p:txBody>
      </p:sp>
      <p:sp>
        <p:nvSpPr>
          <p:cNvPr id="190473" name="Text Box 11"/>
          <p:cNvSpPr txBox="1">
            <a:spLocks noChangeArrowheads="1"/>
          </p:cNvSpPr>
          <p:nvPr/>
        </p:nvSpPr>
        <p:spPr bwMode="auto">
          <a:xfrm>
            <a:off x="3506788" y="2560638"/>
            <a:ext cx="241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主干区域 </a:t>
            </a:r>
            <a:r>
              <a:rPr kumimoji="1" lang="en-US" altLang="zh-CN" sz="2400">
                <a:solidFill>
                  <a:srgbClr val="333399"/>
                </a:solidFill>
                <a:latin typeface="Arial" pitchFamily="34" charset="0"/>
              </a:rPr>
              <a:t>0.0.0.0</a:t>
            </a:r>
          </a:p>
        </p:txBody>
      </p:sp>
      <p:sp>
        <p:nvSpPr>
          <p:cNvPr id="190474" name="Line 12"/>
          <p:cNvSpPr>
            <a:spLocks noChangeShapeType="1"/>
          </p:cNvSpPr>
          <p:nvPr/>
        </p:nvSpPr>
        <p:spPr bwMode="auto">
          <a:xfrm flipV="1">
            <a:off x="4951413" y="2376488"/>
            <a:ext cx="1065212" cy="962025"/>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75" name="Text Box 13"/>
          <p:cNvSpPr txBox="1">
            <a:spLocks noChangeArrowheads="1"/>
          </p:cNvSpPr>
          <p:nvPr/>
        </p:nvSpPr>
        <p:spPr bwMode="auto">
          <a:xfrm>
            <a:off x="5281613" y="1925638"/>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至其他自治系统</a:t>
            </a:r>
          </a:p>
        </p:txBody>
      </p:sp>
      <p:sp>
        <p:nvSpPr>
          <p:cNvPr id="190476" name="Line 14"/>
          <p:cNvSpPr>
            <a:spLocks noChangeShapeType="1"/>
          </p:cNvSpPr>
          <p:nvPr/>
        </p:nvSpPr>
        <p:spPr bwMode="auto">
          <a:xfrm>
            <a:off x="6473825" y="3887788"/>
            <a:ext cx="838200" cy="2730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77" name="Line 15"/>
          <p:cNvSpPr>
            <a:spLocks noChangeShapeType="1"/>
          </p:cNvSpPr>
          <p:nvPr/>
        </p:nvSpPr>
        <p:spPr bwMode="auto">
          <a:xfrm flipV="1">
            <a:off x="7464425" y="4094163"/>
            <a:ext cx="760413" cy="1365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78" name="Line 16"/>
          <p:cNvSpPr>
            <a:spLocks noChangeShapeType="1"/>
          </p:cNvSpPr>
          <p:nvPr/>
        </p:nvSpPr>
        <p:spPr bwMode="auto">
          <a:xfrm>
            <a:off x="7845425" y="3406775"/>
            <a:ext cx="379413" cy="687388"/>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79" name="Line 17"/>
          <p:cNvSpPr>
            <a:spLocks noChangeShapeType="1"/>
          </p:cNvSpPr>
          <p:nvPr/>
        </p:nvSpPr>
        <p:spPr bwMode="auto">
          <a:xfrm flipH="1">
            <a:off x="7767638" y="4160838"/>
            <a:ext cx="457200" cy="7572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0" name="Line 18"/>
          <p:cNvSpPr>
            <a:spLocks noChangeShapeType="1"/>
          </p:cNvSpPr>
          <p:nvPr/>
        </p:nvSpPr>
        <p:spPr bwMode="auto">
          <a:xfrm flipV="1">
            <a:off x="5330825" y="3887788"/>
            <a:ext cx="989013" cy="1381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1" name="Line 19"/>
          <p:cNvSpPr>
            <a:spLocks noChangeShapeType="1"/>
          </p:cNvSpPr>
          <p:nvPr/>
        </p:nvSpPr>
        <p:spPr bwMode="auto">
          <a:xfrm>
            <a:off x="5027613" y="3338513"/>
            <a:ext cx="150812"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2" name="Line 20"/>
          <p:cNvSpPr>
            <a:spLocks noChangeShapeType="1"/>
          </p:cNvSpPr>
          <p:nvPr/>
        </p:nvSpPr>
        <p:spPr bwMode="auto">
          <a:xfrm flipH="1">
            <a:off x="4951413" y="4094163"/>
            <a:ext cx="227012" cy="4810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3" name="Line 21"/>
          <p:cNvSpPr>
            <a:spLocks noChangeShapeType="1"/>
          </p:cNvSpPr>
          <p:nvPr/>
        </p:nvSpPr>
        <p:spPr bwMode="auto">
          <a:xfrm>
            <a:off x="3351213" y="3751263"/>
            <a:ext cx="1600200" cy="2746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4" name="Line 22"/>
          <p:cNvSpPr>
            <a:spLocks noChangeShapeType="1"/>
          </p:cNvSpPr>
          <p:nvPr/>
        </p:nvSpPr>
        <p:spPr bwMode="auto">
          <a:xfrm flipV="1">
            <a:off x="3427413" y="3406775"/>
            <a:ext cx="1447800" cy="3444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5" name="Line 23"/>
          <p:cNvSpPr>
            <a:spLocks noChangeShapeType="1"/>
          </p:cNvSpPr>
          <p:nvPr/>
        </p:nvSpPr>
        <p:spPr bwMode="auto">
          <a:xfrm flipH="1">
            <a:off x="990600" y="3406775"/>
            <a:ext cx="1141413" cy="34448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6" name="Line 24"/>
          <p:cNvSpPr>
            <a:spLocks noChangeShapeType="1"/>
          </p:cNvSpPr>
          <p:nvPr/>
        </p:nvSpPr>
        <p:spPr bwMode="auto">
          <a:xfrm>
            <a:off x="2132013" y="3473450"/>
            <a:ext cx="458787" cy="75723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7" name="Line 25"/>
          <p:cNvSpPr>
            <a:spLocks noChangeShapeType="1"/>
          </p:cNvSpPr>
          <p:nvPr/>
        </p:nvSpPr>
        <p:spPr bwMode="auto">
          <a:xfrm flipV="1">
            <a:off x="2665413" y="3817938"/>
            <a:ext cx="685800"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8" name="Line 26"/>
          <p:cNvSpPr>
            <a:spLocks noChangeShapeType="1"/>
          </p:cNvSpPr>
          <p:nvPr/>
        </p:nvSpPr>
        <p:spPr bwMode="auto">
          <a:xfrm flipH="1">
            <a:off x="1522413" y="4300538"/>
            <a:ext cx="992187" cy="13811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489" name="Line 27"/>
          <p:cNvSpPr>
            <a:spLocks noChangeShapeType="1"/>
          </p:cNvSpPr>
          <p:nvPr/>
        </p:nvSpPr>
        <p:spPr bwMode="auto">
          <a:xfrm>
            <a:off x="1522413" y="4505325"/>
            <a:ext cx="382587"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90490" name="Group 28"/>
          <p:cNvGrpSpPr>
            <a:grpSpLocks/>
          </p:cNvGrpSpPr>
          <p:nvPr/>
        </p:nvGrpSpPr>
        <p:grpSpPr bwMode="auto">
          <a:xfrm>
            <a:off x="2284413" y="4025900"/>
            <a:ext cx="685800" cy="479425"/>
            <a:chOff x="2949" y="196"/>
            <a:chExt cx="941" cy="598"/>
          </a:xfrm>
        </p:grpSpPr>
        <p:sp>
          <p:nvSpPr>
            <p:cNvPr id="190606" name="Oval 2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07"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08"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09" name="Oval 32"/>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10" name="Oval 3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11"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12" name="Oval 3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13" name="Oval 36"/>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14"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615"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616"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190491"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43000" y="4300538"/>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0492"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28800" y="3268663"/>
            <a:ext cx="520700"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0493"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22613" y="3613150"/>
            <a:ext cx="5191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0494"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1225" y="3200400"/>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0495"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51413" y="3887788"/>
            <a:ext cx="51911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0496"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97825" y="3956050"/>
            <a:ext cx="519113"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049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69025" y="3751263"/>
            <a:ext cx="519113"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90498" name="Group 47"/>
          <p:cNvGrpSpPr>
            <a:grpSpLocks/>
          </p:cNvGrpSpPr>
          <p:nvPr/>
        </p:nvGrpSpPr>
        <p:grpSpPr bwMode="auto">
          <a:xfrm>
            <a:off x="1598613" y="4713288"/>
            <a:ext cx="685800" cy="479425"/>
            <a:chOff x="2949" y="196"/>
            <a:chExt cx="941" cy="598"/>
          </a:xfrm>
        </p:grpSpPr>
        <p:sp>
          <p:nvSpPr>
            <p:cNvPr id="190595" name="Oval 4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96"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97"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98" name="Oval 51"/>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99" name="Oval 5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00"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01" name="Oval 5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02" name="Oval 55"/>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603"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604"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605"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90499" name="Group 59"/>
          <p:cNvGrpSpPr>
            <a:grpSpLocks/>
          </p:cNvGrpSpPr>
          <p:nvPr/>
        </p:nvGrpSpPr>
        <p:grpSpPr bwMode="auto">
          <a:xfrm>
            <a:off x="685800" y="3543300"/>
            <a:ext cx="685800" cy="482600"/>
            <a:chOff x="2949" y="196"/>
            <a:chExt cx="941" cy="598"/>
          </a:xfrm>
        </p:grpSpPr>
        <p:sp>
          <p:nvSpPr>
            <p:cNvPr id="190584" name="Oval 6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85"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86"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87" name="Oval 6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88" name="Oval 6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89"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90" name="Oval 6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91" name="Oval 6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9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9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9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90500" name="Group 71"/>
          <p:cNvGrpSpPr>
            <a:grpSpLocks/>
          </p:cNvGrpSpPr>
          <p:nvPr/>
        </p:nvGrpSpPr>
        <p:grpSpPr bwMode="auto">
          <a:xfrm>
            <a:off x="7464425" y="3132138"/>
            <a:ext cx="684213" cy="481012"/>
            <a:chOff x="2949" y="196"/>
            <a:chExt cx="941" cy="598"/>
          </a:xfrm>
        </p:grpSpPr>
        <p:sp>
          <p:nvSpPr>
            <p:cNvPr id="190573" name="Oval 7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74"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75"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76" name="Oval 75"/>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77" name="Oval 7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78"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79" name="Oval 7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80" name="Oval 79"/>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81"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82"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83"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90501" name="Group 83"/>
          <p:cNvGrpSpPr>
            <a:grpSpLocks/>
          </p:cNvGrpSpPr>
          <p:nvPr/>
        </p:nvGrpSpPr>
        <p:grpSpPr bwMode="auto">
          <a:xfrm>
            <a:off x="7388225" y="4713288"/>
            <a:ext cx="685800" cy="479425"/>
            <a:chOff x="2949" y="196"/>
            <a:chExt cx="941" cy="598"/>
          </a:xfrm>
        </p:grpSpPr>
        <p:sp>
          <p:nvSpPr>
            <p:cNvPr id="190562"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63"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64"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65" name="Oval 87"/>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66"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67"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68"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69" name="Oval 91"/>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70"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71"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72"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90502" name="Group 95"/>
          <p:cNvGrpSpPr>
            <a:grpSpLocks/>
          </p:cNvGrpSpPr>
          <p:nvPr/>
        </p:nvGrpSpPr>
        <p:grpSpPr bwMode="auto">
          <a:xfrm>
            <a:off x="7005638" y="3956050"/>
            <a:ext cx="685800" cy="482600"/>
            <a:chOff x="2949" y="196"/>
            <a:chExt cx="941" cy="598"/>
          </a:xfrm>
        </p:grpSpPr>
        <p:sp>
          <p:nvSpPr>
            <p:cNvPr id="190551" name="Oval 9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2"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3"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4" name="Oval 9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5" name="Oval 10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6"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7" name="Oval 10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8" name="Oval 10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59"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60"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61"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90503" name="Text Box 107"/>
          <p:cNvSpPr txBox="1">
            <a:spLocks noChangeArrowheads="1"/>
          </p:cNvSpPr>
          <p:nvPr/>
        </p:nvSpPr>
        <p:spPr bwMode="auto">
          <a:xfrm>
            <a:off x="8264525" y="358933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9</a:t>
            </a:r>
          </a:p>
        </p:txBody>
      </p:sp>
      <p:sp>
        <p:nvSpPr>
          <p:cNvPr id="587884" name="Text Box 108"/>
          <p:cNvSpPr txBox="1">
            <a:spLocks noChangeArrowheads="1"/>
          </p:cNvSpPr>
          <p:nvPr/>
        </p:nvSpPr>
        <p:spPr bwMode="auto">
          <a:xfrm>
            <a:off x="5861050" y="3406775"/>
            <a:ext cx="4587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993366"/>
                </a:solidFill>
                <a:latin typeface="Arial" pitchFamily="34" charset="0"/>
              </a:rPr>
              <a:t>R</a:t>
            </a:r>
            <a:r>
              <a:rPr kumimoji="1" lang="en-US" altLang="zh-CN" sz="2000" b="1" baseline="-25000">
                <a:solidFill>
                  <a:srgbClr val="993366"/>
                </a:solidFill>
                <a:latin typeface="Arial" pitchFamily="34" charset="0"/>
              </a:rPr>
              <a:t>7</a:t>
            </a:r>
          </a:p>
        </p:txBody>
      </p:sp>
      <p:sp>
        <p:nvSpPr>
          <p:cNvPr id="190505" name="Text Box 109"/>
          <p:cNvSpPr txBox="1">
            <a:spLocks noChangeArrowheads="1"/>
          </p:cNvSpPr>
          <p:nvPr/>
        </p:nvSpPr>
        <p:spPr bwMode="auto">
          <a:xfrm>
            <a:off x="5229225" y="3076575"/>
            <a:ext cx="4587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6</a:t>
            </a:r>
          </a:p>
        </p:txBody>
      </p:sp>
      <p:sp>
        <p:nvSpPr>
          <p:cNvPr id="190506" name="Text Box 110"/>
          <p:cNvSpPr txBox="1">
            <a:spLocks noChangeArrowheads="1"/>
          </p:cNvSpPr>
          <p:nvPr/>
        </p:nvSpPr>
        <p:spPr bwMode="auto">
          <a:xfrm>
            <a:off x="4657725" y="3529013"/>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5</a:t>
            </a:r>
          </a:p>
        </p:txBody>
      </p:sp>
      <p:sp>
        <p:nvSpPr>
          <p:cNvPr id="587887" name="Text Box 111"/>
          <p:cNvSpPr txBox="1">
            <a:spLocks noChangeArrowheads="1"/>
          </p:cNvSpPr>
          <p:nvPr/>
        </p:nvSpPr>
        <p:spPr bwMode="auto">
          <a:xfrm>
            <a:off x="4394200" y="4086225"/>
            <a:ext cx="460375"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993366"/>
                </a:solidFill>
                <a:latin typeface="Arial" pitchFamily="34" charset="0"/>
              </a:rPr>
              <a:t>R</a:t>
            </a:r>
            <a:r>
              <a:rPr kumimoji="1" lang="en-US" altLang="zh-CN" sz="2000" b="1" baseline="-25000">
                <a:solidFill>
                  <a:srgbClr val="993366"/>
                </a:solidFill>
                <a:latin typeface="Arial" pitchFamily="34" charset="0"/>
              </a:rPr>
              <a:t>4</a:t>
            </a:r>
          </a:p>
        </p:txBody>
      </p:sp>
      <p:sp>
        <p:nvSpPr>
          <p:cNvPr id="587888" name="Text Box 112"/>
          <p:cNvSpPr txBox="1">
            <a:spLocks noChangeArrowheads="1"/>
          </p:cNvSpPr>
          <p:nvPr/>
        </p:nvSpPr>
        <p:spPr bwMode="auto">
          <a:xfrm>
            <a:off x="3130550" y="3211513"/>
            <a:ext cx="46037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993366"/>
                </a:solidFill>
                <a:latin typeface="Arial" pitchFamily="34" charset="0"/>
              </a:rPr>
              <a:t>R</a:t>
            </a:r>
            <a:r>
              <a:rPr kumimoji="1" lang="en-US" altLang="zh-CN" sz="2000" b="1" baseline="-25000">
                <a:solidFill>
                  <a:srgbClr val="993366"/>
                </a:solidFill>
                <a:latin typeface="Arial" pitchFamily="34" charset="0"/>
              </a:rPr>
              <a:t>3</a:t>
            </a:r>
          </a:p>
        </p:txBody>
      </p:sp>
      <p:sp>
        <p:nvSpPr>
          <p:cNvPr id="190509" name="Text Box 113"/>
          <p:cNvSpPr txBox="1">
            <a:spLocks noChangeArrowheads="1"/>
          </p:cNvSpPr>
          <p:nvPr/>
        </p:nvSpPr>
        <p:spPr bwMode="auto">
          <a:xfrm>
            <a:off x="758825" y="4179888"/>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p>
        </p:txBody>
      </p:sp>
      <p:sp>
        <p:nvSpPr>
          <p:cNvPr id="190510" name="Text Box 114"/>
          <p:cNvSpPr txBox="1">
            <a:spLocks noChangeArrowheads="1"/>
          </p:cNvSpPr>
          <p:nvPr/>
        </p:nvSpPr>
        <p:spPr bwMode="auto">
          <a:xfrm>
            <a:off x="1487488" y="2981325"/>
            <a:ext cx="460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p>
        </p:txBody>
      </p:sp>
      <p:sp>
        <p:nvSpPr>
          <p:cNvPr id="190511" name="Text Box 115"/>
          <p:cNvSpPr txBox="1">
            <a:spLocks noChangeArrowheads="1"/>
          </p:cNvSpPr>
          <p:nvPr/>
        </p:nvSpPr>
        <p:spPr bwMode="auto">
          <a:xfrm>
            <a:off x="7439025" y="4724400"/>
            <a:ext cx="604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700">
                <a:solidFill>
                  <a:srgbClr val="333399"/>
                </a:solidFill>
                <a:latin typeface="Arial" pitchFamily="34" charset="0"/>
              </a:rPr>
              <a:t> </a:t>
            </a:r>
            <a:r>
              <a:rPr kumimoji="1" lang="en-US" altLang="zh-CN" sz="2000">
                <a:solidFill>
                  <a:srgbClr val="333399"/>
                </a:solidFill>
                <a:latin typeface="Arial" pitchFamily="34" charset="0"/>
              </a:rPr>
              <a:t>8</a:t>
            </a:r>
          </a:p>
        </p:txBody>
      </p:sp>
      <p:sp>
        <p:nvSpPr>
          <p:cNvPr id="190512" name="Text Box 116"/>
          <p:cNvSpPr txBox="1">
            <a:spLocks noChangeArrowheads="1"/>
          </p:cNvSpPr>
          <p:nvPr/>
        </p:nvSpPr>
        <p:spPr bwMode="auto">
          <a:xfrm>
            <a:off x="7516813" y="3148013"/>
            <a:ext cx="6048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700">
                <a:solidFill>
                  <a:srgbClr val="333399"/>
                </a:solidFill>
                <a:latin typeface="Arial" pitchFamily="34" charset="0"/>
              </a:rPr>
              <a:t> </a:t>
            </a:r>
            <a:r>
              <a:rPr kumimoji="1" lang="en-US" altLang="zh-CN" sz="2000">
                <a:solidFill>
                  <a:srgbClr val="333399"/>
                </a:solidFill>
                <a:latin typeface="Arial" pitchFamily="34" charset="0"/>
              </a:rPr>
              <a:t>6</a:t>
            </a:r>
          </a:p>
        </p:txBody>
      </p:sp>
      <p:sp>
        <p:nvSpPr>
          <p:cNvPr id="190513" name="Text Box 117"/>
          <p:cNvSpPr txBox="1">
            <a:spLocks noChangeArrowheads="1"/>
          </p:cNvSpPr>
          <p:nvPr/>
        </p:nvSpPr>
        <p:spPr bwMode="auto">
          <a:xfrm>
            <a:off x="1635125" y="4760913"/>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3</a:t>
            </a:r>
          </a:p>
        </p:txBody>
      </p:sp>
      <p:sp>
        <p:nvSpPr>
          <p:cNvPr id="190514" name="Text Box 118"/>
          <p:cNvSpPr txBox="1">
            <a:spLocks noChangeArrowheads="1"/>
          </p:cNvSpPr>
          <p:nvPr/>
        </p:nvSpPr>
        <p:spPr bwMode="auto">
          <a:xfrm>
            <a:off x="2346325" y="4076700"/>
            <a:ext cx="60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2</a:t>
            </a:r>
          </a:p>
        </p:txBody>
      </p:sp>
      <p:sp>
        <p:nvSpPr>
          <p:cNvPr id="190515" name="Text Box 119"/>
          <p:cNvSpPr txBox="1">
            <a:spLocks noChangeArrowheads="1"/>
          </p:cNvSpPr>
          <p:nvPr/>
        </p:nvSpPr>
        <p:spPr bwMode="auto">
          <a:xfrm>
            <a:off x="752475" y="3573463"/>
            <a:ext cx="6111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900">
                <a:solidFill>
                  <a:srgbClr val="333399"/>
                </a:solidFill>
                <a:latin typeface="Arial" pitchFamily="34" charset="0"/>
              </a:rPr>
              <a:t> </a:t>
            </a:r>
            <a:r>
              <a:rPr kumimoji="1" lang="en-US" altLang="zh-CN" sz="2000">
                <a:solidFill>
                  <a:srgbClr val="333399"/>
                </a:solidFill>
                <a:latin typeface="Arial" pitchFamily="34" charset="0"/>
              </a:rPr>
              <a:t>1</a:t>
            </a:r>
          </a:p>
        </p:txBody>
      </p:sp>
      <p:sp>
        <p:nvSpPr>
          <p:cNvPr id="190516" name="Text Box 120"/>
          <p:cNvSpPr txBox="1">
            <a:spLocks noChangeArrowheads="1"/>
          </p:cNvSpPr>
          <p:nvPr/>
        </p:nvSpPr>
        <p:spPr bwMode="auto">
          <a:xfrm>
            <a:off x="7005638" y="3984625"/>
            <a:ext cx="600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600">
                <a:solidFill>
                  <a:srgbClr val="333399"/>
                </a:solidFill>
                <a:latin typeface="Arial" pitchFamily="34" charset="0"/>
              </a:rPr>
              <a:t> </a:t>
            </a:r>
            <a:r>
              <a:rPr kumimoji="1" lang="en-US" altLang="zh-CN" sz="2000">
                <a:solidFill>
                  <a:srgbClr val="333399"/>
                </a:solidFill>
                <a:latin typeface="Arial" pitchFamily="34" charset="0"/>
              </a:rPr>
              <a:t>7</a:t>
            </a:r>
          </a:p>
        </p:txBody>
      </p:sp>
      <p:sp>
        <p:nvSpPr>
          <p:cNvPr id="190517" name="Oval 121"/>
          <p:cNvSpPr>
            <a:spLocks noChangeArrowheads="1"/>
          </p:cNvSpPr>
          <p:nvPr/>
        </p:nvSpPr>
        <p:spPr bwMode="auto">
          <a:xfrm>
            <a:off x="3351213" y="4660900"/>
            <a:ext cx="3122612"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190518" name="Text Box 122"/>
          <p:cNvSpPr txBox="1">
            <a:spLocks noChangeArrowheads="1"/>
          </p:cNvSpPr>
          <p:nvPr/>
        </p:nvSpPr>
        <p:spPr bwMode="auto">
          <a:xfrm>
            <a:off x="4140200" y="5661025"/>
            <a:ext cx="180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区域 </a:t>
            </a:r>
            <a:r>
              <a:rPr kumimoji="1" lang="en-US" altLang="zh-CN" sz="2400">
                <a:solidFill>
                  <a:srgbClr val="333399"/>
                </a:solidFill>
                <a:latin typeface="Arial" pitchFamily="34" charset="0"/>
              </a:rPr>
              <a:t>0.0.0.2</a:t>
            </a:r>
          </a:p>
        </p:txBody>
      </p:sp>
      <p:sp>
        <p:nvSpPr>
          <p:cNvPr id="190519" name="Line 123"/>
          <p:cNvSpPr>
            <a:spLocks noChangeShapeType="1"/>
          </p:cNvSpPr>
          <p:nvPr/>
        </p:nvSpPr>
        <p:spPr bwMode="auto">
          <a:xfrm>
            <a:off x="4875213" y="4575175"/>
            <a:ext cx="912812" cy="5207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20" name="Line 124"/>
          <p:cNvSpPr>
            <a:spLocks noChangeShapeType="1"/>
          </p:cNvSpPr>
          <p:nvPr/>
        </p:nvSpPr>
        <p:spPr bwMode="auto">
          <a:xfrm flipV="1">
            <a:off x="5027613" y="5181600"/>
            <a:ext cx="836612" cy="2603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90521" name="Group 125"/>
          <p:cNvGrpSpPr>
            <a:grpSpLocks/>
          </p:cNvGrpSpPr>
          <p:nvPr/>
        </p:nvGrpSpPr>
        <p:grpSpPr bwMode="auto">
          <a:xfrm>
            <a:off x="5561013" y="4833938"/>
            <a:ext cx="684212" cy="608012"/>
            <a:chOff x="2949" y="196"/>
            <a:chExt cx="941" cy="598"/>
          </a:xfrm>
        </p:grpSpPr>
        <p:sp>
          <p:nvSpPr>
            <p:cNvPr id="190540" name="Oval 12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1"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2"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3" name="Oval 12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4" name="Oval 13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5"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6" name="Oval 13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7" name="Oval 13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48"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49"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50"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90522" name="Text Box 137"/>
          <p:cNvSpPr txBox="1">
            <a:spLocks noChangeArrowheads="1"/>
          </p:cNvSpPr>
          <p:nvPr/>
        </p:nvSpPr>
        <p:spPr bwMode="auto">
          <a:xfrm>
            <a:off x="5588000" y="4879975"/>
            <a:ext cx="649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 </a:t>
            </a:r>
            <a:r>
              <a:rPr kumimoji="1" lang="en-US" altLang="zh-CN" sz="2000">
                <a:solidFill>
                  <a:srgbClr val="333399"/>
                </a:solidFill>
                <a:latin typeface="Arial" pitchFamily="34" charset="0"/>
              </a:rPr>
              <a:t>4</a:t>
            </a:r>
          </a:p>
        </p:txBody>
      </p:sp>
      <p:sp>
        <p:nvSpPr>
          <p:cNvPr id="190523" name="Line 138"/>
          <p:cNvSpPr>
            <a:spLocks noChangeShapeType="1"/>
          </p:cNvSpPr>
          <p:nvPr/>
        </p:nvSpPr>
        <p:spPr bwMode="auto">
          <a:xfrm>
            <a:off x="3959225" y="5265738"/>
            <a:ext cx="915988" cy="17621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90524" name="Group 139"/>
          <p:cNvGrpSpPr>
            <a:grpSpLocks/>
          </p:cNvGrpSpPr>
          <p:nvPr/>
        </p:nvGrpSpPr>
        <p:grpSpPr bwMode="auto">
          <a:xfrm>
            <a:off x="3656013" y="4919663"/>
            <a:ext cx="685800" cy="608012"/>
            <a:chOff x="2949" y="196"/>
            <a:chExt cx="941" cy="598"/>
          </a:xfrm>
        </p:grpSpPr>
        <p:sp>
          <p:nvSpPr>
            <p:cNvPr id="190529" name="Oval 14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0"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1"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2" name="Oval 14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3" name="Oval 14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4"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5" name="Oval 14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6" name="Oval 14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537"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38"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0539"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90525" name="Text Box 151"/>
          <p:cNvSpPr txBox="1">
            <a:spLocks noChangeArrowheads="1"/>
          </p:cNvSpPr>
          <p:nvPr/>
        </p:nvSpPr>
        <p:spPr bwMode="auto">
          <a:xfrm>
            <a:off x="3646488" y="5032375"/>
            <a:ext cx="60801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a:t>
            </a:r>
            <a:r>
              <a:rPr kumimoji="1" lang="zh-CN" altLang="en-US" sz="800">
                <a:solidFill>
                  <a:srgbClr val="333399"/>
                </a:solidFill>
                <a:latin typeface="Arial" pitchFamily="34" charset="0"/>
              </a:rPr>
              <a:t> </a:t>
            </a:r>
            <a:r>
              <a:rPr kumimoji="1" lang="en-US" altLang="zh-CN" sz="2000">
                <a:solidFill>
                  <a:srgbClr val="333399"/>
                </a:solidFill>
                <a:latin typeface="Arial" pitchFamily="34" charset="0"/>
              </a:rPr>
              <a:t>5</a:t>
            </a:r>
          </a:p>
        </p:txBody>
      </p:sp>
      <p:pic>
        <p:nvPicPr>
          <p:cNvPr id="190526"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1225" y="5218113"/>
            <a:ext cx="520700"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0527" name="Text Box 153"/>
          <p:cNvSpPr txBox="1">
            <a:spLocks noChangeArrowheads="1"/>
          </p:cNvSpPr>
          <p:nvPr/>
        </p:nvSpPr>
        <p:spPr bwMode="auto">
          <a:xfrm>
            <a:off x="4427538" y="4905375"/>
            <a:ext cx="460375"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8</a:t>
            </a:r>
          </a:p>
        </p:txBody>
      </p:sp>
      <p:pic>
        <p:nvPicPr>
          <p:cNvPr id="190528"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57725" y="4441825"/>
            <a:ext cx="520700"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8778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587888"/>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587887"/>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5878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7781" grpId="0"/>
      <p:bldP spid="587884" grpId="0"/>
      <p:bldP spid="587887" grpId="0"/>
      <p:bldP spid="587888"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OSPF </a:t>
            </a:r>
            <a:r>
              <a:rPr lang="zh-CN" altLang="en-US" smtClean="0"/>
              <a:t>直接用 </a:t>
            </a:r>
            <a:r>
              <a:rPr lang="en-US" altLang="zh-CN" smtClean="0"/>
              <a:t>IP </a:t>
            </a:r>
            <a:r>
              <a:rPr lang="zh-CN" altLang="en-US" smtClean="0"/>
              <a:t>数据报传送 </a:t>
            </a:r>
          </a:p>
        </p:txBody>
      </p:sp>
      <p:sp>
        <p:nvSpPr>
          <p:cNvPr id="588803" name="Rectangle 3"/>
          <p:cNvSpPr>
            <a:spLocks noGrp="1" noChangeArrowheads="1"/>
          </p:cNvSpPr>
          <p:nvPr>
            <p:ph type="body" idx="1"/>
          </p:nvPr>
        </p:nvSpPr>
        <p:spPr>
          <a:xfrm>
            <a:off x="900113" y="1916113"/>
            <a:ext cx="7848600" cy="4475162"/>
          </a:xfrm>
          <a:noFill/>
        </p:spPr>
        <p:txBody>
          <a:bodyPr/>
          <a:lstStyle/>
          <a:p>
            <a:pPr eaLnBrk="1" hangingPunct="1">
              <a:lnSpc>
                <a:spcPct val="90000"/>
              </a:lnSpc>
            </a:pPr>
            <a:r>
              <a:rPr lang="en-US" altLang="zh-CN" sz="2800" smtClean="0"/>
              <a:t>OSPF </a:t>
            </a:r>
            <a:r>
              <a:rPr lang="zh-CN" altLang="en-US" sz="2800" smtClean="0"/>
              <a:t>不用 </a:t>
            </a:r>
            <a:r>
              <a:rPr lang="en-US" altLang="zh-CN" sz="2800" smtClean="0"/>
              <a:t>UDP </a:t>
            </a:r>
            <a:r>
              <a:rPr lang="zh-CN" altLang="en-US" sz="2800" smtClean="0"/>
              <a:t>而是直接用 </a:t>
            </a:r>
            <a:r>
              <a:rPr lang="en-US" altLang="zh-CN" sz="2800" smtClean="0"/>
              <a:t>IP</a:t>
            </a:r>
            <a:r>
              <a:rPr lang="en-US" altLang="zh-CN" sz="2800" b="1" smtClean="0"/>
              <a:t> </a:t>
            </a:r>
            <a:r>
              <a:rPr lang="zh-CN" altLang="en-US" sz="2800" smtClean="0"/>
              <a:t>数据报传送。</a:t>
            </a:r>
          </a:p>
          <a:p>
            <a:pPr eaLnBrk="1" hangingPunct="1">
              <a:lnSpc>
                <a:spcPct val="90000"/>
              </a:lnSpc>
            </a:pPr>
            <a:r>
              <a:rPr lang="en-US" altLang="zh-CN" sz="2800" smtClean="0"/>
              <a:t>OSPF </a:t>
            </a:r>
            <a:r>
              <a:rPr lang="zh-CN" altLang="en-US" sz="2800" smtClean="0"/>
              <a:t>构成的数据报很短。这样做可减少路由信息的通信量。</a:t>
            </a:r>
          </a:p>
          <a:p>
            <a:pPr eaLnBrk="1" hangingPunct="1">
              <a:lnSpc>
                <a:spcPct val="90000"/>
              </a:lnSpc>
            </a:pPr>
            <a:r>
              <a:rPr lang="zh-CN" altLang="en-US" sz="2800" smtClean="0"/>
              <a:t>数据报很短的另一好处是可以不必将长的数据报分片传送。分片传送的数据报只要丢失一个，就无法组装成原来的数据报，而整个数据报就必须重传。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88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880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8803" grpId="0" build="p"/>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OSPF </a:t>
            </a:r>
            <a:r>
              <a:rPr lang="zh-CN" altLang="en-US" smtClean="0"/>
              <a:t>的其他特点 </a:t>
            </a:r>
          </a:p>
        </p:txBody>
      </p:sp>
      <p:sp>
        <p:nvSpPr>
          <p:cNvPr id="589827" name="Rectangle 3"/>
          <p:cNvSpPr>
            <a:spLocks noGrp="1" noChangeArrowheads="1"/>
          </p:cNvSpPr>
          <p:nvPr>
            <p:ph type="body" idx="1"/>
          </p:nvPr>
        </p:nvSpPr>
        <p:spPr>
          <a:xfrm>
            <a:off x="684213" y="1916113"/>
            <a:ext cx="8208962" cy="4475162"/>
          </a:xfrm>
          <a:noFill/>
        </p:spPr>
        <p:txBody>
          <a:bodyPr/>
          <a:lstStyle/>
          <a:p>
            <a:pPr eaLnBrk="1" hangingPunct="1">
              <a:lnSpc>
                <a:spcPct val="90000"/>
              </a:lnSpc>
            </a:pPr>
            <a:r>
              <a:rPr lang="en-US" altLang="zh-CN" sz="2800" smtClean="0"/>
              <a:t>OSPF </a:t>
            </a:r>
            <a:r>
              <a:rPr lang="zh-CN" altLang="en-US" sz="2800" smtClean="0"/>
              <a:t>对不同的链路可根据 </a:t>
            </a:r>
            <a:r>
              <a:rPr lang="en-US" altLang="zh-CN" sz="2800" smtClean="0"/>
              <a:t>IP </a:t>
            </a:r>
            <a:r>
              <a:rPr lang="zh-CN" altLang="en-US" sz="2800" smtClean="0"/>
              <a:t>分组的不同服务类型 </a:t>
            </a:r>
            <a:r>
              <a:rPr lang="en-US" altLang="zh-CN" sz="2800" smtClean="0"/>
              <a:t>TOS </a:t>
            </a:r>
            <a:r>
              <a:rPr lang="zh-CN" altLang="en-US" sz="2800" smtClean="0"/>
              <a:t>而设置成不同的代价。因此，</a:t>
            </a:r>
            <a:r>
              <a:rPr lang="en-US" altLang="zh-CN" sz="2800" smtClean="0"/>
              <a:t>OSPF </a:t>
            </a:r>
            <a:r>
              <a:rPr lang="zh-CN" altLang="en-US" sz="2800" smtClean="0"/>
              <a:t>对于不同类型的业务可计算出不同的路由。</a:t>
            </a:r>
          </a:p>
          <a:p>
            <a:pPr eaLnBrk="1" hangingPunct="1">
              <a:lnSpc>
                <a:spcPct val="90000"/>
              </a:lnSpc>
            </a:pPr>
            <a:r>
              <a:rPr lang="zh-CN" altLang="en-US" sz="2800" smtClean="0"/>
              <a:t>如果到同一个目的网络有多条相同代价的路径，那么可以将通信量分配给这几条路径。这叫作多路径间的负载平衡。</a:t>
            </a:r>
          </a:p>
          <a:p>
            <a:pPr eaLnBrk="1" hangingPunct="1">
              <a:lnSpc>
                <a:spcPct val="90000"/>
              </a:lnSpc>
            </a:pPr>
            <a:r>
              <a:rPr lang="zh-CN" altLang="en-US" sz="2800" smtClean="0"/>
              <a:t>所有在 </a:t>
            </a:r>
            <a:r>
              <a:rPr lang="en-US" altLang="zh-CN" sz="2800" smtClean="0"/>
              <a:t>OSPF </a:t>
            </a:r>
            <a:r>
              <a:rPr lang="zh-CN" altLang="en-US" sz="2800" smtClean="0"/>
              <a:t>路由器之间交换的分组都具有鉴别的功能。</a:t>
            </a:r>
          </a:p>
          <a:p>
            <a:pPr eaLnBrk="1" hangingPunct="1">
              <a:lnSpc>
                <a:spcPct val="90000"/>
              </a:lnSpc>
            </a:pPr>
            <a:r>
              <a:rPr lang="zh-CN" altLang="en-US" sz="2800" smtClean="0"/>
              <a:t>支持可变长度的子网划分和无分类编址 </a:t>
            </a:r>
            <a:r>
              <a:rPr lang="en-US" altLang="zh-CN" sz="2800" smtClean="0"/>
              <a:t>CIDR</a:t>
            </a:r>
            <a:r>
              <a:rPr lang="zh-CN" altLang="en-US" sz="2800" smtClean="0"/>
              <a:t>。</a:t>
            </a:r>
          </a:p>
          <a:p>
            <a:pPr eaLnBrk="1" hangingPunct="1">
              <a:lnSpc>
                <a:spcPct val="90000"/>
              </a:lnSpc>
            </a:pPr>
            <a:r>
              <a:rPr lang="zh-CN" altLang="en-US" sz="2800" smtClean="0"/>
              <a:t>每一个链路状态都带上一个 </a:t>
            </a:r>
            <a:r>
              <a:rPr lang="en-US" altLang="zh-CN" sz="2800" smtClean="0"/>
              <a:t>32 </a:t>
            </a:r>
            <a:r>
              <a:rPr lang="zh-CN" altLang="en-US" sz="2800" smtClean="0"/>
              <a:t>位的序号，序号越大状态就越新。</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982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9827">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9827">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9827">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9827" grpId="0" build="p"/>
    </p:bldLst>
  </p:timing>
</p:sld>
</file>

<file path=ppt/slides/slide1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3538" name="AutoShape 47"/>
          <p:cNvSpPr>
            <a:spLocks noChangeArrowheads="1"/>
          </p:cNvSpPr>
          <p:nvPr/>
        </p:nvSpPr>
        <p:spPr bwMode="auto">
          <a:xfrm>
            <a:off x="1476375" y="5661025"/>
            <a:ext cx="700088" cy="227013"/>
          </a:xfrm>
          <a:prstGeom prst="leftArrow">
            <a:avLst>
              <a:gd name="adj1" fmla="val 50000"/>
              <a:gd name="adj2" fmla="val 77098"/>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39" name="Line 2"/>
          <p:cNvSpPr>
            <a:spLocks noChangeShapeType="1"/>
          </p:cNvSpPr>
          <p:nvPr/>
        </p:nvSpPr>
        <p:spPr bwMode="auto">
          <a:xfrm>
            <a:off x="2101850" y="6381750"/>
            <a:ext cx="5735638"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40" name="Text Box 3"/>
          <p:cNvSpPr txBox="1">
            <a:spLocks noChangeArrowheads="1"/>
          </p:cNvSpPr>
          <p:nvPr/>
        </p:nvSpPr>
        <p:spPr bwMode="auto">
          <a:xfrm>
            <a:off x="4337050" y="6127750"/>
            <a:ext cx="1255713"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 </a:t>
            </a:r>
            <a:r>
              <a:rPr kumimoji="1" lang="zh-CN" altLang="en-US" sz="2000">
                <a:solidFill>
                  <a:srgbClr val="333399"/>
                </a:solidFill>
                <a:latin typeface="Arial" pitchFamily="34" charset="0"/>
              </a:rPr>
              <a:t>数据报</a:t>
            </a:r>
          </a:p>
        </p:txBody>
      </p:sp>
      <p:sp>
        <p:nvSpPr>
          <p:cNvPr id="193541" name="Rectangle 4"/>
          <p:cNvSpPr>
            <a:spLocks noGrp="1" noChangeArrowheads="1"/>
          </p:cNvSpPr>
          <p:nvPr>
            <p:ph type="title"/>
          </p:nvPr>
        </p:nvSpPr>
        <p:spPr>
          <a:xfrm>
            <a:off x="684213" y="115888"/>
            <a:ext cx="7793037" cy="695325"/>
          </a:xfrm>
        </p:spPr>
        <p:txBody>
          <a:bodyPr/>
          <a:lstStyle/>
          <a:p>
            <a:pPr algn="ctr" eaLnBrk="1" hangingPunct="1"/>
            <a:r>
              <a:rPr lang="en-US" altLang="zh-CN" sz="3600" smtClean="0"/>
              <a:t>OSPF </a:t>
            </a:r>
            <a:r>
              <a:rPr lang="zh-CN" altLang="en-US" sz="3600" smtClean="0"/>
              <a:t>分组 </a:t>
            </a:r>
          </a:p>
        </p:txBody>
      </p:sp>
      <p:sp>
        <p:nvSpPr>
          <p:cNvPr id="193542" name="Freeform 5"/>
          <p:cNvSpPr>
            <a:spLocks/>
          </p:cNvSpPr>
          <p:nvPr/>
        </p:nvSpPr>
        <p:spPr bwMode="auto">
          <a:xfrm>
            <a:off x="669925" y="3413125"/>
            <a:ext cx="8094663" cy="885825"/>
          </a:xfrm>
          <a:custGeom>
            <a:avLst/>
            <a:gdLst>
              <a:gd name="T0" fmla="*/ 2147483647 w 4608"/>
              <a:gd name="T1" fmla="*/ 0 h 576"/>
              <a:gd name="T2" fmla="*/ 2147483647 w 4608"/>
              <a:gd name="T3" fmla="*/ 0 h 576"/>
              <a:gd name="T4" fmla="*/ 2147483647 w 4608"/>
              <a:gd name="T5" fmla="*/ 2147483647 h 576"/>
              <a:gd name="T6" fmla="*/ 2147483647 w 4608"/>
              <a:gd name="T7" fmla="*/ 2147483647 h 576"/>
              <a:gd name="T8" fmla="*/ 0 w 4608"/>
              <a:gd name="T9" fmla="*/ 0 h 5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08" h="576">
                <a:moveTo>
                  <a:pt x="48" y="0"/>
                </a:moveTo>
                <a:lnTo>
                  <a:pt x="4608" y="0"/>
                </a:lnTo>
                <a:lnTo>
                  <a:pt x="2208" y="576"/>
                </a:lnTo>
                <a:lnTo>
                  <a:pt x="1152" y="576"/>
                </a:lnTo>
                <a:lnTo>
                  <a:pt x="0" y="0"/>
                </a:lnTo>
              </a:path>
            </a:pathLst>
          </a:custGeom>
          <a:gradFill rotWithShape="1">
            <a:gsLst>
              <a:gs pos="0">
                <a:srgbClr val="7C8F9B"/>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3543" name="Freeform 6"/>
          <p:cNvSpPr>
            <a:spLocks/>
          </p:cNvSpPr>
          <p:nvPr/>
        </p:nvSpPr>
        <p:spPr bwMode="auto">
          <a:xfrm>
            <a:off x="2736850" y="4918075"/>
            <a:ext cx="5691188" cy="569913"/>
          </a:xfrm>
          <a:custGeom>
            <a:avLst/>
            <a:gdLst>
              <a:gd name="T0" fmla="*/ 0 w 3240"/>
              <a:gd name="T1" fmla="*/ 0 h 369"/>
              <a:gd name="T2" fmla="*/ 2147483647 w 3240"/>
              <a:gd name="T3" fmla="*/ 2147483647 h 369"/>
              <a:gd name="T4" fmla="*/ 2147483647 w 3240"/>
              <a:gd name="T5" fmla="*/ 2147483647 h 369"/>
              <a:gd name="T6" fmla="*/ 2147483647 w 3240"/>
              <a:gd name="T7" fmla="*/ 2147483647 h 369"/>
              <a:gd name="T8" fmla="*/ 0 w 3240"/>
              <a:gd name="T9" fmla="*/ 2147483647 h 3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40" h="369">
                <a:moveTo>
                  <a:pt x="0" y="0"/>
                </a:moveTo>
                <a:lnTo>
                  <a:pt x="564" y="369"/>
                </a:lnTo>
                <a:lnTo>
                  <a:pt x="2922" y="363"/>
                </a:lnTo>
                <a:lnTo>
                  <a:pt x="3240" y="9"/>
                </a:lnTo>
                <a:lnTo>
                  <a:pt x="0" y="3"/>
                </a:lnTo>
              </a:path>
            </a:pathLst>
          </a:custGeom>
          <a:gradFill rotWithShape="1">
            <a:gsLst>
              <a:gs pos="0">
                <a:srgbClr val="B994B9"/>
              </a:gs>
              <a:gs pos="100000">
                <a:srgbClr val="FFC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3544" name="Rectangle 7"/>
          <p:cNvSpPr>
            <a:spLocks noChangeArrowheads="1"/>
          </p:cNvSpPr>
          <p:nvPr/>
        </p:nvSpPr>
        <p:spPr bwMode="auto">
          <a:xfrm>
            <a:off x="2101850" y="5497513"/>
            <a:ext cx="5735638" cy="590550"/>
          </a:xfrm>
          <a:prstGeom prst="rect">
            <a:avLst/>
          </a:prstGeom>
          <a:solidFill>
            <a:schemeClr val="bg1"/>
          </a:solidFill>
          <a:ln w="19050">
            <a:solidFill>
              <a:srgbClr val="333399"/>
            </a:solidFill>
            <a:miter lim="800000"/>
            <a:headEnd/>
            <a:tailEnd/>
          </a:ln>
          <a:effectLst>
            <a:outerShdw dist="35921" dir="2700000" algn="ctr" rotWithShape="0">
              <a:schemeClr val="bg2"/>
            </a:outerShdw>
          </a:effectLst>
        </p:spPr>
        <p:txBody>
          <a:bodyPr wrap="none" anchor="ctr"/>
          <a:lstStyle/>
          <a:p>
            <a:endParaRPr lang="zh-CN" altLang="en-US"/>
          </a:p>
        </p:txBody>
      </p:sp>
      <p:sp>
        <p:nvSpPr>
          <p:cNvPr id="193545" name="Rectangle 8"/>
          <p:cNvSpPr>
            <a:spLocks noChangeArrowheads="1"/>
          </p:cNvSpPr>
          <p:nvPr/>
        </p:nvSpPr>
        <p:spPr bwMode="auto">
          <a:xfrm>
            <a:off x="3713163" y="5514975"/>
            <a:ext cx="4116387" cy="579438"/>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46" name="Line 9"/>
          <p:cNvSpPr>
            <a:spLocks noChangeShapeType="1"/>
          </p:cNvSpPr>
          <p:nvPr/>
        </p:nvSpPr>
        <p:spPr bwMode="auto">
          <a:xfrm>
            <a:off x="3705225" y="5497513"/>
            <a:ext cx="0" cy="590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47" name="Text Box 10"/>
          <p:cNvSpPr txBox="1">
            <a:spLocks noChangeArrowheads="1"/>
          </p:cNvSpPr>
          <p:nvPr/>
        </p:nvSpPr>
        <p:spPr bwMode="auto">
          <a:xfrm>
            <a:off x="2058988" y="5549900"/>
            <a:ext cx="1693862"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IP</a:t>
            </a:r>
            <a:r>
              <a:rPr kumimoji="1" lang="zh-CN" altLang="zh-CN" sz="2000">
                <a:solidFill>
                  <a:srgbClr val="333399"/>
                </a:solidFill>
                <a:latin typeface="Arial" pitchFamily="34" charset="0"/>
              </a:rPr>
              <a:t>数据报首部</a:t>
            </a:r>
            <a:endParaRPr kumimoji="1" lang="zh-CN" altLang="en-US" sz="2000">
              <a:solidFill>
                <a:srgbClr val="333399"/>
              </a:solidFill>
              <a:latin typeface="Arial" pitchFamily="34" charset="0"/>
            </a:endParaRPr>
          </a:p>
        </p:txBody>
      </p:sp>
      <p:sp>
        <p:nvSpPr>
          <p:cNvPr id="193548" name="Text Box 11"/>
          <p:cNvSpPr txBox="1">
            <a:spLocks noChangeArrowheads="1"/>
          </p:cNvSpPr>
          <p:nvPr/>
        </p:nvSpPr>
        <p:spPr bwMode="auto">
          <a:xfrm>
            <a:off x="4873625" y="5548313"/>
            <a:ext cx="1455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OSPF </a:t>
            </a:r>
            <a:r>
              <a:rPr kumimoji="1" lang="zh-CN" altLang="en-US" sz="2000">
                <a:solidFill>
                  <a:srgbClr val="333399"/>
                </a:solidFill>
                <a:latin typeface="Arial" pitchFamily="34" charset="0"/>
              </a:rPr>
              <a:t>分组</a:t>
            </a:r>
          </a:p>
        </p:txBody>
      </p:sp>
      <p:sp>
        <p:nvSpPr>
          <p:cNvPr id="193549" name="Rectangle 12"/>
          <p:cNvSpPr>
            <a:spLocks noChangeArrowheads="1"/>
          </p:cNvSpPr>
          <p:nvPr/>
        </p:nvSpPr>
        <p:spPr bwMode="auto">
          <a:xfrm>
            <a:off x="2693988" y="4314825"/>
            <a:ext cx="5734050" cy="59055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193550" name="Line 13"/>
          <p:cNvSpPr>
            <a:spLocks noChangeShapeType="1"/>
          </p:cNvSpPr>
          <p:nvPr/>
        </p:nvSpPr>
        <p:spPr bwMode="auto">
          <a:xfrm>
            <a:off x="7837488" y="6088063"/>
            <a:ext cx="0" cy="3698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51" name="Rectangle 14"/>
          <p:cNvSpPr>
            <a:spLocks noChangeArrowheads="1"/>
          </p:cNvSpPr>
          <p:nvPr/>
        </p:nvSpPr>
        <p:spPr bwMode="auto">
          <a:xfrm>
            <a:off x="4559300" y="4343400"/>
            <a:ext cx="3860800" cy="558800"/>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52" name="Line 15"/>
          <p:cNvSpPr>
            <a:spLocks noChangeShapeType="1"/>
          </p:cNvSpPr>
          <p:nvPr/>
        </p:nvSpPr>
        <p:spPr bwMode="auto">
          <a:xfrm>
            <a:off x="4549775" y="4314825"/>
            <a:ext cx="0" cy="590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53" name="Text Box 16"/>
          <p:cNvSpPr txBox="1">
            <a:spLocks noChangeArrowheads="1"/>
          </p:cNvSpPr>
          <p:nvPr/>
        </p:nvSpPr>
        <p:spPr bwMode="auto">
          <a:xfrm>
            <a:off x="2627313" y="4400550"/>
            <a:ext cx="196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OSPF </a:t>
            </a:r>
            <a:r>
              <a:rPr kumimoji="1" lang="zh-CN" altLang="en-US" sz="2000">
                <a:solidFill>
                  <a:srgbClr val="333399"/>
                </a:solidFill>
                <a:latin typeface="Arial" pitchFamily="34" charset="0"/>
              </a:rPr>
              <a:t>分组首部</a:t>
            </a:r>
          </a:p>
        </p:txBody>
      </p:sp>
      <p:sp>
        <p:nvSpPr>
          <p:cNvPr id="193554" name="Text Box 17"/>
          <p:cNvSpPr txBox="1">
            <a:spLocks noChangeArrowheads="1"/>
          </p:cNvSpPr>
          <p:nvPr/>
        </p:nvSpPr>
        <p:spPr bwMode="auto">
          <a:xfrm>
            <a:off x="4716463" y="4400550"/>
            <a:ext cx="36099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类型 </a:t>
            </a:r>
            <a:r>
              <a:rPr kumimoji="1" lang="en-US" altLang="zh-CN" sz="2000">
                <a:solidFill>
                  <a:srgbClr val="333399"/>
                </a:solidFill>
                <a:latin typeface="Arial" pitchFamily="34" charset="0"/>
              </a:rPr>
              <a:t>1 </a:t>
            </a:r>
            <a:r>
              <a:rPr kumimoji="1" lang="zh-CN" altLang="en-US" sz="2000">
                <a:solidFill>
                  <a:srgbClr val="333399"/>
                </a:solidFill>
                <a:latin typeface="Arial" pitchFamily="34" charset="0"/>
              </a:rPr>
              <a:t>至类型 </a:t>
            </a:r>
            <a:r>
              <a:rPr kumimoji="1" lang="en-US" altLang="zh-CN" sz="2000">
                <a:solidFill>
                  <a:srgbClr val="333399"/>
                </a:solidFill>
                <a:latin typeface="Arial" pitchFamily="34" charset="0"/>
              </a:rPr>
              <a:t>5 </a:t>
            </a:r>
            <a:r>
              <a:rPr kumimoji="1" lang="zh-CN" altLang="en-US" sz="2000">
                <a:solidFill>
                  <a:srgbClr val="333399"/>
                </a:solidFill>
                <a:latin typeface="Arial" pitchFamily="34" charset="0"/>
              </a:rPr>
              <a:t>的 </a:t>
            </a:r>
            <a:r>
              <a:rPr kumimoji="1" lang="en-US" altLang="zh-CN" sz="2000">
                <a:solidFill>
                  <a:srgbClr val="333399"/>
                </a:solidFill>
                <a:latin typeface="Arial" pitchFamily="34" charset="0"/>
              </a:rPr>
              <a:t>OSPF </a:t>
            </a:r>
            <a:r>
              <a:rPr kumimoji="1" lang="zh-CN" altLang="en-US" sz="2000">
                <a:solidFill>
                  <a:srgbClr val="333399"/>
                </a:solidFill>
                <a:latin typeface="Arial" pitchFamily="34" charset="0"/>
              </a:rPr>
              <a:t>分组</a:t>
            </a:r>
          </a:p>
        </p:txBody>
      </p:sp>
      <p:sp>
        <p:nvSpPr>
          <p:cNvPr id="193555" name="Line 18"/>
          <p:cNvSpPr>
            <a:spLocks noChangeShapeType="1"/>
          </p:cNvSpPr>
          <p:nvPr/>
        </p:nvSpPr>
        <p:spPr bwMode="auto">
          <a:xfrm>
            <a:off x="2101850" y="6161088"/>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56" name="Line 19"/>
          <p:cNvSpPr>
            <a:spLocks noChangeShapeType="1"/>
          </p:cNvSpPr>
          <p:nvPr/>
        </p:nvSpPr>
        <p:spPr bwMode="auto">
          <a:xfrm>
            <a:off x="2693988" y="3984625"/>
            <a:ext cx="0" cy="2952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57" name="Line 20"/>
          <p:cNvSpPr>
            <a:spLocks noChangeShapeType="1"/>
          </p:cNvSpPr>
          <p:nvPr/>
        </p:nvSpPr>
        <p:spPr bwMode="auto">
          <a:xfrm>
            <a:off x="4549775" y="3984625"/>
            <a:ext cx="0" cy="2952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58" name="Line 21"/>
          <p:cNvSpPr>
            <a:spLocks noChangeShapeType="1"/>
          </p:cNvSpPr>
          <p:nvPr/>
        </p:nvSpPr>
        <p:spPr bwMode="auto">
          <a:xfrm flipV="1">
            <a:off x="4041775" y="4125913"/>
            <a:ext cx="501650" cy="0"/>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59" name="Text Box 22"/>
          <p:cNvSpPr txBox="1">
            <a:spLocks noChangeArrowheads="1"/>
          </p:cNvSpPr>
          <p:nvPr/>
        </p:nvSpPr>
        <p:spPr bwMode="auto">
          <a:xfrm>
            <a:off x="3114675" y="3886200"/>
            <a:ext cx="1044575" cy="395288"/>
          </a:xfrm>
          <a:prstGeom prst="rect">
            <a:avLst/>
          </a:prstGeom>
          <a:noFill/>
          <a:ln>
            <a:noFill/>
          </a:ln>
          <a:effectLst/>
          <a:extLst>
            <a:ext uri="{909E8E84-426E-40DD-AFC4-6F175D3DCCD1}">
              <a14:hiddenFill xmlns:a14="http://schemas.microsoft.com/office/drawing/2010/main">
                <a:gradFill rotWithShape="0">
                  <a:gsLst>
                    <a:gs pos="0">
                      <a:srgbClr val="F0F0F0"/>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24 </a:t>
            </a:r>
            <a:r>
              <a:rPr kumimoji="1" lang="zh-CN" altLang="en-US" sz="2000">
                <a:solidFill>
                  <a:srgbClr val="333399"/>
                </a:solidFill>
                <a:latin typeface="Arial" pitchFamily="34" charset="0"/>
              </a:rPr>
              <a:t>字节</a:t>
            </a:r>
          </a:p>
        </p:txBody>
      </p:sp>
      <p:sp>
        <p:nvSpPr>
          <p:cNvPr id="193560" name="Rectangle 23"/>
          <p:cNvSpPr>
            <a:spLocks noChangeArrowheads="1"/>
          </p:cNvSpPr>
          <p:nvPr/>
        </p:nvSpPr>
        <p:spPr bwMode="auto">
          <a:xfrm>
            <a:off x="685800" y="1181100"/>
            <a:ext cx="8078788" cy="2232025"/>
          </a:xfrm>
          <a:prstGeom prst="rect">
            <a:avLst/>
          </a:prstGeom>
          <a:solidFill>
            <a:srgbClr val="CCECFF"/>
          </a:solidFill>
          <a:ln w="9525">
            <a:solidFill>
              <a:srgbClr val="333399"/>
            </a:solidFill>
            <a:miter lim="800000"/>
            <a:headEnd/>
            <a:tailEnd/>
          </a:ln>
          <a:effectLst>
            <a:outerShdw dist="35921" dir="2700000" algn="ctr" rotWithShape="0">
              <a:schemeClr val="bg2"/>
            </a:outerShdw>
          </a:effectLst>
        </p:spPr>
        <p:txBody>
          <a:bodyPr wrap="none" anchor="ctr"/>
          <a:lstStyle/>
          <a:p>
            <a:endParaRPr lang="zh-CN" altLang="en-US"/>
          </a:p>
        </p:txBody>
      </p:sp>
      <p:sp>
        <p:nvSpPr>
          <p:cNvPr id="193561" name="Line 24"/>
          <p:cNvSpPr>
            <a:spLocks noChangeShapeType="1"/>
          </p:cNvSpPr>
          <p:nvPr/>
        </p:nvSpPr>
        <p:spPr bwMode="auto">
          <a:xfrm>
            <a:off x="677863" y="1565275"/>
            <a:ext cx="80930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62" name="Line 25"/>
          <p:cNvSpPr>
            <a:spLocks noChangeShapeType="1"/>
          </p:cNvSpPr>
          <p:nvPr/>
        </p:nvSpPr>
        <p:spPr bwMode="auto">
          <a:xfrm>
            <a:off x="677863" y="1933575"/>
            <a:ext cx="80930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63" name="Line 26"/>
          <p:cNvSpPr>
            <a:spLocks noChangeShapeType="1"/>
          </p:cNvSpPr>
          <p:nvPr/>
        </p:nvSpPr>
        <p:spPr bwMode="auto">
          <a:xfrm>
            <a:off x="677863" y="2305050"/>
            <a:ext cx="80930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64" name="Line 27"/>
          <p:cNvSpPr>
            <a:spLocks noChangeShapeType="1"/>
          </p:cNvSpPr>
          <p:nvPr/>
        </p:nvSpPr>
        <p:spPr bwMode="auto">
          <a:xfrm>
            <a:off x="677863" y="2673350"/>
            <a:ext cx="80930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65" name="Line 28"/>
          <p:cNvSpPr>
            <a:spLocks noChangeShapeType="1"/>
          </p:cNvSpPr>
          <p:nvPr/>
        </p:nvSpPr>
        <p:spPr bwMode="auto">
          <a:xfrm>
            <a:off x="677863" y="3044825"/>
            <a:ext cx="80930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66" name="Line 29"/>
          <p:cNvSpPr>
            <a:spLocks noChangeShapeType="1"/>
          </p:cNvSpPr>
          <p:nvPr/>
        </p:nvSpPr>
        <p:spPr bwMode="auto">
          <a:xfrm>
            <a:off x="2687638" y="1187450"/>
            <a:ext cx="6350" cy="3778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67" name="Line 30"/>
          <p:cNvSpPr>
            <a:spLocks noChangeShapeType="1"/>
          </p:cNvSpPr>
          <p:nvPr/>
        </p:nvSpPr>
        <p:spPr bwMode="auto">
          <a:xfrm>
            <a:off x="4711700" y="1187450"/>
            <a:ext cx="6350" cy="3778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68" name="Rectangle 31"/>
          <p:cNvSpPr>
            <a:spLocks noChangeArrowheads="1"/>
          </p:cNvSpPr>
          <p:nvPr/>
        </p:nvSpPr>
        <p:spPr bwMode="auto">
          <a:xfrm>
            <a:off x="628650" y="781050"/>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0</a:t>
            </a:r>
          </a:p>
        </p:txBody>
      </p:sp>
      <p:sp>
        <p:nvSpPr>
          <p:cNvPr id="193569" name="Rectangle 32"/>
          <p:cNvSpPr>
            <a:spLocks noChangeArrowheads="1"/>
          </p:cNvSpPr>
          <p:nvPr/>
        </p:nvSpPr>
        <p:spPr bwMode="auto">
          <a:xfrm>
            <a:off x="2609850" y="781050"/>
            <a:ext cx="3222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8</a:t>
            </a:r>
          </a:p>
        </p:txBody>
      </p:sp>
      <p:sp>
        <p:nvSpPr>
          <p:cNvPr id="193570" name="Rectangle 33"/>
          <p:cNvSpPr>
            <a:spLocks noChangeArrowheads="1"/>
          </p:cNvSpPr>
          <p:nvPr/>
        </p:nvSpPr>
        <p:spPr bwMode="auto">
          <a:xfrm>
            <a:off x="4611688" y="781050"/>
            <a:ext cx="4619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16</a:t>
            </a:r>
          </a:p>
        </p:txBody>
      </p:sp>
      <p:sp>
        <p:nvSpPr>
          <p:cNvPr id="193571" name="Rectangle 34"/>
          <p:cNvSpPr>
            <a:spLocks noChangeArrowheads="1"/>
          </p:cNvSpPr>
          <p:nvPr/>
        </p:nvSpPr>
        <p:spPr bwMode="auto">
          <a:xfrm>
            <a:off x="8394700" y="781050"/>
            <a:ext cx="463550"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a:solidFill>
                  <a:srgbClr val="333399"/>
                </a:solidFill>
                <a:latin typeface="Arial" pitchFamily="34" charset="0"/>
              </a:rPr>
              <a:t>31</a:t>
            </a:r>
          </a:p>
        </p:txBody>
      </p:sp>
      <p:sp>
        <p:nvSpPr>
          <p:cNvPr id="193572" name="Rectangle 35"/>
          <p:cNvSpPr>
            <a:spLocks noChangeArrowheads="1"/>
          </p:cNvSpPr>
          <p:nvPr/>
        </p:nvSpPr>
        <p:spPr bwMode="auto">
          <a:xfrm>
            <a:off x="1257300" y="1179513"/>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版    本</a:t>
            </a:r>
          </a:p>
        </p:txBody>
      </p:sp>
      <p:sp>
        <p:nvSpPr>
          <p:cNvPr id="193573" name="Rectangle 36"/>
          <p:cNvSpPr>
            <a:spLocks noChangeArrowheads="1"/>
          </p:cNvSpPr>
          <p:nvPr/>
        </p:nvSpPr>
        <p:spPr bwMode="auto">
          <a:xfrm>
            <a:off x="3200400" y="1582738"/>
            <a:ext cx="3101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路    由    器    标    识    符</a:t>
            </a:r>
          </a:p>
        </p:txBody>
      </p:sp>
      <p:sp>
        <p:nvSpPr>
          <p:cNvPr id="193574" name="Rectangle 37"/>
          <p:cNvSpPr>
            <a:spLocks noChangeArrowheads="1"/>
          </p:cNvSpPr>
          <p:nvPr/>
        </p:nvSpPr>
        <p:spPr bwMode="auto">
          <a:xfrm>
            <a:off x="3314700" y="1179513"/>
            <a:ext cx="9683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类    型</a:t>
            </a:r>
          </a:p>
        </p:txBody>
      </p:sp>
      <p:sp>
        <p:nvSpPr>
          <p:cNvPr id="193575" name="Rectangle 38"/>
          <p:cNvSpPr>
            <a:spLocks noChangeArrowheads="1"/>
          </p:cNvSpPr>
          <p:nvPr/>
        </p:nvSpPr>
        <p:spPr bwMode="auto">
          <a:xfrm>
            <a:off x="5759450" y="1179513"/>
            <a:ext cx="2036763"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分    组    长    度</a:t>
            </a:r>
          </a:p>
        </p:txBody>
      </p:sp>
      <p:sp>
        <p:nvSpPr>
          <p:cNvPr id="193576" name="Rectangle 39"/>
          <p:cNvSpPr>
            <a:spLocks noChangeArrowheads="1"/>
          </p:cNvSpPr>
          <p:nvPr/>
        </p:nvSpPr>
        <p:spPr bwMode="auto">
          <a:xfrm>
            <a:off x="2030413" y="2322513"/>
            <a:ext cx="13620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检   验   和</a:t>
            </a:r>
          </a:p>
        </p:txBody>
      </p:sp>
      <p:sp>
        <p:nvSpPr>
          <p:cNvPr id="193577" name="Rectangle 40"/>
          <p:cNvSpPr>
            <a:spLocks noChangeArrowheads="1"/>
          </p:cNvSpPr>
          <p:nvPr/>
        </p:nvSpPr>
        <p:spPr bwMode="auto">
          <a:xfrm>
            <a:off x="4011613" y="2674938"/>
            <a:ext cx="1528762"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鉴            别</a:t>
            </a:r>
          </a:p>
        </p:txBody>
      </p:sp>
      <p:sp>
        <p:nvSpPr>
          <p:cNvPr id="193578" name="Rectangle 41"/>
          <p:cNvSpPr>
            <a:spLocks noChangeArrowheads="1"/>
          </p:cNvSpPr>
          <p:nvPr/>
        </p:nvSpPr>
        <p:spPr bwMode="auto">
          <a:xfrm>
            <a:off x="104775" y="765175"/>
            <a:ext cx="4349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位</a:t>
            </a:r>
          </a:p>
        </p:txBody>
      </p:sp>
      <p:sp>
        <p:nvSpPr>
          <p:cNvPr id="193579" name="Rectangle 42"/>
          <p:cNvSpPr>
            <a:spLocks noChangeArrowheads="1"/>
          </p:cNvSpPr>
          <p:nvPr/>
        </p:nvSpPr>
        <p:spPr bwMode="auto">
          <a:xfrm>
            <a:off x="4011613" y="3044825"/>
            <a:ext cx="1528762"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鉴            别</a:t>
            </a:r>
          </a:p>
        </p:txBody>
      </p:sp>
      <p:sp>
        <p:nvSpPr>
          <p:cNvPr id="193580" name="Rectangle 43"/>
          <p:cNvSpPr>
            <a:spLocks noChangeArrowheads="1"/>
          </p:cNvSpPr>
          <p:nvPr/>
        </p:nvSpPr>
        <p:spPr bwMode="auto">
          <a:xfrm>
            <a:off x="3506788" y="1951038"/>
            <a:ext cx="25685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区    域    标    识    符</a:t>
            </a:r>
          </a:p>
        </p:txBody>
      </p:sp>
      <p:sp>
        <p:nvSpPr>
          <p:cNvPr id="193581" name="Rectangle 44"/>
          <p:cNvSpPr>
            <a:spLocks noChangeArrowheads="1"/>
          </p:cNvSpPr>
          <p:nvPr/>
        </p:nvSpPr>
        <p:spPr bwMode="auto">
          <a:xfrm>
            <a:off x="5781675" y="2322513"/>
            <a:ext cx="2035175"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a:solidFill>
                  <a:srgbClr val="333399"/>
                </a:solidFill>
                <a:latin typeface="Arial" pitchFamily="34" charset="0"/>
              </a:rPr>
              <a:t>鉴    别    类    型</a:t>
            </a:r>
          </a:p>
        </p:txBody>
      </p:sp>
      <p:sp>
        <p:nvSpPr>
          <p:cNvPr id="193582" name="Line 45"/>
          <p:cNvSpPr>
            <a:spLocks noChangeShapeType="1"/>
          </p:cNvSpPr>
          <p:nvPr/>
        </p:nvSpPr>
        <p:spPr bwMode="auto">
          <a:xfrm>
            <a:off x="4718050" y="2297113"/>
            <a:ext cx="4763" cy="3762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583" name="Line 46"/>
          <p:cNvSpPr>
            <a:spLocks noChangeShapeType="1"/>
          </p:cNvSpPr>
          <p:nvPr/>
        </p:nvSpPr>
        <p:spPr bwMode="auto">
          <a:xfrm flipH="1" flipV="1">
            <a:off x="2693988" y="4137025"/>
            <a:ext cx="500062" cy="1588"/>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2. OSPF </a:t>
            </a:r>
            <a:r>
              <a:rPr lang="zh-CN" altLang="en-US" smtClean="0"/>
              <a:t>的五种分组类型 </a:t>
            </a:r>
          </a:p>
        </p:txBody>
      </p:sp>
      <p:sp>
        <p:nvSpPr>
          <p:cNvPr id="591875" name="Rectangle 3"/>
          <p:cNvSpPr>
            <a:spLocks noGrp="1" noChangeArrowheads="1"/>
          </p:cNvSpPr>
          <p:nvPr>
            <p:ph type="body" idx="1"/>
          </p:nvPr>
        </p:nvSpPr>
        <p:spPr>
          <a:xfrm>
            <a:off x="395288" y="1916113"/>
            <a:ext cx="8675687" cy="4475162"/>
          </a:xfrm>
          <a:noFill/>
        </p:spPr>
        <p:txBody>
          <a:bodyPr/>
          <a:lstStyle/>
          <a:p>
            <a:pPr eaLnBrk="1" hangingPunct="1"/>
            <a:r>
              <a:rPr lang="zh-CN" altLang="en-US" sz="2800" smtClean="0"/>
              <a:t>类型</a:t>
            </a:r>
            <a:r>
              <a:rPr lang="en-US" altLang="zh-CN" sz="2800" smtClean="0"/>
              <a:t>1</a:t>
            </a:r>
            <a:r>
              <a:rPr lang="zh-CN" altLang="en-US" sz="2800" smtClean="0"/>
              <a:t>，问候</a:t>
            </a:r>
            <a:r>
              <a:rPr lang="en-US" altLang="zh-CN" sz="2800" smtClean="0"/>
              <a:t>(Hello)</a:t>
            </a:r>
            <a:r>
              <a:rPr lang="zh-CN" altLang="en-US" sz="2800" smtClean="0"/>
              <a:t>分组。</a:t>
            </a:r>
          </a:p>
          <a:p>
            <a:pPr eaLnBrk="1" hangingPunct="1"/>
            <a:r>
              <a:rPr lang="zh-CN" altLang="en-US" sz="2800" smtClean="0"/>
              <a:t>类型</a:t>
            </a:r>
            <a:r>
              <a:rPr lang="en-US" altLang="zh-CN" sz="2800" smtClean="0"/>
              <a:t>2</a:t>
            </a:r>
            <a:r>
              <a:rPr lang="zh-CN" altLang="en-US" sz="2800" smtClean="0"/>
              <a:t>，数据库描述</a:t>
            </a:r>
            <a:r>
              <a:rPr lang="en-US" altLang="zh-CN" sz="2800" smtClean="0"/>
              <a:t>(Database Description)</a:t>
            </a:r>
            <a:r>
              <a:rPr lang="zh-CN" altLang="en-US" sz="2800" smtClean="0"/>
              <a:t>分组。</a:t>
            </a:r>
          </a:p>
          <a:p>
            <a:pPr eaLnBrk="1" hangingPunct="1"/>
            <a:r>
              <a:rPr lang="zh-CN" altLang="en-US" sz="2800" smtClean="0"/>
              <a:t>类型</a:t>
            </a:r>
            <a:r>
              <a:rPr lang="en-US" altLang="zh-CN" sz="2800" smtClean="0"/>
              <a:t>3</a:t>
            </a:r>
            <a:r>
              <a:rPr lang="zh-CN" altLang="en-US" sz="2800" smtClean="0"/>
              <a:t>，链路状态请求</a:t>
            </a:r>
            <a:r>
              <a:rPr lang="en-US" altLang="zh-CN" sz="2800" smtClean="0"/>
              <a:t>(Link State Request)</a:t>
            </a:r>
            <a:r>
              <a:rPr lang="zh-CN" altLang="en-US" sz="2800" smtClean="0"/>
              <a:t>分组。</a:t>
            </a:r>
          </a:p>
          <a:p>
            <a:pPr eaLnBrk="1" hangingPunct="1"/>
            <a:r>
              <a:rPr lang="zh-CN" altLang="en-US" sz="2800" smtClean="0"/>
              <a:t>类型</a:t>
            </a:r>
            <a:r>
              <a:rPr lang="en-US" altLang="zh-CN" sz="2800" smtClean="0"/>
              <a:t>4</a:t>
            </a:r>
            <a:r>
              <a:rPr lang="zh-CN" altLang="en-US" sz="2800" smtClean="0"/>
              <a:t>，链路状态更新</a:t>
            </a:r>
            <a:r>
              <a:rPr lang="en-US" altLang="zh-CN" sz="2800" smtClean="0"/>
              <a:t>(Link State Update)</a:t>
            </a:r>
            <a:r>
              <a:rPr lang="zh-CN" altLang="en-US" sz="2800" smtClean="0"/>
              <a:t>分组，</a:t>
            </a:r>
          </a:p>
          <a:p>
            <a:pPr eaLnBrk="1" hangingPunct="1">
              <a:lnSpc>
                <a:spcPct val="90000"/>
              </a:lnSpc>
              <a:buFont typeface="Wingdings" pitchFamily="2" charset="2"/>
              <a:buNone/>
            </a:pPr>
            <a:r>
              <a:rPr lang="zh-CN" altLang="en-US" sz="2800" smtClean="0"/>
              <a:t>                用洪泛法对全网更新链路状态。</a:t>
            </a:r>
          </a:p>
          <a:p>
            <a:pPr eaLnBrk="1" hangingPunct="1"/>
            <a:r>
              <a:rPr lang="zh-CN" altLang="en-US" sz="2800" smtClean="0"/>
              <a:t>类型</a:t>
            </a:r>
            <a:r>
              <a:rPr lang="en-US" altLang="zh-CN" sz="2800" smtClean="0"/>
              <a:t>5</a:t>
            </a:r>
            <a:r>
              <a:rPr lang="zh-CN" altLang="en-US" sz="2800" smtClean="0"/>
              <a:t>，链路状态确认</a:t>
            </a:r>
            <a:r>
              <a:rPr lang="en-US" altLang="zh-CN" sz="2800" smtClean="0"/>
              <a:t>(Link State Acknowledgment)</a:t>
            </a:r>
          </a:p>
          <a:p>
            <a:pPr eaLnBrk="1" hangingPunct="1">
              <a:buFont typeface="Wingdings" pitchFamily="2" charset="2"/>
              <a:buNone/>
            </a:pPr>
            <a:r>
              <a:rPr lang="en-US" altLang="zh-CN" sz="2800" smtClean="0"/>
              <a:t>                </a:t>
            </a:r>
            <a:r>
              <a:rPr lang="zh-CN" altLang="en-US" sz="2800" smtClean="0"/>
              <a:t>分组。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18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9187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91875">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91875">
                                            <p:txEl>
                                              <p:pRg st="4" end="4"/>
                                            </p:txEl>
                                          </p:spTgt>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91875">
                                            <p:txEl>
                                              <p:pRg st="5" end="5"/>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9187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1875" grpId="0" build="p"/>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2"/>
          <p:cNvSpPr>
            <a:spLocks noChangeArrowheads="1"/>
          </p:cNvSpPr>
          <p:nvPr/>
        </p:nvSpPr>
        <p:spPr bwMode="auto">
          <a:xfrm>
            <a:off x="0" y="3284538"/>
            <a:ext cx="9107488" cy="175418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5587" name="Rectangle 3"/>
          <p:cNvSpPr>
            <a:spLocks noGrp="1" noChangeArrowheads="1"/>
          </p:cNvSpPr>
          <p:nvPr>
            <p:ph type="title"/>
          </p:nvPr>
        </p:nvSpPr>
        <p:spPr>
          <a:xfrm>
            <a:off x="919163" y="214313"/>
            <a:ext cx="8116887" cy="1462087"/>
          </a:xfrm>
        </p:spPr>
        <p:txBody>
          <a:bodyPr/>
          <a:lstStyle/>
          <a:p>
            <a:pPr algn="ctr" eaLnBrk="1" hangingPunct="1"/>
            <a:r>
              <a:rPr lang="en-US" altLang="zh-CN" smtClean="0"/>
              <a:t>OSPF</a:t>
            </a:r>
            <a:r>
              <a:rPr lang="zh-CN" altLang="en-US" smtClean="0"/>
              <a:t>的基本操作 </a:t>
            </a:r>
          </a:p>
        </p:txBody>
      </p:sp>
      <p:sp>
        <p:nvSpPr>
          <p:cNvPr id="592900" name="Line 4"/>
          <p:cNvSpPr>
            <a:spLocks noChangeShapeType="1"/>
          </p:cNvSpPr>
          <p:nvPr/>
        </p:nvSpPr>
        <p:spPr bwMode="auto">
          <a:xfrm>
            <a:off x="1462088" y="2274888"/>
            <a:ext cx="0" cy="1027112"/>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589" name="Rectangle 5"/>
          <p:cNvSpPr>
            <a:spLocks noChangeArrowheads="1"/>
          </p:cNvSpPr>
          <p:nvPr/>
        </p:nvSpPr>
        <p:spPr bwMode="auto">
          <a:xfrm>
            <a:off x="768350" y="2579688"/>
            <a:ext cx="1428750" cy="3254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5590" name="AutoShape 6"/>
          <p:cNvSpPr>
            <a:spLocks noChangeArrowheads="1"/>
          </p:cNvSpPr>
          <p:nvPr/>
        </p:nvSpPr>
        <p:spPr bwMode="auto">
          <a:xfrm rot="-5400000">
            <a:off x="5065713" y="300038"/>
            <a:ext cx="96837" cy="3887787"/>
          </a:xfrm>
          <a:prstGeom prst="can">
            <a:avLst>
              <a:gd name="adj" fmla="val 105945"/>
            </a:avLst>
          </a:prstGeom>
          <a:solidFill>
            <a:srgbClr val="3333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195591" name="Picture 7"/>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9238" y="2036763"/>
            <a:ext cx="760412"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5592" name="Picture 8"/>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7525" y="2036763"/>
            <a:ext cx="758825"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92905" name="Group 9"/>
          <p:cNvGrpSpPr>
            <a:grpSpLocks/>
          </p:cNvGrpSpPr>
          <p:nvPr/>
        </p:nvGrpSpPr>
        <p:grpSpPr bwMode="auto">
          <a:xfrm>
            <a:off x="3263900" y="2352675"/>
            <a:ext cx="3889375" cy="398463"/>
            <a:chOff x="2056" y="1482"/>
            <a:chExt cx="2450" cy="251"/>
          </a:xfrm>
        </p:grpSpPr>
        <p:sp>
          <p:nvSpPr>
            <p:cNvPr id="195629" name="Text Box 10"/>
            <p:cNvSpPr txBox="1">
              <a:spLocks noChangeArrowheads="1"/>
            </p:cNvSpPr>
            <p:nvPr/>
          </p:nvSpPr>
          <p:spPr bwMode="auto">
            <a:xfrm>
              <a:off x="2991" y="1482"/>
              <a:ext cx="43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问候</a:t>
              </a:r>
            </a:p>
          </p:txBody>
        </p:sp>
        <p:sp>
          <p:nvSpPr>
            <p:cNvPr id="195630" name="Line 11"/>
            <p:cNvSpPr>
              <a:spLocks noChangeShapeType="1"/>
            </p:cNvSpPr>
            <p:nvPr/>
          </p:nvSpPr>
          <p:spPr bwMode="auto">
            <a:xfrm>
              <a:off x="2056" y="1731"/>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92908" name="Group 12"/>
          <p:cNvGrpSpPr>
            <a:grpSpLocks/>
          </p:cNvGrpSpPr>
          <p:nvPr/>
        </p:nvGrpSpPr>
        <p:grpSpPr bwMode="auto">
          <a:xfrm>
            <a:off x="3263900" y="2735263"/>
            <a:ext cx="3889375" cy="407987"/>
            <a:chOff x="2056" y="1723"/>
            <a:chExt cx="2450" cy="257"/>
          </a:xfrm>
        </p:grpSpPr>
        <p:sp>
          <p:nvSpPr>
            <p:cNvPr id="195627" name="Line 13"/>
            <p:cNvSpPr>
              <a:spLocks noChangeShapeType="1"/>
            </p:cNvSpPr>
            <p:nvPr/>
          </p:nvSpPr>
          <p:spPr bwMode="auto">
            <a:xfrm flipH="1">
              <a:off x="2056" y="1980"/>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28" name="Text Box 14"/>
            <p:cNvSpPr txBox="1">
              <a:spLocks noChangeArrowheads="1"/>
            </p:cNvSpPr>
            <p:nvPr/>
          </p:nvSpPr>
          <p:spPr bwMode="auto">
            <a:xfrm>
              <a:off x="2987" y="1723"/>
              <a:ext cx="436"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问候</a:t>
              </a:r>
            </a:p>
          </p:txBody>
        </p:sp>
      </p:grpSp>
      <p:grpSp>
        <p:nvGrpSpPr>
          <p:cNvPr id="592911" name="Group 15"/>
          <p:cNvGrpSpPr>
            <a:grpSpLocks/>
          </p:cNvGrpSpPr>
          <p:nvPr/>
        </p:nvGrpSpPr>
        <p:grpSpPr bwMode="auto">
          <a:xfrm>
            <a:off x="3263900" y="3298825"/>
            <a:ext cx="3889375" cy="396875"/>
            <a:chOff x="2056" y="2078"/>
            <a:chExt cx="2450" cy="250"/>
          </a:xfrm>
        </p:grpSpPr>
        <p:sp>
          <p:nvSpPr>
            <p:cNvPr id="195625" name="Line 16"/>
            <p:cNvSpPr>
              <a:spLocks noChangeShapeType="1"/>
            </p:cNvSpPr>
            <p:nvPr/>
          </p:nvSpPr>
          <p:spPr bwMode="auto">
            <a:xfrm>
              <a:off x="2056" y="2328"/>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26" name="Text Box 17"/>
            <p:cNvSpPr txBox="1">
              <a:spLocks noChangeArrowheads="1"/>
            </p:cNvSpPr>
            <p:nvPr/>
          </p:nvSpPr>
          <p:spPr bwMode="auto">
            <a:xfrm>
              <a:off x="2713" y="2078"/>
              <a:ext cx="91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数据库描述</a:t>
              </a:r>
            </a:p>
          </p:txBody>
        </p:sp>
      </p:grpSp>
      <p:grpSp>
        <p:nvGrpSpPr>
          <p:cNvPr id="592914" name="Group 18"/>
          <p:cNvGrpSpPr>
            <a:grpSpLocks/>
          </p:cNvGrpSpPr>
          <p:nvPr/>
        </p:nvGrpSpPr>
        <p:grpSpPr bwMode="auto">
          <a:xfrm>
            <a:off x="3263900" y="3683000"/>
            <a:ext cx="3889375" cy="407988"/>
            <a:chOff x="2056" y="2320"/>
            <a:chExt cx="2450" cy="257"/>
          </a:xfrm>
        </p:grpSpPr>
        <p:sp>
          <p:nvSpPr>
            <p:cNvPr id="195623" name="Line 19"/>
            <p:cNvSpPr>
              <a:spLocks noChangeShapeType="1"/>
            </p:cNvSpPr>
            <p:nvPr/>
          </p:nvSpPr>
          <p:spPr bwMode="auto">
            <a:xfrm flipH="1">
              <a:off x="2056" y="2577"/>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24" name="Text Box 20"/>
            <p:cNvSpPr txBox="1">
              <a:spLocks noChangeArrowheads="1"/>
            </p:cNvSpPr>
            <p:nvPr/>
          </p:nvSpPr>
          <p:spPr bwMode="auto">
            <a:xfrm>
              <a:off x="2713" y="2320"/>
              <a:ext cx="915"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数据库描述</a:t>
              </a:r>
            </a:p>
          </p:txBody>
        </p:sp>
      </p:grpSp>
      <p:grpSp>
        <p:nvGrpSpPr>
          <p:cNvPr id="592917" name="Group 21"/>
          <p:cNvGrpSpPr>
            <a:grpSpLocks/>
          </p:cNvGrpSpPr>
          <p:nvPr/>
        </p:nvGrpSpPr>
        <p:grpSpPr bwMode="auto">
          <a:xfrm>
            <a:off x="3263900" y="4078288"/>
            <a:ext cx="3889375" cy="406400"/>
            <a:chOff x="2056" y="2569"/>
            <a:chExt cx="2450" cy="256"/>
          </a:xfrm>
        </p:grpSpPr>
        <p:sp>
          <p:nvSpPr>
            <p:cNvPr id="195621" name="Line 22"/>
            <p:cNvSpPr>
              <a:spLocks noChangeShapeType="1"/>
            </p:cNvSpPr>
            <p:nvPr/>
          </p:nvSpPr>
          <p:spPr bwMode="auto">
            <a:xfrm>
              <a:off x="2056" y="2825"/>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22" name="Text Box 23"/>
            <p:cNvSpPr txBox="1">
              <a:spLocks noChangeArrowheads="1"/>
            </p:cNvSpPr>
            <p:nvPr/>
          </p:nvSpPr>
          <p:spPr bwMode="auto">
            <a:xfrm>
              <a:off x="2713" y="2569"/>
              <a:ext cx="91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数据库描述</a:t>
              </a:r>
            </a:p>
          </p:txBody>
        </p:sp>
      </p:grpSp>
      <p:grpSp>
        <p:nvGrpSpPr>
          <p:cNvPr id="592920" name="Group 24"/>
          <p:cNvGrpSpPr>
            <a:grpSpLocks/>
          </p:cNvGrpSpPr>
          <p:nvPr/>
        </p:nvGrpSpPr>
        <p:grpSpPr bwMode="auto">
          <a:xfrm>
            <a:off x="3263900" y="4464050"/>
            <a:ext cx="3889375" cy="417513"/>
            <a:chOff x="2056" y="2812"/>
            <a:chExt cx="2450" cy="263"/>
          </a:xfrm>
        </p:grpSpPr>
        <p:sp>
          <p:nvSpPr>
            <p:cNvPr id="195619" name="Line 25"/>
            <p:cNvSpPr>
              <a:spLocks noChangeShapeType="1"/>
            </p:cNvSpPr>
            <p:nvPr/>
          </p:nvSpPr>
          <p:spPr bwMode="auto">
            <a:xfrm flipH="1">
              <a:off x="2056" y="3075"/>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20" name="Text Box 26"/>
            <p:cNvSpPr txBox="1">
              <a:spLocks noChangeArrowheads="1"/>
            </p:cNvSpPr>
            <p:nvPr/>
          </p:nvSpPr>
          <p:spPr bwMode="auto">
            <a:xfrm>
              <a:off x="2713" y="2812"/>
              <a:ext cx="915"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数据库描述</a:t>
              </a:r>
            </a:p>
          </p:txBody>
        </p:sp>
      </p:grpSp>
      <p:grpSp>
        <p:nvGrpSpPr>
          <p:cNvPr id="592923" name="Group 27"/>
          <p:cNvGrpSpPr>
            <a:grpSpLocks/>
          </p:cNvGrpSpPr>
          <p:nvPr/>
        </p:nvGrpSpPr>
        <p:grpSpPr bwMode="auto">
          <a:xfrm>
            <a:off x="3263900" y="5051425"/>
            <a:ext cx="3889375" cy="396875"/>
            <a:chOff x="2056" y="3182"/>
            <a:chExt cx="2450" cy="250"/>
          </a:xfrm>
        </p:grpSpPr>
        <p:sp>
          <p:nvSpPr>
            <p:cNvPr id="195617" name="Line 28"/>
            <p:cNvSpPr>
              <a:spLocks noChangeShapeType="1"/>
            </p:cNvSpPr>
            <p:nvPr/>
          </p:nvSpPr>
          <p:spPr bwMode="auto">
            <a:xfrm>
              <a:off x="2056" y="3423"/>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18" name="Text Box 29"/>
            <p:cNvSpPr txBox="1">
              <a:spLocks noChangeArrowheads="1"/>
            </p:cNvSpPr>
            <p:nvPr/>
          </p:nvSpPr>
          <p:spPr bwMode="auto">
            <a:xfrm>
              <a:off x="2624" y="3182"/>
              <a:ext cx="10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链路状态请求</a:t>
              </a:r>
            </a:p>
          </p:txBody>
        </p:sp>
      </p:grpSp>
      <p:grpSp>
        <p:nvGrpSpPr>
          <p:cNvPr id="592926" name="Group 30"/>
          <p:cNvGrpSpPr>
            <a:grpSpLocks/>
          </p:cNvGrpSpPr>
          <p:nvPr/>
        </p:nvGrpSpPr>
        <p:grpSpPr bwMode="auto">
          <a:xfrm>
            <a:off x="3263900" y="5448300"/>
            <a:ext cx="3889375" cy="395288"/>
            <a:chOff x="2056" y="3432"/>
            <a:chExt cx="2450" cy="249"/>
          </a:xfrm>
        </p:grpSpPr>
        <p:sp>
          <p:nvSpPr>
            <p:cNvPr id="195615" name="Line 31"/>
            <p:cNvSpPr>
              <a:spLocks noChangeShapeType="1"/>
            </p:cNvSpPr>
            <p:nvPr/>
          </p:nvSpPr>
          <p:spPr bwMode="auto">
            <a:xfrm flipH="1">
              <a:off x="2056" y="3672"/>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16" name="Text Box 32"/>
            <p:cNvSpPr txBox="1">
              <a:spLocks noChangeArrowheads="1"/>
            </p:cNvSpPr>
            <p:nvPr/>
          </p:nvSpPr>
          <p:spPr bwMode="auto">
            <a:xfrm>
              <a:off x="2629" y="3432"/>
              <a:ext cx="107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链路状态更新</a:t>
              </a:r>
            </a:p>
          </p:txBody>
        </p:sp>
      </p:grpSp>
      <p:sp>
        <p:nvSpPr>
          <p:cNvPr id="195601" name="Line 33"/>
          <p:cNvSpPr>
            <a:spLocks noChangeShapeType="1"/>
          </p:cNvSpPr>
          <p:nvPr/>
        </p:nvSpPr>
        <p:spPr bwMode="auto">
          <a:xfrm>
            <a:off x="385763" y="5051425"/>
            <a:ext cx="7715250"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02" name="Line 34"/>
          <p:cNvSpPr>
            <a:spLocks noChangeShapeType="1"/>
          </p:cNvSpPr>
          <p:nvPr/>
        </p:nvSpPr>
        <p:spPr bwMode="auto">
          <a:xfrm>
            <a:off x="417513" y="3302000"/>
            <a:ext cx="7683500"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592931" name="Group 35"/>
          <p:cNvGrpSpPr>
            <a:grpSpLocks/>
          </p:cNvGrpSpPr>
          <p:nvPr/>
        </p:nvGrpSpPr>
        <p:grpSpPr bwMode="auto">
          <a:xfrm>
            <a:off x="3263900" y="5842000"/>
            <a:ext cx="3889375" cy="395288"/>
            <a:chOff x="2056" y="3680"/>
            <a:chExt cx="2450" cy="249"/>
          </a:xfrm>
        </p:grpSpPr>
        <p:sp>
          <p:nvSpPr>
            <p:cNvPr id="195613" name="Line 36"/>
            <p:cNvSpPr>
              <a:spLocks noChangeShapeType="1"/>
            </p:cNvSpPr>
            <p:nvPr/>
          </p:nvSpPr>
          <p:spPr bwMode="auto">
            <a:xfrm>
              <a:off x="2056" y="3920"/>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14" name="Text Box 37"/>
            <p:cNvSpPr txBox="1">
              <a:spLocks noChangeArrowheads="1"/>
            </p:cNvSpPr>
            <p:nvPr/>
          </p:nvSpPr>
          <p:spPr bwMode="auto">
            <a:xfrm>
              <a:off x="2629" y="3680"/>
              <a:ext cx="107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链路状态确认</a:t>
              </a:r>
            </a:p>
          </p:txBody>
        </p:sp>
      </p:grpSp>
      <p:sp>
        <p:nvSpPr>
          <p:cNvPr id="592934" name="Text Box 38"/>
          <p:cNvSpPr txBox="1">
            <a:spLocks noChangeArrowheads="1"/>
          </p:cNvSpPr>
          <p:nvPr/>
        </p:nvSpPr>
        <p:spPr bwMode="auto">
          <a:xfrm>
            <a:off x="741363" y="2525713"/>
            <a:ext cx="1454150" cy="39846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确定可达性</a:t>
            </a:r>
          </a:p>
        </p:txBody>
      </p:sp>
      <p:grpSp>
        <p:nvGrpSpPr>
          <p:cNvPr id="592935" name="Group 39"/>
          <p:cNvGrpSpPr>
            <a:grpSpLocks/>
          </p:cNvGrpSpPr>
          <p:nvPr/>
        </p:nvGrpSpPr>
        <p:grpSpPr bwMode="auto">
          <a:xfrm>
            <a:off x="341313" y="3302000"/>
            <a:ext cx="2214562" cy="1738313"/>
            <a:chOff x="215" y="2080"/>
            <a:chExt cx="1395" cy="1095"/>
          </a:xfrm>
        </p:grpSpPr>
        <p:sp>
          <p:nvSpPr>
            <p:cNvPr id="195611" name="Line 40"/>
            <p:cNvSpPr>
              <a:spLocks noChangeShapeType="1"/>
            </p:cNvSpPr>
            <p:nvPr/>
          </p:nvSpPr>
          <p:spPr bwMode="auto">
            <a:xfrm>
              <a:off x="921" y="2080"/>
              <a:ext cx="0" cy="109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12" name="Text Box 41"/>
            <p:cNvSpPr txBox="1">
              <a:spLocks noChangeArrowheads="1"/>
            </p:cNvSpPr>
            <p:nvPr/>
          </p:nvSpPr>
          <p:spPr bwMode="auto">
            <a:xfrm>
              <a:off x="215" y="2469"/>
              <a:ext cx="1395" cy="249"/>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达到数据库的同步</a:t>
              </a:r>
            </a:p>
          </p:txBody>
        </p:sp>
      </p:grpSp>
      <p:sp>
        <p:nvSpPr>
          <p:cNvPr id="195606" name="Line 42"/>
          <p:cNvSpPr>
            <a:spLocks noChangeShapeType="1"/>
          </p:cNvSpPr>
          <p:nvPr/>
        </p:nvSpPr>
        <p:spPr bwMode="auto">
          <a:xfrm>
            <a:off x="417513" y="6381750"/>
            <a:ext cx="7683500"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07" name="Line 43"/>
          <p:cNvSpPr>
            <a:spLocks noChangeShapeType="1"/>
          </p:cNvSpPr>
          <p:nvPr/>
        </p:nvSpPr>
        <p:spPr bwMode="auto">
          <a:xfrm>
            <a:off x="417513" y="2274888"/>
            <a:ext cx="2278062"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592940" name="Group 44"/>
          <p:cNvGrpSpPr>
            <a:grpSpLocks/>
          </p:cNvGrpSpPr>
          <p:nvPr/>
        </p:nvGrpSpPr>
        <p:grpSpPr bwMode="auto">
          <a:xfrm>
            <a:off x="523875" y="5040313"/>
            <a:ext cx="1960563" cy="1341437"/>
            <a:chOff x="330" y="3175"/>
            <a:chExt cx="1235" cy="845"/>
          </a:xfrm>
        </p:grpSpPr>
        <p:sp>
          <p:nvSpPr>
            <p:cNvPr id="195609" name="Line 45"/>
            <p:cNvSpPr>
              <a:spLocks noChangeShapeType="1"/>
            </p:cNvSpPr>
            <p:nvPr/>
          </p:nvSpPr>
          <p:spPr bwMode="auto">
            <a:xfrm>
              <a:off x="921" y="3175"/>
              <a:ext cx="0" cy="84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5610" name="Text Box 46"/>
            <p:cNvSpPr txBox="1">
              <a:spLocks noChangeArrowheads="1"/>
            </p:cNvSpPr>
            <p:nvPr/>
          </p:nvSpPr>
          <p:spPr bwMode="auto">
            <a:xfrm>
              <a:off x="330" y="3414"/>
              <a:ext cx="1235" cy="2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新情况下的同步</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293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92900"/>
                                        </p:tgtEl>
                                        <p:attrNameLst>
                                          <p:attrName>style.visibility</p:attrName>
                                        </p:attrNameLst>
                                      </p:cBhvr>
                                      <p:to>
                                        <p:strVal val="visible"/>
                                      </p:to>
                                    </p:set>
                                  </p:childTnLst>
                                </p:cTn>
                              </p:par>
                            </p:childTnLst>
                          </p:cTn>
                        </p:par>
                        <p:par>
                          <p:cTn id="9" fill="hold" nodeType="afterGroup">
                            <p:stCondLst>
                              <p:cond delay="0"/>
                            </p:stCondLst>
                            <p:childTnLst>
                              <p:par>
                                <p:cTn id="10" presetID="22" presetClass="entr" presetSubtype="8" fill="hold" nodeType="afterEffect">
                                  <p:stCondLst>
                                    <p:cond delay="0"/>
                                  </p:stCondLst>
                                  <p:childTnLst>
                                    <p:set>
                                      <p:cBhvr>
                                        <p:cTn id="11" dur="1" fill="hold">
                                          <p:stCondLst>
                                            <p:cond delay="0"/>
                                          </p:stCondLst>
                                        </p:cTn>
                                        <p:tgtEl>
                                          <p:spTgt spid="592905"/>
                                        </p:tgtEl>
                                        <p:attrNameLst>
                                          <p:attrName>style.visibility</p:attrName>
                                        </p:attrNameLst>
                                      </p:cBhvr>
                                      <p:to>
                                        <p:strVal val="visible"/>
                                      </p:to>
                                    </p:set>
                                    <p:animEffect transition="in" filter="wipe(left)">
                                      <p:cBhvr>
                                        <p:cTn id="12" dur="2000"/>
                                        <p:tgtEl>
                                          <p:spTgt spid="592905"/>
                                        </p:tgtEl>
                                      </p:cBhvr>
                                    </p:animEffect>
                                  </p:childTnLst>
                                </p:cTn>
                              </p:par>
                            </p:childTnLst>
                          </p:cTn>
                        </p:par>
                        <p:par>
                          <p:cTn id="13" fill="hold" nodeType="afterGroup">
                            <p:stCondLst>
                              <p:cond delay="2000"/>
                            </p:stCondLst>
                            <p:childTnLst>
                              <p:par>
                                <p:cTn id="14" presetID="22" presetClass="entr" presetSubtype="2" fill="hold" nodeType="afterEffect">
                                  <p:stCondLst>
                                    <p:cond delay="500"/>
                                  </p:stCondLst>
                                  <p:childTnLst>
                                    <p:set>
                                      <p:cBhvr>
                                        <p:cTn id="15" dur="1" fill="hold">
                                          <p:stCondLst>
                                            <p:cond delay="0"/>
                                          </p:stCondLst>
                                        </p:cTn>
                                        <p:tgtEl>
                                          <p:spTgt spid="592908"/>
                                        </p:tgtEl>
                                        <p:attrNameLst>
                                          <p:attrName>style.visibility</p:attrName>
                                        </p:attrNameLst>
                                      </p:cBhvr>
                                      <p:to>
                                        <p:strVal val="visible"/>
                                      </p:to>
                                    </p:set>
                                    <p:animEffect transition="in" filter="wipe(right)">
                                      <p:cBhvr>
                                        <p:cTn id="16" dur="2000"/>
                                        <p:tgtEl>
                                          <p:spTgt spid="59290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92935"/>
                                        </p:tgtEl>
                                        <p:attrNameLst>
                                          <p:attrName>style.visibility</p:attrName>
                                        </p:attrNameLst>
                                      </p:cBhvr>
                                      <p:to>
                                        <p:strVal val="visible"/>
                                      </p:to>
                                    </p:set>
                                  </p:childTnLst>
                                </p:cTn>
                              </p:par>
                            </p:childTnLst>
                          </p:cTn>
                        </p:par>
                        <p:par>
                          <p:cTn id="21" fill="hold" nodeType="afterGroup">
                            <p:stCondLst>
                              <p:cond delay="0"/>
                            </p:stCondLst>
                            <p:childTnLst>
                              <p:par>
                                <p:cTn id="22" presetID="22" presetClass="entr" presetSubtype="8" fill="hold" nodeType="afterEffect">
                                  <p:stCondLst>
                                    <p:cond delay="500"/>
                                  </p:stCondLst>
                                  <p:childTnLst>
                                    <p:set>
                                      <p:cBhvr>
                                        <p:cTn id="23" dur="1" fill="hold">
                                          <p:stCondLst>
                                            <p:cond delay="0"/>
                                          </p:stCondLst>
                                        </p:cTn>
                                        <p:tgtEl>
                                          <p:spTgt spid="592911"/>
                                        </p:tgtEl>
                                        <p:attrNameLst>
                                          <p:attrName>style.visibility</p:attrName>
                                        </p:attrNameLst>
                                      </p:cBhvr>
                                      <p:to>
                                        <p:strVal val="visible"/>
                                      </p:to>
                                    </p:set>
                                    <p:animEffect transition="in" filter="wipe(left)">
                                      <p:cBhvr>
                                        <p:cTn id="24" dur="2000"/>
                                        <p:tgtEl>
                                          <p:spTgt spid="592911"/>
                                        </p:tgtEl>
                                      </p:cBhvr>
                                    </p:animEffect>
                                  </p:childTnLst>
                                </p:cTn>
                              </p:par>
                            </p:childTnLst>
                          </p:cTn>
                        </p:par>
                        <p:par>
                          <p:cTn id="25" fill="hold" nodeType="afterGroup">
                            <p:stCondLst>
                              <p:cond delay="2500"/>
                            </p:stCondLst>
                            <p:childTnLst>
                              <p:par>
                                <p:cTn id="26" presetID="22" presetClass="entr" presetSubtype="2" fill="hold" nodeType="afterEffect">
                                  <p:stCondLst>
                                    <p:cond delay="500"/>
                                  </p:stCondLst>
                                  <p:childTnLst>
                                    <p:set>
                                      <p:cBhvr>
                                        <p:cTn id="27" dur="1" fill="hold">
                                          <p:stCondLst>
                                            <p:cond delay="0"/>
                                          </p:stCondLst>
                                        </p:cTn>
                                        <p:tgtEl>
                                          <p:spTgt spid="592914"/>
                                        </p:tgtEl>
                                        <p:attrNameLst>
                                          <p:attrName>style.visibility</p:attrName>
                                        </p:attrNameLst>
                                      </p:cBhvr>
                                      <p:to>
                                        <p:strVal val="visible"/>
                                      </p:to>
                                    </p:set>
                                    <p:animEffect transition="in" filter="wipe(right)">
                                      <p:cBhvr>
                                        <p:cTn id="28" dur="2000"/>
                                        <p:tgtEl>
                                          <p:spTgt spid="592914"/>
                                        </p:tgtEl>
                                      </p:cBhvr>
                                    </p:animEffect>
                                  </p:childTnLst>
                                </p:cTn>
                              </p:par>
                            </p:childTnLst>
                          </p:cTn>
                        </p:par>
                        <p:par>
                          <p:cTn id="29" fill="hold" nodeType="afterGroup">
                            <p:stCondLst>
                              <p:cond delay="5000"/>
                            </p:stCondLst>
                            <p:childTnLst>
                              <p:par>
                                <p:cTn id="30" presetID="22" presetClass="entr" presetSubtype="8" fill="hold" nodeType="afterEffect">
                                  <p:stCondLst>
                                    <p:cond delay="500"/>
                                  </p:stCondLst>
                                  <p:childTnLst>
                                    <p:set>
                                      <p:cBhvr>
                                        <p:cTn id="31" dur="1" fill="hold">
                                          <p:stCondLst>
                                            <p:cond delay="0"/>
                                          </p:stCondLst>
                                        </p:cTn>
                                        <p:tgtEl>
                                          <p:spTgt spid="592917"/>
                                        </p:tgtEl>
                                        <p:attrNameLst>
                                          <p:attrName>style.visibility</p:attrName>
                                        </p:attrNameLst>
                                      </p:cBhvr>
                                      <p:to>
                                        <p:strVal val="visible"/>
                                      </p:to>
                                    </p:set>
                                    <p:animEffect transition="in" filter="wipe(left)">
                                      <p:cBhvr>
                                        <p:cTn id="32" dur="2000"/>
                                        <p:tgtEl>
                                          <p:spTgt spid="592917"/>
                                        </p:tgtEl>
                                      </p:cBhvr>
                                    </p:animEffect>
                                  </p:childTnLst>
                                </p:cTn>
                              </p:par>
                            </p:childTnLst>
                          </p:cTn>
                        </p:par>
                        <p:par>
                          <p:cTn id="33" fill="hold" nodeType="afterGroup">
                            <p:stCondLst>
                              <p:cond delay="7500"/>
                            </p:stCondLst>
                            <p:childTnLst>
                              <p:par>
                                <p:cTn id="34" presetID="22" presetClass="entr" presetSubtype="2" fill="hold" nodeType="afterEffect">
                                  <p:stCondLst>
                                    <p:cond delay="500"/>
                                  </p:stCondLst>
                                  <p:childTnLst>
                                    <p:set>
                                      <p:cBhvr>
                                        <p:cTn id="35" dur="1" fill="hold">
                                          <p:stCondLst>
                                            <p:cond delay="0"/>
                                          </p:stCondLst>
                                        </p:cTn>
                                        <p:tgtEl>
                                          <p:spTgt spid="592920"/>
                                        </p:tgtEl>
                                        <p:attrNameLst>
                                          <p:attrName>style.visibility</p:attrName>
                                        </p:attrNameLst>
                                      </p:cBhvr>
                                      <p:to>
                                        <p:strVal val="visible"/>
                                      </p:to>
                                    </p:set>
                                    <p:animEffect transition="in" filter="wipe(right)">
                                      <p:cBhvr>
                                        <p:cTn id="36" dur="2000"/>
                                        <p:tgtEl>
                                          <p:spTgt spid="592920"/>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0"/>
                                          </p:stCondLst>
                                        </p:cTn>
                                        <p:tgtEl>
                                          <p:spTgt spid="592940"/>
                                        </p:tgtEl>
                                        <p:attrNameLst>
                                          <p:attrName>style.visibility</p:attrName>
                                        </p:attrNameLst>
                                      </p:cBhvr>
                                      <p:to>
                                        <p:strVal val="visible"/>
                                      </p:to>
                                    </p:set>
                                  </p:childTnLst>
                                </p:cTn>
                              </p:par>
                            </p:childTnLst>
                          </p:cTn>
                        </p:par>
                        <p:par>
                          <p:cTn id="41" fill="hold" nodeType="afterGroup">
                            <p:stCondLst>
                              <p:cond delay="0"/>
                            </p:stCondLst>
                            <p:childTnLst>
                              <p:par>
                                <p:cTn id="42" presetID="22" presetClass="entr" presetSubtype="8" fill="hold" nodeType="afterEffect">
                                  <p:stCondLst>
                                    <p:cond delay="500"/>
                                  </p:stCondLst>
                                  <p:childTnLst>
                                    <p:set>
                                      <p:cBhvr>
                                        <p:cTn id="43" dur="1" fill="hold">
                                          <p:stCondLst>
                                            <p:cond delay="0"/>
                                          </p:stCondLst>
                                        </p:cTn>
                                        <p:tgtEl>
                                          <p:spTgt spid="592923"/>
                                        </p:tgtEl>
                                        <p:attrNameLst>
                                          <p:attrName>style.visibility</p:attrName>
                                        </p:attrNameLst>
                                      </p:cBhvr>
                                      <p:to>
                                        <p:strVal val="visible"/>
                                      </p:to>
                                    </p:set>
                                    <p:animEffect transition="in" filter="wipe(left)">
                                      <p:cBhvr>
                                        <p:cTn id="44" dur="2000"/>
                                        <p:tgtEl>
                                          <p:spTgt spid="592923"/>
                                        </p:tgtEl>
                                      </p:cBhvr>
                                    </p:animEffect>
                                  </p:childTnLst>
                                </p:cTn>
                              </p:par>
                            </p:childTnLst>
                          </p:cTn>
                        </p:par>
                        <p:par>
                          <p:cTn id="45" fill="hold" nodeType="afterGroup">
                            <p:stCondLst>
                              <p:cond delay="2500"/>
                            </p:stCondLst>
                            <p:childTnLst>
                              <p:par>
                                <p:cTn id="46" presetID="22" presetClass="entr" presetSubtype="2" fill="hold" nodeType="afterEffect">
                                  <p:stCondLst>
                                    <p:cond delay="500"/>
                                  </p:stCondLst>
                                  <p:childTnLst>
                                    <p:set>
                                      <p:cBhvr>
                                        <p:cTn id="47" dur="1" fill="hold">
                                          <p:stCondLst>
                                            <p:cond delay="0"/>
                                          </p:stCondLst>
                                        </p:cTn>
                                        <p:tgtEl>
                                          <p:spTgt spid="592926"/>
                                        </p:tgtEl>
                                        <p:attrNameLst>
                                          <p:attrName>style.visibility</p:attrName>
                                        </p:attrNameLst>
                                      </p:cBhvr>
                                      <p:to>
                                        <p:strVal val="visible"/>
                                      </p:to>
                                    </p:set>
                                    <p:animEffect transition="in" filter="wipe(right)">
                                      <p:cBhvr>
                                        <p:cTn id="48" dur="2000"/>
                                        <p:tgtEl>
                                          <p:spTgt spid="592926"/>
                                        </p:tgtEl>
                                      </p:cBhvr>
                                    </p:animEffect>
                                  </p:childTnLst>
                                </p:cTn>
                              </p:par>
                            </p:childTnLst>
                          </p:cTn>
                        </p:par>
                        <p:par>
                          <p:cTn id="49" fill="hold" nodeType="afterGroup">
                            <p:stCondLst>
                              <p:cond delay="5000"/>
                            </p:stCondLst>
                            <p:childTnLst>
                              <p:par>
                                <p:cTn id="50" presetID="22" presetClass="entr" presetSubtype="8" fill="hold" nodeType="afterEffect">
                                  <p:stCondLst>
                                    <p:cond delay="500"/>
                                  </p:stCondLst>
                                  <p:childTnLst>
                                    <p:set>
                                      <p:cBhvr>
                                        <p:cTn id="51" dur="1" fill="hold">
                                          <p:stCondLst>
                                            <p:cond delay="0"/>
                                          </p:stCondLst>
                                        </p:cTn>
                                        <p:tgtEl>
                                          <p:spTgt spid="592931"/>
                                        </p:tgtEl>
                                        <p:attrNameLst>
                                          <p:attrName>style.visibility</p:attrName>
                                        </p:attrNameLst>
                                      </p:cBhvr>
                                      <p:to>
                                        <p:strVal val="visible"/>
                                      </p:to>
                                    </p:set>
                                    <p:animEffect transition="in" filter="wipe(left)">
                                      <p:cBhvr>
                                        <p:cTn id="52" dur="2000"/>
                                        <p:tgtEl>
                                          <p:spTgt spid="5929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2900" grpId="0" animBg="1"/>
      <p:bldP spid="592934" grpId="0"/>
    </p:bldLst>
  </p:timing>
</p:sld>
</file>

<file path=ppt/slides/slide1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6610" name="Rectangle 2"/>
          <p:cNvSpPr>
            <a:spLocks noGrp="1" noChangeArrowheads="1"/>
          </p:cNvSpPr>
          <p:nvPr>
            <p:ph type="title"/>
          </p:nvPr>
        </p:nvSpPr>
        <p:spPr>
          <a:xfrm>
            <a:off x="611188" y="44450"/>
            <a:ext cx="7793037" cy="768350"/>
          </a:xfrm>
        </p:spPr>
        <p:txBody>
          <a:bodyPr/>
          <a:lstStyle/>
          <a:p>
            <a:pPr algn="ctr" eaLnBrk="1" hangingPunct="1"/>
            <a:r>
              <a:rPr lang="en-US" altLang="zh-CN" smtClean="0"/>
              <a:t>OSPF </a:t>
            </a:r>
            <a:r>
              <a:rPr lang="zh-CN" altLang="en-US" smtClean="0"/>
              <a:t>使用的是可靠的洪泛法 </a:t>
            </a:r>
          </a:p>
        </p:txBody>
      </p:sp>
      <p:sp>
        <p:nvSpPr>
          <p:cNvPr id="196611" name="Rectangle 3"/>
          <p:cNvSpPr>
            <a:spLocks noChangeArrowheads="1"/>
          </p:cNvSpPr>
          <p:nvPr/>
        </p:nvSpPr>
        <p:spPr bwMode="auto">
          <a:xfrm>
            <a:off x="1258888" y="3878263"/>
            <a:ext cx="6697662" cy="1531937"/>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12" name="Rectangle 4"/>
          <p:cNvSpPr>
            <a:spLocks noChangeArrowheads="1"/>
          </p:cNvSpPr>
          <p:nvPr/>
        </p:nvSpPr>
        <p:spPr bwMode="auto">
          <a:xfrm>
            <a:off x="1258888" y="836613"/>
            <a:ext cx="6697662" cy="1531937"/>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13" name="Text Box 39"/>
          <p:cNvSpPr txBox="1">
            <a:spLocks noChangeArrowheads="1"/>
          </p:cNvSpPr>
          <p:nvPr/>
        </p:nvSpPr>
        <p:spPr bwMode="auto">
          <a:xfrm>
            <a:off x="3924300" y="1419225"/>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更新报文</a:t>
            </a:r>
          </a:p>
        </p:txBody>
      </p:sp>
      <p:sp>
        <p:nvSpPr>
          <p:cNvPr id="196614" name="Line 5"/>
          <p:cNvSpPr>
            <a:spLocks noChangeShapeType="1"/>
          </p:cNvSpPr>
          <p:nvPr/>
        </p:nvSpPr>
        <p:spPr bwMode="auto">
          <a:xfrm>
            <a:off x="2120900" y="1104900"/>
            <a:ext cx="5168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15" name="Freeform 6"/>
          <p:cNvSpPr>
            <a:spLocks/>
          </p:cNvSpPr>
          <p:nvPr/>
        </p:nvSpPr>
        <p:spPr bwMode="auto">
          <a:xfrm>
            <a:off x="2120900" y="1104900"/>
            <a:ext cx="5168900" cy="987425"/>
          </a:xfrm>
          <a:custGeom>
            <a:avLst/>
            <a:gdLst>
              <a:gd name="T0" fmla="*/ 0 w 2550"/>
              <a:gd name="T1" fmla="*/ 2147483647 h 528"/>
              <a:gd name="T2" fmla="*/ 2147483647 w 2550"/>
              <a:gd name="T3" fmla="*/ 2147483647 h 528"/>
              <a:gd name="T4" fmla="*/ 2147483647 w 2550"/>
              <a:gd name="T5" fmla="*/ 2147483647 h 528"/>
              <a:gd name="T6" fmla="*/ 2147483647 w 2550"/>
              <a:gd name="T7" fmla="*/ 0 h 5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16" name="Line 7"/>
          <p:cNvSpPr>
            <a:spLocks noChangeShapeType="1"/>
          </p:cNvSpPr>
          <p:nvPr/>
        </p:nvSpPr>
        <p:spPr bwMode="auto">
          <a:xfrm>
            <a:off x="3748088" y="1104900"/>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17" name="Line 8"/>
          <p:cNvSpPr>
            <a:spLocks noChangeShapeType="1"/>
          </p:cNvSpPr>
          <p:nvPr/>
        </p:nvSpPr>
        <p:spPr bwMode="auto">
          <a:xfrm>
            <a:off x="5662613" y="1104900"/>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29" name="Line 9"/>
          <p:cNvSpPr>
            <a:spLocks noChangeShapeType="1"/>
          </p:cNvSpPr>
          <p:nvPr/>
        </p:nvSpPr>
        <p:spPr bwMode="auto">
          <a:xfrm>
            <a:off x="4067175" y="1987550"/>
            <a:ext cx="479425" cy="0"/>
          </a:xfrm>
          <a:prstGeom prst="line">
            <a:avLst/>
          </a:prstGeom>
          <a:noFill/>
          <a:ln w="57150">
            <a:solidFill>
              <a:schemeClr val="hlink"/>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30" name="Line 10"/>
          <p:cNvSpPr>
            <a:spLocks noChangeShapeType="1"/>
          </p:cNvSpPr>
          <p:nvPr/>
        </p:nvSpPr>
        <p:spPr bwMode="auto">
          <a:xfrm rot="-8873624">
            <a:off x="3019425" y="1630363"/>
            <a:ext cx="479425" cy="1587"/>
          </a:xfrm>
          <a:prstGeom prst="line">
            <a:avLst/>
          </a:prstGeom>
          <a:noFill/>
          <a:ln w="57150">
            <a:solidFill>
              <a:schemeClr val="hlink"/>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93931" name="Line 11"/>
          <p:cNvSpPr>
            <a:spLocks noChangeShapeType="1"/>
          </p:cNvSpPr>
          <p:nvPr/>
        </p:nvSpPr>
        <p:spPr bwMode="auto">
          <a:xfrm rot="-5400000">
            <a:off x="3656012" y="1565276"/>
            <a:ext cx="447675" cy="0"/>
          </a:xfrm>
          <a:prstGeom prst="line">
            <a:avLst/>
          </a:prstGeom>
          <a:noFill/>
          <a:ln w="57150">
            <a:solidFill>
              <a:schemeClr val="hlink"/>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21" name="Line 12"/>
          <p:cNvSpPr>
            <a:spLocks noChangeShapeType="1"/>
          </p:cNvSpPr>
          <p:nvPr/>
        </p:nvSpPr>
        <p:spPr bwMode="auto">
          <a:xfrm>
            <a:off x="2120900" y="2641600"/>
            <a:ext cx="5168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22" name="Freeform 13"/>
          <p:cNvSpPr>
            <a:spLocks/>
          </p:cNvSpPr>
          <p:nvPr/>
        </p:nvSpPr>
        <p:spPr bwMode="auto">
          <a:xfrm>
            <a:off x="2120900" y="2641600"/>
            <a:ext cx="5168900" cy="985838"/>
          </a:xfrm>
          <a:custGeom>
            <a:avLst/>
            <a:gdLst>
              <a:gd name="T0" fmla="*/ 0 w 2550"/>
              <a:gd name="T1" fmla="*/ 2147483647 h 528"/>
              <a:gd name="T2" fmla="*/ 2147483647 w 2550"/>
              <a:gd name="T3" fmla="*/ 2147483647 h 528"/>
              <a:gd name="T4" fmla="*/ 2147483647 w 2550"/>
              <a:gd name="T5" fmla="*/ 2147483647 h 528"/>
              <a:gd name="T6" fmla="*/ 2147483647 w 2550"/>
              <a:gd name="T7" fmla="*/ 0 h 5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23" name="Line 14"/>
          <p:cNvSpPr>
            <a:spLocks noChangeShapeType="1"/>
          </p:cNvSpPr>
          <p:nvPr/>
        </p:nvSpPr>
        <p:spPr bwMode="auto">
          <a:xfrm>
            <a:off x="3748088" y="2641600"/>
            <a:ext cx="0" cy="985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24" name="Line 15"/>
          <p:cNvSpPr>
            <a:spLocks noChangeShapeType="1"/>
          </p:cNvSpPr>
          <p:nvPr/>
        </p:nvSpPr>
        <p:spPr bwMode="auto">
          <a:xfrm>
            <a:off x="5662613" y="2641600"/>
            <a:ext cx="0" cy="985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93991" name="Group 71"/>
          <p:cNvGrpSpPr>
            <a:grpSpLocks/>
          </p:cNvGrpSpPr>
          <p:nvPr/>
        </p:nvGrpSpPr>
        <p:grpSpPr bwMode="auto">
          <a:xfrm>
            <a:off x="5791200" y="2854325"/>
            <a:ext cx="1069975" cy="449263"/>
            <a:chOff x="3648" y="1798"/>
            <a:chExt cx="674" cy="283"/>
          </a:xfrm>
        </p:grpSpPr>
        <p:sp>
          <p:nvSpPr>
            <p:cNvPr id="196680" name="Line 17"/>
            <p:cNvSpPr>
              <a:spLocks noChangeShapeType="1"/>
            </p:cNvSpPr>
            <p:nvPr/>
          </p:nvSpPr>
          <p:spPr bwMode="auto">
            <a:xfrm rot="-2260875">
              <a:off x="4021" y="2023"/>
              <a:ext cx="301" cy="1"/>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81" name="Line 18"/>
            <p:cNvSpPr>
              <a:spLocks noChangeShapeType="1"/>
            </p:cNvSpPr>
            <p:nvPr/>
          </p:nvSpPr>
          <p:spPr bwMode="auto">
            <a:xfrm rot="-5400000">
              <a:off x="3506" y="1940"/>
              <a:ext cx="283"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196626" name="Line 19"/>
          <p:cNvSpPr>
            <a:spLocks noChangeShapeType="1"/>
          </p:cNvSpPr>
          <p:nvPr/>
        </p:nvSpPr>
        <p:spPr bwMode="auto">
          <a:xfrm>
            <a:off x="2120900" y="4176713"/>
            <a:ext cx="5153025" cy="158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27" name="Freeform 20"/>
          <p:cNvSpPr>
            <a:spLocks/>
          </p:cNvSpPr>
          <p:nvPr/>
        </p:nvSpPr>
        <p:spPr bwMode="auto">
          <a:xfrm>
            <a:off x="2120900" y="4176713"/>
            <a:ext cx="5168900" cy="987425"/>
          </a:xfrm>
          <a:custGeom>
            <a:avLst/>
            <a:gdLst>
              <a:gd name="T0" fmla="*/ 0 w 2550"/>
              <a:gd name="T1" fmla="*/ 2147483647 h 528"/>
              <a:gd name="T2" fmla="*/ 2147483647 w 2550"/>
              <a:gd name="T3" fmla="*/ 2147483647 h 528"/>
              <a:gd name="T4" fmla="*/ 2147483647 w 2550"/>
              <a:gd name="T5" fmla="*/ 2147483647 h 528"/>
              <a:gd name="T6" fmla="*/ 2147483647 w 2550"/>
              <a:gd name="T7" fmla="*/ 0 h 5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28" name="Line 21"/>
          <p:cNvSpPr>
            <a:spLocks noChangeShapeType="1"/>
          </p:cNvSpPr>
          <p:nvPr/>
        </p:nvSpPr>
        <p:spPr bwMode="auto">
          <a:xfrm>
            <a:off x="3748088" y="4176713"/>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29" name="Line 22"/>
          <p:cNvSpPr>
            <a:spLocks noChangeShapeType="1"/>
          </p:cNvSpPr>
          <p:nvPr/>
        </p:nvSpPr>
        <p:spPr bwMode="auto">
          <a:xfrm>
            <a:off x="5662613" y="4176713"/>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30" name="Line 24"/>
          <p:cNvSpPr>
            <a:spLocks noChangeShapeType="1"/>
          </p:cNvSpPr>
          <p:nvPr/>
        </p:nvSpPr>
        <p:spPr bwMode="auto">
          <a:xfrm>
            <a:off x="2120900" y="5713413"/>
            <a:ext cx="5168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31" name="Freeform 25"/>
          <p:cNvSpPr>
            <a:spLocks/>
          </p:cNvSpPr>
          <p:nvPr/>
        </p:nvSpPr>
        <p:spPr bwMode="auto">
          <a:xfrm>
            <a:off x="2108200" y="5713413"/>
            <a:ext cx="5170488" cy="985837"/>
          </a:xfrm>
          <a:custGeom>
            <a:avLst/>
            <a:gdLst>
              <a:gd name="T0" fmla="*/ 0 w 2550"/>
              <a:gd name="T1" fmla="*/ 2147483647 h 528"/>
              <a:gd name="T2" fmla="*/ 2147483647 w 2550"/>
              <a:gd name="T3" fmla="*/ 2147483647 h 528"/>
              <a:gd name="T4" fmla="*/ 2147483647 w 2550"/>
              <a:gd name="T5" fmla="*/ 2147483647 h 528"/>
              <a:gd name="T6" fmla="*/ 2147483647 w 2550"/>
              <a:gd name="T7" fmla="*/ 0 h 5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32" name="Line 26"/>
          <p:cNvSpPr>
            <a:spLocks noChangeShapeType="1"/>
          </p:cNvSpPr>
          <p:nvPr/>
        </p:nvSpPr>
        <p:spPr bwMode="auto">
          <a:xfrm>
            <a:off x="3748088" y="5713413"/>
            <a:ext cx="0" cy="985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33" name="Line 27"/>
          <p:cNvSpPr>
            <a:spLocks noChangeShapeType="1"/>
          </p:cNvSpPr>
          <p:nvPr/>
        </p:nvSpPr>
        <p:spPr bwMode="auto">
          <a:xfrm>
            <a:off x="5662613" y="5713413"/>
            <a:ext cx="0" cy="985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93990" name="Group 70"/>
          <p:cNvGrpSpPr>
            <a:grpSpLocks/>
          </p:cNvGrpSpPr>
          <p:nvPr/>
        </p:nvGrpSpPr>
        <p:grpSpPr bwMode="auto">
          <a:xfrm>
            <a:off x="2678113" y="2525713"/>
            <a:ext cx="2187575" cy="239712"/>
            <a:chOff x="1687" y="1591"/>
            <a:chExt cx="1378" cy="151"/>
          </a:xfrm>
        </p:grpSpPr>
        <p:sp>
          <p:nvSpPr>
            <p:cNvPr id="196678" name="Line 16"/>
            <p:cNvSpPr>
              <a:spLocks noChangeShapeType="1"/>
            </p:cNvSpPr>
            <p:nvPr/>
          </p:nvSpPr>
          <p:spPr bwMode="auto">
            <a:xfrm flipH="1">
              <a:off x="1687" y="1591"/>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79" name="Line 28"/>
            <p:cNvSpPr>
              <a:spLocks noChangeShapeType="1"/>
            </p:cNvSpPr>
            <p:nvPr/>
          </p:nvSpPr>
          <p:spPr bwMode="auto">
            <a:xfrm>
              <a:off x="2763" y="1742"/>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593949" name="Line 29"/>
          <p:cNvSpPr>
            <a:spLocks noChangeShapeType="1"/>
          </p:cNvSpPr>
          <p:nvPr/>
        </p:nvSpPr>
        <p:spPr bwMode="auto">
          <a:xfrm>
            <a:off x="2727325" y="2765425"/>
            <a:ext cx="477838"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93992" name="Group 72"/>
          <p:cNvGrpSpPr>
            <a:grpSpLocks/>
          </p:cNvGrpSpPr>
          <p:nvPr/>
        </p:nvGrpSpPr>
        <p:grpSpPr bwMode="auto">
          <a:xfrm>
            <a:off x="4418013" y="4065588"/>
            <a:ext cx="2154237" cy="0"/>
            <a:chOff x="2783" y="2561"/>
            <a:chExt cx="1357" cy="0"/>
          </a:xfrm>
        </p:grpSpPr>
        <p:sp>
          <p:nvSpPr>
            <p:cNvPr id="196676" name="Line 23"/>
            <p:cNvSpPr>
              <a:spLocks noChangeShapeType="1"/>
            </p:cNvSpPr>
            <p:nvPr/>
          </p:nvSpPr>
          <p:spPr bwMode="auto">
            <a:xfrm flipH="1">
              <a:off x="2783" y="2561"/>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77" name="Line 30"/>
            <p:cNvSpPr>
              <a:spLocks noChangeShapeType="1"/>
            </p:cNvSpPr>
            <p:nvPr/>
          </p:nvSpPr>
          <p:spPr bwMode="auto">
            <a:xfrm>
              <a:off x="3838" y="2561"/>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593951" name="Line 31"/>
          <p:cNvSpPr>
            <a:spLocks noChangeShapeType="1"/>
          </p:cNvSpPr>
          <p:nvPr/>
        </p:nvSpPr>
        <p:spPr bwMode="auto">
          <a:xfrm flipH="1">
            <a:off x="6142038" y="4303713"/>
            <a:ext cx="477837"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593993" name="Group 73"/>
          <p:cNvGrpSpPr>
            <a:grpSpLocks/>
          </p:cNvGrpSpPr>
          <p:nvPr/>
        </p:nvGrpSpPr>
        <p:grpSpPr bwMode="auto">
          <a:xfrm>
            <a:off x="2862263" y="5903913"/>
            <a:ext cx="3765550" cy="714375"/>
            <a:chOff x="1803" y="3719"/>
            <a:chExt cx="2372" cy="450"/>
          </a:xfrm>
        </p:grpSpPr>
        <p:sp>
          <p:nvSpPr>
            <p:cNvPr id="196671" name="AutoShape 32"/>
            <p:cNvSpPr>
              <a:spLocks noChangeArrowheads="1"/>
            </p:cNvSpPr>
            <p:nvPr/>
          </p:nvSpPr>
          <p:spPr bwMode="auto">
            <a:xfrm>
              <a:off x="2399" y="3726"/>
              <a:ext cx="120" cy="292"/>
            </a:xfrm>
            <a:prstGeom prst="downArrow">
              <a:avLst>
                <a:gd name="adj1" fmla="val 50000"/>
                <a:gd name="adj2" fmla="val 8045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96672" name="AutoShape 33"/>
            <p:cNvSpPr>
              <a:spLocks noChangeArrowheads="1"/>
            </p:cNvSpPr>
            <p:nvPr/>
          </p:nvSpPr>
          <p:spPr bwMode="auto">
            <a:xfrm>
              <a:off x="3627" y="3719"/>
              <a:ext cx="121" cy="292"/>
            </a:xfrm>
            <a:prstGeom prst="downArrow">
              <a:avLst>
                <a:gd name="adj1" fmla="val 50000"/>
                <a:gd name="adj2" fmla="val 79793"/>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96673" name="AutoShape 34"/>
            <p:cNvSpPr>
              <a:spLocks noChangeArrowheads="1"/>
            </p:cNvSpPr>
            <p:nvPr/>
          </p:nvSpPr>
          <p:spPr bwMode="auto">
            <a:xfrm rot="5400000">
              <a:off x="2862" y="3957"/>
              <a:ext cx="113" cy="312"/>
            </a:xfrm>
            <a:prstGeom prst="downArrow">
              <a:avLst>
                <a:gd name="adj1" fmla="val 50000"/>
                <a:gd name="adj2" fmla="val 91294"/>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96674" name="AutoShape 35"/>
            <p:cNvSpPr>
              <a:spLocks noChangeArrowheads="1"/>
            </p:cNvSpPr>
            <p:nvPr/>
          </p:nvSpPr>
          <p:spPr bwMode="auto">
            <a:xfrm rot="3308442">
              <a:off x="3963" y="3674"/>
              <a:ext cx="113" cy="311"/>
            </a:xfrm>
            <a:prstGeom prst="downArrow">
              <a:avLst>
                <a:gd name="adj1" fmla="val 50000"/>
                <a:gd name="adj2" fmla="val 91001"/>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196675" name="AutoShape 36"/>
            <p:cNvSpPr>
              <a:spLocks noChangeArrowheads="1"/>
            </p:cNvSpPr>
            <p:nvPr/>
          </p:nvSpPr>
          <p:spPr bwMode="auto">
            <a:xfrm rot="-3458995">
              <a:off x="1902" y="3702"/>
              <a:ext cx="113" cy="312"/>
            </a:xfrm>
            <a:prstGeom prst="downArrow">
              <a:avLst>
                <a:gd name="adj1" fmla="val 50000"/>
                <a:gd name="adj2" fmla="val 91294"/>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grpSp>
      <p:sp>
        <p:nvSpPr>
          <p:cNvPr id="196639" name="Line 37"/>
          <p:cNvSpPr>
            <a:spLocks noChangeShapeType="1"/>
          </p:cNvSpPr>
          <p:nvPr/>
        </p:nvSpPr>
        <p:spPr bwMode="auto">
          <a:xfrm>
            <a:off x="1147763" y="1016000"/>
            <a:ext cx="0" cy="5481638"/>
          </a:xfrm>
          <a:prstGeom prst="line">
            <a:avLst/>
          </a:prstGeom>
          <a:noFill/>
          <a:ln w="952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640" name="Text Box 38"/>
          <p:cNvSpPr txBox="1">
            <a:spLocks noChangeArrowheads="1"/>
          </p:cNvSpPr>
          <p:nvPr/>
        </p:nvSpPr>
        <p:spPr bwMode="auto">
          <a:xfrm>
            <a:off x="971550" y="6457950"/>
            <a:ext cx="254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t</a:t>
            </a:r>
          </a:p>
        </p:txBody>
      </p:sp>
      <p:sp>
        <p:nvSpPr>
          <p:cNvPr id="196641" name="Text Box 40"/>
          <p:cNvSpPr txBox="1">
            <a:spLocks noChangeArrowheads="1"/>
          </p:cNvSpPr>
          <p:nvPr/>
        </p:nvSpPr>
        <p:spPr bwMode="auto">
          <a:xfrm>
            <a:off x="4022725" y="5940425"/>
            <a:ext cx="1214438"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ACK</a:t>
            </a:r>
            <a:r>
              <a:rPr kumimoji="1" lang="zh-CN" altLang="en-US" sz="2000">
                <a:solidFill>
                  <a:srgbClr val="333399"/>
                </a:solidFill>
                <a:latin typeface="Arial" pitchFamily="34" charset="0"/>
              </a:rPr>
              <a:t>报文</a:t>
            </a:r>
          </a:p>
        </p:txBody>
      </p:sp>
      <p:pic>
        <p:nvPicPr>
          <p:cNvPr id="196642"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6486525"/>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43"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3975100"/>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44"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8813" y="3975100"/>
            <a:ext cx="538162"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45"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3436938"/>
            <a:ext cx="538163"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46"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3436938"/>
            <a:ext cx="538163"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47"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43725" y="2451100"/>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48"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2451100"/>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49"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2451100"/>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0"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5325" y="2451100"/>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1"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1912938"/>
            <a:ext cx="538163"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2"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1912938"/>
            <a:ext cx="538163"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3"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02463" y="925513"/>
            <a:ext cx="539750"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4"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925513"/>
            <a:ext cx="538163"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5"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925513"/>
            <a:ext cx="538163"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6" name="Picture 5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5325" y="925513"/>
            <a:ext cx="538163"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7" name="Picture 5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02463" y="5500688"/>
            <a:ext cx="53975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8" name="Picture 5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5500688"/>
            <a:ext cx="538163"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59"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5500688"/>
            <a:ext cx="538163"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60" name="Picture 5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68488" y="5500688"/>
            <a:ext cx="53975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61" name="Picture 6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4962525"/>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62" name="Picture 6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4962525"/>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63"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02463" y="3975100"/>
            <a:ext cx="53975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64" name="Picture 6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5275" y="3975100"/>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96665" name="Picture 6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0750" y="6486525"/>
            <a:ext cx="538163"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96666" name="Text Box 65"/>
          <p:cNvSpPr txBox="1">
            <a:spLocks noChangeArrowheads="1"/>
          </p:cNvSpPr>
          <p:nvPr/>
        </p:nvSpPr>
        <p:spPr bwMode="auto">
          <a:xfrm>
            <a:off x="3095625" y="1819275"/>
            <a:ext cx="3698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p>
        </p:txBody>
      </p:sp>
      <p:sp>
        <p:nvSpPr>
          <p:cNvPr id="196667" name="Text Box 66"/>
          <p:cNvSpPr txBox="1">
            <a:spLocks noChangeArrowheads="1"/>
          </p:cNvSpPr>
          <p:nvPr/>
        </p:nvSpPr>
        <p:spPr bwMode="auto">
          <a:xfrm>
            <a:off x="3095625" y="6407150"/>
            <a:ext cx="3698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p>
        </p:txBody>
      </p:sp>
      <p:sp>
        <p:nvSpPr>
          <p:cNvPr id="196668" name="Text Box 67"/>
          <p:cNvSpPr txBox="1">
            <a:spLocks noChangeArrowheads="1"/>
          </p:cNvSpPr>
          <p:nvPr/>
        </p:nvSpPr>
        <p:spPr bwMode="auto">
          <a:xfrm>
            <a:off x="3078163" y="4848225"/>
            <a:ext cx="368300"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p>
        </p:txBody>
      </p:sp>
      <p:sp>
        <p:nvSpPr>
          <p:cNvPr id="196669" name="Text Box 68"/>
          <p:cNvSpPr txBox="1">
            <a:spLocks noChangeArrowheads="1"/>
          </p:cNvSpPr>
          <p:nvPr/>
        </p:nvSpPr>
        <p:spPr bwMode="auto">
          <a:xfrm>
            <a:off x="3095625" y="3340100"/>
            <a:ext cx="3698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R</a:t>
            </a:r>
          </a:p>
        </p:txBody>
      </p:sp>
      <p:sp>
        <p:nvSpPr>
          <p:cNvPr id="196670" name="Text Box 69"/>
          <p:cNvSpPr txBox="1">
            <a:spLocks noChangeArrowheads="1"/>
          </p:cNvSpPr>
          <p:nvPr/>
        </p:nvSpPr>
        <p:spPr bwMode="auto">
          <a:xfrm>
            <a:off x="1450975" y="1273175"/>
            <a:ext cx="346075" cy="522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105000"/>
              </a:lnSpc>
            </a:pPr>
            <a:r>
              <a:rPr kumimoji="1" lang="en-US" altLang="zh-CN" sz="2000">
                <a:solidFill>
                  <a:srgbClr val="333399"/>
                </a:solidFill>
                <a:latin typeface="Arial" pitchFamily="34" charset="0"/>
              </a:rPr>
              <a:t>t</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r>
              <a:rPr kumimoji="1" lang="en-US" altLang="zh-CN" sz="2000">
                <a:solidFill>
                  <a:srgbClr val="333399"/>
                </a:solidFill>
                <a:latin typeface="Arial" pitchFamily="34" charset="0"/>
              </a:rPr>
              <a:t>t</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r>
              <a:rPr kumimoji="1" lang="en-US" altLang="zh-CN" sz="2000">
                <a:solidFill>
                  <a:srgbClr val="333399"/>
                </a:solidFill>
                <a:latin typeface="Arial" pitchFamily="34" charset="0"/>
              </a:rPr>
              <a:t>t</a:t>
            </a:r>
            <a:r>
              <a:rPr kumimoji="1" lang="en-US" altLang="zh-CN" sz="2000" baseline="-25000">
                <a:solidFill>
                  <a:srgbClr val="333399"/>
                </a:solidFill>
                <a:latin typeface="Arial" pitchFamily="34" charset="0"/>
              </a:rPr>
              <a:t>3</a:t>
            </a: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endParaRPr kumimoji="1" lang="en-US" altLang="zh-CN" sz="2000">
              <a:solidFill>
                <a:srgbClr val="333399"/>
              </a:solidFill>
              <a:latin typeface="Arial" pitchFamily="34" charset="0"/>
            </a:endParaRPr>
          </a:p>
          <a:p>
            <a:pPr eaLnBrk="1" hangingPunct="1">
              <a:lnSpc>
                <a:spcPct val="105000"/>
              </a:lnSpc>
            </a:pPr>
            <a:r>
              <a:rPr kumimoji="1" lang="en-US" altLang="zh-CN" sz="2000">
                <a:solidFill>
                  <a:srgbClr val="333399"/>
                </a:solidFill>
                <a:latin typeface="Arial" pitchFamily="34" charset="0"/>
              </a:rPr>
              <a:t>t</a:t>
            </a:r>
            <a:r>
              <a:rPr kumimoji="1" lang="en-US" altLang="zh-CN" sz="2000" baseline="-25000">
                <a:solidFill>
                  <a:srgbClr val="333399"/>
                </a:solidFill>
                <a:latin typeface="Arial" pitchFamily="34" charset="0"/>
              </a:rPr>
              <a:t>4</a:t>
            </a:r>
            <a:endParaRPr kumimoji="1" lang="en-US" altLang="zh-CN" sz="2000">
              <a:solidFill>
                <a:srgbClr val="333399"/>
              </a:solidFill>
              <a:latin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593930"/>
                                        </p:tgtEl>
                                        <p:attrNameLst>
                                          <p:attrName>style.visibility</p:attrName>
                                        </p:attrNameLst>
                                      </p:cBhvr>
                                      <p:to>
                                        <p:strVal val="visible"/>
                                      </p:to>
                                    </p:set>
                                  </p:childTnLst>
                                </p:cTn>
                              </p:par>
                            </p:childTnLst>
                          </p:cTn>
                        </p:par>
                        <p:par>
                          <p:cTn id="7" fill="hold" nodeType="afterGroup">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593949"/>
                                        </p:tgtEl>
                                        <p:attrNameLst>
                                          <p:attrName>style.visibility</p:attrName>
                                        </p:attrNameLst>
                                      </p:cBhvr>
                                      <p:to>
                                        <p:strVal val="visible"/>
                                      </p:to>
                                    </p:set>
                                  </p:childTnLst>
                                </p:cTn>
                              </p:par>
                            </p:childTnLst>
                          </p:cTn>
                        </p:par>
                        <p:par>
                          <p:cTn id="10" fill="hold" nodeType="afterGroup">
                            <p:stCondLst>
                              <p:cond delay="2000"/>
                            </p:stCondLst>
                            <p:childTnLst>
                              <p:par>
                                <p:cTn id="11" presetID="1" presetClass="entr" presetSubtype="0" fill="hold" grpId="0" nodeType="afterEffect">
                                  <p:stCondLst>
                                    <p:cond delay="1000"/>
                                  </p:stCondLst>
                                  <p:childTnLst>
                                    <p:set>
                                      <p:cBhvr>
                                        <p:cTn id="12" dur="1" fill="hold">
                                          <p:stCondLst>
                                            <p:cond delay="0"/>
                                          </p:stCondLst>
                                        </p:cTn>
                                        <p:tgtEl>
                                          <p:spTgt spid="593931"/>
                                        </p:tgtEl>
                                        <p:attrNameLst>
                                          <p:attrName>style.visibility</p:attrName>
                                        </p:attrNameLst>
                                      </p:cBhvr>
                                      <p:to>
                                        <p:strVal val="visible"/>
                                      </p:to>
                                    </p:set>
                                  </p:childTnLst>
                                </p:cTn>
                              </p:par>
                            </p:childTnLst>
                          </p:cTn>
                        </p:par>
                        <p:par>
                          <p:cTn id="13" fill="hold" nodeType="afterGroup">
                            <p:stCondLst>
                              <p:cond delay="3000"/>
                            </p:stCondLst>
                            <p:childTnLst>
                              <p:par>
                                <p:cTn id="14" presetID="1" presetClass="entr" presetSubtype="0" fill="hold" nodeType="afterEffect">
                                  <p:stCondLst>
                                    <p:cond delay="1000"/>
                                  </p:stCondLst>
                                  <p:childTnLst>
                                    <p:set>
                                      <p:cBhvr>
                                        <p:cTn id="15" dur="1" fill="hold">
                                          <p:stCondLst>
                                            <p:cond delay="0"/>
                                          </p:stCondLst>
                                        </p:cTn>
                                        <p:tgtEl>
                                          <p:spTgt spid="593990"/>
                                        </p:tgtEl>
                                        <p:attrNameLst>
                                          <p:attrName>style.visibility</p:attrName>
                                        </p:attrNameLst>
                                      </p:cBhvr>
                                      <p:to>
                                        <p:strVal val="visible"/>
                                      </p:to>
                                    </p:set>
                                  </p:childTnLst>
                                </p:cTn>
                              </p:par>
                            </p:childTnLst>
                          </p:cTn>
                        </p:par>
                        <p:par>
                          <p:cTn id="16" fill="hold" nodeType="afterGroup">
                            <p:stCondLst>
                              <p:cond delay="4000"/>
                            </p:stCondLst>
                            <p:childTnLst>
                              <p:par>
                                <p:cTn id="17" presetID="1" presetClass="entr" presetSubtype="0" fill="hold" nodeType="afterEffect">
                                  <p:stCondLst>
                                    <p:cond delay="1000"/>
                                  </p:stCondLst>
                                  <p:childTnLst>
                                    <p:set>
                                      <p:cBhvr>
                                        <p:cTn id="18" dur="1" fill="hold">
                                          <p:stCondLst>
                                            <p:cond delay="0"/>
                                          </p:stCondLst>
                                        </p:cTn>
                                        <p:tgtEl>
                                          <p:spTgt spid="593992"/>
                                        </p:tgtEl>
                                        <p:attrNameLst>
                                          <p:attrName>style.visibility</p:attrName>
                                        </p:attrNameLst>
                                      </p:cBhvr>
                                      <p:to>
                                        <p:strVal val="visible"/>
                                      </p:to>
                                    </p:set>
                                  </p:childTnLst>
                                </p:cTn>
                              </p:par>
                            </p:childTnLst>
                          </p:cTn>
                        </p:par>
                        <p:par>
                          <p:cTn id="19" fill="hold" nodeType="afterGroup">
                            <p:stCondLst>
                              <p:cond delay="5000"/>
                            </p:stCondLst>
                            <p:childTnLst>
                              <p:par>
                                <p:cTn id="20" presetID="1" presetClass="entr" presetSubtype="0" fill="hold" grpId="0" nodeType="afterEffect">
                                  <p:stCondLst>
                                    <p:cond delay="1000"/>
                                  </p:stCondLst>
                                  <p:childTnLst>
                                    <p:set>
                                      <p:cBhvr>
                                        <p:cTn id="21" dur="1" fill="hold">
                                          <p:stCondLst>
                                            <p:cond delay="0"/>
                                          </p:stCondLst>
                                        </p:cTn>
                                        <p:tgtEl>
                                          <p:spTgt spid="593929"/>
                                        </p:tgtEl>
                                        <p:attrNameLst>
                                          <p:attrName>style.visibility</p:attrName>
                                        </p:attrNameLst>
                                      </p:cBhvr>
                                      <p:to>
                                        <p:strVal val="visible"/>
                                      </p:to>
                                    </p:set>
                                  </p:childTnLst>
                                </p:cTn>
                              </p:par>
                            </p:childTnLst>
                          </p:cTn>
                        </p:par>
                        <p:par>
                          <p:cTn id="22" fill="hold" nodeType="afterGroup">
                            <p:stCondLst>
                              <p:cond delay="6000"/>
                            </p:stCondLst>
                            <p:childTnLst>
                              <p:par>
                                <p:cTn id="23" presetID="1" presetClass="entr" presetSubtype="0" fill="hold" nodeType="afterEffect">
                                  <p:stCondLst>
                                    <p:cond delay="1000"/>
                                  </p:stCondLst>
                                  <p:childTnLst>
                                    <p:set>
                                      <p:cBhvr>
                                        <p:cTn id="24" dur="1" fill="hold">
                                          <p:stCondLst>
                                            <p:cond delay="0"/>
                                          </p:stCondLst>
                                        </p:cTn>
                                        <p:tgtEl>
                                          <p:spTgt spid="593991"/>
                                        </p:tgtEl>
                                        <p:attrNameLst>
                                          <p:attrName>style.visibility</p:attrName>
                                        </p:attrNameLst>
                                      </p:cBhvr>
                                      <p:to>
                                        <p:strVal val="visible"/>
                                      </p:to>
                                    </p:set>
                                  </p:childTnLst>
                                </p:cTn>
                              </p:par>
                            </p:childTnLst>
                          </p:cTn>
                        </p:par>
                        <p:par>
                          <p:cTn id="25" fill="hold" nodeType="afterGroup">
                            <p:stCondLst>
                              <p:cond delay="7000"/>
                            </p:stCondLst>
                            <p:childTnLst>
                              <p:par>
                                <p:cTn id="26" presetID="1" presetClass="entr" presetSubtype="0" fill="hold" grpId="0" nodeType="afterEffect">
                                  <p:stCondLst>
                                    <p:cond delay="1000"/>
                                  </p:stCondLst>
                                  <p:childTnLst>
                                    <p:set>
                                      <p:cBhvr>
                                        <p:cTn id="27" dur="1" fill="hold">
                                          <p:stCondLst>
                                            <p:cond delay="0"/>
                                          </p:stCondLst>
                                        </p:cTn>
                                        <p:tgtEl>
                                          <p:spTgt spid="593951"/>
                                        </p:tgtEl>
                                        <p:attrNameLst>
                                          <p:attrName>style.visibility</p:attrName>
                                        </p:attrNameLst>
                                      </p:cBhvr>
                                      <p:to>
                                        <p:strVal val="visible"/>
                                      </p:to>
                                    </p:set>
                                  </p:childTnLst>
                                </p:cTn>
                              </p:par>
                            </p:childTnLst>
                          </p:cTn>
                        </p:par>
                        <p:par>
                          <p:cTn id="28" fill="hold" nodeType="afterGroup">
                            <p:stCondLst>
                              <p:cond delay="8000"/>
                            </p:stCondLst>
                            <p:childTnLst>
                              <p:par>
                                <p:cTn id="29" presetID="1" presetClass="entr" presetSubtype="0" fill="hold" nodeType="afterEffect">
                                  <p:stCondLst>
                                    <p:cond delay="1000"/>
                                  </p:stCondLst>
                                  <p:childTnLst>
                                    <p:set>
                                      <p:cBhvr>
                                        <p:cTn id="30" dur="1" fill="hold">
                                          <p:stCondLst>
                                            <p:cond delay="0"/>
                                          </p:stCondLst>
                                        </p:cTn>
                                        <p:tgtEl>
                                          <p:spTgt spid="5939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29" grpId="0" animBg="1"/>
      <p:bldP spid="593930" grpId="0" animBg="1"/>
      <p:bldP spid="593931" grpId="0" animBg="1"/>
      <p:bldP spid="593949" grpId="0" animBg="1"/>
      <p:bldP spid="593951"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4.5.4  </a:t>
            </a:r>
            <a:r>
              <a:rPr lang="zh-CN" altLang="en-US" smtClean="0"/>
              <a:t>外部网关协议 </a:t>
            </a:r>
            <a:r>
              <a:rPr lang="en-US" altLang="zh-CN" smtClean="0"/>
              <a:t>BGP</a:t>
            </a:r>
          </a:p>
        </p:txBody>
      </p:sp>
      <p:sp>
        <p:nvSpPr>
          <p:cNvPr id="600067" name="Rectangle 3"/>
          <p:cNvSpPr>
            <a:spLocks noGrp="1" noChangeArrowheads="1"/>
          </p:cNvSpPr>
          <p:nvPr>
            <p:ph type="body" idx="1"/>
          </p:nvPr>
        </p:nvSpPr>
        <p:spPr>
          <a:xfrm>
            <a:off x="395288" y="2060575"/>
            <a:ext cx="8675687" cy="3673475"/>
          </a:xfrm>
          <a:noFill/>
        </p:spPr>
        <p:txBody>
          <a:bodyPr/>
          <a:lstStyle/>
          <a:p>
            <a:pPr eaLnBrk="1" hangingPunct="1"/>
            <a:r>
              <a:rPr lang="en-US" altLang="zh-CN" sz="3000" smtClean="0"/>
              <a:t>BGP </a:t>
            </a:r>
            <a:r>
              <a:rPr lang="zh-CN" altLang="en-US" sz="3000" smtClean="0"/>
              <a:t>是不同自治系统的路由器之间交换路由信息的协议。 </a:t>
            </a:r>
          </a:p>
          <a:p>
            <a:pPr eaLnBrk="1" hangingPunct="1"/>
            <a:r>
              <a:rPr lang="en-US" altLang="zh-CN" sz="3000" smtClean="0"/>
              <a:t>BGP </a:t>
            </a:r>
            <a:r>
              <a:rPr lang="zh-CN" altLang="en-US" sz="3000" smtClean="0"/>
              <a:t>较新版本是 </a:t>
            </a:r>
            <a:r>
              <a:rPr lang="en-US" altLang="zh-CN" sz="3000" smtClean="0"/>
              <a:t>2006 </a:t>
            </a:r>
            <a:r>
              <a:rPr lang="zh-CN" altLang="en-US" sz="3000" smtClean="0"/>
              <a:t>年 </a:t>
            </a:r>
            <a:r>
              <a:rPr lang="en-US" altLang="zh-CN" sz="3000" smtClean="0"/>
              <a:t>1 </a:t>
            </a:r>
            <a:r>
              <a:rPr lang="zh-CN" altLang="en-US" sz="3000" smtClean="0"/>
              <a:t>月发表的 </a:t>
            </a:r>
            <a:r>
              <a:rPr lang="en-US" altLang="zh-CN" sz="3000" smtClean="0"/>
              <a:t>BGP-4</a:t>
            </a:r>
            <a:r>
              <a:rPr lang="zh-CN" altLang="en-US" sz="3000" smtClean="0"/>
              <a:t>（</a:t>
            </a:r>
            <a:r>
              <a:rPr lang="en-US" altLang="zh-CN" sz="3000" smtClean="0"/>
              <a:t>BGP </a:t>
            </a:r>
            <a:r>
              <a:rPr lang="zh-CN" altLang="en-US" sz="3000" smtClean="0"/>
              <a:t>第 </a:t>
            </a:r>
            <a:r>
              <a:rPr lang="en-US" altLang="zh-CN" sz="3000" smtClean="0"/>
              <a:t>4 </a:t>
            </a:r>
            <a:r>
              <a:rPr lang="zh-CN" altLang="en-US" sz="3000" smtClean="0"/>
              <a:t>个版本），即 </a:t>
            </a:r>
            <a:r>
              <a:rPr lang="en-US" altLang="zh-CN" sz="3000" smtClean="0"/>
              <a:t>RFC 4271 ~ 4278</a:t>
            </a:r>
            <a:r>
              <a:rPr lang="zh-CN" altLang="en-US" sz="3000" smtClean="0"/>
              <a:t>。 </a:t>
            </a:r>
          </a:p>
          <a:p>
            <a:pPr eaLnBrk="1" hangingPunct="1"/>
            <a:r>
              <a:rPr lang="zh-CN" altLang="en-US" sz="3000" smtClean="0"/>
              <a:t>可以将 </a:t>
            </a:r>
            <a:r>
              <a:rPr lang="en-US" altLang="zh-CN" sz="3000" smtClean="0"/>
              <a:t>BGP-4 </a:t>
            </a:r>
            <a:r>
              <a:rPr lang="zh-CN" altLang="en-US" sz="3000" smtClean="0"/>
              <a:t>简写为 </a:t>
            </a:r>
            <a:r>
              <a:rPr lang="en-US" altLang="zh-CN" sz="3000" smtClean="0"/>
              <a:t>BGP</a:t>
            </a:r>
            <a:r>
              <a:rPr lang="zh-CN" altLang="en-US" sz="30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00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006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7" grpId="0" build="p"/>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Grp="1" noChangeArrowheads="1"/>
          </p:cNvSpPr>
          <p:nvPr>
            <p:ph type="title"/>
          </p:nvPr>
        </p:nvSpPr>
        <p:spPr>
          <a:xfrm>
            <a:off x="919163" y="214313"/>
            <a:ext cx="8116887" cy="1462087"/>
          </a:xfrm>
        </p:spPr>
        <p:txBody>
          <a:bodyPr/>
          <a:lstStyle/>
          <a:p>
            <a:pPr algn="ctr" eaLnBrk="1" hangingPunct="1"/>
            <a:r>
              <a:rPr lang="en-US" altLang="zh-CN" smtClean="0"/>
              <a:t>BGP </a:t>
            </a:r>
            <a:r>
              <a:rPr lang="zh-CN" altLang="en-US" smtClean="0"/>
              <a:t>使用的环境却不同 </a:t>
            </a:r>
          </a:p>
        </p:txBody>
      </p:sp>
      <p:sp>
        <p:nvSpPr>
          <p:cNvPr id="601091" name="Rectangle 3"/>
          <p:cNvSpPr>
            <a:spLocks noGrp="1" noChangeArrowheads="1"/>
          </p:cNvSpPr>
          <p:nvPr>
            <p:ph type="body" idx="1"/>
          </p:nvPr>
        </p:nvSpPr>
        <p:spPr>
          <a:xfrm>
            <a:off x="395288" y="1844675"/>
            <a:ext cx="8675687" cy="4941888"/>
          </a:xfrm>
          <a:noFill/>
        </p:spPr>
        <p:txBody>
          <a:bodyPr/>
          <a:lstStyle/>
          <a:p>
            <a:pPr eaLnBrk="1" hangingPunct="1">
              <a:lnSpc>
                <a:spcPct val="90000"/>
              </a:lnSpc>
            </a:pPr>
            <a:r>
              <a:rPr lang="zh-CN" altLang="en-US" smtClean="0"/>
              <a:t>因特网的规模太大，使得自治系统之间路由选择非常困难。对于自治系统之间的路由选择，要寻找最佳路由是很不现实的。</a:t>
            </a:r>
          </a:p>
          <a:p>
            <a:pPr lvl="1" eaLnBrk="1" hangingPunct="1">
              <a:lnSpc>
                <a:spcPct val="90000"/>
              </a:lnSpc>
            </a:pPr>
            <a:r>
              <a:rPr lang="zh-CN" altLang="en-US" smtClean="0">
                <a:solidFill>
                  <a:schemeClr val="folHlink"/>
                </a:solidFill>
                <a:latin typeface="Arial" pitchFamily="34" charset="0"/>
                <a:ea typeface="黑体" pitchFamily="49" charset="-122"/>
              </a:rPr>
              <a:t>当一条路径通过几个不同 </a:t>
            </a:r>
            <a:r>
              <a:rPr lang="en-US" altLang="zh-CN" smtClean="0">
                <a:solidFill>
                  <a:schemeClr val="folHlink"/>
                </a:solidFill>
                <a:latin typeface="Arial" pitchFamily="34" charset="0"/>
                <a:ea typeface="黑体" pitchFamily="49" charset="-122"/>
              </a:rPr>
              <a:t>AS </a:t>
            </a:r>
            <a:r>
              <a:rPr lang="zh-CN" altLang="en-US" smtClean="0">
                <a:solidFill>
                  <a:schemeClr val="folHlink"/>
                </a:solidFill>
                <a:latin typeface="Arial" pitchFamily="34" charset="0"/>
                <a:ea typeface="黑体" pitchFamily="49" charset="-122"/>
              </a:rPr>
              <a:t>时，要想对这样的路径计算出有意义的代价是不太可能的。</a:t>
            </a:r>
          </a:p>
          <a:p>
            <a:pPr lvl="1" eaLnBrk="1" hangingPunct="1">
              <a:lnSpc>
                <a:spcPct val="90000"/>
              </a:lnSpc>
            </a:pPr>
            <a:r>
              <a:rPr lang="zh-CN" altLang="en-US" smtClean="0">
                <a:solidFill>
                  <a:schemeClr val="folHlink"/>
                </a:solidFill>
                <a:latin typeface="Arial" pitchFamily="34" charset="0"/>
                <a:ea typeface="黑体" pitchFamily="49" charset="-122"/>
              </a:rPr>
              <a:t>比较合理的做法是在 </a:t>
            </a:r>
            <a:r>
              <a:rPr lang="en-US" altLang="zh-CN" smtClean="0">
                <a:solidFill>
                  <a:schemeClr val="folHlink"/>
                </a:solidFill>
                <a:latin typeface="Arial" pitchFamily="34" charset="0"/>
                <a:ea typeface="黑体" pitchFamily="49" charset="-122"/>
              </a:rPr>
              <a:t>AS </a:t>
            </a:r>
            <a:r>
              <a:rPr lang="zh-CN" altLang="en-US" smtClean="0">
                <a:solidFill>
                  <a:schemeClr val="folHlink"/>
                </a:solidFill>
                <a:latin typeface="Arial" pitchFamily="34" charset="0"/>
                <a:ea typeface="黑体" pitchFamily="49" charset="-122"/>
              </a:rPr>
              <a:t>之间交换“可达性”信息。</a:t>
            </a:r>
            <a:r>
              <a:rPr lang="zh-CN" altLang="en-US" smtClean="0"/>
              <a:t>   </a:t>
            </a:r>
          </a:p>
          <a:p>
            <a:pPr eaLnBrk="1" hangingPunct="1">
              <a:lnSpc>
                <a:spcPct val="90000"/>
              </a:lnSpc>
            </a:pPr>
            <a:r>
              <a:rPr lang="zh-CN" altLang="en-US" smtClean="0"/>
              <a:t>自治系统之间的路由选择必须考虑有关策略。</a:t>
            </a:r>
          </a:p>
          <a:p>
            <a:pPr eaLnBrk="1" hangingPunct="1">
              <a:lnSpc>
                <a:spcPct val="90000"/>
              </a:lnSpc>
            </a:pPr>
            <a:r>
              <a:rPr lang="zh-CN" altLang="en-US" smtClean="0"/>
              <a:t>因此，边界网关协议 </a:t>
            </a:r>
            <a:r>
              <a:rPr lang="en-US" altLang="zh-CN" smtClean="0"/>
              <a:t>BGP </a:t>
            </a:r>
            <a:r>
              <a:rPr lang="zh-CN" altLang="en-US" smtClean="0"/>
              <a:t>只能是力求寻找一条能够到达目的网络且</a:t>
            </a:r>
            <a:r>
              <a:rPr lang="zh-CN" altLang="en-US" smtClean="0">
                <a:solidFill>
                  <a:srgbClr val="FF0000"/>
                </a:solidFill>
              </a:rPr>
              <a:t>比较好的路由</a:t>
            </a:r>
            <a:r>
              <a:rPr lang="zh-CN" altLang="en-US" smtClean="0"/>
              <a:t>（不能兜圈子），而</a:t>
            </a:r>
            <a:r>
              <a:rPr lang="zh-CN" altLang="en-US" smtClean="0">
                <a:solidFill>
                  <a:srgbClr val="FF0000"/>
                </a:solidFill>
              </a:rPr>
              <a:t>并非要寻找一条最佳路由</a:t>
            </a:r>
            <a:r>
              <a:rPr lang="zh-CN" altLang="en-US"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1091">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109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1" grpId="0"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2"/>
          <p:cNvSpPr>
            <a:spLocks noGrp="1" noChangeArrowheads="1"/>
          </p:cNvSpPr>
          <p:nvPr>
            <p:ph type="title"/>
          </p:nvPr>
        </p:nvSpPr>
        <p:spPr/>
        <p:txBody>
          <a:bodyPr/>
          <a:lstStyle/>
          <a:p>
            <a:pPr algn="ctr" eaLnBrk="1" hangingPunct="1"/>
            <a:r>
              <a:rPr lang="en-US" altLang="zh-CN" smtClean="0"/>
              <a:t>BGP</a:t>
            </a:r>
            <a:r>
              <a:rPr lang="en-US" altLang="zh-CN" b="1" smtClean="0"/>
              <a:t> </a:t>
            </a:r>
            <a:r>
              <a:rPr lang="zh-CN" altLang="en-US" smtClean="0"/>
              <a:t>发言人</a:t>
            </a:r>
            <a:br>
              <a:rPr lang="zh-CN" altLang="en-US" smtClean="0"/>
            </a:br>
            <a:r>
              <a:rPr lang="en-US" altLang="zh-CN" sz="4000" smtClean="0"/>
              <a:t>(BGP speaker)</a:t>
            </a:r>
            <a:r>
              <a:rPr lang="en-US" altLang="zh-CN" smtClean="0"/>
              <a:t> </a:t>
            </a:r>
          </a:p>
        </p:txBody>
      </p:sp>
      <p:sp>
        <p:nvSpPr>
          <p:cNvPr id="199683" name="Rectangle 3"/>
          <p:cNvSpPr>
            <a:spLocks noGrp="1" noChangeArrowheads="1"/>
          </p:cNvSpPr>
          <p:nvPr>
            <p:ph type="body" idx="1"/>
          </p:nvPr>
        </p:nvSpPr>
        <p:spPr/>
        <p:txBody>
          <a:bodyPr/>
          <a:lstStyle/>
          <a:p>
            <a:pPr eaLnBrk="1" hangingPunct="1"/>
            <a:r>
              <a:rPr lang="zh-CN" altLang="en-US" smtClean="0"/>
              <a:t>每一个自治系统的管理员要选择至少一个路由器作为该自治系统的“ </a:t>
            </a:r>
            <a:r>
              <a:rPr lang="en-US" altLang="zh-CN" smtClean="0">
                <a:solidFill>
                  <a:schemeClr val="hlink"/>
                </a:solidFill>
              </a:rPr>
              <a:t>BGP </a:t>
            </a:r>
            <a:r>
              <a:rPr lang="zh-CN" altLang="en-US" smtClean="0">
                <a:solidFill>
                  <a:schemeClr val="hlink"/>
                </a:solidFill>
              </a:rPr>
              <a:t>发言人</a:t>
            </a:r>
            <a:r>
              <a:rPr lang="zh-CN" altLang="en-US" smtClean="0"/>
              <a:t>” 。</a:t>
            </a:r>
          </a:p>
          <a:p>
            <a:pPr eaLnBrk="1" hangingPunct="1"/>
            <a:endParaRPr lang="en-US" altLang="zh-CN" smtClean="0"/>
          </a:p>
        </p:txBody>
      </p:sp>
    </p:spTree>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2"/>
          <p:cNvSpPr>
            <a:spLocks noGrp="1" noChangeArrowheads="1"/>
          </p:cNvSpPr>
          <p:nvPr>
            <p:ph type="title"/>
          </p:nvPr>
        </p:nvSpPr>
        <p:spPr/>
        <p:txBody>
          <a:bodyPr/>
          <a:lstStyle/>
          <a:p>
            <a:pPr algn="ctr" eaLnBrk="1" hangingPunct="1"/>
            <a:r>
              <a:rPr lang="en-US" altLang="zh-CN" smtClean="0"/>
              <a:t>BGP </a:t>
            </a:r>
            <a:r>
              <a:rPr lang="zh-CN" altLang="en-US" smtClean="0"/>
              <a:t>交换路由信息</a:t>
            </a:r>
          </a:p>
        </p:txBody>
      </p:sp>
      <p:sp>
        <p:nvSpPr>
          <p:cNvPr id="200707" name="Rectangle 3"/>
          <p:cNvSpPr>
            <a:spLocks noGrp="1" noChangeArrowheads="1"/>
          </p:cNvSpPr>
          <p:nvPr>
            <p:ph type="body" idx="1"/>
          </p:nvPr>
        </p:nvSpPr>
        <p:spPr>
          <a:xfrm>
            <a:off x="900113" y="1906588"/>
            <a:ext cx="7915275" cy="4114800"/>
          </a:xfrm>
        </p:spPr>
        <p:txBody>
          <a:bodyPr/>
          <a:lstStyle/>
          <a:p>
            <a:pPr eaLnBrk="1" hangingPunct="1"/>
            <a:r>
              <a:rPr lang="zh-CN" altLang="en-US" smtClean="0"/>
              <a:t>一个 </a:t>
            </a:r>
            <a:r>
              <a:rPr lang="en-US" altLang="zh-CN" smtClean="0"/>
              <a:t>BGP </a:t>
            </a:r>
            <a:r>
              <a:rPr lang="zh-CN" altLang="en-US" smtClean="0"/>
              <a:t>发言人与其他自治系统中的 </a:t>
            </a:r>
            <a:r>
              <a:rPr lang="en-US" altLang="zh-CN" smtClean="0"/>
              <a:t>BGP </a:t>
            </a:r>
            <a:r>
              <a:rPr lang="zh-CN" altLang="en-US" smtClean="0"/>
              <a:t>发言人要交换路由信息，就要先建立 </a:t>
            </a:r>
            <a:r>
              <a:rPr lang="en-US" altLang="zh-CN" smtClean="0"/>
              <a:t>TCP </a:t>
            </a:r>
            <a:r>
              <a:rPr lang="zh-CN" altLang="en-US" smtClean="0"/>
              <a:t>连接，然后在此连接上交换 </a:t>
            </a:r>
            <a:r>
              <a:rPr lang="en-US" altLang="zh-CN" smtClean="0"/>
              <a:t>BGP </a:t>
            </a:r>
            <a:r>
              <a:rPr lang="zh-CN" altLang="en-US" smtClean="0"/>
              <a:t>报文以建立 </a:t>
            </a:r>
            <a:r>
              <a:rPr lang="en-US" altLang="zh-CN" smtClean="0"/>
              <a:t>BGP </a:t>
            </a:r>
            <a:r>
              <a:rPr lang="zh-CN" altLang="en-US" smtClean="0">
                <a:solidFill>
                  <a:schemeClr val="hlink"/>
                </a:solidFill>
              </a:rPr>
              <a:t>会话</a:t>
            </a:r>
            <a:r>
              <a:rPr lang="en-US" altLang="zh-CN" smtClean="0"/>
              <a:t>(session)</a:t>
            </a:r>
            <a:r>
              <a:rPr lang="zh-CN" altLang="en-US" smtClean="0"/>
              <a:t>，利用 </a:t>
            </a:r>
            <a:r>
              <a:rPr lang="en-US" altLang="zh-CN" smtClean="0"/>
              <a:t>BGP </a:t>
            </a:r>
            <a:r>
              <a:rPr lang="zh-CN" altLang="en-US" smtClean="0"/>
              <a:t>会话交换路由信息。</a:t>
            </a:r>
          </a:p>
        </p:txBody>
      </p:sp>
    </p:spTree>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Grp="1" noChangeArrowheads="1"/>
          </p:cNvSpPr>
          <p:nvPr>
            <p:ph type="title"/>
          </p:nvPr>
        </p:nvSpPr>
        <p:spPr/>
        <p:txBody>
          <a:bodyPr/>
          <a:lstStyle/>
          <a:p>
            <a:pPr algn="ctr" eaLnBrk="1" hangingPunct="1"/>
            <a:r>
              <a:rPr lang="en-US" altLang="zh-CN" sz="4000" smtClean="0"/>
              <a:t>BGP </a:t>
            </a:r>
            <a:r>
              <a:rPr lang="zh-CN" altLang="en-US" sz="4000" smtClean="0"/>
              <a:t>发言人和</a:t>
            </a:r>
            <a:br>
              <a:rPr lang="zh-CN" altLang="en-US" sz="4000" smtClean="0"/>
            </a:br>
            <a:r>
              <a:rPr lang="zh-CN" altLang="en-US" sz="4000" smtClean="0"/>
              <a:t>自治系统 </a:t>
            </a:r>
            <a:r>
              <a:rPr lang="en-US" altLang="zh-CN" sz="4000" smtClean="0"/>
              <a:t>AS </a:t>
            </a:r>
            <a:r>
              <a:rPr lang="zh-CN" altLang="en-US" sz="4000" smtClean="0"/>
              <a:t>的关系 </a:t>
            </a:r>
          </a:p>
        </p:txBody>
      </p:sp>
      <p:sp>
        <p:nvSpPr>
          <p:cNvPr id="201731" name="Oval 3"/>
          <p:cNvSpPr>
            <a:spLocks noChangeArrowheads="1"/>
          </p:cNvSpPr>
          <p:nvPr/>
        </p:nvSpPr>
        <p:spPr bwMode="auto">
          <a:xfrm>
            <a:off x="5154613" y="2060575"/>
            <a:ext cx="3738562" cy="198596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201732" name="Oval 4"/>
          <p:cNvSpPr>
            <a:spLocks noChangeArrowheads="1"/>
          </p:cNvSpPr>
          <p:nvPr/>
        </p:nvSpPr>
        <p:spPr bwMode="auto">
          <a:xfrm>
            <a:off x="250825" y="2060575"/>
            <a:ext cx="3028950" cy="198596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201733" name="Line 5"/>
          <p:cNvSpPr>
            <a:spLocks noChangeShapeType="1"/>
          </p:cNvSpPr>
          <p:nvPr/>
        </p:nvSpPr>
        <p:spPr bwMode="auto">
          <a:xfrm flipV="1">
            <a:off x="5286375" y="2762250"/>
            <a:ext cx="334963" cy="474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34" name="Oval 6"/>
          <p:cNvSpPr>
            <a:spLocks noChangeArrowheads="1"/>
          </p:cNvSpPr>
          <p:nvPr/>
        </p:nvSpPr>
        <p:spPr bwMode="auto">
          <a:xfrm>
            <a:off x="503238" y="4581525"/>
            <a:ext cx="669925" cy="72390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201735" name="Oval 7"/>
          <p:cNvSpPr>
            <a:spLocks noChangeArrowheads="1"/>
          </p:cNvSpPr>
          <p:nvPr/>
        </p:nvSpPr>
        <p:spPr bwMode="auto">
          <a:xfrm>
            <a:off x="6965950" y="5210175"/>
            <a:ext cx="669925" cy="72390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201736" name="Line 8"/>
          <p:cNvSpPr>
            <a:spLocks noChangeShapeType="1"/>
          </p:cNvSpPr>
          <p:nvPr/>
        </p:nvSpPr>
        <p:spPr bwMode="auto">
          <a:xfrm>
            <a:off x="3279775" y="3378200"/>
            <a:ext cx="669925"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37" name="Line 9"/>
          <p:cNvSpPr>
            <a:spLocks noChangeShapeType="1"/>
          </p:cNvSpPr>
          <p:nvPr/>
        </p:nvSpPr>
        <p:spPr bwMode="auto">
          <a:xfrm flipH="1">
            <a:off x="4349750" y="3378200"/>
            <a:ext cx="804863"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38" name="Line 10"/>
          <p:cNvSpPr>
            <a:spLocks noChangeShapeType="1"/>
          </p:cNvSpPr>
          <p:nvPr/>
        </p:nvSpPr>
        <p:spPr bwMode="auto">
          <a:xfrm flipH="1">
            <a:off x="1006475" y="4160838"/>
            <a:ext cx="587375" cy="4778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39" name="Line 11"/>
          <p:cNvSpPr>
            <a:spLocks noChangeShapeType="1"/>
          </p:cNvSpPr>
          <p:nvPr/>
        </p:nvSpPr>
        <p:spPr bwMode="auto">
          <a:xfrm>
            <a:off x="3381375" y="3268663"/>
            <a:ext cx="1625600" cy="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40" name="Line 12"/>
          <p:cNvSpPr>
            <a:spLocks noChangeShapeType="1"/>
          </p:cNvSpPr>
          <p:nvPr/>
        </p:nvSpPr>
        <p:spPr bwMode="auto">
          <a:xfrm>
            <a:off x="6208713" y="5210175"/>
            <a:ext cx="755650"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41" name="Line 13"/>
          <p:cNvSpPr>
            <a:spLocks noChangeShapeType="1"/>
          </p:cNvSpPr>
          <p:nvPr/>
        </p:nvSpPr>
        <p:spPr bwMode="auto">
          <a:xfrm>
            <a:off x="1174750" y="5019675"/>
            <a:ext cx="754063"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42" name="Line 14"/>
          <p:cNvSpPr>
            <a:spLocks noChangeShapeType="1"/>
          </p:cNvSpPr>
          <p:nvPr/>
        </p:nvSpPr>
        <p:spPr bwMode="auto">
          <a:xfrm flipH="1">
            <a:off x="0" y="5157788"/>
            <a:ext cx="611188" cy="7191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43" name="Line 15"/>
          <p:cNvSpPr>
            <a:spLocks noChangeShapeType="1"/>
          </p:cNvSpPr>
          <p:nvPr/>
        </p:nvSpPr>
        <p:spPr bwMode="auto">
          <a:xfrm flipV="1">
            <a:off x="6375400" y="5783263"/>
            <a:ext cx="654050" cy="38100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44" name="Line 16"/>
          <p:cNvSpPr>
            <a:spLocks noChangeShapeType="1"/>
          </p:cNvSpPr>
          <p:nvPr/>
        </p:nvSpPr>
        <p:spPr bwMode="auto">
          <a:xfrm>
            <a:off x="7635875" y="5591175"/>
            <a:ext cx="754063"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45" name="Text Box 17"/>
          <p:cNvSpPr txBox="1">
            <a:spLocks noChangeArrowheads="1"/>
          </p:cNvSpPr>
          <p:nvPr/>
        </p:nvSpPr>
        <p:spPr bwMode="auto">
          <a:xfrm>
            <a:off x="1547813" y="4149725"/>
            <a:ext cx="1552575"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BGP </a:t>
            </a:r>
            <a:r>
              <a:rPr kumimoji="1" lang="zh-CN" altLang="en-US" sz="2000">
                <a:solidFill>
                  <a:srgbClr val="333399"/>
                </a:solidFill>
                <a:latin typeface="Arial" pitchFamily="34" charset="0"/>
              </a:rPr>
              <a:t>发言人</a:t>
            </a:r>
          </a:p>
        </p:txBody>
      </p:sp>
      <p:sp>
        <p:nvSpPr>
          <p:cNvPr id="201746" name="Text Box 18"/>
          <p:cNvSpPr txBox="1">
            <a:spLocks noChangeArrowheads="1"/>
          </p:cNvSpPr>
          <p:nvPr/>
        </p:nvSpPr>
        <p:spPr bwMode="auto">
          <a:xfrm>
            <a:off x="3336925" y="2571750"/>
            <a:ext cx="947738"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BGP</a:t>
            </a:r>
          </a:p>
          <a:p>
            <a:pPr algn="ctr" eaLnBrk="1" hangingPunct="1">
              <a:lnSpc>
                <a:spcPct val="90000"/>
              </a:lnSpc>
            </a:pPr>
            <a:r>
              <a:rPr kumimoji="1" lang="zh-CN" altLang="en-US" sz="2000">
                <a:solidFill>
                  <a:srgbClr val="333399"/>
                </a:solidFill>
                <a:latin typeface="Arial" pitchFamily="34" charset="0"/>
              </a:rPr>
              <a:t>发言人</a:t>
            </a:r>
          </a:p>
        </p:txBody>
      </p:sp>
      <p:sp>
        <p:nvSpPr>
          <p:cNvPr id="201747" name="Text Box 19"/>
          <p:cNvSpPr txBox="1">
            <a:spLocks noChangeArrowheads="1"/>
          </p:cNvSpPr>
          <p:nvPr/>
        </p:nvSpPr>
        <p:spPr bwMode="auto">
          <a:xfrm>
            <a:off x="4529138" y="3789363"/>
            <a:ext cx="1552575" cy="398462"/>
          </a:xfrm>
          <a:prstGeom prst="rect">
            <a:avLst/>
          </a:prstGeom>
          <a:solidFill>
            <a:schemeClr val="bg1">
              <a:alpha val="50195"/>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BGP </a:t>
            </a:r>
            <a:r>
              <a:rPr kumimoji="1" lang="zh-CN" altLang="en-US" sz="2000">
                <a:solidFill>
                  <a:srgbClr val="333399"/>
                </a:solidFill>
                <a:latin typeface="Arial" pitchFamily="34" charset="0"/>
              </a:rPr>
              <a:t>发言人</a:t>
            </a:r>
          </a:p>
        </p:txBody>
      </p:sp>
      <p:sp>
        <p:nvSpPr>
          <p:cNvPr id="201748" name="Text Box 20"/>
          <p:cNvSpPr txBox="1">
            <a:spLocks noChangeArrowheads="1"/>
          </p:cNvSpPr>
          <p:nvPr/>
        </p:nvSpPr>
        <p:spPr bwMode="auto">
          <a:xfrm>
            <a:off x="6011863" y="4581525"/>
            <a:ext cx="1552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BGP </a:t>
            </a:r>
            <a:r>
              <a:rPr kumimoji="1" lang="zh-CN" altLang="en-US" sz="2000">
                <a:solidFill>
                  <a:srgbClr val="333399"/>
                </a:solidFill>
                <a:latin typeface="Arial" pitchFamily="34" charset="0"/>
              </a:rPr>
              <a:t>发言人</a:t>
            </a:r>
          </a:p>
        </p:txBody>
      </p:sp>
      <p:sp>
        <p:nvSpPr>
          <p:cNvPr id="201749" name="Text Box 21"/>
          <p:cNvSpPr txBox="1">
            <a:spLocks noChangeArrowheads="1"/>
          </p:cNvSpPr>
          <p:nvPr/>
        </p:nvSpPr>
        <p:spPr bwMode="auto">
          <a:xfrm>
            <a:off x="4259263" y="2428875"/>
            <a:ext cx="946150" cy="639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BGP</a:t>
            </a:r>
          </a:p>
          <a:p>
            <a:pPr algn="ctr" eaLnBrk="1" hangingPunct="1">
              <a:lnSpc>
                <a:spcPct val="90000"/>
              </a:lnSpc>
            </a:pPr>
            <a:r>
              <a:rPr kumimoji="1" lang="zh-CN" altLang="en-US" sz="2000">
                <a:solidFill>
                  <a:srgbClr val="333399"/>
                </a:solidFill>
                <a:latin typeface="Arial" pitchFamily="34" charset="0"/>
              </a:rPr>
              <a:t>发言人</a:t>
            </a:r>
          </a:p>
        </p:txBody>
      </p:sp>
      <p:sp>
        <p:nvSpPr>
          <p:cNvPr id="201750" name="Line 22"/>
          <p:cNvSpPr>
            <a:spLocks noChangeShapeType="1"/>
          </p:cNvSpPr>
          <p:nvPr/>
        </p:nvSpPr>
        <p:spPr bwMode="auto">
          <a:xfrm>
            <a:off x="5356225" y="3260725"/>
            <a:ext cx="936625"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1" name="Line 23"/>
          <p:cNvSpPr>
            <a:spLocks noChangeShapeType="1"/>
          </p:cNvSpPr>
          <p:nvPr/>
        </p:nvSpPr>
        <p:spPr bwMode="auto">
          <a:xfrm>
            <a:off x="4217988" y="4195763"/>
            <a:ext cx="400050" cy="669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2" name="Oval 24"/>
          <p:cNvSpPr>
            <a:spLocks noChangeArrowheads="1"/>
          </p:cNvSpPr>
          <p:nvPr/>
        </p:nvSpPr>
        <p:spPr bwMode="auto">
          <a:xfrm>
            <a:off x="2600325" y="4122738"/>
            <a:ext cx="3440113" cy="204311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a:p>
        </p:txBody>
      </p:sp>
      <p:sp>
        <p:nvSpPr>
          <p:cNvPr id="201753" name="Line 25"/>
          <p:cNvSpPr>
            <a:spLocks noChangeShapeType="1"/>
          </p:cNvSpPr>
          <p:nvPr/>
        </p:nvSpPr>
        <p:spPr bwMode="auto">
          <a:xfrm>
            <a:off x="5118100" y="4638675"/>
            <a:ext cx="838200" cy="3810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4" name="Line 26"/>
          <p:cNvSpPr>
            <a:spLocks noChangeShapeType="1"/>
          </p:cNvSpPr>
          <p:nvPr/>
        </p:nvSpPr>
        <p:spPr bwMode="auto">
          <a:xfrm flipH="1">
            <a:off x="5118100" y="5019675"/>
            <a:ext cx="1006475" cy="763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5" name="Line 27"/>
          <p:cNvSpPr>
            <a:spLocks noChangeShapeType="1"/>
          </p:cNvSpPr>
          <p:nvPr/>
        </p:nvSpPr>
        <p:spPr bwMode="auto">
          <a:xfrm>
            <a:off x="4278313" y="4924425"/>
            <a:ext cx="671512" cy="6667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6" name="Line 28"/>
          <p:cNvSpPr>
            <a:spLocks noChangeShapeType="1"/>
          </p:cNvSpPr>
          <p:nvPr/>
        </p:nvSpPr>
        <p:spPr bwMode="auto">
          <a:xfrm flipV="1">
            <a:off x="4364038" y="4732338"/>
            <a:ext cx="668337"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7" name="Line 29"/>
          <p:cNvSpPr>
            <a:spLocks noChangeShapeType="1"/>
          </p:cNvSpPr>
          <p:nvPr/>
        </p:nvSpPr>
        <p:spPr bwMode="auto">
          <a:xfrm flipH="1">
            <a:off x="3189288" y="4924425"/>
            <a:ext cx="1089025" cy="149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8" name="Line 30"/>
          <p:cNvSpPr>
            <a:spLocks noChangeShapeType="1"/>
          </p:cNvSpPr>
          <p:nvPr/>
        </p:nvSpPr>
        <p:spPr bwMode="auto">
          <a:xfrm>
            <a:off x="3189288" y="5116513"/>
            <a:ext cx="668337" cy="763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59" name="Line 31"/>
          <p:cNvSpPr>
            <a:spLocks noChangeShapeType="1"/>
          </p:cNvSpPr>
          <p:nvPr/>
        </p:nvSpPr>
        <p:spPr bwMode="auto">
          <a:xfrm flipV="1">
            <a:off x="3943350" y="5783263"/>
            <a:ext cx="1006475" cy="96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0" name="Line 32"/>
          <p:cNvSpPr>
            <a:spLocks noChangeShapeType="1"/>
          </p:cNvSpPr>
          <p:nvPr/>
        </p:nvSpPr>
        <p:spPr bwMode="auto">
          <a:xfrm>
            <a:off x="6964363" y="2570163"/>
            <a:ext cx="382587" cy="12096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1" name="Line 33"/>
          <p:cNvSpPr>
            <a:spLocks noChangeShapeType="1"/>
          </p:cNvSpPr>
          <p:nvPr/>
        </p:nvSpPr>
        <p:spPr bwMode="auto">
          <a:xfrm>
            <a:off x="6375400" y="3619500"/>
            <a:ext cx="923925"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2" name="Line 34"/>
          <p:cNvSpPr>
            <a:spLocks noChangeShapeType="1"/>
          </p:cNvSpPr>
          <p:nvPr/>
        </p:nvSpPr>
        <p:spPr bwMode="auto">
          <a:xfrm>
            <a:off x="7046913" y="2346325"/>
            <a:ext cx="755650" cy="96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3" name="Line 35"/>
          <p:cNvSpPr>
            <a:spLocks noChangeShapeType="1"/>
          </p:cNvSpPr>
          <p:nvPr/>
        </p:nvSpPr>
        <p:spPr bwMode="auto">
          <a:xfrm>
            <a:off x="2684463" y="2633663"/>
            <a:ext cx="393700" cy="446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4" name="Line 36"/>
          <p:cNvSpPr>
            <a:spLocks noChangeShapeType="1"/>
          </p:cNvSpPr>
          <p:nvPr/>
        </p:nvSpPr>
        <p:spPr bwMode="auto">
          <a:xfrm flipV="1">
            <a:off x="2097088" y="3228975"/>
            <a:ext cx="981075"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5" name="Line 37"/>
          <p:cNvSpPr>
            <a:spLocks noChangeShapeType="1"/>
          </p:cNvSpPr>
          <p:nvPr/>
        </p:nvSpPr>
        <p:spPr bwMode="auto">
          <a:xfrm flipH="1">
            <a:off x="1762125" y="3587750"/>
            <a:ext cx="334963" cy="477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6" name="Line 38"/>
          <p:cNvSpPr>
            <a:spLocks noChangeShapeType="1"/>
          </p:cNvSpPr>
          <p:nvPr/>
        </p:nvSpPr>
        <p:spPr bwMode="auto">
          <a:xfrm flipV="1">
            <a:off x="922338" y="3587750"/>
            <a:ext cx="10922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7" name="Line 39"/>
          <p:cNvSpPr>
            <a:spLocks noChangeShapeType="1"/>
          </p:cNvSpPr>
          <p:nvPr/>
        </p:nvSpPr>
        <p:spPr bwMode="auto">
          <a:xfrm>
            <a:off x="754063" y="2919413"/>
            <a:ext cx="133350" cy="5953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8" name="Line 40"/>
          <p:cNvSpPr>
            <a:spLocks noChangeShapeType="1"/>
          </p:cNvSpPr>
          <p:nvPr/>
        </p:nvSpPr>
        <p:spPr bwMode="auto">
          <a:xfrm flipV="1">
            <a:off x="754063" y="2346325"/>
            <a:ext cx="923925" cy="477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69" name="Line 41"/>
          <p:cNvSpPr>
            <a:spLocks noChangeShapeType="1"/>
          </p:cNvSpPr>
          <p:nvPr/>
        </p:nvSpPr>
        <p:spPr bwMode="auto">
          <a:xfrm>
            <a:off x="1677988" y="2346325"/>
            <a:ext cx="839787" cy="287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70" name="Line 42"/>
          <p:cNvSpPr>
            <a:spLocks noChangeShapeType="1"/>
          </p:cNvSpPr>
          <p:nvPr/>
        </p:nvSpPr>
        <p:spPr bwMode="auto">
          <a:xfrm flipV="1">
            <a:off x="6124575" y="2378075"/>
            <a:ext cx="754063"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71" name="Line 43"/>
          <p:cNvSpPr>
            <a:spLocks noChangeShapeType="1"/>
          </p:cNvSpPr>
          <p:nvPr/>
        </p:nvSpPr>
        <p:spPr bwMode="auto">
          <a:xfrm>
            <a:off x="6124575" y="2665413"/>
            <a:ext cx="336550" cy="860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01772"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09713" y="3875088"/>
            <a:ext cx="45878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1773"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21263" y="3079750"/>
            <a:ext cx="4572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1774"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44813" y="3079750"/>
            <a:ext cx="4572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1775"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92525" y="5783263"/>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1776"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4063" y="3494088"/>
            <a:ext cx="3460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01777" name="Group 49"/>
          <p:cNvGrpSpPr>
            <a:grpSpLocks/>
          </p:cNvGrpSpPr>
          <p:nvPr/>
        </p:nvGrpSpPr>
        <p:grpSpPr bwMode="auto">
          <a:xfrm>
            <a:off x="2265363" y="2346325"/>
            <a:ext cx="603250" cy="522288"/>
            <a:chOff x="2949" y="196"/>
            <a:chExt cx="941" cy="598"/>
          </a:xfrm>
        </p:grpSpPr>
        <p:sp>
          <p:nvSpPr>
            <p:cNvPr id="201903" name="Oval 5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04" name="Oval 5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05" name="Oval 5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06" name="Oval 53"/>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07" name="Oval 5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08" name="Oval 5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09" name="Oval 5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10" name="Oval 57"/>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11" name="Freeform 5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912" name="Freeform 5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913" name="Freeform 6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01778" name="Group 61"/>
          <p:cNvGrpSpPr>
            <a:grpSpLocks/>
          </p:cNvGrpSpPr>
          <p:nvPr/>
        </p:nvGrpSpPr>
        <p:grpSpPr bwMode="auto">
          <a:xfrm>
            <a:off x="419100" y="2633663"/>
            <a:ext cx="603250" cy="520700"/>
            <a:chOff x="2949" y="196"/>
            <a:chExt cx="941" cy="598"/>
          </a:xfrm>
        </p:grpSpPr>
        <p:sp>
          <p:nvSpPr>
            <p:cNvPr id="201892" name="Oval 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93" name="Oval 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94" name="Oval 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95" name="Oval 65"/>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96" name="Oval 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97" name="Oval 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98" name="Oval 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99" name="Oval 69"/>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900" name="Freeform 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901" name="Freeform 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902" name="Freeform 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01779" name="Group 73"/>
          <p:cNvGrpSpPr>
            <a:grpSpLocks/>
          </p:cNvGrpSpPr>
          <p:nvPr/>
        </p:nvGrpSpPr>
        <p:grpSpPr bwMode="auto">
          <a:xfrm>
            <a:off x="4697413" y="5495925"/>
            <a:ext cx="604837" cy="522288"/>
            <a:chOff x="2949" y="196"/>
            <a:chExt cx="941" cy="598"/>
          </a:xfrm>
        </p:grpSpPr>
        <p:sp>
          <p:nvSpPr>
            <p:cNvPr id="201881" name="Oval 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2" name="Oval 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3" name="Oval 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4" name="Oval 77"/>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5" name="Oval 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6" name="Oval 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7" name="Oval 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8" name="Oval 81"/>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89" name="Freeform 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90" name="Freeform 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91" name="Freeform 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01780" name="Group 85"/>
          <p:cNvGrpSpPr>
            <a:grpSpLocks/>
          </p:cNvGrpSpPr>
          <p:nvPr/>
        </p:nvGrpSpPr>
        <p:grpSpPr bwMode="auto">
          <a:xfrm>
            <a:off x="6627813" y="2157413"/>
            <a:ext cx="603250" cy="522287"/>
            <a:chOff x="2949" y="196"/>
            <a:chExt cx="941" cy="598"/>
          </a:xfrm>
        </p:grpSpPr>
        <p:sp>
          <p:nvSpPr>
            <p:cNvPr id="201870" name="Oval 8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1" name="Oval 8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2" name="Oval 8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3" name="Oval 89"/>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4" name="Oval 9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5" name="Oval 9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6" name="Oval 9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7" name="Oval 93"/>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78" name="Freeform 9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79" name="Freeform 9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80" name="Freeform 9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01781" name="Group 97"/>
          <p:cNvGrpSpPr>
            <a:grpSpLocks/>
          </p:cNvGrpSpPr>
          <p:nvPr/>
        </p:nvGrpSpPr>
        <p:grpSpPr bwMode="auto">
          <a:xfrm>
            <a:off x="6124575" y="3302000"/>
            <a:ext cx="603250" cy="522288"/>
            <a:chOff x="2949" y="196"/>
            <a:chExt cx="941" cy="598"/>
          </a:xfrm>
        </p:grpSpPr>
        <p:sp>
          <p:nvSpPr>
            <p:cNvPr id="201859" name="Oval 9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0" name="Oval 9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1" name="Oval 10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2" name="Oval 101"/>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3" name="Oval 10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4" name="Oval 10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5" name="Oval 10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6" name="Oval 105"/>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67" name="Freeform 10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68" name="Freeform 10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69" name="Freeform 10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01782" name="Text Box 109"/>
          <p:cNvSpPr txBox="1">
            <a:spLocks noChangeArrowheads="1"/>
          </p:cNvSpPr>
          <p:nvPr/>
        </p:nvSpPr>
        <p:spPr bwMode="auto">
          <a:xfrm>
            <a:off x="1174750" y="2614613"/>
            <a:ext cx="6159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1</a:t>
            </a:r>
          </a:p>
        </p:txBody>
      </p:sp>
      <p:sp>
        <p:nvSpPr>
          <p:cNvPr id="201783" name="Text Box 110"/>
          <p:cNvSpPr txBox="1">
            <a:spLocks noChangeArrowheads="1"/>
          </p:cNvSpPr>
          <p:nvPr/>
        </p:nvSpPr>
        <p:spPr bwMode="auto">
          <a:xfrm>
            <a:off x="3597275" y="4427538"/>
            <a:ext cx="6159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3</a:t>
            </a:r>
          </a:p>
        </p:txBody>
      </p:sp>
      <p:sp>
        <p:nvSpPr>
          <p:cNvPr id="201784" name="Text Box 111"/>
          <p:cNvSpPr txBox="1">
            <a:spLocks noChangeArrowheads="1"/>
          </p:cNvSpPr>
          <p:nvPr/>
        </p:nvSpPr>
        <p:spPr bwMode="auto">
          <a:xfrm>
            <a:off x="7215188" y="2679700"/>
            <a:ext cx="6159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2</a:t>
            </a:r>
          </a:p>
        </p:txBody>
      </p:sp>
      <p:sp>
        <p:nvSpPr>
          <p:cNvPr id="201785" name="Text Box 112"/>
          <p:cNvSpPr txBox="1">
            <a:spLocks noChangeArrowheads="1"/>
          </p:cNvSpPr>
          <p:nvPr/>
        </p:nvSpPr>
        <p:spPr bwMode="auto">
          <a:xfrm>
            <a:off x="7051675" y="5373688"/>
            <a:ext cx="61595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5</a:t>
            </a:r>
          </a:p>
        </p:txBody>
      </p:sp>
      <p:sp>
        <p:nvSpPr>
          <p:cNvPr id="201786" name="Text Box 113"/>
          <p:cNvSpPr txBox="1">
            <a:spLocks noChangeArrowheads="1"/>
          </p:cNvSpPr>
          <p:nvPr/>
        </p:nvSpPr>
        <p:spPr bwMode="auto">
          <a:xfrm>
            <a:off x="569913" y="4762500"/>
            <a:ext cx="615950"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4</a:t>
            </a:r>
          </a:p>
        </p:txBody>
      </p:sp>
      <p:pic>
        <p:nvPicPr>
          <p:cNvPr id="201787" name="Picture 1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89613" y="4924425"/>
            <a:ext cx="458787" cy="341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01788" name="Line 115"/>
          <p:cNvSpPr>
            <a:spLocks noChangeShapeType="1"/>
          </p:cNvSpPr>
          <p:nvPr/>
        </p:nvSpPr>
        <p:spPr bwMode="auto">
          <a:xfrm>
            <a:off x="4217988" y="4195763"/>
            <a:ext cx="817562" cy="3460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01789" name="Group 116"/>
          <p:cNvGrpSpPr>
            <a:grpSpLocks/>
          </p:cNvGrpSpPr>
          <p:nvPr/>
        </p:nvGrpSpPr>
        <p:grpSpPr bwMode="auto">
          <a:xfrm>
            <a:off x="4781550" y="4351338"/>
            <a:ext cx="603250" cy="520700"/>
            <a:chOff x="2949" y="196"/>
            <a:chExt cx="941" cy="598"/>
          </a:xfrm>
        </p:grpSpPr>
        <p:sp>
          <p:nvSpPr>
            <p:cNvPr id="201848" name="Oval 11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49" name="Oval 11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50" name="Oval 11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51" name="Oval 120"/>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52" name="Oval 12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53" name="Oval 12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54" name="Oval 12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55" name="Oval 124"/>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56" name="Freeform 1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57" name="Freeform 1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58" name="Freeform 1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201790" name="Picture 1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49700" y="3973513"/>
            <a:ext cx="458788"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1791"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11625" y="4829175"/>
            <a:ext cx="346075" cy="217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01792" name="Group 130"/>
          <p:cNvGrpSpPr>
            <a:grpSpLocks/>
          </p:cNvGrpSpPr>
          <p:nvPr/>
        </p:nvGrpSpPr>
        <p:grpSpPr bwMode="auto">
          <a:xfrm>
            <a:off x="2768600" y="4829175"/>
            <a:ext cx="603250" cy="522288"/>
            <a:chOff x="2949" y="196"/>
            <a:chExt cx="941" cy="598"/>
          </a:xfrm>
        </p:grpSpPr>
        <p:sp>
          <p:nvSpPr>
            <p:cNvPr id="201837" name="Oval 13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38" name="Oval 13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39" name="Oval 13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40" name="Oval 134"/>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41" name="Oval 13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42" name="Oval 13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43" name="Oval 13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44" name="Oval 138"/>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45" name="Freeform 13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46" name="Freeform 14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47" name="Freeform 14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01793" name="Line 142"/>
          <p:cNvSpPr>
            <a:spLocks noChangeShapeType="1"/>
          </p:cNvSpPr>
          <p:nvPr/>
        </p:nvSpPr>
        <p:spPr bwMode="auto">
          <a:xfrm>
            <a:off x="1677988" y="2346325"/>
            <a:ext cx="503237" cy="11477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01794" name="Picture 1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09713" y="2252663"/>
            <a:ext cx="3460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01795" name="Group 144"/>
          <p:cNvGrpSpPr>
            <a:grpSpLocks/>
          </p:cNvGrpSpPr>
          <p:nvPr/>
        </p:nvGrpSpPr>
        <p:grpSpPr bwMode="auto">
          <a:xfrm>
            <a:off x="1846263" y="3302000"/>
            <a:ext cx="603250" cy="519113"/>
            <a:chOff x="2949" y="196"/>
            <a:chExt cx="941" cy="598"/>
          </a:xfrm>
        </p:grpSpPr>
        <p:sp>
          <p:nvSpPr>
            <p:cNvPr id="201826" name="Oval 14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27" name="Oval 14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28" name="Oval 14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29" name="Oval 148"/>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30" name="Oval 14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31" name="Oval 15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32" name="Oval 15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33" name="Oval 152"/>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34" name="Freeform 1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35" name="Freeform 1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36" name="Freeform 1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01796" name="Line 156"/>
          <p:cNvSpPr>
            <a:spLocks noChangeShapeType="1"/>
          </p:cNvSpPr>
          <p:nvPr/>
        </p:nvSpPr>
        <p:spPr bwMode="auto">
          <a:xfrm>
            <a:off x="7886700" y="2538413"/>
            <a:ext cx="587375" cy="5715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97" name="Line 157"/>
          <p:cNvSpPr>
            <a:spLocks noChangeShapeType="1"/>
          </p:cNvSpPr>
          <p:nvPr/>
        </p:nvSpPr>
        <p:spPr bwMode="auto">
          <a:xfrm flipH="1">
            <a:off x="7380288" y="3141663"/>
            <a:ext cx="1006475" cy="6699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798" name="Line 158"/>
          <p:cNvSpPr>
            <a:spLocks noChangeShapeType="1"/>
          </p:cNvSpPr>
          <p:nvPr/>
        </p:nvSpPr>
        <p:spPr bwMode="auto">
          <a:xfrm flipV="1">
            <a:off x="5703888" y="2570163"/>
            <a:ext cx="420687"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01799" name="Picture 15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21525" y="3683000"/>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01800" name="Picture 16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35875" y="2346325"/>
            <a:ext cx="347663"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01801" name="Group 161"/>
          <p:cNvGrpSpPr>
            <a:grpSpLocks/>
          </p:cNvGrpSpPr>
          <p:nvPr/>
        </p:nvGrpSpPr>
        <p:grpSpPr bwMode="auto">
          <a:xfrm>
            <a:off x="8139113" y="2824163"/>
            <a:ext cx="601662" cy="520700"/>
            <a:chOff x="2949" y="196"/>
            <a:chExt cx="941" cy="598"/>
          </a:xfrm>
        </p:grpSpPr>
        <p:sp>
          <p:nvSpPr>
            <p:cNvPr id="201815" name="Oval 1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16" name="Oval 1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17" name="Oval 1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18" name="Oval 165"/>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19" name="Oval 1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20" name="Oval 1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21" name="Oval 1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22" name="Oval 169"/>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23" name="Freeform 1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24" name="Freeform 1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25" name="Freeform 1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01802" name="Group 173"/>
          <p:cNvGrpSpPr>
            <a:grpSpLocks/>
          </p:cNvGrpSpPr>
          <p:nvPr/>
        </p:nvGrpSpPr>
        <p:grpSpPr bwMode="auto">
          <a:xfrm>
            <a:off x="5286375" y="2443163"/>
            <a:ext cx="603250" cy="522287"/>
            <a:chOff x="2949" y="196"/>
            <a:chExt cx="941" cy="598"/>
          </a:xfrm>
        </p:grpSpPr>
        <p:sp>
          <p:nvSpPr>
            <p:cNvPr id="201804" name="Oval 1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05" name="Oval 1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06" name="Oval 1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07" name="Oval 177"/>
            <p:cNvSpPr>
              <a:spLocks noChangeArrowheads="1"/>
            </p:cNvSpPr>
            <p:nvPr/>
          </p:nvSpPr>
          <p:spPr bwMode="auto">
            <a:xfrm rot="-156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08" name="Oval 1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09" name="Oval 1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10" name="Oval 1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11" name="Oval 181"/>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812" name="Freeform 1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13" name="Freeform 1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1814" name="Freeform 1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201803" name="Picture 18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56300" y="2443163"/>
            <a:ext cx="34607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2"/>
          <p:cNvSpPr>
            <a:spLocks noGrp="1" noChangeArrowheads="1"/>
          </p:cNvSpPr>
          <p:nvPr>
            <p:ph type="title"/>
          </p:nvPr>
        </p:nvSpPr>
        <p:spPr/>
        <p:txBody>
          <a:bodyPr/>
          <a:lstStyle/>
          <a:p>
            <a:pPr algn="ctr" eaLnBrk="1" hangingPunct="1"/>
            <a:r>
              <a:rPr lang="en-US" altLang="zh-CN" smtClean="0"/>
              <a:t>AS </a:t>
            </a:r>
            <a:r>
              <a:rPr lang="zh-CN" altLang="en-US" smtClean="0"/>
              <a:t>的连通图举例 </a:t>
            </a:r>
          </a:p>
        </p:txBody>
      </p:sp>
      <p:sp>
        <p:nvSpPr>
          <p:cNvPr id="202755" name="Rectangle 3"/>
          <p:cNvSpPr>
            <a:spLocks noGrp="1" noChangeArrowheads="1"/>
          </p:cNvSpPr>
          <p:nvPr>
            <p:ph type="body" idx="1"/>
          </p:nvPr>
        </p:nvSpPr>
        <p:spPr>
          <a:xfrm>
            <a:off x="1042988" y="1773238"/>
            <a:ext cx="7772400" cy="2592387"/>
          </a:xfrm>
        </p:spPr>
        <p:txBody>
          <a:bodyPr/>
          <a:lstStyle/>
          <a:p>
            <a:pPr eaLnBrk="1" hangingPunct="1"/>
            <a:r>
              <a:rPr lang="en-US" altLang="zh-CN" sz="2800" smtClean="0"/>
              <a:t>BGP </a:t>
            </a:r>
            <a:r>
              <a:rPr lang="zh-CN" altLang="en-US" sz="2800" smtClean="0"/>
              <a:t>所交换的网络可达性的信息就是要到达某个网络所要经过的一系列 </a:t>
            </a:r>
            <a:r>
              <a:rPr lang="en-US" altLang="zh-CN" sz="2800" smtClean="0"/>
              <a:t>AS</a:t>
            </a:r>
            <a:r>
              <a:rPr lang="zh-CN" altLang="en-US" sz="2800" smtClean="0"/>
              <a:t>。</a:t>
            </a:r>
          </a:p>
          <a:p>
            <a:pPr eaLnBrk="1" hangingPunct="1"/>
            <a:r>
              <a:rPr lang="zh-CN" altLang="en-US" sz="2800" smtClean="0"/>
              <a:t>当 </a:t>
            </a:r>
            <a:r>
              <a:rPr lang="en-US" altLang="zh-CN" sz="2800" smtClean="0"/>
              <a:t>BGP </a:t>
            </a:r>
            <a:r>
              <a:rPr lang="zh-CN" altLang="en-US" sz="2800" smtClean="0"/>
              <a:t>发言人互相交换了网络可达性的信息后，各 </a:t>
            </a:r>
            <a:r>
              <a:rPr lang="en-US" altLang="zh-CN" sz="2800" smtClean="0"/>
              <a:t>BGP </a:t>
            </a:r>
            <a:r>
              <a:rPr lang="zh-CN" altLang="en-US" sz="2800" smtClean="0"/>
              <a:t>发言人就根据所采用的策略从收到的路由信息中找出到达各 </a:t>
            </a:r>
            <a:r>
              <a:rPr lang="en-US" altLang="zh-CN" sz="2800" smtClean="0"/>
              <a:t>AS </a:t>
            </a:r>
            <a:r>
              <a:rPr lang="zh-CN" altLang="en-US" sz="2800" smtClean="0"/>
              <a:t>的较好路由。 </a:t>
            </a:r>
          </a:p>
        </p:txBody>
      </p:sp>
      <p:grpSp>
        <p:nvGrpSpPr>
          <p:cNvPr id="202756" name="Group 33"/>
          <p:cNvGrpSpPr>
            <a:grpSpLocks/>
          </p:cNvGrpSpPr>
          <p:nvPr/>
        </p:nvGrpSpPr>
        <p:grpSpPr bwMode="auto">
          <a:xfrm>
            <a:off x="2266950" y="4221163"/>
            <a:ext cx="4968875" cy="2117725"/>
            <a:chOff x="1791" y="2822"/>
            <a:chExt cx="2495" cy="1062"/>
          </a:xfrm>
        </p:grpSpPr>
        <p:sp>
          <p:nvSpPr>
            <p:cNvPr id="202757" name="Line 19"/>
            <p:cNvSpPr>
              <a:spLocks noChangeShapeType="1"/>
            </p:cNvSpPr>
            <p:nvPr/>
          </p:nvSpPr>
          <p:spPr bwMode="auto">
            <a:xfrm>
              <a:off x="2154" y="3566"/>
              <a:ext cx="363" cy="2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58" name="Line 20"/>
            <p:cNvSpPr>
              <a:spLocks noChangeShapeType="1"/>
            </p:cNvSpPr>
            <p:nvPr/>
          </p:nvSpPr>
          <p:spPr bwMode="auto">
            <a:xfrm flipH="1">
              <a:off x="1791" y="3612"/>
              <a:ext cx="273" cy="2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59" name="Line 21"/>
            <p:cNvSpPr>
              <a:spLocks noChangeShapeType="1"/>
            </p:cNvSpPr>
            <p:nvPr/>
          </p:nvSpPr>
          <p:spPr bwMode="auto">
            <a:xfrm flipH="1">
              <a:off x="3469" y="3657"/>
              <a:ext cx="273" cy="2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60" name="Line 22"/>
            <p:cNvSpPr>
              <a:spLocks noChangeShapeType="1"/>
            </p:cNvSpPr>
            <p:nvPr/>
          </p:nvSpPr>
          <p:spPr bwMode="auto">
            <a:xfrm flipV="1">
              <a:off x="2410" y="2977"/>
              <a:ext cx="1059" cy="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61" name="Line 23"/>
            <p:cNvSpPr>
              <a:spLocks noChangeShapeType="1"/>
            </p:cNvSpPr>
            <p:nvPr/>
          </p:nvSpPr>
          <p:spPr bwMode="auto">
            <a:xfrm>
              <a:off x="3560" y="2977"/>
              <a:ext cx="544" cy="1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62" name="Line 24"/>
            <p:cNvSpPr>
              <a:spLocks noChangeShapeType="1"/>
            </p:cNvSpPr>
            <p:nvPr/>
          </p:nvSpPr>
          <p:spPr bwMode="auto">
            <a:xfrm>
              <a:off x="2387" y="3044"/>
              <a:ext cx="538" cy="29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63" name="Line 25"/>
            <p:cNvSpPr>
              <a:spLocks noChangeShapeType="1"/>
            </p:cNvSpPr>
            <p:nvPr/>
          </p:nvSpPr>
          <p:spPr bwMode="auto">
            <a:xfrm>
              <a:off x="3016" y="3385"/>
              <a:ext cx="726" cy="2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64" name="Line 26"/>
            <p:cNvSpPr>
              <a:spLocks noChangeShapeType="1"/>
            </p:cNvSpPr>
            <p:nvPr/>
          </p:nvSpPr>
          <p:spPr bwMode="auto">
            <a:xfrm>
              <a:off x="3878" y="3612"/>
              <a:ext cx="408" cy="4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65" name="Line 27"/>
            <p:cNvSpPr>
              <a:spLocks noChangeShapeType="1"/>
            </p:cNvSpPr>
            <p:nvPr/>
          </p:nvSpPr>
          <p:spPr bwMode="auto">
            <a:xfrm flipV="1">
              <a:off x="2109" y="3067"/>
              <a:ext cx="226" cy="45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2766" name="Oval 28"/>
            <p:cNvSpPr>
              <a:spLocks noChangeArrowheads="1"/>
            </p:cNvSpPr>
            <p:nvPr/>
          </p:nvSpPr>
          <p:spPr bwMode="auto">
            <a:xfrm>
              <a:off x="2199" y="2841"/>
              <a:ext cx="336" cy="336"/>
            </a:xfrm>
            <a:prstGeom prst="ellipse">
              <a:avLst/>
            </a:prstGeom>
            <a:solidFill>
              <a:srgbClr val="FFCCCC"/>
            </a:solid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a:solidFill>
                    <a:schemeClr val="folHlink"/>
                  </a:solidFill>
                  <a:latin typeface="Arial" pitchFamily="34" charset="0"/>
                  <a:ea typeface="宋体" pitchFamily="2" charset="-122"/>
                </a:rPr>
                <a:t>AS</a:t>
              </a:r>
              <a:r>
                <a:rPr kumimoji="1" lang="en-US" altLang="zh-CN" sz="2400" baseline="-25000">
                  <a:solidFill>
                    <a:schemeClr val="folHlink"/>
                  </a:solidFill>
                  <a:latin typeface="Arial" pitchFamily="34" charset="0"/>
                  <a:ea typeface="宋体" pitchFamily="2" charset="-122"/>
                </a:rPr>
                <a:t>1</a:t>
              </a:r>
            </a:p>
          </p:txBody>
        </p:sp>
        <p:sp>
          <p:nvSpPr>
            <p:cNvPr id="202767" name="Oval 29"/>
            <p:cNvSpPr>
              <a:spLocks noChangeArrowheads="1"/>
            </p:cNvSpPr>
            <p:nvPr/>
          </p:nvSpPr>
          <p:spPr bwMode="auto">
            <a:xfrm>
              <a:off x="3360" y="2822"/>
              <a:ext cx="336" cy="336"/>
            </a:xfrm>
            <a:prstGeom prst="ellipse">
              <a:avLst/>
            </a:prstGeom>
            <a:solidFill>
              <a:srgbClr val="FFCCCC"/>
            </a:solid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a:solidFill>
                    <a:schemeClr val="folHlink"/>
                  </a:solidFill>
                  <a:latin typeface="Arial" pitchFamily="34" charset="0"/>
                  <a:ea typeface="宋体" pitchFamily="2" charset="-122"/>
                </a:rPr>
                <a:t>AS</a:t>
              </a:r>
              <a:r>
                <a:rPr kumimoji="1" lang="en-US" altLang="zh-CN" sz="2400" baseline="-25000">
                  <a:solidFill>
                    <a:schemeClr val="folHlink"/>
                  </a:solidFill>
                  <a:latin typeface="Arial" pitchFamily="34" charset="0"/>
                  <a:ea typeface="宋体" pitchFamily="2" charset="-122"/>
                </a:rPr>
                <a:t>2</a:t>
              </a:r>
            </a:p>
          </p:txBody>
        </p:sp>
        <p:sp>
          <p:nvSpPr>
            <p:cNvPr id="202768" name="Oval 30"/>
            <p:cNvSpPr>
              <a:spLocks noChangeArrowheads="1"/>
            </p:cNvSpPr>
            <p:nvPr/>
          </p:nvSpPr>
          <p:spPr bwMode="auto">
            <a:xfrm>
              <a:off x="2819" y="3203"/>
              <a:ext cx="336" cy="336"/>
            </a:xfrm>
            <a:prstGeom prst="ellipse">
              <a:avLst/>
            </a:prstGeom>
            <a:solidFill>
              <a:srgbClr val="FFCCCC"/>
            </a:solid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a:solidFill>
                    <a:schemeClr val="folHlink"/>
                  </a:solidFill>
                  <a:latin typeface="Arial" pitchFamily="34" charset="0"/>
                  <a:ea typeface="宋体" pitchFamily="2" charset="-122"/>
                </a:rPr>
                <a:t>AS</a:t>
              </a:r>
              <a:r>
                <a:rPr kumimoji="1" lang="en-US" altLang="zh-CN" sz="2400" baseline="-25000">
                  <a:solidFill>
                    <a:schemeClr val="folHlink"/>
                  </a:solidFill>
                  <a:latin typeface="Arial" pitchFamily="34" charset="0"/>
                  <a:ea typeface="宋体" pitchFamily="2" charset="-122"/>
                </a:rPr>
                <a:t>3</a:t>
              </a:r>
            </a:p>
          </p:txBody>
        </p:sp>
        <p:sp>
          <p:nvSpPr>
            <p:cNvPr id="202769" name="Oval 31"/>
            <p:cNvSpPr>
              <a:spLocks noChangeArrowheads="1"/>
            </p:cNvSpPr>
            <p:nvPr/>
          </p:nvSpPr>
          <p:spPr bwMode="auto">
            <a:xfrm>
              <a:off x="1927" y="3385"/>
              <a:ext cx="336" cy="336"/>
            </a:xfrm>
            <a:prstGeom prst="ellipse">
              <a:avLst/>
            </a:prstGeom>
            <a:solidFill>
              <a:srgbClr val="FFCCCC"/>
            </a:solid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a:solidFill>
                    <a:schemeClr val="folHlink"/>
                  </a:solidFill>
                  <a:latin typeface="Arial" pitchFamily="34" charset="0"/>
                  <a:ea typeface="宋体" pitchFamily="2" charset="-122"/>
                </a:rPr>
                <a:t>AS</a:t>
              </a:r>
              <a:r>
                <a:rPr kumimoji="1" lang="en-US" altLang="zh-CN" sz="2400" baseline="-25000">
                  <a:solidFill>
                    <a:schemeClr val="folHlink"/>
                  </a:solidFill>
                  <a:latin typeface="Arial" pitchFamily="34" charset="0"/>
                  <a:ea typeface="宋体" pitchFamily="2" charset="-122"/>
                </a:rPr>
                <a:t>4</a:t>
              </a:r>
            </a:p>
          </p:txBody>
        </p:sp>
        <p:sp>
          <p:nvSpPr>
            <p:cNvPr id="202770" name="Oval 32"/>
            <p:cNvSpPr>
              <a:spLocks noChangeArrowheads="1"/>
            </p:cNvSpPr>
            <p:nvPr/>
          </p:nvSpPr>
          <p:spPr bwMode="auto">
            <a:xfrm>
              <a:off x="3632" y="3430"/>
              <a:ext cx="336" cy="336"/>
            </a:xfrm>
            <a:prstGeom prst="ellipse">
              <a:avLst/>
            </a:prstGeom>
            <a:solidFill>
              <a:srgbClr val="FFCCCC"/>
            </a:solid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a:solidFill>
                    <a:schemeClr val="folHlink"/>
                  </a:solidFill>
                  <a:latin typeface="Arial" pitchFamily="34" charset="0"/>
                  <a:ea typeface="宋体" pitchFamily="2" charset="-122"/>
                </a:rPr>
                <a:t>AS</a:t>
              </a:r>
              <a:r>
                <a:rPr kumimoji="1" lang="en-US" altLang="zh-CN" sz="2400" baseline="-25000">
                  <a:solidFill>
                    <a:schemeClr val="folHlink"/>
                  </a:solidFill>
                  <a:latin typeface="Arial" pitchFamily="34" charset="0"/>
                  <a:ea typeface="宋体" pitchFamily="2" charset="-122"/>
                </a:rPr>
                <a:t>5</a:t>
              </a:r>
            </a:p>
          </p:txBody>
        </p:sp>
      </p:grpSp>
    </p:spTree>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p:cNvSpPr>
            <a:spLocks noGrp="1" noChangeArrowheads="1"/>
          </p:cNvSpPr>
          <p:nvPr>
            <p:ph type="title"/>
          </p:nvPr>
        </p:nvSpPr>
        <p:spPr>
          <a:xfrm>
            <a:off x="971550" y="260350"/>
            <a:ext cx="7793038" cy="839788"/>
          </a:xfrm>
        </p:spPr>
        <p:txBody>
          <a:bodyPr/>
          <a:lstStyle/>
          <a:p>
            <a:pPr algn="ctr" eaLnBrk="1" hangingPunct="1"/>
            <a:r>
              <a:rPr lang="en-US" altLang="zh-CN" sz="4000" smtClean="0"/>
              <a:t>BGP </a:t>
            </a:r>
            <a:r>
              <a:rPr lang="zh-CN" altLang="en-US" sz="4000" smtClean="0"/>
              <a:t>发言人交换路径向量 </a:t>
            </a:r>
          </a:p>
        </p:txBody>
      </p:sp>
      <p:sp>
        <p:nvSpPr>
          <p:cNvPr id="203779" name="Line 3"/>
          <p:cNvSpPr>
            <a:spLocks noChangeShapeType="1"/>
          </p:cNvSpPr>
          <p:nvPr/>
        </p:nvSpPr>
        <p:spPr bwMode="auto">
          <a:xfrm flipV="1">
            <a:off x="1863725" y="3625850"/>
            <a:ext cx="1225550" cy="534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3780" name="Line 4"/>
          <p:cNvSpPr>
            <a:spLocks noChangeShapeType="1"/>
          </p:cNvSpPr>
          <p:nvPr/>
        </p:nvSpPr>
        <p:spPr bwMode="auto">
          <a:xfrm>
            <a:off x="1863725" y="4699000"/>
            <a:ext cx="1144588" cy="765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3781" name="Line 5"/>
          <p:cNvSpPr>
            <a:spLocks noChangeShapeType="1"/>
          </p:cNvSpPr>
          <p:nvPr/>
        </p:nvSpPr>
        <p:spPr bwMode="auto">
          <a:xfrm flipV="1">
            <a:off x="4803775" y="3090863"/>
            <a:ext cx="1062038" cy="382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3782" name="Line 6"/>
          <p:cNvSpPr>
            <a:spLocks noChangeShapeType="1"/>
          </p:cNvSpPr>
          <p:nvPr/>
        </p:nvSpPr>
        <p:spPr bwMode="auto">
          <a:xfrm>
            <a:off x="4722813" y="3625850"/>
            <a:ext cx="1062037" cy="4603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3783" name="Line 7"/>
          <p:cNvSpPr>
            <a:spLocks noChangeShapeType="1"/>
          </p:cNvSpPr>
          <p:nvPr/>
        </p:nvSpPr>
        <p:spPr bwMode="auto">
          <a:xfrm flipV="1">
            <a:off x="4803775" y="5003800"/>
            <a:ext cx="1062038" cy="382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3784" name="Line 8"/>
          <p:cNvSpPr>
            <a:spLocks noChangeShapeType="1"/>
          </p:cNvSpPr>
          <p:nvPr/>
        </p:nvSpPr>
        <p:spPr bwMode="auto">
          <a:xfrm>
            <a:off x="4967288" y="5538788"/>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3785" name="Line 9"/>
          <p:cNvSpPr>
            <a:spLocks noChangeShapeType="1"/>
          </p:cNvSpPr>
          <p:nvPr/>
        </p:nvSpPr>
        <p:spPr bwMode="auto">
          <a:xfrm>
            <a:off x="4803775" y="5694363"/>
            <a:ext cx="1062038" cy="304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3786" name="Oval 10"/>
          <p:cNvSpPr>
            <a:spLocks noChangeArrowheads="1"/>
          </p:cNvSpPr>
          <p:nvPr/>
        </p:nvSpPr>
        <p:spPr bwMode="auto">
          <a:xfrm>
            <a:off x="2516188" y="3175000"/>
            <a:ext cx="2616200" cy="688975"/>
          </a:xfrm>
          <a:prstGeom prst="ellipse">
            <a:avLst/>
          </a:prstGeom>
          <a:solidFill>
            <a:srgbClr val="CCEC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3787" name="Oval 11"/>
          <p:cNvSpPr>
            <a:spLocks noChangeArrowheads="1"/>
          </p:cNvSpPr>
          <p:nvPr/>
        </p:nvSpPr>
        <p:spPr bwMode="auto">
          <a:xfrm>
            <a:off x="2516188" y="5151438"/>
            <a:ext cx="2616200" cy="688975"/>
          </a:xfrm>
          <a:prstGeom prst="ellipse">
            <a:avLst/>
          </a:prstGeom>
          <a:solidFill>
            <a:srgbClr val="CCEC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3788" name="Oval 12"/>
          <p:cNvSpPr>
            <a:spLocks noChangeArrowheads="1"/>
          </p:cNvSpPr>
          <p:nvPr/>
        </p:nvSpPr>
        <p:spPr bwMode="auto">
          <a:xfrm>
            <a:off x="228600" y="3933825"/>
            <a:ext cx="2368550" cy="1147763"/>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3789" name="Oval 13"/>
          <p:cNvSpPr>
            <a:spLocks noChangeArrowheads="1"/>
          </p:cNvSpPr>
          <p:nvPr/>
        </p:nvSpPr>
        <p:spPr bwMode="auto">
          <a:xfrm>
            <a:off x="5480050" y="2708275"/>
            <a:ext cx="3268663" cy="84296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aseline="-25000">
              <a:solidFill>
                <a:srgbClr val="333399"/>
              </a:solidFill>
              <a:latin typeface="Arial" pitchFamily="34" charset="0"/>
            </a:endParaRPr>
          </a:p>
        </p:txBody>
      </p:sp>
      <p:sp>
        <p:nvSpPr>
          <p:cNvPr id="203790" name="Oval 14"/>
          <p:cNvSpPr>
            <a:spLocks noChangeArrowheads="1"/>
          </p:cNvSpPr>
          <p:nvPr/>
        </p:nvSpPr>
        <p:spPr bwMode="auto">
          <a:xfrm>
            <a:off x="5457825" y="3652838"/>
            <a:ext cx="3268663" cy="839787"/>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aseline="-25000">
              <a:solidFill>
                <a:srgbClr val="333399"/>
              </a:solidFill>
              <a:latin typeface="Arial" pitchFamily="34" charset="0"/>
            </a:endParaRPr>
          </a:p>
        </p:txBody>
      </p:sp>
      <p:sp>
        <p:nvSpPr>
          <p:cNvPr id="203791" name="Oval 15"/>
          <p:cNvSpPr>
            <a:spLocks noChangeArrowheads="1"/>
          </p:cNvSpPr>
          <p:nvPr/>
        </p:nvSpPr>
        <p:spPr bwMode="auto">
          <a:xfrm>
            <a:off x="5457825" y="4597400"/>
            <a:ext cx="3268663" cy="839788"/>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3792" name="Oval 16"/>
          <p:cNvSpPr>
            <a:spLocks noChangeArrowheads="1"/>
          </p:cNvSpPr>
          <p:nvPr/>
        </p:nvSpPr>
        <p:spPr bwMode="auto">
          <a:xfrm>
            <a:off x="5457825" y="5538788"/>
            <a:ext cx="3268663" cy="84296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3793" name="Text Box 17"/>
          <p:cNvSpPr txBox="1">
            <a:spLocks noChangeArrowheads="1"/>
          </p:cNvSpPr>
          <p:nvPr/>
        </p:nvSpPr>
        <p:spPr bwMode="auto">
          <a:xfrm>
            <a:off x="827088" y="4149725"/>
            <a:ext cx="11239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主干网</a:t>
            </a:r>
          </a:p>
          <a:p>
            <a:pPr eaLnBrk="1" hangingPunct="1"/>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1</a:t>
            </a:r>
            <a:r>
              <a:rPr kumimoji="1" lang="zh-CN" altLang="en-US" sz="2000">
                <a:solidFill>
                  <a:srgbClr val="333399"/>
                </a:solidFill>
                <a:latin typeface="Arial" pitchFamily="34" charset="0"/>
              </a:rPr>
              <a:t>）</a:t>
            </a:r>
          </a:p>
        </p:txBody>
      </p:sp>
      <p:sp>
        <p:nvSpPr>
          <p:cNvPr id="203794" name="Text Box 18"/>
          <p:cNvSpPr txBox="1">
            <a:spLocks noChangeArrowheads="1"/>
          </p:cNvSpPr>
          <p:nvPr/>
        </p:nvSpPr>
        <p:spPr bwMode="auto">
          <a:xfrm>
            <a:off x="3241675" y="3168650"/>
            <a:ext cx="11731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地区 </a:t>
            </a:r>
            <a:r>
              <a:rPr kumimoji="1" lang="en-US" altLang="zh-CN" sz="2000">
                <a:solidFill>
                  <a:srgbClr val="333399"/>
                </a:solidFill>
                <a:latin typeface="Arial" pitchFamily="34" charset="0"/>
              </a:rPr>
              <a:t>ISP</a:t>
            </a:r>
          </a:p>
          <a:p>
            <a:pPr algn="ctr" eaLnBrk="1" hangingPunct="1"/>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2</a:t>
            </a:r>
            <a:r>
              <a:rPr kumimoji="1" lang="zh-CN" altLang="en-US" sz="2000">
                <a:solidFill>
                  <a:srgbClr val="333399"/>
                </a:solidFill>
                <a:latin typeface="Arial" pitchFamily="34" charset="0"/>
              </a:rPr>
              <a:t>）</a:t>
            </a:r>
          </a:p>
        </p:txBody>
      </p:sp>
      <p:sp>
        <p:nvSpPr>
          <p:cNvPr id="203795" name="Text Box 19"/>
          <p:cNvSpPr txBox="1">
            <a:spLocks noChangeArrowheads="1"/>
          </p:cNvSpPr>
          <p:nvPr/>
        </p:nvSpPr>
        <p:spPr bwMode="auto">
          <a:xfrm>
            <a:off x="3241675" y="5145088"/>
            <a:ext cx="1173163" cy="703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地区 </a:t>
            </a:r>
            <a:r>
              <a:rPr kumimoji="1" lang="en-US" altLang="zh-CN" sz="2000">
                <a:solidFill>
                  <a:srgbClr val="333399"/>
                </a:solidFill>
                <a:latin typeface="Arial" pitchFamily="34" charset="0"/>
              </a:rPr>
              <a:t>ISP</a:t>
            </a:r>
          </a:p>
          <a:p>
            <a:pPr algn="ctr" eaLnBrk="1" hangingPunct="1"/>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3</a:t>
            </a:r>
            <a:r>
              <a:rPr kumimoji="1" lang="zh-CN" altLang="en-US" sz="2000">
                <a:solidFill>
                  <a:srgbClr val="333399"/>
                </a:solidFill>
                <a:latin typeface="Arial" pitchFamily="34" charset="0"/>
              </a:rPr>
              <a:t>）</a:t>
            </a:r>
          </a:p>
        </p:txBody>
      </p:sp>
      <p:grpSp>
        <p:nvGrpSpPr>
          <p:cNvPr id="606228" name="Group 20"/>
          <p:cNvGrpSpPr>
            <a:grpSpLocks/>
          </p:cNvGrpSpPr>
          <p:nvPr/>
        </p:nvGrpSpPr>
        <p:grpSpPr bwMode="auto">
          <a:xfrm>
            <a:off x="6037263" y="2762250"/>
            <a:ext cx="2135187" cy="1660525"/>
            <a:chOff x="3803" y="1740"/>
            <a:chExt cx="1345" cy="1046"/>
          </a:xfrm>
        </p:grpSpPr>
        <p:sp>
          <p:nvSpPr>
            <p:cNvPr id="203802" name="Text Box 21"/>
            <p:cNvSpPr txBox="1">
              <a:spLocks noChangeArrowheads="1"/>
            </p:cNvSpPr>
            <p:nvPr/>
          </p:nvSpPr>
          <p:spPr bwMode="auto">
            <a:xfrm>
              <a:off x="3817" y="1740"/>
              <a:ext cx="1331" cy="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4</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1</a:t>
              </a:r>
              <a:r>
                <a:rPr kumimoji="1" lang="zh-CN" altLang="en-US" sz="2000">
                  <a:solidFill>
                    <a:srgbClr val="333399"/>
                  </a:solidFill>
                  <a:latin typeface="Arial" pitchFamily="34" charset="0"/>
                </a:rPr>
                <a:t>， </a:t>
              </a:r>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203803" name="Text Box 22"/>
            <p:cNvSpPr txBox="1">
              <a:spLocks noChangeArrowheads="1"/>
            </p:cNvSpPr>
            <p:nvPr/>
          </p:nvSpPr>
          <p:spPr bwMode="auto">
            <a:xfrm>
              <a:off x="3803" y="2344"/>
              <a:ext cx="1330"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5</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3</a:t>
              </a:r>
              <a:r>
                <a:rPr kumimoji="1" lang="zh-CN" altLang="en-US" sz="2000">
                  <a:solidFill>
                    <a:srgbClr val="333399"/>
                  </a:solidFill>
                  <a:latin typeface="Arial" pitchFamily="34" charset="0"/>
                </a:rPr>
                <a:t>， </a:t>
              </a:r>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4</a:t>
              </a:r>
              <a:endParaRPr kumimoji="1" lang="en-US" altLang="zh-CN" sz="2000">
                <a:solidFill>
                  <a:srgbClr val="333399"/>
                </a:solidFill>
                <a:latin typeface="Arial" pitchFamily="34" charset="0"/>
              </a:endParaRPr>
            </a:p>
          </p:txBody>
        </p:sp>
      </p:grpSp>
      <p:sp>
        <p:nvSpPr>
          <p:cNvPr id="203797" name="Text Box 23"/>
          <p:cNvSpPr txBox="1">
            <a:spLocks noChangeArrowheads="1"/>
          </p:cNvSpPr>
          <p:nvPr/>
        </p:nvSpPr>
        <p:spPr bwMode="auto">
          <a:xfrm>
            <a:off x="6035675" y="4646613"/>
            <a:ext cx="21129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6</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5</a:t>
            </a:r>
            <a:endParaRPr kumimoji="1" lang="en-US" altLang="zh-CN" sz="2000">
              <a:solidFill>
                <a:srgbClr val="333399"/>
              </a:solidFill>
              <a:latin typeface="Arial" pitchFamily="34" charset="0"/>
            </a:endParaRPr>
          </a:p>
        </p:txBody>
      </p:sp>
      <p:sp>
        <p:nvSpPr>
          <p:cNvPr id="203798" name="Text Box 24"/>
          <p:cNvSpPr txBox="1">
            <a:spLocks noChangeArrowheads="1"/>
          </p:cNvSpPr>
          <p:nvPr/>
        </p:nvSpPr>
        <p:spPr bwMode="auto">
          <a:xfrm>
            <a:off x="6053138" y="5627688"/>
            <a:ext cx="211296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7</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6</a:t>
            </a:r>
            <a:r>
              <a:rPr kumimoji="1" lang="zh-CN" altLang="en-US" sz="2000">
                <a:solidFill>
                  <a:srgbClr val="333399"/>
                </a:solidFill>
                <a:latin typeface="Arial" pitchFamily="34" charset="0"/>
              </a:rPr>
              <a:t>， </a:t>
            </a:r>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7</a:t>
            </a:r>
            <a:endParaRPr kumimoji="1" lang="en-US" altLang="zh-CN" sz="2000">
              <a:solidFill>
                <a:srgbClr val="333399"/>
              </a:solidFill>
              <a:latin typeface="Arial" pitchFamily="34" charset="0"/>
            </a:endParaRPr>
          </a:p>
        </p:txBody>
      </p:sp>
      <p:sp>
        <p:nvSpPr>
          <p:cNvPr id="203799" name="Text Box 25"/>
          <p:cNvSpPr txBox="1">
            <a:spLocks noChangeArrowheads="1"/>
          </p:cNvSpPr>
          <p:nvPr/>
        </p:nvSpPr>
        <p:spPr bwMode="auto">
          <a:xfrm>
            <a:off x="611188" y="1393825"/>
            <a:ext cx="8229600" cy="95567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自治系统 </a:t>
            </a:r>
            <a:r>
              <a:rPr lang="en-US" altLang="zh-CN">
                <a:solidFill>
                  <a:srgbClr val="333399"/>
                </a:solidFill>
                <a:latin typeface="Arial" pitchFamily="34" charset="0"/>
              </a:rPr>
              <a:t>AS</a:t>
            </a:r>
            <a:r>
              <a:rPr lang="en-US" altLang="zh-CN" baseline="-25000">
                <a:solidFill>
                  <a:srgbClr val="333399"/>
                </a:solidFill>
                <a:latin typeface="Arial" pitchFamily="34" charset="0"/>
              </a:rPr>
              <a:t>2</a:t>
            </a:r>
            <a:r>
              <a:rPr lang="en-US" altLang="zh-CN">
                <a:solidFill>
                  <a:srgbClr val="333399"/>
                </a:solidFill>
                <a:latin typeface="Arial" pitchFamily="34" charset="0"/>
              </a:rPr>
              <a:t> </a:t>
            </a:r>
            <a:r>
              <a:rPr lang="zh-CN" altLang="en-US">
                <a:solidFill>
                  <a:srgbClr val="333399"/>
                </a:solidFill>
                <a:latin typeface="Arial" pitchFamily="34" charset="0"/>
              </a:rPr>
              <a:t>的 </a:t>
            </a:r>
            <a:r>
              <a:rPr lang="en-US" altLang="zh-CN">
                <a:solidFill>
                  <a:srgbClr val="333399"/>
                </a:solidFill>
                <a:latin typeface="Arial" pitchFamily="34" charset="0"/>
              </a:rPr>
              <a:t>BGP </a:t>
            </a:r>
            <a:r>
              <a:rPr lang="zh-CN" altLang="en-US">
                <a:solidFill>
                  <a:srgbClr val="333399"/>
                </a:solidFill>
                <a:latin typeface="Arial" pitchFamily="34" charset="0"/>
              </a:rPr>
              <a:t>发言人通知主干网的 </a:t>
            </a:r>
            <a:r>
              <a:rPr lang="en-US" altLang="zh-CN">
                <a:solidFill>
                  <a:srgbClr val="333399"/>
                </a:solidFill>
                <a:latin typeface="Arial" pitchFamily="34" charset="0"/>
              </a:rPr>
              <a:t>BGP </a:t>
            </a:r>
            <a:r>
              <a:rPr lang="zh-CN" altLang="en-US">
                <a:solidFill>
                  <a:srgbClr val="333399"/>
                </a:solidFill>
                <a:latin typeface="Arial" pitchFamily="34" charset="0"/>
              </a:rPr>
              <a:t>发言人：“要到达网络 </a:t>
            </a:r>
            <a:r>
              <a:rPr lang="en-US" altLang="zh-CN">
                <a:solidFill>
                  <a:srgbClr val="333399"/>
                </a:solidFill>
                <a:latin typeface="Arial" pitchFamily="34" charset="0"/>
              </a:rPr>
              <a:t>N</a:t>
            </a:r>
            <a:r>
              <a:rPr lang="en-US" altLang="zh-CN" baseline="-25000">
                <a:solidFill>
                  <a:srgbClr val="333399"/>
                </a:solidFill>
                <a:latin typeface="Arial" pitchFamily="34" charset="0"/>
              </a:rPr>
              <a:t>1</a:t>
            </a:r>
            <a:r>
              <a:rPr lang="en-US" altLang="zh-CN">
                <a:solidFill>
                  <a:srgbClr val="333399"/>
                </a:solidFill>
                <a:latin typeface="Arial" pitchFamily="34" charset="0"/>
              </a:rPr>
              <a:t>, N</a:t>
            </a:r>
            <a:r>
              <a:rPr lang="en-US" altLang="zh-CN" baseline="-25000">
                <a:solidFill>
                  <a:srgbClr val="333399"/>
                </a:solidFill>
                <a:latin typeface="Arial" pitchFamily="34" charset="0"/>
              </a:rPr>
              <a:t>2</a:t>
            </a:r>
            <a:r>
              <a:rPr lang="en-US" altLang="zh-CN">
                <a:solidFill>
                  <a:srgbClr val="333399"/>
                </a:solidFill>
                <a:latin typeface="Arial" pitchFamily="34" charset="0"/>
              </a:rPr>
              <a:t>, N</a:t>
            </a:r>
            <a:r>
              <a:rPr lang="en-US" altLang="zh-CN" baseline="-25000">
                <a:solidFill>
                  <a:srgbClr val="333399"/>
                </a:solidFill>
                <a:latin typeface="Arial" pitchFamily="34" charset="0"/>
              </a:rPr>
              <a:t>3 </a:t>
            </a:r>
            <a:r>
              <a:rPr lang="zh-CN" altLang="en-US">
                <a:solidFill>
                  <a:srgbClr val="333399"/>
                </a:solidFill>
                <a:latin typeface="Arial" pitchFamily="34" charset="0"/>
              </a:rPr>
              <a:t>和 </a:t>
            </a:r>
            <a:r>
              <a:rPr lang="en-US" altLang="zh-CN">
                <a:solidFill>
                  <a:srgbClr val="333399"/>
                </a:solidFill>
                <a:latin typeface="Arial" pitchFamily="34" charset="0"/>
              </a:rPr>
              <a:t>N</a:t>
            </a:r>
            <a:r>
              <a:rPr lang="en-US" altLang="zh-CN" baseline="-25000">
                <a:solidFill>
                  <a:srgbClr val="333399"/>
                </a:solidFill>
                <a:latin typeface="Arial" pitchFamily="34" charset="0"/>
              </a:rPr>
              <a:t>4 </a:t>
            </a:r>
            <a:r>
              <a:rPr lang="zh-CN" altLang="en-US">
                <a:solidFill>
                  <a:srgbClr val="333399"/>
                </a:solidFill>
                <a:latin typeface="Arial" pitchFamily="34" charset="0"/>
              </a:rPr>
              <a:t>可经过 </a:t>
            </a:r>
            <a:r>
              <a:rPr lang="en-US" altLang="zh-CN">
                <a:solidFill>
                  <a:srgbClr val="333399"/>
                </a:solidFill>
                <a:latin typeface="Arial" pitchFamily="34" charset="0"/>
              </a:rPr>
              <a:t>AS</a:t>
            </a:r>
            <a:r>
              <a:rPr lang="en-US" altLang="zh-CN" baseline="-25000">
                <a:solidFill>
                  <a:srgbClr val="333399"/>
                </a:solidFill>
                <a:latin typeface="Arial" pitchFamily="34" charset="0"/>
              </a:rPr>
              <a:t>2</a:t>
            </a:r>
            <a:r>
              <a:rPr lang="zh-CN" altLang="en-US">
                <a:solidFill>
                  <a:srgbClr val="333399"/>
                </a:solidFill>
                <a:latin typeface="Arial" pitchFamily="34" charset="0"/>
              </a:rPr>
              <a:t>。” </a:t>
            </a:r>
          </a:p>
        </p:txBody>
      </p:sp>
      <p:sp>
        <p:nvSpPr>
          <p:cNvPr id="203800" name="Line 26"/>
          <p:cNvSpPr>
            <a:spLocks noChangeShapeType="1"/>
          </p:cNvSpPr>
          <p:nvPr/>
        </p:nvSpPr>
        <p:spPr bwMode="auto">
          <a:xfrm>
            <a:off x="3779838" y="2349500"/>
            <a:ext cx="0" cy="86360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6235" name="AutoShape 27"/>
          <p:cNvSpPr>
            <a:spLocks noChangeArrowheads="1"/>
          </p:cNvSpPr>
          <p:nvPr/>
        </p:nvSpPr>
        <p:spPr bwMode="auto">
          <a:xfrm rot="9284754">
            <a:off x="1692275" y="3500438"/>
            <a:ext cx="1655763" cy="72072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4853 h 21600"/>
              <a:gd name="T14" fmla="*/ 17210 w 21600"/>
              <a:gd name="T15" fmla="*/ 16747 h 21600"/>
            </a:gdLst>
            <a:ahLst/>
            <a:cxnLst>
              <a:cxn ang="T8">
                <a:pos x="T0" y="T1"/>
              </a:cxn>
              <a:cxn ang="T9">
                <a:pos x="T2" y="T3"/>
              </a:cxn>
              <a:cxn ang="T10">
                <a:pos x="T4" y="T5"/>
              </a:cxn>
              <a:cxn ang="T11">
                <a:pos x="T6" y="T7"/>
              </a:cxn>
            </a:cxnLst>
            <a:rect l="T12" t="T13" r="T14" b="T15"/>
            <a:pathLst>
              <a:path w="21600" h="21600">
                <a:moveTo>
                  <a:pt x="13627" y="0"/>
                </a:moveTo>
                <a:lnTo>
                  <a:pt x="13627" y="4853"/>
                </a:lnTo>
                <a:lnTo>
                  <a:pt x="3375" y="4853"/>
                </a:lnTo>
                <a:lnTo>
                  <a:pt x="3375" y="16747"/>
                </a:lnTo>
                <a:lnTo>
                  <a:pt x="13627" y="16747"/>
                </a:lnTo>
                <a:lnTo>
                  <a:pt x="13627" y="21600"/>
                </a:lnTo>
                <a:lnTo>
                  <a:pt x="21600" y="10800"/>
                </a:lnTo>
                <a:lnTo>
                  <a:pt x="13627" y="0"/>
                </a:lnTo>
                <a:close/>
              </a:path>
              <a:path w="21600" h="21600">
                <a:moveTo>
                  <a:pt x="1350" y="4853"/>
                </a:moveTo>
                <a:lnTo>
                  <a:pt x="1350" y="16747"/>
                </a:lnTo>
                <a:lnTo>
                  <a:pt x="2700" y="16747"/>
                </a:lnTo>
                <a:lnTo>
                  <a:pt x="2700" y="4853"/>
                </a:lnTo>
                <a:lnTo>
                  <a:pt x="1350" y="4853"/>
                </a:lnTo>
                <a:close/>
              </a:path>
              <a:path w="21600" h="21600">
                <a:moveTo>
                  <a:pt x="0" y="4853"/>
                </a:moveTo>
                <a:lnTo>
                  <a:pt x="0" y="16747"/>
                </a:lnTo>
                <a:lnTo>
                  <a:pt x="675" y="16747"/>
                </a:lnTo>
                <a:lnTo>
                  <a:pt x="675" y="4853"/>
                </a:lnTo>
                <a:lnTo>
                  <a:pt x="0" y="4853"/>
                </a:lnTo>
                <a:close/>
              </a:path>
            </a:pathLst>
          </a:cu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606228"/>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22" presetClass="entr" presetSubtype="2" repeatCount="3000" fill="hold" grpId="0" nodeType="afterEffect">
                                  <p:stCondLst>
                                    <p:cond delay="0"/>
                                  </p:stCondLst>
                                  <p:childTnLst>
                                    <p:set>
                                      <p:cBhvr>
                                        <p:cTn id="9" dur="1" fill="hold">
                                          <p:stCondLst>
                                            <p:cond delay="0"/>
                                          </p:stCondLst>
                                        </p:cTn>
                                        <p:tgtEl>
                                          <p:spTgt spid="606235"/>
                                        </p:tgtEl>
                                        <p:attrNameLst>
                                          <p:attrName>style.visibility</p:attrName>
                                        </p:attrNameLst>
                                      </p:cBhvr>
                                      <p:to>
                                        <p:strVal val="visible"/>
                                      </p:to>
                                    </p:set>
                                    <p:animEffect transition="in" filter="wipe(right)">
                                      <p:cBhvr>
                                        <p:cTn id="10" dur="1000"/>
                                        <p:tgtEl>
                                          <p:spTgt spid="606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6235"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2"/>
          <p:cNvSpPr>
            <a:spLocks noGrp="1" noChangeArrowheads="1"/>
          </p:cNvSpPr>
          <p:nvPr>
            <p:ph type="title"/>
          </p:nvPr>
        </p:nvSpPr>
        <p:spPr>
          <a:xfrm>
            <a:off x="971550" y="260350"/>
            <a:ext cx="7793038" cy="839788"/>
          </a:xfrm>
        </p:spPr>
        <p:txBody>
          <a:bodyPr/>
          <a:lstStyle/>
          <a:p>
            <a:pPr algn="ctr" eaLnBrk="1" hangingPunct="1"/>
            <a:r>
              <a:rPr lang="en-US" altLang="zh-CN" sz="4000" smtClean="0"/>
              <a:t>BGP </a:t>
            </a:r>
            <a:r>
              <a:rPr lang="zh-CN" altLang="en-US" sz="4000" smtClean="0"/>
              <a:t>发言人交换路径向量 </a:t>
            </a:r>
          </a:p>
        </p:txBody>
      </p:sp>
      <p:sp>
        <p:nvSpPr>
          <p:cNvPr id="204803" name="Line 3"/>
          <p:cNvSpPr>
            <a:spLocks noChangeShapeType="1"/>
          </p:cNvSpPr>
          <p:nvPr/>
        </p:nvSpPr>
        <p:spPr bwMode="auto">
          <a:xfrm flipV="1">
            <a:off x="1863725" y="3625850"/>
            <a:ext cx="1225550" cy="534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04" name="Line 4"/>
          <p:cNvSpPr>
            <a:spLocks noChangeShapeType="1"/>
          </p:cNvSpPr>
          <p:nvPr/>
        </p:nvSpPr>
        <p:spPr bwMode="auto">
          <a:xfrm>
            <a:off x="1863725" y="4699000"/>
            <a:ext cx="1144588" cy="765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05" name="Line 5"/>
          <p:cNvSpPr>
            <a:spLocks noChangeShapeType="1"/>
          </p:cNvSpPr>
          <p:nvPr/>
        </p:nvSpPr>
        <p:spPr bwMode="auto">
          <a:xfrm flipV="1">
            <a:off x="4803775" y="3090863"/>
            <a:ext cx="1062038" cy="382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06" name="Line 6"/>
          <p:cNvSpPr>
            <a:spLocks noChangeShapeType="1"/>
          </p:cNvSpPr>
          <p:nvPr/>
        </p:nvSpPr>
        <p:spPr bwMode="auto">
          <a:xfrm>
            <a:off x="4722813" y="3625850"/>
            <a:ext cx="1062037" cy="4603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07" name="Line 7"/>
          <p:cNvSpPr>
            <a:spLocks noChangeShapeType="1"/>
          </p:cNvSpPr>
          <p:nvPr/>
        </p:nvSpPr>
        <p:spPr bwMode="auto">
          <a:xfrm flipV="1">
            <a:off x="4803775" y="5003800"/>
            <a:ext cx="1062038" cy="382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08" name="Line 8"/>
          <p:cNvSpPr>
            <a:spLocks noChangeShapeType="1"/>
          </p:cNvSpPr>
          <p:nvPr/>
        </p:nvSpPr>
        <p:spPr bwMode="auto">
          <a:xfrm>
            <a:off x="4967288" y="5538788"/>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09" name="Line 9"/>
          <p:cNvSpPr>
            <a:spLocks noChangeShapeType="1"/>
          </p:cNvSpPr>
          <p:nvPr/>
        </p:nvSpPr>
        <p:spPr bwMode="auto">
          <a:xfrm>
            <a:off x="4803775" y="5694363"/>
            <a:ext cx="1062038" cy="304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10" name="Oval 10"/>
          <p:cNvSpPr>
            <a:spLocks noChangeArrowheads="1"/>
          </p:cNvSpPr>
          <p:nvPr/>
        </p:nvSpPr>
        <p:spPr bwMode="auto">
          <a:xfrm>
            <a:off x="2516188" y="3175000"/>
            <a:ext cx="2616200" cy="688975"/>
          </a:xfrm>
          <a:prstGeom prst="ellipse">
            <a:avLst/>
          </a:prstGeom>
          <a:solidFill>
            <a:srgbClr val="CCEC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4811" name="Oval 11"/>
          <p:cNvSpPr>
            <a:spLocks noChangeArrowheads="1"/>
          </p:cNvSpPr>
          <p:nvPr/>
        </p:nvSpPr>
        <p:spPr bwMode="auto">
          <a:xfrm>
            <a:off x="2516188" y="5151438"/>
            <a:ext cx="2616200" cy="688975"/>
          </a:xfrm>
          <a:prstGeom prst="ellipse">
            <a:avLst/>
          </a:prstGeom>
          <a:solidFill>
            <a:srgbClr val="CCEC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4812" name="Oval 12"/>
          <p:cNvSpPr>
            <a:spLocks noChangeArrowheads="1"/>
          </p:cNvSpPr>
          <p:nvPr/>
        </p:nvSpPr>
        <p:spPr bwMode="auto">
          <a:xfrm>
            <a:off x="228600" y="3933825"/>
            <a:ext cx="2368550" cy="1147763"/>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grpSp>
        <p:nvGrpSpPr>
          <p:cNvPr id="204813" name="Group 13"/>
          <p:cNvGrpSpPr>
            <a:grpSpLocks/>
          </p:cNvGrpSpPr>
          <p:nvPr/>
        </p:nvGrpSpPr>
        <p:grpSpPr bwMode="auto">
          <a:xfrm>
            <a:off x="5457825" y="2708275"/>
            <a:ext cx="3290888" cy="1784350"/>
            <a:chOff x="3438" y="1706"/>
            <a:chExt cx="2073" cy="1124"/>
          </a:xfrm>
        </p:grpSpPr>
        <p:sp>
          <p:nvSpPr>
            <p:cNvPr id="204829" name="Oval 14"/>
            <p:cNvSpPr>
              <a:spLocks noChangeArrowheads="1"/>
            </p:cNvSpPr>
            <p:nvPr/>
          </p:nvSpPr>
          <p:spPr bwMode="auto">
            <a:xfrm>
              <a:off x="3452" y="1706"/>
              <a:ext cx="2059" cy="531"/>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aseline="-25000">
                <a:solidFill>
                  <a:srgbClr val="333399"/>
                </a:solidFill>
                <a:latin typeface="Arial" pitchFamily="34" charset="0"/>
              </a:endParaRPr>
            </a:p>
          </p:txBody>
        </p:sp>
        <p:sp>
          <p:nvSpPr>
            <p:cNvPr id="204830" name="Oval 15"/>
            <p:cNvSpPr>
              <a:spLocks noChangeArrowheads="1"/>
            </p:cNvSpPr>
            <p:nvPr/>
          </p:nvSpPr>
          <p:spPr bwMode="auto">
            <a:xfrm>
              <a:off x="3438" y="2301"/>
              <a:ext cx="2059" cy="529"/>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aseline="-25000">
                <a:solidFill>
                  <a:srgbClr val="333399"/>
                </a:solidFill>
                <a:latin typeface="Arial" pitchFamily="34" charset="0"/>
              </a:endParaRPr>
            </a:p>
          </p:txBody>
        </p:sp>
      </p:grpSp>
      <p:sp>
        <p:nvSpPr>
          <p:cNvPr id="204814" name="Oval 16"/>
          <p:cNvSpPr>
            <a:spLocks noChangeArrowheads="1"/>
          </p:cNvSpPr>
          <p:nvPr/>
        </p:nvSpPr>
        <p:spPr bwMode="auto">
          <a:xfrm>
            <a:off x="5457825" y="4597400"/>
            <a:ext cx="3268663" cy="839788"/>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4815" name="Oval 17"/>
          <p:cNvSpPr>
            <a:spLocks noChangeArrowheads="1"/>
          </p:cNvSpPr>
          <p:nvPr/>
        </p:nvSpPr>
        <p:spPr bwMode="auto">
          <a:xfrm>
            <a:off x="5457825" y="5538788"/>
            <a:ext cx="3268663" cy="842962"/>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4816" name="Text Box 18"/>
          <p:cNvSpPr txBox="1">
            <a:spLocks noChangeArrowheads="1"/>
          </p:cNvSpPr>
          <p:nvPr/>
        </p:nvSpPr>
        <p:spPr bwMode="auto">
          <a:xfrm>
            <a:off x="827088" y="4149725"/>
            <a:ext cx="11239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主干网</a:t>
            </a:r>
          </a:p>
          <a:p>
            <a:pPr eaLnBrk="1" hangingPunct="1"/>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1</a:t>
            </a:r>
            <a:r>
              <a:rPr kumimoji="1" lang="zh-CN" altLang="en-US" sz="2000">
                <a:solidFill>
                  <a:srgbClr val="333399"/>
                </a:solidFill>
                <a:latin typeface="Arial" pitchFamily="34" charset="0"/>
              </a:rPr>
              <a:t>）</a:t>
            </a:r>
          </a:p>
        </p:txBody>
      </p:sp>
      <p:sp>
        <p:nvSpPr>
          <p:cNvPr id="204817" name="Text Box 19"/>
          <p:cNvSpPr txBox="1">
            <a:spLocks noChangeArrowheads="1"/>
          </p:cNvSpPr>
          <p:nvPr/>
        </p:nvSpPr>
        <p:spPr bwMode="auto">
          <a:xfrm>
            <a:off x="3241675" y="3168650"/>
            <a:ext cx="11731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地区 </a:t>
            </a:r>
            <a:r>
              <a:rPr kumimoji="1" lang="en-US" altLang="zh-CN" sz="2000">
                <a:solidFill>
                  <a:srgbClr val="333399"/>
                </a:solidFill>
                <a:latin typeface="Arial" pitchFamily="34" charset="0"/>
              </a:rPr>
              <a:t>ISP</a:t>
            </a:r>
          </a:p>
          <a:p>
            <a:pPr algn="ctr" eaLnBrk="1" hangingPunct="1"/>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2</a:t>
            </a:r>
            <a:r>
              <a:rPr kumimoji="1" lang="zh-CN" altLang="en-US" sz="2000">
                <a:solidFill>
                  <a:srgbClr val="333399"/>
                </a:solidFill>
                <a:latin typeface="Arial" pitchFamily="34" charset="0"/>
              </a:rPr>
              <a:t>）</a:t>
            </a:r>
          </a:p>
        </p:txBody>
      </p:sp>
      <p:sp>
        <p:nvSpPr>
          <p:cNvPr id="204818" name="Text Box 20"/>
          <p:cNvSpPr txBox="1">
            <a:spLocks noChangeArrowheads="1"/>
          </p:cNvSpPr>
          <p:nvPr/>
        </p:nvSpPr>
        <p:spPr bwMode="auto">
          <a:xfrm>
            <a:off x="3241675" y="5145088"/>
            <a:ext cx="1173163" cy="703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地区 </a:t>
            </a:r>
            <a:r>
              <a:rPr kumimoji="1" lang="en-US" altLang="zh-CN" sz="2000">
                <a:solidFill>
                  <a:srgbClr val="333399"/>
                </a:solidFill>
                <a:latin typeface="Arial" pitchFamily="34" charset="0"/>
              </a:rPr>
              <a:t>ISP</a:t>
            </a:r>
          </a:p>
          <a:p>
            <a:pPr algn="ctr" eaLnBrk="1" hangingPunct="1"/>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3</a:t>
            </a:r>
            <a:r>
              <a:rPr kumimoji="1" lang="zh-CN" altLang="en-US" sz="2000">
                <a:solidFill>
                  <a:srgbClr val="333399"/>
                </a:solidFill>
                <a:latin typeface="Arial" pitchFamily="34" charset="0"/>
              </a:rPr>
              <a:t>）</a:t>
            </a:r>
          </a:p>
        </p:txBody>
      </p:sp>
      <p:sp>
        <p:nvSpPr>
          <p:cNvPr id="204819" name="Text Box 21"/>
          <p:cNvSpPr txBox="1">
            <a:spLocks noChangeArrowheads="1"/>
          </p:cNvSpPr>
          <p:nvPr/>
        </p:nvSpPr>
        <p:spPr bwMode="auto">
          <a:xfrm>
            <a:off x="6059488" y="2762250"/>
            <a:ext cx="2112962"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4</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1</a:t>
            </a:r>
            <a:r>
              <a:rPr kumimoji="1" lang="zh-CN" altLang="en-US" sz="2000">
                <a:solidFill>
                  <a:srgbClr val="333399"/>
                </a:solidFill>
                <a:latin typeface="Arial" pitchFamily="34" charset="0"/>
              </a:rPr>
              <a:t>， </a:t>
            </a:r>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204820" name="Text Box 22"/>
          <p:cNvSpPr txBox="1">
            <a:spLocks noChangeArrowheads="1"/>
          </p:cNvSpPr>
          <p:nvPr/>
        </p:nvSpPr>
        <p:spPr bwMode="auto">
          <a:xfrm>
            <a:off x="6037263" y="3721100"/>
            <a:ext cx="21113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5</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3</a:t>
            </a:r>
            <a:r>
              <a:rPr kumimoji="1" lang="zh-CN" altLang="en-US" sz="2000">
                <a:solidFill>
                  <a:srgbClr val="333399"/>
                </a:solidFill>
                <a:latin typeface="Arial" pitchFamily="34" charset="0"/>
              </a:rPr>
              <a:t>， </a:t>
            </a:r>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4</a:t>
            </a:r>
            <a:endParaRPr kumimoji="1" lang="en-US" altLang="zh-CN" sz="2000">
              <a:solidFill>
                <a:srgbClr val="333399"/>
              </a:solidFill>
              <a:latin typeface="Arial" pitchFamily="34" charset="0"/>
            </a:endParaRPr>
          </a:p>
        </p:txBody>
      </p:sp>
      <p:grpSp>
        <p:nvGrpSpPr>
          <p:cNvPr id="607255" name="Group 23"/>
          <p:cNvGrpSpPr>
            <a:grpSpLocks/>
          </p:cNvGrpSpPr>
          <p:nvPr/>
        </p:nvGrpSpPr>
        <p:grpSpPr bwMode="auto">
          <a:xfrm>
            <a:off x="6035675" y="4646613"/>
            <a:ext cx="2130425" cy="1682750"/>
            <a:chOff x="3802" y="2927"/>
            <a:chExt cx="1342" cy="1060"/>
          </a:xfrm>
        </p:grpSpPr>
        <p:sp>
          <p:nvSpPr>
            <p:cNvPr id="204827" name="Text Box 24"/>
            <p:cNvSpPr txBox="1">
              <a:spLocks noChangeArrowheads="1"/>
            </p:cNvSpPr>
            <p:nvPr/>
          </p:nvSpPr>
          <p:spPr bwMode="auto">
            <a:xfrm>
              <a:off x="3802" y="2927"/>
              <a:ext cx="1331"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6</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5</a:t>
              </a:r>
              <a:endParaRPr kumimoji="1" lang="en-US" altLang="zh-CN" sz="2000">
                <a:solidFill>
                  <a:srgbClr val="333399"/>
                </a:solidFill>
                <a:latin typeface="Arial" pitchFamily="34" charset="0"/>
              </a:endParaRPr>
            </a:p>
          </p:txBody>
        </p:sp>
        <p:sp>
          <p:nvSpPr>
            <p:cNvPr id="204828" name="Text Box 25"/>
            <p:cNvSpPr txBox="1">
              <a:spLocks noChangeArrowheads="1"/>
            </p:cNvSpPr>
            <p:nvPr/>
          </p:nvSpPr>
          <p:spPr bwMode="auto">
            <a:xfrm>
              <a:off x="3813" y="3545"/>
              <a:ext cx="1331"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sz="2000">
                  <a:solidFill>
                    <a:srgbClr val="333399"/>
                  </a:solidFill>
                  <a:latin typeface="Arial" pitchFamily="34" charset="0"/>
                </a:rPr>
                <a:t>本地 </a:t>
              </a:r>
              <a:r>
                <a:rPr kumimoji="1" lang="en-US" altLang="zh-CN" sz="2000">
                  <a:solidFill>
                    <a:srgbClr val="333399"/>
                  </a:solidFill>
                  <a:latin typeface="Arial" pitchFamily="34" charset="0"/>
                </a:rPr>
                <a:t>ISP</a:t>
              </a:r>
              <a:r>
                <a:rPr kumimoji="1" lang="zh-CN" altLang="en-US" sz="2000">
                  <a:solidFill>
                    <a:srgbClr val="333399"/>
                  </a:solidFill>
                  <a:latin typeface="Arial" pitchFamily="34" charset="0"/>
                </a:rPr>
                <a:t>（</a:t>
              </a:r>
              <a:r>
                <a:rPr kumimoji="1" lang="en-US" altLang="zh-CN" sz="2000">
                  <a:solidFill>
                    <a:srgbClr val="333399"/>
                  </a:solidFill>
                  <a:latin typeface="Arial" pitchFamily="34" charset="0"/>
                </a:rPr>
                <a:t>AS</a:t>
              </a:r>
              <a:r>
                <a:rPr kumimoji="1" lang="en-US" altLang="zh-CN" sz="2000" baseline="-25000">
                  <a:solidFill>
                    <a:srgbClr val="333399"/>
                  </a:solidFill>
                  <a:latin typeface="Arial" pitchFamily="34" charset="0"/>
                </a:rPr>
                <a:t>7</a:t>
              </a:r>
              <a:r>
                <a:rPr kumimoji="1" lang="zh-CN" altLang="en-US" sz="2000">
                  <a:solidFill>
                    <a:srgbClr val="333399"/>
                  </a:solidFill>
                  <a:latin typeface="Arial" pitchFamily="34" charset="0"/>
                </a:rPr>
                <a:t>）</a:t>
              </a:r>
            </a:p>
            <a:p>
              <a:pPr algn="ctr" eaLnBrk="1" hangingPunct="1"/>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6</a:t>
              </a:r>
              <a:r>
                <a:rPr kumimoji="1" lang="zh-CN" altLang="en-US" sz="2000">
                  <a:solidFill>
                    <a:srgbClr val="333399"/>
                  </a:solidFill>
                  <a:latin typeface="Arial" pitchFamily="34" charset="0"/>
                </a:rPr>
                <a:t>， </a:t>
              </a:r>
              <a:r>
                <a:rPr kumimoji="1" lang="en-US" altLang="zh-CN" sz="2000">
                  <a:solidFill>
                    <a:srgbClr val="333399"/>
                  </a:solidFill>
                  <a:latin typeface="Arial" pitchFamily="34" charset="0"/>
                </a:rPr>
                <a:t>N</a:t>
              </a:r>
              <a:r>
                <a:rPr kumimoji="1" lang="en-US" altLang="zh-CN" sz="2000" baseline="-25000">
                  <a:solidFill>
                    <a:srgbClr val="333399"/>
                  </a:solidFill>
                  <a:latin typeface="Arial" pitchFamily="34" charset="0"/>
                </a:rPr>
                <a:t>7</a:t>
              </a:r>
              <a:endParaRPr kumimoji="1" lang="en-US" altLang="zh-CN" sz="2000">
                <a:solidFill>
                  <a:srgbClr val="333399"/>
                </a:solidFill>
                <a:latin typeface="Arial" pitchFamily="34" charset="0"/>
              </a:endParaRPr>
            </a:p>
          </p:txBody>
        </p:sp>
      </p:grpSp>
      <p:sp>
        <p:nvSpPr>
          <p:cNvPr id="204822" name="Text Box 26"/>
          <p:cNvSpPr txBox="1">
            <a:spLocks noChangeArrowheads="1"/>
          </p:cNvSpPr>
          <p:nvPr/>
        </p:nvSpPr>
        <p:spPr bwMode="auto">
          <a:xfrm>
            <a:off x="611188" y="1393825"/>
            <a:ext cx="8229600" cy="95567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zh-CN" altLang="en-US">
                <a:solidFill>
                  <a:srgbClr val="333399"/>
                </a:solidFill>
                <a:latin typeface="Arial" pitchFamily="34" charset="0"/>
              </a:rPr>
              <a:t>主干网还可发出通知：“要到达网络 </a:t>
            </a:r>
            <a:r>
              <a:rPr lang="en-US" altLang="zh-CN">
                <a:solidFill>
                  <a:srgbClr val="333399"/>
                </a:solidFill>
                <a:latin typeface="Arial" pitchFamily="34" charset="0"/>
              </a:rPr>
              <a:t>N</a:t>
            </a:r>
            <a:r>
              <a:rPr lang="en-US" altLang="zh-CN" baseline="-25000">
                <a:solidFill>
                  <a:srgbClr val="333399"/>
                </a:solidFill>
                <a:latin typeface="Arial" pitchFamily="34" charset="0"/>
              </a:rPr>
              <a:t>5</a:t>
            </a:r>
            <a:r>
              <a:rPr lang="en-US" altLang="zh-CN">
                <a:solidFill>
                  <a:srgbClr val="333399"/>
                </a:solidFill>
                <a:latin typeface="Arial" pitchFamily="34" charset="0"/>
              </a:rPr>
              <a:t>, N</a:t>
            </a:r>
            <a:r>
              <a:rPr lang="en-US" altLang="zh-CN" baseline="-25000">
                <a:solidFill>
                  <a:srgbClr val="333399"/>
                </a:solidFill>
                <a:latin typeface="Arial" pitchFamily="34" charset="0"/>
              </a:rPr>
              <a:t>6 </a:t>
            </a:r>
            <a:r>
              <a:rPr lang="zh-CN" altLang="en-US">
                <a:solidFill>
                  <a:srgbClr val="333399"/>
                </a:solidFill>
                <a:latin typeface="Arial" pitchFamily="34" charset="0"/>
              </a:rPr>
              <a:t>和 </a:t>
            </a:r>
            <a:r>
              <a:rPr lang="en-US" altLang="zh-CN">
                <a:solidFill>
                  <a:srgbClr val="333399"/>
                </a:solidFill>
                <a:latin typeface="Arial" pitchFamily="34" charset="0"/>
              </a:rPr>
              <a:t>N</a:t>
            </a:r>
            <a:r>
              <a:rPr lang="en-US" altLang="zh-CN" baseline="-25000">
                <a:solidFill>
                  <a:srgbClr val="333399"/>
                </a:solidFill>
                <a:latin typeface="Arial" pitchFamily="34" charset="0"/>
              </a:rPr>
              <a:t>7 </a:t>
            </a:r>
            <a:r>
              <a:rPr lang="zh-CN" altLang="en-US">
                <a:solidFill>
                  <a:srgbClr val="333399"/>
                </a:solidFill>
                <a:latin typeface="Arial" pitchFamily="34" charset="0"/>
              </a:rPr>
              <a:t>可沿路径（</a:t>
            </a:r>
            <a:r>
              <a:rPr lang="en-US" altLang="zh-CN">
                <a:solidFill>
                  <a:srgbClr val="333399"/>
                </a:solidFill>
                <a:latin typeface="Arial" pitchFamily="34" charset="0"/>
              </a:rPr>
              <a:t>AS</a:t>
            </a:r>
            <a:r>
              <a:rPr lang="en-US" altLang="zh-CN" baseline="-25000">
                <a:solidFill>
                  <a:srgbClr val="333399"/>
                </a:solidFill>
                <a:latin typeface="Arial" pitchFamily="34" charset="0"/>
              </a:rPr>
              <a:t>1</a:t>
            </a:r>
            <a:r>
              <a:rPr lang="en-US" altLang="zh-CN">
                <a:solidFill>
                  <a:srgbClr val="333399"/>
                </a:solidFill>
                <a:latin typeface="Arial" pitchFamily="34" charset="0"/>
              </a:rPr>
              <a:t>, AS</a:t>
            </a:r>
            <a:r>
              <a:rPr lang="en-US" altLang="zh-CN" baseline="-25000">
                <a:solidFill>
                  <a:srgbClr val="333399"/>
                </a:solidFill>
                <a:latin typeface="Arial" pitchFamily="34" charset="0"/>
              </a:rPr>
              <a:t>3</a:t>
            </a:r>
            <a:r>
              <a:rPr lang="zh-CN" altLang="en-US">
                <a:solidFill>
                  <a:srgbClr val="333399"/>
                </a:solidFill>
                <a:latin typeface="Arial" pitchFamily="34" charset="0"/>
              </a:rPr>
              <a:t>）。” </a:t>
            </a:r>
          </a:p>
        </p:txBody>
      </p:sp>
      <p:sp>
        <p:nvSpPr>
          <p:cNvPr id="204823" name="Line 27"/>
          <p:cNvSpPr>
            <a:spLocks noChangeShapeType="1"/>
          </p:cNvSpPr>
          <p:nvPr/>
        </p:nvSpPr>
        <p:spPr bwMode="auto">
          <a:xfrm>
            <a:off x="1403350" y="2349500"/>
            <a:ext cx="0" cy="1584325"/>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607260" name="Group 28"/>
          <p:cNvGrpSpPr>
            <a:grpSpLocks/>
          </p:cNvGrpSpPr>
          <p:nvPr/>
        </p:nvGrpSpPr>
        <p:grpSpPr bwMode="auto">
          <a:xfrm>
            <a:off x="1763713" y="3644900"/>
            <a:ext cx="1584325" cy="1966913"/>
            <a:chOff x="1111" y="2296"/>
            <a:chExt cx="998" cy="1239"/>
          </a:xfrm>
        </p:grpSpPr>
        <p:sp>
          <p:nvSpPr>
            <p:cNvPr id="204825" name="Line 29"/>
            <p:cNvSpPr>
              <a:spLocks noChangeShapeType="1"/>
            </p:cNvSpPr>
            <p:nvPr/>
          </p:nvSpPr>
          <p:spPr bwMode="auto">
            <a:xfrm rot="10800000" flipH="1">
              <a:off x="1156" y="2296"/>
              <a:ext cx="953" cy="408"/>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4826" name="Line 30"/>
            <p:cNvSpPr>
              <a:spLocks noChangeShapeType="1"/>
            </p:cNvSpPr>
            <p:nvPr/>
          </p:nvSpPr>
          <p:spPr bwMode="auto">
            <a:xfrm rot="10800000" flipH="1" flipV="1">
              <a:off x="1111" y="2976"/>
              <a:ext cx="843" cy="559"/>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607255"/>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607260"/>
                                        </p:tgtEl>
                                        <p:attrNameLst>
                                          <p:attrName>style.visibility</p:attrName>
                                        </p:attrNameLst>
                                      </p:cBhvr>
                                      <p:to>
                                        <p:strVal val="visible"/>
                                      </p:to>
                                    </p:set>
                                    <p:animEffect transition="in" filter="wipe(left)">
                                      <p:cBhvr>
                                        <p:cTn id="10" dur="1000"/>
                                        <p:tgtEl>
                                          <p:spTgt spid="607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2"/>
          <p:cNvSpPr>
            <a:spLocks noGrp="1" noChangeArrowheads="1"/>
          </p:cNvSpPr>
          <p:nvPr>
            <p:ph type="title"/>
          </p:nvPr>
        </p:nvSpPr>
        <p:spPr>
          <a:xfrm>
            <a:off x="1150938" y="214313"/>
            <a:ext cx="7021512" cy="1462087"/>
          </a:xfrm>
        </p:spPr>
        <p:txBody>
          <a:bodyPr/>
          <a:lstStyle/>
          <a:p>
            <a:pPr algn="ctr" eaLnBrk="1" hangingPunct="1"/>
            <a:r>
              <a:rPr lang="en-US" altLang="zh-CN" smtClean="0"/>
              <a:t>BGP </a:t>
            </a:r>
            <a:r>
              <a:rPr lang="zh-CN" altLang="en-US" smtClean="0"/>
              <a:t>协议的特点</a:t>
            </a:r>
          </a:p>
        </p:txBody>
      </p:sp>
      <p:sp>
        <p:nvSpPr>
          <p:cNvPr id="608259" name="Rectangle 3"/>
          <p:cNvSpPr>
            <a:spLocks noGrp="1" noChangeArrowheads="1"/>
          </p:cNvSpPr>
          <p:nvPr>
            <p:ph type="body" idx="1"/>
          </p:nvPr>
        </p:nvSpPr>
        <p:spPr>
          <a:xfrm>
            <a:off x="1042988" y="1978025"/>
            <a:ext cx="7772400" cy="4114800"/>
          </a:xfrm>
        </p:spPr>
        <p:txBody>
          <a:bodyPr/>
          <a:lstStyle/>
          <a:p>
            <a:pPr eaLnBrk="1" hangingPunct="1"/>
            <a:r>
              <a:rPr lang="en-US" altLang="zh-CN" smtClean="0"/>
              <a:t>BGP </a:t>
            </a:r>
            <a:r>
              <a:rPr lang="zh-CN" altLang="en-US" smtClean="0"/>
              <a:t>协议交换路由信息的结点数量级是</a:t>
            </a:r>
            <a:r>
              <a:rPr lang="zh-CN" altLang="en-US" smtClean="0">
                <a:solidFill>
                  <a:schemeClr val="hlink"/>
                </a:solidFill>
              </a:rPr>
              <a:t>自治系统数的量级</a:t>
            </a:r>
            <a:r>
              <a:rPr lang="zh-CN" altLang="en-US" smtClean="0"/>
              <a:t>，这要比这些自治系统中的网络数少很多。</a:t>
            </a:r>
          </a:p>
          <a:p>
            <a:pPr eaLnBrk="1" hangingPunct="1"/>
            <a:r>
              <a:rPr lang="zh-CN" altLang="en-US" smtClean="0"/>
              <a:t>每一个自治系统中 </a:t>
            </a:r>
            <a:r>
              <a:rPr lang="en-US" altLang="zh-CN" smtClean="0"/>
              <a:t>BGP </a:t>
            </a:r>
            <a:r>
              <a:rPr lang="zh-CN" altLang="en-US" smtClean="0"/>
              <a:t>发言人（或边界路由器）的数目是很少的。这样就使得自治系统之间的路由选择不致过分复杂。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8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2"/>
          <p:cNvSpPr>
            <a:spLocks noGrp="1" noChangeArrowheads="1"/>
          </p:cNvSpPr>
          <p:nvPr>
            <p:ph type="title"/>
          </p:nvPr>
        </p:nvSpPr>
        <p:spPr>
          <a:xfrm>
            <a:off x="1150938" y="214313"/>
            <a:ext cx="6877050" cy="1462087"/>
          </a:xfrm>
        </p:spPr>
        <p:txBody>
          <a:bodyPr/>
          <a:lstStyle/>
          <a:p>
            <a:pPr algn="ctr" eaLnBrk="1" hangingPunct="1"/>
            <a:r>
              <a:rPr lang="en-US" altLang="zh-CN" smtClean="0"/>
              <a:t>BGP </a:t>
            </a:r>
            <a:r>
              <a:rPr lang="zh-CN" altLang="en-US" smtClean="0"/>
              <a:t>协议的特点</a:t>
            </a:r>
          </a:p>
        </p:txBody>
      </p:sp>
      <p:sp>
        <p:nvSpPr>
          <p:cNvPr id="609283" name="Rectangle 3"/>
          <p:cNvSpPr>
            <a:spLocks noGrp="1" noChangeArrowheads="1"/>
          </p:cNvSpPr>
          <p:nvPr>
            <p:ph type="body" idx="1"/>
          </p:nvPr>
        </p:nvSpPr>
        <p:spPr>
          <a:xfrm>
            <a:off x="1042988" y="1906588"/>
            <a:ext cx="7772400" cy="4114800"/>
          </a:xfrm>
        </p:spPr>
        <p:txBody>
          <a:bodyPr/>
          <a:lstStyle/>
          <a:p>
            <a:pPr eaLnBrk="1" hangingPunct="1"/>
            <a:r>
              <a:rPr lang="en-US" altLang="zh-CN" sz="2800" smtClean="0">
                <a:solidFill>
                  <a:schemeClr val="hlink"/>
                </a:solidFill>
              </a:rPr>
              <a:t>BGP </a:t>
            </a:r>
            <a:r>
              <a:rPr lang="zh-CN" altLang="en-US" sz="2800" smtClean="0">
                <a:solidFill>
                  <a:schemeClr val="hlink"/>
                </a:solidFill>
              </a:rPr>
              <a:t>支持 </a:t>
            </a:r>
            <a:r>
              <a:rPr lang="en-US" altLang="zh-CN" sz="2800" smtClean="0">
                <a:solidFill>
                  <a:schemeClr val="hlink"/>
                </a:solidFill>
              </a:rPr>
              <a:t>CIDR</a:t>
            </a:r>
            <a:r>
              <a:rPr lang="zh-CN" altLang="en-US" sz="2800" smtClean="0"/>
              <a:t>，因此 </a:t>
            </a:r>
            <a:r>
              <a:rPr lang="en-US" altLang="zh-CN" sz="2800" smtClean="0"/>
              <a:t>BGP </a:t>
            </a:r>
            <a:r>
              <a:rPr lang="zh-CN" altLang="en-US" sz="2800" smtClean="0"/>
              <a:t>的路由表也就应当包括目的网络前缀、下一跳路由器，以及到达该目的网络所要经过的各个自治系统序列。</a:t>
            </a:r>
          </a:p>
          <a:p>
            <a:pPr eaLnBrk="1" hangingPunct="1"/>
            <a:r>
              <a:rPr lang="zh-CN" altLang="en-US" sz="2800" smtClean="0"/>
              <a:t>在</a:t>
            </a:r>
            <a:r>
              <a:rPr lang="en-US" altLang="zh-CN" sz="2800" smtClean="0"/>
              <a:t>BGP </a:t>
            </a:r>
            <a:r>
              <a:rPr lang="zh-CN" altLang="en-US" sz="2800" smtClean="0"/>
              <a:t>刚刚运行时，</a:t>
            </a:r>
            <a:r>
              <a:rPr lang="en-US" altLang="zh-CN" sz="2800" smtClean="0"/>
              <a:t>BGP </a:t>
            </a:r>
            <a:r>
              <a:rPr lang="zh-CN" altLang="en-US" sz="2800" smtClean="0"/>
              <a:t>的邻站是交换整个的 </a:t>
            </a:r>
            <a:r>
              <a:rPr lang="en-US" altLang="zh-CN" sz="2800" smtClean="0"/>
              <a:t>BGP </a:t>
            </a:r>
            <a:r>
              <a:rPr lang="zh-CN" altLang="en-US" sz="2800" smtClean="0"/>
              <a:t>路由表。但以后只需要在发生变化时</a:t>
            </a:r>
            <a:r>
              <a:rPr lang="zh-CN" altLang="en-US" sz="2800" smtClean="0">
                <a:solidFill>
                  <a:schemeClr val="hlink"/>
                </a:solidFill>
              </a:rPr>
              <a:t>更新有变化的部分</a:t>
            </a:r>
            <a:r>
              <a:rPr lang="zh-CN" altLang="en-US" sz="2800" smtClean="0"/>
              <a:t>。这样做对节省网络带宽和减少路由器的处理开销方面都有好处。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928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p:cNvSpPr>
            <a:spLocks noGrp="1" noChangeArrowheads="1"/>
          </p:cNvSpPr>
          <p:nvPr>
            <p:ph type="title"/>
          </p:nvPr>
        </p:nvSpPr>
        <p:spPr>
          <a:xfrm>
            <a:off x="611188" y="333375"/>
            <a:ext cx="8712200" cy="1439863"/>
          </a:xfrm>
        </p:spPr>
        <p:txBody>
          <a:bodyPr/>
          <a:lstStyle/>
          <a:p>
            <a:pPr algn="ctr" eaLnBrk="1" hangingPunct="1">
              <a:spcAft>
                <a:spcPct val="15000"/>
              </a:spcAft>
            </a:pPr>
            <a:r>
              <a:rPr lang="en-US" altLang="zh-CN" sz="4000" smtClean="0"/>
              <a:t>4.5.6   </a:t>
            </a:r>
            <a:r>
              <a:rPr lang="zh-CN" altLang="en-US" sz="4000" smtClean="0"/>
              <a:t>路由器在网际互连中的作用</a:t>
            </a:r>
            <a:br>
              <a:rPr lang="zh-CN" altLang="en-US" sz="4000" smtClean="0"/>
            </a:br>
            <a:r>
              <a:rPr lang="zh-CN" altLang="en-US" sz="4000" smtClean="0"/>
              <a:t> </a:t>
            </a:r>
            <a:r>
              <a:rPr lang="en-US" altLang="zh-CN" sz="4000" smtClean="0"/>
              <a:t>1. </a:t>
            </a:r>
            <a:r>
              <a:rPr lang="zh-CN" altLang="en-US" sz="4000" smtClean="0"/>
              <a:t>路由器的结构</a:t>
            </a:r>
          </a:p>
        </p:txBody>
      </p:sp>
      <p:sp>
        <p:nvSpPr>
          <p:cNvPr id="950275" name="Rectangle 3"/>
          <p:cNvSpPr>
            <a:spLocks noGrp="1" noChangeArrowheads="1"/>
          </p:cNvSpPr>
          <p:nvPr>
            <p:ph type="body" idx="1"/>
          </p:nvPr>
        </p:nvSpPr>
        <p:spPr>
          <a:xfrm>
            <a:off x="611188" y="1700213"/>
            <a:ext cx="7772400" cy="4840287"/>
          </a:xfrm>
        </p:spPr>
        <p:txBody>
          <a:bodyPr/>
          <a:lstStyle/>
          <a:p>
            <a:pPr algn="just" eaLnBrk="1" hangingPunct="1"/>
            <a:r>
              <a:rPr lang="zh-CN" altLang="en-US" smtClean="0"/>
              <a:t>路由器是一种具有多个输入端口和多个输出端口的专用计算机，其任务是转发分组。也就是说，将路由器某个输入端口收到的分组，按照分组要去的目的地（即目的网络），把该分组从路由器的某个合适的输出端口转发给下一跳路由器。</a:t>
            </a:r>
          </a:p>
          <a:p>
            <a:pPr algn="just" eaLnBrk="1" hangingPunct="1"/>
            <a:r>
              <a:rPr lang="zh-CN" altLang="en-US" smtClean="0"/>
              <a:t>下一跳路由器也按照这种方法处理分组，直到该分组到达终点为止。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50275">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5027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0275" grpId="0" build="p"/>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60"/>
          <p:cNvSpPr>
            <a:spLocks noChangeArrowheads="1"/>
          </p:cNvSpPr>
          <p:nvPr/>
        </p:nvSpPr>
        <p:spPr bwMode="auto">
          <a:xfrm>
            <a:off x="0" y="3789363"/>
            <a:ext cx="9144000" cy="3068637"/>
          </a:xfrm>
          <a:prstGeom prst="rect">
            <a:avLst/>
          </a:prstGeom>
          <a:solidFill>
            <a:srgbClr val="FFCC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8899" name="Rectangle 2"/>
          <p:cNvSpPr>
            <a:spLocks noGrp="1" noChangeArrowheads="1"/>
          </p:cNvSpPr>
          <p:nvPr>
            <p:ph type="title"/>
          </p:nvPr>
        </p:nvSpPr>
        <p:spPr>
          <a:xfrm>
            <a:off x="1100138" y="931863"/>
            <a:ext cx="6856412" cy="768350"/>
          </a:xfrm>
        </p:spPr>
        <p:txBody>
          <a:bodyPr/>
          <a:lstStyle/>
          <a:p>
            <a:pPr algn="ctr" eaLnBrk="1" hangingPunct="1"/>
            <a:r>
              <a:rPr lang="zh-CN" altLang="en-US" smtClean="0"/>
              <a:t>典型的路由器的结构 </a:t>
            </a:r>
          </a:p>
        </p:txBody>
      </p:sp>
      <p:sp>
        <p:nvSpPr>
          <p:cNvPr id="208900" name="Rectangle 3"/>
          <p:cNvSpPr>
            <a:spLocks noChangeArrowheads="1"/>
          </p:cNvSpPr>
          <p:nvPr/>
        </p:nvSpPr>
        <p:spPr bwMode="auto">
          <a:xfrm>
            <a:off x="2862263" y="1905000"/>
            <a:ext cx="2398712" cy="1597025"/>
          </a:xfrm>
          <a:prstGeom prst="rect">
            <a:avLst/>
          </a:prstGeom>
          <a:solidFill>
            <a:srgbClr val="FFFF99"/>
          </a:solidFill>
          <a:ln w="12700">
            <a:solidFill>
              <a:schemeClr val="tx1"/>
            </a:solidFill>
            <a:miter lim="800000"/>
            <a:headEnd/>
            <a:tailEnd/>
          </a:ln>
          <a:effectLst>
            <a:outerShdw dist="53882" dir="2700000" algn="ctr" rotWithShape="0">
              <a:schemeClr val="bg2"/>
            </a:outerShdw>
          </a:effectLst>
        </p:spPr>
        <p:txBody>
          <a:bodyPr wrap="none" anchor="ctr"/>
          <a:lstStyle/>
          <a:p>
            <a:pPr algn="ctr"/>
            <a:endParaRPr kumimoji="1" lang="zh-CN" altLang="zh-CN" sz="2000">
              <a:solidFill>
                <a:srgbClr val="333399"/>
              </a:solidFill>
              <a:latin typeface="Arial" pitchFamily="34" charset="0"/>
            </a:endParaRPr>
          </a:p>
        </p:txBody>
      </p:sp>
      <p:sp>
        <p:nvSpPr>
          <p:cNvPr id="208901" name="Line 5"/>
          <p:cNvSpPr>
            <a:spLocks noChangeShapeType="1"/>
          </p:cNvSpPr>
          <p:nvPr/>
        </p:nvSpPr>
        <p:spPr bwMode="auto">
          <a:xfrm>
            <a:off x="8243888" y="1844675"/>
            <a:ext cx="0" cy="1954213"/>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02" name="Text Box 6"/>
          <p:cNvSpPr txBox="1">
            <a:spLocks noChangeArrowheads="1"/>
          </p:cNvSpPr>
          <p:nvPr/>
        </p:nvSpPr>
        <p:spPr bwMode="auto">
          <a:xfrm>
            <a:off x="7793038" y="2571750"/>
            <a:ext cx="793750" cy="7493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400">
                <a:solidFill>
                  <a:srgbClr val="333399"/>
                </a:solidFill>
                <a:latin typeface="Arial" pitchFamily="34" charset="0"/>
              </a:rPr>
              <a:t>路由</a:t>
            </a:r>
          </a:p>
          <a:p>
            <a:pPr eaLnBrk="1" hangingPunct="1">
              <a:lnSpc>
                <a:spcPct val="90000"/>
              </a:lnSpc>
            </a:pPr>
            <a:r>
              <a:rPr kumimoji="1" lang="zh-CN" altLang="en-US" sz="2400">
                <a:solidFill>
                  <a:srgbClr val="333399"/>
                </a:solidFill>
                <a:latin typeface="Arial" pitchFamily="34" charset="0"/>
              </a:rPr>
              <a:t>选择</a:t>
            </a:r>
          </a:p>
        </p:txBody>
      </p:sp>
      <p:sp>
        <p:nvSpPr>
          <p:cNvPr id="208903" name="Text Box 7"/>
          <p:cNvSpPr txBox="1">
            <a:spLocks noChangeArrowheads="1"/>
          </p:cNvSpPr>
          <p:nvPr/>
        </p:nvSpPr>
        <p:spPr bwMode="auto">
          <a:xfrm>
            <a:off x="2916238" y="1854200"/>
            <a:ext cx="231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路由选择处理机</a:t>
            </a:r>
          </a:p>
        </p:txBody>
      </p:sp>
      <p:sp>
        <p:nvSpPr>
          <p:cNvPr id="208904" name="Line 8"/>
          <p:cNvSpPr>
            <a:spLocks noChangeShapeType="1"/>
          </p:cNvSpPr>
          <p:nvPr/>
        </p:nvSpPr>
        <p:spPr bwMode="auto">
          <a:xfrm>
            <a:off x="4060825" y="2671763"/>
            <a:ext cx="0" cy="2365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05" name="Rectangle 9"/>
          <p:cNvSpPr>
            <a:spLocks noChangeArrowheads="1"/>
          </p:cNvSpPr>
          <p:nvPr/>
        </p:nvSpPr>
        <p:spPr bwMode="auto">
          <a:xfrm>
            <a:off x="3209925" y="2378075"/>
            <a:ext cx="1701800" cy="390525"/>
          </a:xfrm>
          <a:prstGeom prst="rect">
            <a:avLst/>
          </a:prstGeom>
          <a:solidFill>
            <a:srgbClr val="FFCC66"/>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路由选择协议</a:t>
            </a:r>
          </a:p>
        </p:txBody>
      </p:sp>
      <p:sp>
        <p:nvSpPr>
          <p:cNvPr id="208906" name="Rectangle 10"/>
          <p:cNvSpPr>
            <a:spLocks noChangeArrowheads="1"/>
          </p:cNvSpPr>
          <p:nvPr/>
        </p:nvSpPr>
        <p:spPr bwMode="auto">
          <a:xfrm>
            <a:off x="3481388" y="2911475"/>
            <a:ext cx="1160462" cy="412750"/>
          </a:xfrm>
          <a:prstGeom prst="rect">
            <a:avLst/>
          </a:prstGeom>
          <a:solidFill>
            <a:srgbClr val="99FF33"/>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路由表</a:t>
            </a:r>
          </a:p>
        </p:txBody>
      </p:sp>
      <p:sp>
        <p:nvSpPr>
          <p:cNvPr id="208907" name="Rectangle 11"/>
          <p:cNvSpPr>
            <a:spLocks noChangeArrowheads="1"/>
          </p:cNvSpPr>
          <p:nvPr/>
        </p:nvSpPr>
        <p:spPr bwMode="auto">
          <a:xfrm>
            <a:off x="385763" y="4141788"/>
            <a:ext cx="2320925" cy="725487"/>
          </a:xfrm>
          <a:prstGeom prst="rect">
            <a:avLst/>
          </a:prstGeom>
          <a:solidFill>
            <a:srgbClr val="CCEC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8908" name="Rectangle 12"/>
          <p:cNvSpPr>
            <a:spLocks noChangeArrowheads="1"/>
          </p:cNvSpPr>
          <p:nvPr/>
        </p:nvSpPr>
        <p:spPr bwMode="auto">
          <a:xfrm>
            <a:off x="2087563" y="4305300"/>
            <a:ext cx="466725" cy="3952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3</a:t>
            </a:r>
          </a:p>
        </p:txBody>
      </p:sp>
      <p:sp>
        <p:nvSpPr>
          <p:cNvPr id="208909" name="Line 13"/>
          <p:cNvSpPr>
            <a:spLocks noChangeShapeType="1"/>
          </p:cNvSpPr>
          <p:nvPr/>
        </p:nvSpPr>
        <p:spPr bwMode="auto">
          <a:xfrm flipV="1">
            <a:off x="233363" y="4503738"/>
            <a:ext cx="35560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10" name="Line 14"/>
          <p:cNvSpPr>
            <a:spLocks noChangeShapeType="1"/>
          </p:cNvSpPr>
          <p:nvPr/>
        </p:nvSpPr>
        <p:spPr bwMode="auto">
          <a:xfrm>
            <a:off x="1004888" y="4503738"/>
            <a:ext cx="3111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11" name="Line 15"/>
          <p:cNvSpPr>
            <a:spLocks noChangeShapeType="1"/>
          </p:cNvSpPr>
          <p:nvPr/>
        </p:nvSpPr>
        <p:spPr bwMode="auto">
          <a:xfrm>
            <a:off x="1779588" y="4503738"/>
            <a:ext cx="30797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12" name="Line 16"/>
          <p:cNvSpPr>
            <a:spLocks noChangeShapeType="1"/>
          </p:cNvSpPr>
          <p:nvPr/>
        </p:nvSpPr>
        <p:spPr bwMode="auto">
          <a:xfrm>
            <a:off x="2554288" y="4503738"/>
            <a:ext cx="30797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13" name="Text Box 17"/>
          <p:cNvSpPr txBox="1">
            <a:spLocks noChangeArrowheads="1"/>
          </p:cNvSpPr>
          <p:nvPr/>
        </p:nvSpPr>
        <p:spPr bwMode="auto">
          <a:xfrm>
            <a:off x="1004888" y="375285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输入端口</a:t>
            </a:r>
          </a:p>
        </p:txBody>
      </p:sp>
      <p:sp>
        <p:nvSpPr>
          <p:cNvPr id="208914" name="Rectangle 18"/>
          <p:cNvSpPr>
            <a:spLocks noChangeArrowheads="1"/>
          </p:cNvSpPr>
          <p:nvPr/>
        </p:nvSpPr>
        <p:spPr bwMode="auto">
          <a:xfrm>
            <a:off x="385763" y="5715000"/>
            <a:ext cx="2320925" cy="725488"/>
          </a:xfrm>
          <a:prstGeom prst="rect">
            <a:avLst/>
          </a:prstGeom>
          <a:solidFill>
            <a:srgbClr val="CCEC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8915" name="Rectangle 19"/>
          <p:cNvSpPr>
            <a:spLocks noChangeArrowheads="1"/>
          </p:cNvSpPr>
          <p:nvPr/>
        </p:nvSpPr>
        <p:spPr bwMode="auto">
          <a:xfrm>
            <a:off x="2087563" y="5878513"/>
            <a:ext cx="466725" cy="3968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3</a:t>
            </a:r>
          </a:p>
        </p:txBody>
      </p:sp>
      <p:sp>
        <p:nvSpPr>
          <p:cNvPr id="208916" name="Line 20"/>
          <p:cNvSpPr>
            <a:spLocks noChangeShapeType="1"/>
          </p:cNvSpPr>
          <p:nvPr/>
        </p:nvSpPr>
        <p:spPr bwMode="auto">
          <a:xfrm flipV="1">
            <a:off x="233363" y="6076950"/>
            <a:ext cx="35560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17" name="Line 21"/>
          <p:cNvSpPr>
            <a:spLocks noChangeShapeType="1"/>
          </p:cNvSpPr>
          <p:nvPr/>
        </p:nvSpPr>
        <p:spPr bwMode="auto">
          <a:xfrm>
            <a:off x="1004888" y="6076950"/>
            <a:ext cx="3111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18" name="Line 22"/>
          <p:cNvSpPr>
            <a:spLocks noChangeShapeType="1"/>
          </p:cNvSpPr>
          <p:nvPr/>
        </p:nvSpPr>
        <p:spPr bwMode="auto">
          <a:xfrm>
            <a:off x="1779588" y="6076950"/>
            <a:ext cx="30797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19" name="Line 23"/>
          <p:cNvSpPr>
            <a:spLocks noChangeShapeType="1"/>
          </p:cNvSpPr>
          <p:nvPr/>
        </p:nvSpPr>
        <p:spPr bwMode="auto">
          <a:xfrm>
            <a:off x="2554288" y="6076950"/>
            <a:ext cx="307975"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20" name="Rectangle 24"/>
          <p:cNvSpPr>
            <a:spLocks noChangeArrowheads="1"/>
          </p:cNvSpPr>
          <p:nvPr/>
        </p:nvSpPr>
        <p:spPr bwMode="auto">
          <a:xfrm>
            <a:off x="2862263" y="4141788"/>
            <a:ext cx="2398712" cy="2311400"/>
          </a:xfrm>
          <a:prstGeom prst="rect">
            <a:avLst/>
          </a:prstGeom>
          <a:solidFill>
            <a:srgbClr val="CCECFF"/>
          </a:solidFill>
          <a:ln w="12700">
            <a:solidFill>
              <a:schemeClr val="tx1"/>
            </a:solidFill>
            <a:miter lim="800000"/>
            <a:headEnd/>
            <a:tailEnd/>
          </a:ln>
          <a:effectLst>
            <a:outerShdw dist="53882" dir="2700000" algn="ctr" rotWithShape="0">
              <a:schemeClr val="bg2"/>
            </a:outerShdw>
          </a:effectLst>
        </p:spPr>
        <p:txBody>
          <a:bodyPr wrap="none" anchor="ctr"/>
          <a:lstStyle/>
          <a:p>
            <a:endParaRPr lang="zh-CN" altLang="en-US"/>
          </a:p>
        </p:txBody>
      </p:sp>
      <p:sp>
        <p:nvSpPr>
          <p:cNvPr id="208921" name="Rectangle 25"/>
          <p:cNvSpPr>
            <a:spLocks noChangeArrowheads="1"/>
          </p:cNvSpPr>
          <p:nvPr/>
        </p:nvSpPr>
        <p:spPr bwMode="auto">
          <a:xfrm flipH="1">
            <a:off x="5416550" y="4141788"/>
            <a:ext cx="2317750" cy="725487"/>
          </a:xfrm>
          <a:prstGeom prst="rect">
            <a:avLst/>
          </a:prstGeom>
          <a:solidFill>
            <a:srgbClr val="CCEC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8922" name="Line 26"/>
          <p:cNvSpPr>
            <a:spLocks noChangeShapeType="1"/>
          </p:cNvSpPr>
          <p:nvPr/>
        </p:nvSpPr>
        <p:spPr bwMode="auto">
          <a:xfrm flipV="1">
            <a:off x="7570788" y="4503738"/>
            <a:ext cx="31908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23" name="Line 27"/>
          <p:cNvSpPr>
            <a:spLocks noChangeShapeType="1"/>
          </p:cNvSpPr>
          <p:nvPr/>
        </p:nvSpPr>
        <p:spPr bwMode="auto">
          <a:xfrm rot="10800000" flipH="1">
            <a:off x="6807200" y="4503738"/>
            <a:ext cx="30956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24" name="Line 28"/>
          <p:cNvSpPr>
            <a:spLocks noChangeShapeType="1"/>
          </p:cNvSpPr>
          <p:nvPr/>
        </p:nvSpPr>
        <p:spPr bwMode="auto">
          <a:xfrm>
            <a:off x="6032500" y="4503738"/>
            <a:ext cx="3111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25" name="Line 29"/>
          <p:cNvSpPr>
            <a:spLocks noChangeShapeType="1"/>
          </p:cNvSpPr>
          <p:nvPr/>
        </p:nvSpPr>
        <p:spPr bwMode="auto">
          <a:xfrm>
            <a:off x="5260975" y="4503738"/>
            <a:ext cx="36988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26" name="Rectangle 30"/>
          <p:cNvSpPr>
            <a:spLocks noChangeArrowheads="1"/>
          </p:cNvSpPr>
          <p:nvPr/>
        </p:nvSpPr>
        <p:spPr bwMode="auto">
          <a:xfrm flipH="1">
            <a:off x="5416550" y="5715000"/>
            <a:ext cx="2317750" cy="725488"/>
          </a:xfrm>
          <a:prstGeom prst="rect">
            <a:avLst/>
          </a:prstGeom>
          <a:solidFill>
            <a:srgbClr val="CCEC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8927" name="Line 31"/>
          <p:cNvSpPr>
            <a:spLocks noChangeShapeType="1"/>
          </p:cNvSpPr>
          <p:nvPr/>
        </p:nvSpPr>
        <p:spPr bwMode="auto">
          <a:xfrm flipV="1">
            <a:off x="7570788" y="6076950"/>
            <a:ext cx="319087"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28" name="Line 32"/>
          <p:cNvSpPr>
            <a:spLocks noChangeShapeType="1"/>
          </p:cNvSpPr>
          <p:nvPr/>
        </p:nvSpPr>
        <p:spPr bwMode="auto">
          <a:xfrm>
            <a:off x="6807200" y="6076950"/>
            <a:ext cx="30956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29" name="Line 33"/>
          <p:cNvSpPr>
            <a:spLocks noChangeShapeType="1"/>
          </p:cNvSpPr>
          <p:nvPr/>
        </p:nvSpPr>
        <p:spPr bwMode="auto">
          <a:xfrm>
            <a:off x="6032500" y="6076950"/>
            <a:ext cx="3111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30" name="Line 34"/>
          <p:cNvSpPr>
            <a:spLocks noChangeShapeType="1"/>
          </p:cNvSpPr>
          <p:nvPr/>
        </p:nvSpPr>
        <p:spPr bwMode="auto">
          <a:xfrm flipV="1">
            <a:off x="5260975" y="6076950"/>
            <a:ext cx="35718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31" name="Text Box 35"/>
          <p:cNvSpPr txBox="1">
            <a:spLocks noChangeArrowheads="1"/>
          </p:cNvSpPr>
          <p:nvPr/>
        </p:nvSpPr>
        <p:spPr bwMode="auto">
          <a:xfrm>
            <a:off x="3348038" y="5876925"/>
            <a:ext cx="1403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rgbClr val="333399"/>
                </a:solidFill>
                <a:latin typeface="Arial" pitchFamily="34" charset="0"/>
              </a:rPr>
              <a:t>交换结构</a:t>
            </a:r>
          </a:p>
        </p:txBody>
      </p:sp>
      <p:sp>
        <p:nvSpPr>
          <p:cNvPr id="208932" name="Text Box 36"/>
          <p:cNvSpPr txBox="1">
            <a:spLocks noChangeArrowheads="1"/>
          </p:cNvSpPr>
          <p:nvPr/>
        </p:nvSpPr>
        <p:spPr bwMode="auto">
          <a:xfrm>
            <a:off x="1004888" y="5272088"/>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输入端口</a:t>
            </a:r>
          </a:p>
        </p:txBody>
      </p:sp>
      <p:sp>
        <p:nvSpPr>
          <p:cNvPr id="208933" name="Text Box 37"/>
          <p:cNvSpPr txBox="1">
            <a:spLocks noChangeArrowheads="1"/>
          </p:cNvSpPr>
          <p:nvPr/>
        </p:nvSpPr>
        <p:spPr bwMode="auto">
          <a:xfrm>
            <a:off x="6032500" y="375285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输出端口</a:t>
            </a:r>
          </a:p>
        </p:txBody>
      </p:sp>
      <p:sp>
        <p:nvSpPr>
          <p:cNvPr id="208934" name="Line 38"/>
          <p:cNvSpPr>
            <a:spLocks noChangeShapeType="1"/>
          </p:cNvSpPr>
          <p:nvPr/>
        </p:nvSpPr>
        <p:spPr bwMode="auto">
          <a:xfrm>
            <a:off x="0" y="3811588"/>
            <a:ext cx="8818563"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35" name="Line 39"/>
          <p:cNvSpPr>
            <a:spLocks noChangeShapeType="1"/>
          </p:cNvSpPr>
          <p:nvPr/>
        </p:nvSpPr>
        <p:spPr bwMode="auto">
          <a:xfrm>
            <a:off x="8243888" y="3811588"/>
            <a:ext cx="0" cy="264160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36" name="Text Box 40"/>
          <p:cNvSpPr txBox="1">
            <a:spLocks noChangeArrowheads="1"/>
          </p:cNvSpPr>
          <p:nvPr/>
        </p:nvSpPr>
        <p:spPr bwMode="auto">
          <a:xfrm>
            <a:off x="7813675" y="5019675"/>
            <a:ext cx="793750" cy="7493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400">
                <a:solidFill>
                  <a:srgbClr val="333399"/>
                </a:solidFill>
                <a:latin typeface="Arial" pitchFamily="34" charset="0"/>
              </a:rPr>
              <a:t>分组</a:t>
            </a:r>
          </a:p>
          <a:p>
            <a:pPr eaLnBrk="1" hangingPunct="1">
              <a:lnSpc>
                <a:spcPct val="90000"/>
              </a:lnSpc>
            </a:pPr>
            <a:r>
              <a:rPr kumimoji="1" lang="zh-CN" altLang="en-US" sz="2400">
                <a:solidFill>
                  <a:srgbClr val="333399"/>
                </a:solidFill>
                <a:latin typeface="Arial" pitchFamily="34" charset="0"/>
              </a:rPr>
              <a:t>转发</a:t>
            </a:r>
          </a:p>
        </p:txBody>
      </p:sp>
      <p:sp>
        <p:nvSpPr>
          <p:cNvPr id="208937" name="Rectangle 41"/>
          <p:cNvSpPr>
            <a:spLocks noChangeArrowheads="1"/>
          </p:cNvSpPr>
          <p:nvPr/>
        </p:nvSpPr>
        <p:spPr bwMode="auto">
          <a:xfrm>
            <a:off x="3170238" y="4340225"/>
            <a:ext cx="1779587" cy="13858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8938" name="Rectangle 42"/>
          <p:cNvSpPr>
            <a:spLocks noChangeArrowheads="1"/>
          </p:cNvSpPr>
          <p:nvPr/>
        </p:nvSpPr>
        <p:spPr bwMode="auto">
          <a:xfrm>
            <a:off x="3481388" y="5065713"/>
            <a:ext cx="1160462" cy="465137"/>
          </a:xfrm>
          <a:prstGeom prst="rect">
            <a:avLst/>
          </a:prstGeom>
          <a:solidFill>
            <a:srgbClr val="99FF33"/>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转发表</a:t>
            </a:r>
          </a:p>
        </p:txBody>
      </p:sp>
      <p:sp>
        <p:nvSpPr>
          <p:cNvPr id="208939" name="Text Box 43"/>
          <p:cNvSpPr txBox="1">
            <a:spLocks noChangeArrowheads="1"/>
          </p:cNvSpPr>
          <p:nvPr/>
        </p:nvSpPr>
        <p:spPr bwMode="auto">
          <a:xfrm>
            <a:off x="3481388" y="4437063"/>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分组处理</a:t>
            </a:r>
          </a:p>
        </p:txBody>
      </p:sp>
      <p:sp>
        <p:nvSpPr>
          <p:cNvPr id="208940" name="Text Box 44"/>
          <p:cNvSpPr txBox="1">
            <a:spLocks noChangeArrowheads="1"/>
          </p:cNvSpPr>
          <p:nvPr/>
        </p:nvSpPr>
        <p:spPr bwMode="auto">
          <a:xfrm>
            <a:off x="6032500" y="5272088"/>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输出端口</a:t>
            </a:r>
          </a:p>
        </p:txBody>
      </p:sp>
      <p:sp>
        <p:nvSpPr>
          <p:cNvPr id="208941" name="Text Box 45"/>
          <p:cNvSpPr txBox="1">
            <a:spLocks noChangeArrowheads="1"/>
          </p:cNvSpPr>
          <p:nvPr/>
        </p:nvSpPr>
        <p:spPr bwMode="auto">
          <a:xfrm rot="5400000">
            <a:off x="1499394" y="4958556"/>
            <a:ext cx="439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208942" name="Text Box 46"/>
          <p:cNvSpPr txBox="1">
            <a:spLocks noChangeArrowheads="1"/>
          </p:cNvSpPr>
          <p:nvPr/>
        </p:nvSpPr>
        <p:spPr bwMode="auto">
          <a:xfrm rot="5400000">
            <a:off x="6503194" y="4958556"/>
            <a:ext cx="4397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b="1">
                <a:solidFill>
                  <a:srgbClr val="333399"/>
                </a:solidFill>
                <a:latin typeface="Arial" pitchFamily="34" charset="0"/>
              </a:rPr>
              <a:t>…</a:t>
            </a:r>
          </a:p>
        </p:txBody>
      </p:sp>
      <p:sp>
        <p:nvSpPr>
          <p:cNvPr id="208943" name="Line 47"/>
          <p:cNvSpPr>
            <a:spLocks noChangeShapeType="1"/>
          </p:cNvSpPr>
          <p:nvPr/>
        </p:nvSpPr>
        <p:spPr bwMode="auto">
          <a:xfrm flipH="1" flipV="1">
            <a:off x="2398713" y="4603750"/>
            <a:ext cx="1082675" cy="595313"/>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44" name="Line 48"/>
          <p:cNvSpPr>
            <a:spLocks noChangeShapeType="1"/>
          </p:cNvSpPr>
          <p:nvPr/>
        </p:nvSpPr>
        <p:spPr bwMode="auto">
          <a:xfrm flipH="1">
            <a:off x="2398713" y="5395913"/>
            <a:ext cx="1082675" cy="595312"/>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8945" name="Rectangle 49"/>
          <p:cNvSpPr>
            <a:spLocks noChangeArrowheads="1"/>
          </p:cNvSpPr>
          <p:nvPr/>
        </p:nvSpPr>
        <p:spPr bwMode="auto">
          <a:xfrm>
            <a:off x="7112000" y="4373563"/>
            <a:ext cx="463550" cy="2825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1</a:t>
            </a:r>
          </a:p>
        </p:txBody>
      </p:sp>
      <p:sp>
        <p:nvSpPr>
          <p:cNvPr id="208946" name="Rectangle 50"/>
          <p:cNvSpPr>
            <a:spLocks noChangeArrowheads="1"/>
          </p:cNvSpPr>
          <p:nvPr/>
        </p:nvSpPr>
        <p:spPr bwMode="auto">
          <a:xfrm>
            <a:off x="7135813" y="5932488"/>
            <a:ext cx="463550" cy="28575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1</a:t>
            </a:r>
          </a:p>
        </p:txBody>
      </p:sp>
      <p:sp>
        <p:nvSpPr>
          <p:cNvPr id="208947" name="Rectangle 51"/>
          <p:cNvSpPr>
            <a:spLocks noChangeArrowheads="1"/>
          </p:cNvSpPr>
          <p:nvPr/>
        </p:nvSpPr>
        <p:spPr bwMode="auto">
          <a:xfrm>
            <a:off x="614363" y="5932488"/>
            <a:ext cx="463550" cy="28575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1</a:t>
            </a:r>
          </a:p>
        </p:txBody>
      </p:sp>
      <p:sp>
        <p:nvSpPr>
          <p:cNvPr id="208948" name="Rectangle 52"/>
          <p:cNvSpPr>
            <a:spLocks noChangeArrowheads="1"/>
          </p:cNvSpPr>
          <p:nvPr/>
        </p:nvSpPr>
        <p:spPr bwMode="auto">
          <a:xfrm flipH="1">
            <a:off x="5616575" y="4305300"/>
            <a:ext cx="463550" cy="3952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3</a:t>
            </a:r>
          </a:p>
        </p:txBody>
      </p:sp>
      <p:sp>
        <p:nvSpPr>
          <p:cNvPr id="208949" name="Rectangle 53"/>
          <p:cNvSpPr>
            <a:spLocks noChangeArrowheads="1"/>
          </p:cNvSpPr>
          <p:nvPr/>
        </p:nvSpPr>
        <p:spPr bwMode="auto">
          <a:xfrm flipH="1">
            <a:off x="5616575" y="5878513"/>
            <a:ext cx="463550" cy="3968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3</a:t>
            </a:r>
          </a:p>
        </p:txBody>
      </p:sp>
      <p:sp>
        <p:nvSpPr>
          <p:cNvPr id="208950" name="Rectangle 54"/>
          <p:cNvSpPr>
            <a:spLocks noChangeArrowheads="1"/>
          </p:cNvSpPr>
          <p:nvPr/>
        </p:nvSpPr>
        <p:spPr bwMode="auto">
          <a:xfrm>
            <a:off x="614363" y="4373563"/>
            <a:ext cx="463550" cy="2825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1</a:t>
            </a:r>
          </a:p>
        </p:txBody>
      </p:sp>
      <p:sp>
        <p:nvSpPr>
          <p:cNvPr id="208951" name="Rectangle 55"/>
          <p:cNvSpPr>
            <a:spLocks noChangeArrowheads="1"/>
          </p:cNvSpPr>
          <p:nvPr/>
        </p:nvSpPr>
        <p:spPr bwMode="auto">
          <a:xfrm>
            <a:off x="1350963" y="4340225"/>
            <a:ext cx="463550"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2</a:t>
            </a:r>
          </a:p>
        </p:txBody>
      </p:sp>
      <p:sp>
        <p:nvSpPr>
          <p:cNvPr id="208952" name="Rectangle 56"/>
          <p:cNvSpPr>
            <a:spLocks noChangeArrowheads="1"/>
          </p:cNvSpPr>
          <p:nvPr/>
        </p:nvSpPr>
        <p:spPr bwMode="auto">
          <a:xfrm>
            <a:off x="1350963" y="5911850"/>
            <a:ext cx="463550"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2</a:t>
            </a:r>
          </a:p>
        </p:txBody>
      </p:sp>
      <p:sp>
        <p:nvSpPr>
          <p:cNvPr id="208953" name="Rectangle 57"/>
          <p:cNvSpPr>
            <a:spLocks noChangeArrowheads="1"/>
          </p:cNvSpPr>
          <p:nvPr/>
        </p:nvSpPr>
        <p:spPr bwMode="auto">
          <a:xfrm flipH="1">
            <a:off x="6364288" y="4340225"/>
            <a:ext cx="463550"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2</a:t>
            </a:r>
          </a:p>
        </p:txBody>
      </p:sp>
      <p:sp>
        <p:nvSpPr>
          <p:cNvPr id="208954" name="Rectangle 58"/>
          <p:cNvSpPr>
            <a:spLocks noChangeArrowheads="1"/>
          </p:cNvSpPr>
          <p:nvPr/>
        </p:nvSpPr>
        <p:spPr bwMode="auto">
          <a:xfrm flipH="1">
            <a:off x="6375400" y="5911850"/>
            <a:ext cx="463550"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a:solidFill>
                  <a:srgbClr val="333399"/>
                </a:solidFill>
                <a:latin typeface="Arial" pitchFamily="34" charset="0"/>
              </a:rPr>
              <a:t>2</a:t>
            </a:r>
          </a:p>
        </p:txBody>
      </p:sp>
      <p:sp>
        <p:nvSpPr>
          <p:cNvPr id="208955" name="Text Box 59"/>
          <p:cNvSpPr txBox="1">
            <a:spLocks noChangeArrowheads="1"/>
          </p:cNvSpPr>
          <p:nvPr/>
        </p:nvSpPr>
        <p:spPr bwMode="auto">
          <a:xfrm>
            <a:off x="107950" y="2160588"/>
            <a:ext cx="2516188" cy="1216025"/>
          </a:xfrm>
          <a:prstGeom prst="rect">
            <a:avLst/>
          </a:prstGeom>
          <a:solidFill>
            <a:srgbClr val="CCFFFF"/>
          </a:solidFill>
          <a:ln w="2857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rgbClr val="333399"/>
                </a:solidFill>
                <a:latin typeface="Arial" pitchFamily="34" charset="0"/>
              </a:rPr>
              <a:t>3——</a:t>
            </a:r>
            <a:r>
              <a:rPr kumimoji="1" lang="zh-CN" altLang="en-US" sz="2400">
                <a:solidFill>
                  <a:srgbClr val="333399"/>
                </a:solidFill>
                <a:latin typeface="Arial" pitchFamily="34" charset="0"/>
              </a:rPr>
              <a:t>网络层</a:t>
            </a:r>
          </a:p>
          <a:p>
            <a:pPr eaLnBrk="1" hangingPunct="1"/>
            <a:r>
              <a:rPr kumimoji="1" lang="en-US" altLang="zh-CN" sz="2400">
                <a:solidFill>
                  <a:srgbClr val="333399"/>
                </a:solidFill>
                <a:latin typeface="Arial" pitchFamily="34" charset="0"/>
              </a:rPr>
              <a:t>2——</a:t>
            </a:r>
            <a:r>
              <a:rPr kumimoji="1" lang="zh-CN" altLang="en-US" sz="2400">
                <a:solidFill>
                  <a:srgbClr val="333399"/>
                </a:solidFill>
                <a:latin typeface="Arial" pitchFamily="34" charset="0"/>
              </a:rPr>
              <a:t>数据链路层</a:t>
            </a:r>
          </a:p>
          <a:p>
            <a:pPr eaLnBrk="1" hangingPunct="1"/>
            <a:r>
              <a:rPr kumimoji="1" lang="en-US" altLang="zh-CN" sz="2400">
                <a:solidFill>
                  <a:srgbClr val="333399"/>
                </a:solidFill>
                <a:latin typeface="Arial" pitchFamily="34" charset="0"/>
              </a:rPr>
              <a:t>1——</a:t>
            </a:r>
            <a:r>
              <a:rPr kumimoji="1" lang="zh-CN" altLang="en-US" sz="2400">
                <a:solidFill>
                  <a:srgbClr val="333399"/>
                </a:solidFill>
                <a:latin typeface="Arial" pitchFamily="34" charset="0"/>
              </a:rPr>
              <a:t>物理层</a:t>
            </a:r>
          </a:p>
        </p:txBody>
      </p:sp>
      <p:sp>
        <p:nvSpPr>
          <p:cNvPr id="208956" name="AutoShape 4"/>
          <p:cNvSpPr>
            <a:spLocks noChangeArrowheads="1"/>
          </p:cNvSpPr>
          <p:nvPr/>
        </p:nvSpPr>
        <p:spPr bwMode="auto">
          <a:xfrm>
            <a:off x="3829050" y="3429000"/>
            <a:ext cx="463550" cy="792163"/>
          </a:xfrm>
          <a:prstGeom prst="upDownArrow">
            <a:avLst>
              <a:gd name="adj1" fmla="val 50000"/>
              <a:gd name="adj2" fmla="val 34178"/>
            </a:avLst>
          </a:prstGeom>
          <a:solidFill>
            <a:srgbClr val="CC0099"/>
          </a:solidFill>
          <a:ln w="28575">
            <a:solidFill>
              <a:srgbClr val="CC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2"/>
          <p:cNvSpPr>
            <a:spLocks noGrp="1" noChangeArrowheads="1"/>
          </p:cNvSpPr>
          <p:nvPr>
            <p:ph type="title"/>
          </p:nvPr>
        </p:nvSpPr>
        <p:spPr>
          <a:xfrm>
            <a:off x="1387475" y="931863"/>
            <a:ext cx="6856413" cy="768350"/>
          </a:xfrm>
        </p:spPr>
        <p:txBody>
          <a:bodyPr/>
          <a:lstStyle/>
          <a:p>
            <a:pPr algn="ctr" eaLnBrk="1" hangingPunct="1"/>
            <a:r>
              <a:rPr lang="en-US" altLang="zh-CN" smtClean="0"/>
              <a:t>“</a:t>
            </a:r>
            <a:r>
              <a:rPr lang="zh-CN" altLang="en-US" smtClean="0"/>
              <a:t>转发”和“路由选择”的区别 </a:t>
            </a:r>
          </a:p>
        </p:txBody>
      </p:sp>
      <p:sp>
        <p:nvSpPr>
          <p:cNvPr id="956419" name="Rectangle 3"/>
          <p:cNvSpPr>
            <a:spLocks noGrp="1" noChangeArrowheads="1"/>
          </p:cNvSpPr>
          <p:nvPr>
            <p:ph type="body" idx="1"/>
          </p:nvPr>
        </p:nvSpPr>
        <p:spPr>
          <a:xfrm>
            <a:off x="1042988" y="1978025"/>
            <a:ext cx="7772400" cy="4403725"/>
          </a:xfrm>
        </p:spPr>
        <p:txBody>
          <a:bodyPr/>
          <a:lstStyle/>
          <a:p>
            <a:pPr algn="just" eaLnBrk="1" hangingPunct="1">
              <a:lnSpc>
                <a:spcPct val="80000"/>
              </a:lnSpc>
            </a:pPr>
            <a:r>
              <a:rPr lang="en-US" altLang="zh-CN" sz="2800" smtClean="0"/>
              <a:t>“</a:t>
            </a:r>
            <a:r>
              <a:rPr lang="zh-CN" altLang="en-US" sz="2800" smtClean="0">
                <a:solidFill>
                  <a:schemeClr val="hlink"/>
                </a:solidFill>
              </a:rPr>
              <a:t>转发</a:t>
            </a:r>
            <a:r>
              <a:rPr lang="zh-CN" altLang="en-US" sz="2800" smtClean="0"/>
              <a:t>”</a:t>
            </a:r>
            <a:r>
              <a:rPr lang="en-US" altLang="zh-CN" sz="2800" smtClean="0"/>
              <a:t>(forwarding)</a:t>
            </a:r>
            <a:r>
              <a:rPr lang="zh-CN" altLang="en-US" sz="2800" smtClean="0"/>
              <a:t>就是路由器根据转发表将用户的 </a:t>
            </a:r>
            <a:r>
              <a:rPr lang="en-US" altLang="zh-CN" sz="2800" smtClean="0"/>
              <a:t>IP </a:t>
            </a:r>
            <a:r>
              <a:rPr lang="zh-CN" altLang="en-US" sz="2800" smtClean="0"/>
              <a:t>数据报从合适的端口转发出去。</a:t>
            </a:r>
          </a:p>
          <a:p>
            <a:pPr algn="just" eaLnBrk="1" hangingPunct="1">
              <a:lnSpc>
                <a:spcPct val="80000"/>
              </a:lnSpc>
            </a:pPr>
            <a:r>
              <a:rPr lang="zh-CN" altLang="en-US" sz="2800" smtClean="0"/>
              <a:t>“</a:t>
            </a:r>
            <a:r>
              <a:rPr lang="zh-CN" altLang="en-US" sz="2800" smtClean="0">
                <a:solidFill>
                  <a:schemeClr val="hlink"/>
                </a:solidFill>
              </a:rPr>
              <a:t>路由选择</a:t>
            </a:r>
            <a:r>
              <a:rPr lang="zh-CN" altLang="en-US" sz="2800" smtClean="0"/>
              <a:t>”</a:t>
            </a:r>
            <a:r>
              <a:rPr lang="en-US" altLang="zh-CN" sz="2800" smtClean="0"/>
              <a:t>(routing)</a:t>
            </a:r>
            <a:r>
              <a:rPr lang="zh-CN" altLang="en-US" sz="2800" smtClean="0"/>
              <a:t>则是按照分布式算法，根据从各相邻路由器得到的关于网络拓扑的变化         情况，动态地改变所选择的路由。</a:t>
            </a:r>
          </a:p>
          <a:p>
            <a:pPr algn="just" eaLnBrk="1" hangingPunct="1">
              <a:lnSpc>
                <a:spcPct val="80000"/>
              </a:lnSpc>
            </a:pPr>
            <a:r>
              <a:rPr lang="zh-CN" altLang="en-US" sz="2800" smtClean="0"/>
              <a:t>路由表是根据路由选择算法得出的，一般仅包含目的网络和下一跳路由的</a:t>
            </a:r>
            <a:r>
              <a:rPr lang="en-US" altLang="zh-CN" sz="2800" smtClean="0"/>
              <a:t>IP</a:t>
            </a:r>
            <a:r>
              <a:rPr lang="zh-CN" altLang="en-US" sz="2800" smtClean="0"/>
              <a:t>地址。而转发表是从路由表得出的，必须包含完成转发功能所必需的信息。也就是说，在转发表的每一行必须包含目的网络、输出端口和</a:t>
            </a:r>
            <a:r>
              <a:rPr lang="en-US" altLang="zh-CN" sz="2800" smtClean="0"/>
              <a:t>MAC</a:t>
            </a:r>
            <a:r>
              <a:rPr lang="zh-CN" altLang="en-US" sz="2800" smtClean="0"/>
              <a:t>地址信息（如下一跳的以太网地址）的映射 </a:t>
            </a:r>
            <a:r>
              <a:rPr lang="en-US" altLang="zh-CN" sz="2800" smtClean="0"/>
              <a:t>P161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564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564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6419" grpId="0" build="p"/>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2"/>
          <p:cNvSpPr>
            <a:spLocks noGrp="1" noChangeArrowheads="1"/>
          </p:cNvSpPr>
          <p:nvPr>
            <p:ph type="title"/>
          </p:nvPr>
        </p:nvSpPr>
        <p:spPr>
          <a:xfrm>
            <a:off x="1387475" y="931863"/>
            <a:ext cx="6856413" cy="768350"/>
          </a:xfrm>
        </p:spPr>
        <p:txBody>
          <a:bodyPr/>
          <a:lstStyle/>
          <a:p>
            <a:pPr algn="ctr" eaLnBrk="1" hangingPunct="1"/>
            <a:r>
              <a:rPr lang="zh-CN" altLang="en-US" sz="4000" smtClean="0"/>
              <a:t>输入端口对线路上</a:t>
            </a:r>
            <a:br>
              <a:rPr lang="zh-CN" altLang="en-US" sz="4000" smtClean="0"/>
            </a:br>
            <a:r>
              <a:rPr lang="zh-CN" altLang="en-US" sz="4000" smtClean="0"/>
              <a:t>收到的分组的处理 </a:t>
            </a:r>
          </a:p>
        </p:txBody>
      </p:sp>
      <p:sp>
        <p:nvSpPr>
          <p:cNvPr id="210947" name="Rectangle 3"/>
          <p:cNvSpPr>
            <a:spLocks noGrp="1" noChangeArrowheads="1"/>
          </p:cNvSpPr>
          <p:nvPr>
            <p:ph type="body" idx="1"/>
          </p:nvPr>
        </p:nvSpPr>
        <p:spPr>
          <a:xfrm>
            <a:off x="1042988" y="1978025"/>
            <a:ext cx="7772400" cy="1379538"/>
          </a:xfrm>
        </p:spPr>
        <p:txBody>
          <a:bodyPr/>
          <a:lstStyle/>
          <a:p>
            <a:pPr algn="just" eaLnBrk="1" hangingPunct="1"/>
            <a:r>
              <a:rPr lang="zh-CN" altLang="en-US" sz="2800" smtClean="0"/>
              <a:t>数据链路层剥去帧首部和尾部后，将分组送到网络层的队列中排队等待处理。这会产生一定的时延。 </a:t>
            </a:r>
          </a:p>
        </p:txBody>
      </p:sp>
      <p:sp>
        <p:nvSpPr>
          <p:cNvPr id="210948" name="Rectangle 4"/>
          <p:cNvSpPr>
            <a:spLocks noChangeArrowheads="1"/>
          </p:cNvSpPr>
          <p:nvPr/>
        </p:nvSpPr>
        <p:spPr bwMode="auto">
          <a:xfrm>
            <a:off x="1068388" y="3619500"/>
            <a:ext cx="6691312" cy="2662238"/>
          </a:xfrm>
          <a:prstGeom prst="rect">
            <a:avLst/>
          </a:prstGeom>
          <a:solidFill>
            <a:srgbClr val="CCEC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0949" name="Rectangle 5"/>
          <p:cNvSpPr>
            <a:spLocks noChangeArrowheads="1"/>
          </p:cNvSpPr>
          <p:nvPr/>
        </p:nvSpPr>
        <p:spPr bwMode="auto">
          <a:xfrm>
            <a:off x="1512888" y="4679950"/>
            <a:ext cx="1339850" cy="798513"/>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物理层处理</a:t>
            </a:r>
          </a:p>
        </p:txBody>
      </p:sp>
      <p:sp>
        <p:nvSpPr>
          <p:cNvPr id="210950" name="Rectangle 6"/>
          <p:cNvSpPr>
            <a:spLocks noChangeArrowheads="1"/>
          </p:cNvSpPr>
          <p:nvPr/>
        </p:nvSpPr>
        <p:spPr bwMode="auto">
          <a:xfrm>
            <a:off x="3414713" y="4416425"/>
            <a:ext cx="1338262" cy="132715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数据链路层</a:t>
            </a:r>
          </a:p>
          <a:p>
            <a:pPr algn="ctr"/>
            <a:r>
              <a:rPr kumimoji="1" lang="zh-CN" altLang="en-US" sz="2000">
                <a:solidFill>
                  <a:srgbClr val="333399"/>
                </a:solidFill>
                <a:latin typeface="Arial" pitchFamily="34" charset="0"/>
              </a:rPr>
              <a:t>处理</a:t>
            </a:r>
          </a:p>
        </p:txBody>
      </p:sp>
      <p:sp>
        <p:nvSpPr>
          <p:cNvPr id="210951" name="Rectangle 7"/>
          <p:cNvSpPr>
            <a:spLocks noChangeArrowheads="1"/>
          </p:cNvSpPr>
          <p:nvPr/>
        </p:nvSpPr>
        <p:spPr bwMode="auto">
          <a:xfrm>
            <a:off x="5411788" y="3876675"/>
            <a:ext cx="1901825" cy="20605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0952" name="Line 8"/>
          <p:cNvSpPr>
            <a:spLocks noChangeShapeType="1"/>
          </p:cNvSpPr>
          <p:nvPr/>
        </p:nvSpPr>
        <p:spPr bwMode="auto">
          <a:xfrm flipV="1">
            <a:off x="827088" y="5080000"/>
            <a:ext cx="712787" cy="4763"/>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53" name="Line 9"/>
          <p:cNvSpPr>
            <a:spLocks noChangeShapeType="1"/>
          </p:cNvSpPr>
          <p:nvPr/>
        </p:nvSpPr>
        <p:spPr bwMode="auto">
          <a:xfrm>
            <a:off x="2852738" y="5080000"/>
            <a:ext cx="561975"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54" name="Line 10"/>
          <p:cNvSpPr>
            <a:spLocks noChangeShapeType="1"/>
          </p:cNvSpPr>
          <p:nvPr/>
        </p:nvSpPr>
        <p:spPr bwMode="auto">
          <a:xfrm>
            <a:off x="4773613" y="5080000"/>
            <a:ext cx="647700"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55" name="Line 11"/>
          <p:cNvSpPr>
            <a:spLocks noChangeShapeType="1"/>
          </p:cNvSpPr>
          <p:nvPr/>
        </p:nvSpPr>
        <p:spPr bwMode="auto">
          <a:xfrm>
            <a:off x="7313613" y="5080000"/>
            <a:ext cx="892175"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56" name="Line 12"/>
          <p:cNvSpPr>
            <a:spLocks noChangeShapeType="1"/>
          </p:cNvSpPr>
          <p:nvPr/>
        </p:nvSpPr>
        <p:spPr bwMode="auto">
          <a:xfrm>
            <a:off x="8205788" y="3448050"/>
            <a:ext cx="0" cy="3005138"/>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57" name="Freeform 13"/>
          <p:cNvSpPr>
            <a:spLocks/>
          </p:cNvSpPr>
          <p:nvPr/>
        </p:nvSpPr>
        <p:spPr bwMode="auto">
          <a:xfrm>
            <a:off x="5729288" y="4735513"/>
            <a:ext cx="1358900" cy="687387"/>
          </a:xfrm>
          <a:custGeom>
            <a:avLst/>
            <a:gdLst>
              <a:gd name="T0" fmla="*/ 0 w 816"/>
              <a:gd name="T1" fmla="*/ 0 h 336"/>
              <a:gd name="T2" fmla="*/ 2147483647 w 816"/>
              <a:gd name="T3" fmla="*/ 0 h 336"/>
              <a:gd name="T4" fmla="*/ 2147483647 w 816"/>
              <a:gd name="T5" fmla="*/ 2147483647 h 336"/>
              <a:gd name="T6" fmla="*/ 0 w 816"/>
              <a:gd name="T7" fmla="*/ 2147483647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solidFill>
            <a:srgbClr val="FFFF99"/>
          </a:solidFill>
          <a:ln w="28575" cmpd="sng">
            <a:solidFill>
              <a:srgbClr val="3333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58" name="Line 14"/>
          <p:cNvSpPr>
            <a:spLocks noChangeShapeType="1"/>
          </p:cNvSpPr>
          <p:nvPr/>
        </p:nvSpPr>
        <p:spPr bwMode="auto">
          <a:xfrm>
            <a:off x="6927850" y="4735513"/>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59" name="Line 15"/>
          <p:cNvSpPr>
            <a:spLocks noChangeShapeType="1"/>
          </p:cNvSpPr>
          <p:nvPr/>
        </p:nvSpPr>
        <p:spPr bwMode="auto">
          <a:xfrm>
            <a:off x="6769100" y="4735513"/>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60" name="Line 16"/>
          <p:cNvSpPr>
            <a:spLocks noChangeShapeType="1"/>
          </p:cNvSpPr>
          <p:nvPr/>
        </p:nvSpPr>
        <p:spPr bwMode="auto">
          <a:xfrm>
            <a:off x="6607175" y="4735513"/>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61" name="Line 17"/>
          <p:cNvSpPr>
            <a:spLocks noChangeShapeType="1"/>
          </p:cNvSpPr>
          <p:nvPr/>
        </p:nvSpPr>
        <p:spPr bwMode="auto">
          <a:xfrm>
            <a:off x="6448425" y="4735513"/>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62" name="Line 18"/>
          <p:cNvSpPr>
            <a:spLocks noChangeShapeType="1"/>
          </p:cNvSpPr>
          <p:nvPr/>
        </p:nvSpPr>
        <p:spPr bwMode="auto">
          <a:xfrm>
            <a:off x="6289675" y="4735513"/>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63" name="Line 19"/>
          <p:cNvSpPr>
            <a:spLocks noChangeShapeType="1"/>
          </p:cNvSpPr>
          <p:nvPr/>
        </p:nvSpPr>
        <p:spPr bwMode="auto">
          <a:xfrm>
            <a:off x="6129338" y="4735513"/>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0964" name="Text Box 20"/>
          <p:cNvSpPr txBox="1">
            <a:spLocks noChangeArrowheads="1"/>
          </p:cNvSpPr>
          <p:nvPr/>
        </p:nvSpPr>
        <p:spPr bwMode="auto">
          <a:xfrm>
            <a:off x="5691188" y="3951288"/>
            <a:ext cx="1454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网络层处理</a:t>
            </a:r>
          </a:p>
          <a:p>
            <a:pPr eaLnBrk="1" hangingPunct="1"/>
            <a:r>
              <a:rPr kumimoji="1" lang="zh-CN" altLang="en-US" sz="2000">
                <a:solidFill>
                  <a:srgbClr val="333399"/>
                </a:solidFill>
                <a:latin typeface="Arial" pitchFamily="34" charset="0"/>
              </a:rPr>
              <a:t>  分组排队</a:t>
            </a:r>
          </a:p>
        </p:txBody>
      </p:sp>
      <p:sp>
        <p:nvSpPr>
          <p:cNvPr id="210965" name="Text Box 21"/>
          <p:cNvSpPr txBox="1">
            <a:spLocks noChangeArrowheads="1"/>
          </p:cNvSpPr>
          <p:nvPr/>
        </p:nvSpPr>
        <p:spPr bwMode="auto">
          <a:xfrm>
            <a:off x="5810250" y="5416550"/>
            <a:ext cx="3238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p>
        </p:txBody>
      </p:sp>
      <p:sp>
        <p:nvSpPr>
          <p:cNvPr id="210966" name="Text Box 22"/>
          <p:cNvSpPr txBox="1">
            <a:spLocks noChangeArrowheads="1"/>
          </p:cNvSpPr>
          <p:nvPr/>
        </p:nvSpPr>
        <p:spPr bwMode="auto">
          <a:xfrm>
            <a:off x="8274050" y="4283075"/>
            <a:ext cx="4381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交</a:t>
            </a:r>
          </a:p>
          <a:p>
            <a:pPr eaLnBrk="1" hangingPunct="1"/>
            <a:r>
              <a:rPr kumimoji="1" lang="zh-CN" altLang="en-US" sz="2000">
                <a:solidFill>
                  <a:srgbClr val="333399"/>
                </a:solidFill>
                <a:latin typeface="Arial" pitchFamily="34" charset="0"/>
              </a:rPr>
              <a:t>换</a:t>
            </a:r>
          </a:p>
          <a:p>
            <a:pPr eaLnBrk="1" hangingPunct="1"/>
            <a:r>
              <a:rPr kumimoji="1" lang="zh-CN" altLang="en-US" sz="2000">
                <a:solidFill>
                  <a:srgbClr val="333399"/>
                </a:solidFill>
                <a:latin typeface="Arial" pitchFamily="34" charset="0"/>
              </a:rPr>
              <a:t>结</a:t>
            </a:r>
          </a:p>
          <a:p>
            <a:pPr eaLnBrk="1" hangingPunct="1"/>
            <a:r>
              <a:rPr kumimoji="1" lang="zh-CN" altLang="en-US" sz="2000">
                <a:solidFill>
                  <a:srgbClr val="333399"/>
                </a:solidFill>
                <a:latin typeface="Arial" pitchFamily="34" charset="0"/>
              </a:rPr>
              <a:t>构</a:t>
            </a:r>
          </a:p>
        </p:txBody>
      </p:sp>
      <p:sp>
        <p:nvSpPr>
          <p:cNvPr id="210967" name="Text Box 23"/>
          <p:cNvSpPr txBox="1">
            <a:spLocks noChangeArrowheads="1"/>
          </p:cNvSpPr>
          <p:nvPr/>
        </p:nvSpPr>
        <p:spPr bwMode="auto">
          <a:xfrm>
            <a:off x="3221038" y="3178175"/>
            <a:ext cx="2101850" cy="395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输入端口的处理</a:t>
            </a:r>
          </a:p>
        </p:txBody>
      </p:sp>
      <p:sp>
        <p:nvSpPr>
          <p:cNvPr id="210968" name="Text Box 24"/>
          <p:cNvSpPr txBox="1">
            <a:spLocks noChangeArrowheads="1"/>
          </p:cNvSpPr>
          <p:nvPr/>
        </p:nvSpPr>
        <p:spPr bwMode="auto">
          <a:xfrm>
            <a:off x="409575" y="4008438"/>
            <a:ext cx="438150" cy="2012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000">
                <a:solidFill>
                  <a:srgbClr val="333399"/>
                </a:solidFill>
                <a:latin typeface="Arial" pitchFamily="34" charset="0"/>
              </a:rPr>
              <a:t>从</a:t>
            </a:r>
          </a:p>
          <a:p>
            <a:pPr eaLnBrk="1" hangingPunct="1">
              <a:lnSpc>
                <a:spcPct val="90000"/>
              </a:lnSpc>
            </a:pPr>
            <a:r>
              <a:rPr kumimoji="1" lang="zh-CN" altLang="en-US" sz="2000">
                <a:solidFill>
                  <a:srgbClr val="333399"/>
                </a:solidFill>
                <a:latin typeface="Arial" pitchFamily="34" charset="0"/>
              </a:rPr>
              <a:t>线</a:t>
            </a:r>
          </a:p>
          <a:p>
            <a:pPr eaLnBrk="1" hangingPunct="1">
              <a:lnSpc>
                <a:spcPct val="90000"/>
              </a:lnSpc>
            </a:pPr>
            <a:r>
              <a:rPr kumimoji="1" lang="zh-CN" altLang="en-US" sz="2000">
                <a:solidFill>
                  <a:srgbClr val="333399"/>
                </a:solidFill>
                <a:latin typeface="Arial" pitchFamily="34" charset="0"/>
              </a:rPr>
              <a:t>路</a:t>
            </a:r>
          </a:p>
          <a:p>
            <a:pPr eaLnBrk="1" hangingPunct="1">
              <a:lnSpc>
                <a:spcPct val="90000"/>
              </a:lnSpc>
            </a:pPr>
            <a:r>
              <a:rPr kumimoji="1" lang="zh-CN" altLang="en-US" sz="2000">
                <a:solidFill>
                  <a:srgbClr val="333399"/>
                </a:solidFill>
                <a:latin typeface="Arial" pitchFamily="34" charset="0"/>
              </a:rPr>
              <a:t>接</a:t>
            </a:r>
          </a:p>
          <a:p>
            <a:pPr eaLnBrk="1" hangingPunct="1">
              <a:lnSpc>
                <a:spcPct val="90000"/>
              </a:lnSpc>
            </a:pPr>
            <a:r>
              <a:rPr kumimoji="1" lang="zh-CN" altLang="en-US" sz="2000">
                <a:solidFill>
                  <a:srgbClr val="333399"/>
                </a:solidFill>
                <a:latin typeface="Arial" pitchFamily="34" charset="0"/>
              </a:rPr>
              <a:t>收</a:t>
            </a:r>
          </a:p>
          <a:p>
            <a:pPr eaLnBrk="1" hangingPunct="1">
              <a:lnSpc>
                <a:spcPct val="90000"/>
              </a:lnSpc>
            </a:pPr>
            <a:r>
              <a:rPr kumimoji="1" lang="zh-CN" altLang="en-US" sz="2000">
                <a:solidFill>
                  <a:srgbClr val="333399"/>
                </a:solidFill>
                <a:latin typeface="Arial" pitchFamily="34" charset="0"/>
              </a:rPr>
              <a:t>分</a:t>
            </a:r>
          </a:p>
          <a:p>
            <a:pPr eaLnBrk="1" hangingPunct="1">
              <a:lnSpc>
                <a:spcPct val="90000"/>
              </a:lnSpc>
            </a:pPr>
            <a:r>
              <a:rPr kumimoji="1" lang="zh-CN" altLang="en-US" sz="2000">
                <a:solidFill>
                  <a:srgbClr val="333399"/>
                </a:solidFill>
                <a:latin typeface="Arial" pitchFamily="34" charset="0"/>
              </a:rPr>
              <a:t>组</a:t>
            </a:r>
          </a:p>
        </p:txBody>
      </p:sp>
      <p:sp>
        <p:nvSpPr>
          <p:cNvPr id="210969" name="Text Box 25"/>
          <p:cNvSpPr txBox="1">
            <a:spLocks noChangeArrowheads="1"/>
          </p:cNvSpPr>
          <p:nvPr/>
        </p:nvSpPr>
        <p:spPr bwMode="auto">
          <a:xfrm>
            <a:off x="5741988" y="5445125"/>
            <a:ext cx="14525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查表和转发</a:t>
            </a:r>
          </a:p>
        </p:txBody>
      </p:sp>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2"/>
          <p:cNvSpPr>
            <a:spLocks noGrp="1" noChangeArrowheads="1"/>
          </p:cNvSpPr>
          <p:nvPr>
            <p:ph type="title"/>
          </p:nvPr>
        </p:nvSpPr>
        <p:spPr>
          <a:xfrm>
            <a:off x="1387475" y="931863"/>
            <a:ext cx="6856413" cy="768350"/>
          </a:xfrm>
        </p:spPr>
        <p:txBody>
          <a:bodyPr/>
          <a:lstStyle/>
          <a:p>
            <a:pPr algn="ctr" eaLnBrk="1" hangingPunct="1"/>
            <a:r>
              <a:rPr lang="zh-CN" altLang="en-US" smtClean="0"/>
              <a:t>输出端口将交换结构传送来的分组发送到线路 </a:t>
            </a:r>
          </a:p>
        </p:txBody>
      </p:sp>
      <p:sp>
        <p:nvSpPr>
          <p:cNvPr id="211971" name="Rectangle 3"/>
          <p:cNvSpPr>
            <a:spLocks noGrp="1" noChangeArrowheads="1"/>
          </p:cNvSpPr>
          <p:nvPr>
            <p:ph type="body" idx="1"/>
          </p:nvPr>
        </p:nvSpPr>
        <p:spPr>
          <a:xfrm>
            <a:off x="1042988" y="1916113"/>
            <a:ext cx="7772400" cy="1379537"/>
          </a:xfrm>
        </p:spPr>
        <p:txBody>
          <a:bodyPr/>
          <a:lstStyle/>
          <a:p>
            <a:pPr algn="just" eaLnBrk="1" hangingPunct="1"/>
            <a:r>
              <a:rPr lang="zh-CN" altLang="en-US" sz="2800" smtClean="0"/>
              <a:t>当交换结构传送过来的分组先进行缓存。数据链路层处理模块将分组加上链路层的首部和尾部，交给物理层后发送到外部线路。 </a:t>
            </a:r>
          </a:p>
        </p:txBody>
      </p:sp>
      <p:sp>
        <p:nvSpPr>
          <p:cNvPr id="211972" name="Rectangle 4"/>
          <p:cNvSpPr>
            <a:spLocks noChangeArrowheads="1"/>
          </p:cNvSpPr>
          <p:nvPr/>
        </p:nvSpPr>
        <p:spPr bwMode="auto">
          <a:xfrm>
            <a:off x="1317625" y="3683000"/>
            <a:ext cx="6684963" cy="2670175"/>
          </a:xfrm>
          <a:prstGeom prst="rect">
            <a:avLst/>
          </a:prstGeom>
          <a:solidFill>
            <a:srgbClr val="CCEC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973" name="Rectangle 5"/>
          <p:cNvSpPr>
            <a:spLocks noChangeArrowheads="1"/>
          </p:cNvSpPr>
          <p:nvPr/>
        </p:nvSpPr>
        <p:spPr bwMode="auto">
          <a:xfrm>
            <a:off x="6221413" y="4746625"/>
            <a:ext cx="1335087" cy="8001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物理层处理</a:t>
            </a:r>
          </a:p>
        </p:txBody>
      </p:sp>
      <p:sp>
        <p:nvSpPr>
          <p:cNvPr id="211974" name="Rectangle 6"/>
          <p:cNvSpPr>
            <a:spLocks noChangeArrowheads="1"/>
          </p:cNvSpPr>
          <p:nvPr/>
        </p:nvSpPr>
        <p:spPr bwMode="auto">
          <a:xfrm>
            <a:off x="4322763" y="4483100"/>
            <a:ext cx="1335087" cy="133032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数据链路层</a:t>
            </a:r>
          </a:p>
          <a:p>
            <a:pPr algn="ctr"/>
            <a:r>
              <a:rPr kumimoji="1" lang="zh-CN" altLang="en-US" sz="2000">
                <a:solidFill>
                  <a:srgbClr val="333399"/>
                </a:solidFill>
                <a:latin typeface="Arial" pitchFamily="34" charset="0"/>
              </a:rPr>
              <a:t>处理</a:t>
            </a:r>
          </a:p>
        </p:txBody>
      </p:sp>
      <p:sp>
        <p:nvSpPr>
          <p:cNvPr id="211975" name="Rectangle 7"/>
          <p:cNvSpPr>
            <a:spLocks noChangeArrowheads="1"/>
          </p:cNvSpPr>
          <p:nvPr/>
        </p:nvSpPr>
        <p:spPr bwMode="auto">
          <a:xfrm>
            <a:off x="1763713" y="3940175"/>
            <a:ext cx="1900237" cy="206692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1976" name="Line 8"/>
          <p:cNvSpPr>
            <a:spLocks noChangeShapeType="1"/>
          </p:cNvSpPr>
          <p:nvPr/>
        </p:nvSpPr>
        <p:spPr bwMode="auto">
          <a:xfrm flipV="1">
            <a:off x="7529513" y="5148263"/>
            <a:ext cx="679450"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77" name="Line 9"/>
          <p:cNvSpPr>
            <a:spLocks noChangeShapeType="1"/>
          </p:cNvSpPr>
          <p:nvPr/>
        </p:nvSpPr>
        <p:spPr bwMode="auto">
          <a:xfrm>
            <a:off x="5657850" y="5148263"/>
            <a:ext cx="563563"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78" name="Line 10"/>
          <p:cNvSpPr>
            <a:spLocks noChangeShapeType="1"/>
          </p:cNvSpPr>
          <p:nvPr/>
        </p:nvSpPr>
        <p:spPr bwMode="auto">
          <a:xfrm>
            <a:off x="3654425" y="5148263"/>
            <a:ext cx="647700"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79" name="Line 11"/>
          <p:cNvSpPr>
            <a:spLocks noChangeShapeType="1"/>
          </p:cNvSpPr>
          <p:nvPr/>
        </p:nvSpPr>
        <p:spPr bwMode="auto">
          <a:xfrm>
            <a:off x="873125" y="5148263"/>
            <a:ext cx="890588"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0" name="Line 12"/>
          <p:cNvSpPr>
            <a:spLocks noChangeShapeType="1"/>
          </p:cNvSpPr>
          <p:nvPr/>
        </p:nvSpPr>
        <p:spPr bwMode="auto">
          <a:xfrm>
            <a:off x="873125" y="3511550"/>
            <a:ext cx="0" cy="301307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1" name="Freeform 13"/>
          <p:cNvSpPr>
            <a:spLocks/>
          </p:cNvSpPr>
          <p:nvPr/>
        </p:nvSpPr>
        <p:spPr bwMode="auto">
          <a:xfrm>
            <a:off x="1989138" y="4802188"/>
            <a:ext cx="1355725" cy="688975"/>
          </a:xfrm>
          <a:custGeom>
            <a:avLst/>
            <a:gdLst>
              <a:gd name="T0" fmla="*/ 0 w 816"/>
              <a:gd name="T1" fmla="*/ 0 h 336"/>
              <a:gd name="T2" fmla="*/ 2147483647 w 816"/>
              <a:gd name="T3" fmla="*/ 0 h 336"/>
              <a:gd name="T4" fmla="*/ 2147483647 w 816"/>
              <a:gd name="T5" fmla="*/ 2147483647 h 336"/>
              <a:gd name="T6" fmla="*/ 0 w 816"/>
              <a:gd name="T7" fmla="*/ 2147483647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2" name="Line 14"/>
          <p:cNvSpPr>
            <a:spLocks noChangeShapeType="1"/>
          </p:cNvSpPr>
          <p:nvPr/>
        </p:nvSpPr>
        <p:spPr bwMode="auto">
          <a:xfrm>
            <a:off x="2395538" y="4802188"/>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3" name="Line 15"/>
          <p:cNvSpPr>
            <a:spLocks noChangeShapeType="1"/>
          </p:cNvSpPr>
          <p:nvPr/>
        </p:nvSpPr>
        <p:spPr bwMode="auto">
          <a:xfrm>
            <a:off x="2554288" y="4802188"/>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4" name="Line 16"/>
          <p:cNvSpPr>
            <a:spLocks noChangeShapeType="1"/>
          </p:cNvSpPr>
          <p:nvPr/>
        </p:nvSpPr>
        <p:spPr bwMode="auto">
          <a:xfrm>
            <a:off x="2714625" y="4802188"/>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5" name="Line 17"/>
          <p:cNvSpPr>
            <a:spLocks noChangeShapeType="1"/>
          </p:cNvSpPr>
          <p:nvPr/>
        </p:nvSpPr>
        <p:spPr bwMode="auto">
          <a:xfrm>
            <a:off x="2874963" y="4802188"/>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6" name="Line 18"/>
          <p:cNvSpPr>
            <a:spLocks noChangeShapeType="1"/>
          </p:cNvSpPr>
          <p:nvPr/>
        </p:nvSpPr>
        <p:spPr bwMode="auto">
          <a:xfrm>
            <a:off x="3032125" y="4802188"/>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7" name="Line 19"/>
          <p:cNvSpPr>
            <a:spLocks noChangeShapeType="1"/>
          </p:cNvSpPr>
          <p:nvPr/>
        </p:nvSpPr>
        <p:spPr bwMode="auto">
          <a:xfrm>
            <a:off x="3192463" y="4802188"/>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1988" name="Text Box 20"/>
          <p:cNvSpPr txBox="1">
            <a:spLocks noChangeArrowheads="1"/>
          </p:cNvSpPr>
          <p:nvPr/>
        </p:nvSpPr>
        <p:spPr bwMode="auto">
          <a:xfrm>
            <a:off x="1979613" y="4054475"/>
            <a:ext cx="1454150" cy="669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5000"/>
              </a:lnSpc>
            </a:pPr>
            <a:r>
              <a:rPr kumimoji="1" lang="zh-CN" altLang="en-US" sz="2000">
                <a:solidFill>
                  <a:srgbClr val="333399"/>
                </a:solidFill>
                <a:latin typeface="Arial" pitchFamily="34" charset="0"/>
              </a:rPr>
              <a:t>网络层处理</a:t>
            </a:r>
          </a:p>
          <a:p>
            <a:pPr eaLnBrk="1" hangingPunct="1">
              <a:lnSpc>
                <a:spcPct val="95000"/>
              </a:lnSpc>
            </a:pPr>
            <a:r>
              <a:rPr kumimoji="1" lang="zh-CN" altLang="en-US" sz="2000">
                <a:solidFill>
                  <a:srgbClr val="333399"/>
                </a:solidFill>
                <a:latin typeface="Arial" pitchFamily="34" charset="0"/>
              </a:rPr>
              <a:t>  分组排队 </a:t>
            </a:r>
          </a:p>
        </p:txBody>
      </p:sp>
      <p:sp>
        <p:nvSpPr>
          <p:cNvPr id="211989" name="Text Box 21"/>
          <p:cNvSpPr txBox="1">
            <a:spLocks noChangeArrowheads="1"/>
          </p:cNvSpPr>
          <p:nvPr/>
        </p:nvSpPr>
        <p:spPr bwMode="auto">
          <a:xfrm>
            <a:off x="3563938" y="3246438"/>
            <a:ext cx="2101850"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  </a:t>
            </a:r>
            <a:r>
              <a:rPr kumimoji="1" lang="zh-CN" altLang="en-US" sz="2000">
                <a:solidFill>
                  <a:srgbClr val="333399"/>
                </a:solidFill>
                <a:latin typeface="Arial" pitchFamily="34" charset="0"/>
              </a:rPr>
              <a:t>输出端口的处理</a:t>
            </a:r>
          </a:p>
        </p:txBody>
      </p:sp>
      <p:sp>
        <p:nvSpPr>
          <p:cNvPr id="211990" name="Text Box 22"/>
          <p:cNvSpPr txBox="1">
            <a:spLocks noChangeArrowheads="1"/>
          </p:cNvSpPr>
          <p:nvPr/>
        </p:nvSpPr>
        <p:spPr bwMode="auto">
          <a:xfrm>
            <a:off x="8208963" y="3862388"/>
            <a:ext cx="438150" cy="2014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lnSpc>
                <a:spcPct val="90000"/>
              </a:lnSpc>
            </a:pPr>
            <a:r>
              <a:rPr kumimoji="1" lang="zh-CN" altLang="en-US" sz="2000">
                <a:solidFill>
                  <a:srgbClr val="333399"/>
                </a:solidFill>
                <a:latin typeface="Arial" pitchFamily="34" charset="0"/>
              </a:rPr>
              <a:t>向</a:t>
            </a:r>
          </a:p>
          <a:p>
            <a:pPr eaLnBrk="1" hangingPunct="1">
              <a:lnSpc>
                <a:spcPct val="90000"/>
              </a:lnSpc>
            </a:pPr>
            <a:r>
              <a:rPr kumimoji="1" lang="zh-CN" altLang="en-US" sz="2000">
                <a:solidFill>
                  <a:srgbClr val="333399"/>
                </a:solidFill>
                <a:latin typeface="Arial" pitchFamily="34" charset="0"/>
              </a:rPr>
              <a:t>线</a:t>
            </a:r>
          </a:p>
          <a:p>
            <a:pPr eaLnBrk="1" hangingPunct="1">
              <a:lnSpc>
                <a:spcPct val="90000"/>
              </a:lnSpc>
            </a:pPr>
            <a:r>
              <a:rPr kumimoji="1" lang="zh-CN" altLang="en-US" sz="2000">
                <a:solidFill>
                  <a:srgbClr val="333399"/>
                </a:solidFill>
                <a:latin typeface="Arial" pitchFamily="34" charset="0"/>
              </a:rPr>
              <a:t>路</a:t>
            </a:r>
          </a:p>
          <a:p>
            <a:pPr eaLnBrk="1" hangingPunct="1">
              <a:lnSpc>
                <a:spcPct val="90000"/>
              </a:lnSpc>
            </a:pPr>
            <a:r>
              <a:rPr kumimoji="1" lang="zh-CN" altLang="en-US" sz="2000">
                <a:solidFill>
                  <a:srgbClr val="333399"/>
                </a:solidFill>
                <a:latin typeface="Arial" pitchFamily="34" charset="0"/>
              </a:rPr>
              <a:t>发</a:t>
            </a:r>
          </a:p>
          <a:p>
            <a:pPr eaLnBrk="1" hangingPunct="1">
              <a:lnSpc>
                <a:spcPct val="90000"/>
              </a:lnSpc>
            </a:pPr>
            <a:r>
              <a:rPr kumimoji="1" lang="zh-CN" altLang="en-US" sz="2000">
                <a:solidFill>
                  <a:srgbClr val="333399"/>
                </a:solidFill>
                <a:latin typeface="Arial" pitchFamily="34" charset="0"/>
              </a:rPr>
              <a:t>送</a:t>
            </a:r>
          </a:p>
          <a:p>
            <a:pPr eaLnBrk="1" hangingPunct="1">
              <a:lnSpc>
                <a:spcPct val="90000"/>
              </a:lnSpc>
            </a:pPr>
            <a:r>
              <a:rPr kumimoji="1" lang="zh-CN" altLang="en-US" sz="2000">
                <a:solidFill>
                  <a:srgbClr val="333399"/>
                </a:solidFill>
                <a:latin typeface="Arial" pitchFamily="34" charset="0"/>
              </a:rPr>
              <a:t>分</a:t>
            </a:r>
          </a:p>
          <a:p>
            <a:pPr eaLnBrk="1" hangingPunct="1">
              <a:lnSpc>
                <a:spcPct val="90000"/>
              </a:lnSpc>
            </a:pPr>
            <a:r>
              <a:rPr kumimoji="1" lang="zh-CN" altLang="en-US" sz="2000">
                <a:solidFill>
                  <a:srgbClr val="333399"/>
                </a:solidFill>
                <a:latin typeface="Arial" pitchFamily="34" charset="0"/>
              </a:rPr>
              <a:t>组</a:t>
            </a:r>
          </a:p>
        </p:txBody>
      </p:sp>
      <p:sp>
        <p:nvSpPr>
          <p:cNvPr id="211991" name="Text Box 23"/>
          <p:cNvSpPr txBox="1">
            <a:spLocks noChangeArrowheads="1"/>
          </p:cNvSpPr>
          <p:nvPr/>
        </p:nvSpPr>
        <p:spPr bwMode="auto">
          <a:xfrm>
            <a:off x="2149475" y="5484813"/>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缓存管理</a:t>
            </a:r>
          </a:p>
        </p:txBody>
      </p:sp>
      <p:sp>
        <p:nvSpPr>
          <p:cNvPr id="211992" name="Text Box 24"/>
          <p:cNvSpPr txBox="1">
            <a:spLocks noChangeArrowheads="1"/>
          </p:cNvSpPr>
          <p:nvPr/>
        </p:nvSpPr>
        <p:spPr bwMode="auto">
          <a:xfrm>
            <a:off x="395288" y="4357688"/>
            <a:ext cx="438150" cy="1309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交</a:t>
            </a:r>
          </a:p>
          <a:p>
            <a:pPr eaLnBrk="1" hangingPunct="1"/>
            <a:r>
              <a:rPr kumimoji="1" lang="zh-CN" altLang="en-US" sz="2000">
                <a:solidFill>
                  <a:srgbClr val="333399"/>
                </a:solidFill>
                <a:latin typeface="Arial" pitchFamily="34" charset="0"/>
              </a:rPr>
              <a:t>换</a:t>
            </a:r>
          </a:p>
          <a:p>
            <a:pPr eaLnBrk="1" hangingPunct="1"/>
            <a:r>
              <a:rPr kumimoji="1" lang="zh-CN" altLang="en-US" sz="2000">
                <a:solidFill>
                  <a:srgbClr val="333399"/>
                </a:solidFill>
                <a:latin typeface="Arial" pitchFamily="34" charset="0"/>
              </a:rPr>
              <a:t>结</a:t>
            </a:r>
          </a:p>
          <a:p>
            <a:pPr eaLnBrk="1" hangingPunct="1"/>
            <a:r>
              <a:rPr kumimoji="1" lang="zh-CN" altLang="en-US" sz="2000">
                <a:solidFill>
                  <a:srgbClr val="333399"/>
                </a:solidFill>
                <a:latin typeface="Arial" pitchFamily="34" charset="0"/>
              </a:rPr>
              <a:t>构</a:t>
            </a:r>
          </a:p>
        </p:txBody>
      </p:sp>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2"/>
          <p:cNvSpPr>
            <a:spLocks noGrp="1" noChangeArrowheads="1"/>
          </p:cNvSpPr>
          <p:nvPr>
            <p:ph type="title"/>
          </p:nvPr>
        </p:nvSpPr>
        <p:spPr>
          <a:xfrm>
            <a:off x="1100138" y="931863"/>
            <a:ext cx="6856412" cy="768350"/>
          </a:xfrm>
        </p:spPr>
        <p:txBody>
          <a:bodyPr/>
          <a:lstStyle/>
          <a:p>
            <a:pPr algn="ctr" eaLnBrk="1" hangingPunct="1"/>
            <a:r>
              <a:rPr lang="zh-CN" altLang="en-US" smtClean="0"/>
              <a:t>分组丢弃 </a:t>
            </a:r>
          </a:p>
        </p:txBody>
      </p:sp>
      <p:sp>
        <p:nvSpPr>
          <p:cNvPr id="962563" name="Rectangle 3"/>
          <p:cNvSpPr>
            <a:spLocks noGrp="1" noChangeArrowheads="1"/>
          </p:cNvSpPr>
          <p:nvPr>
            <p:ph type="body" idx="1"/>
          </p:nvPr>
        </p:nvSpPr>
        <p:spPr>
          <a:xfrm>
            <a:off x="971550" y="1844675"/>
            <a:ext cx="7848600" cy="4840288"/>
          </a:xfrm>
        </p:spPr>
        <p:txBody>
          <a:bodyPr/>
          <a:lstStyle/>
          <a:p>
            <a:pPr eaLnBrk="1" hangingPunct="1">
              <a:lnSpc>
                <a:spcPct val="110000"/>
              </a:lnSpc>
            </a:pPr>
            <a:r>
              <a:rPr lang="zh-CN" altLang="en-US" smtClean="0"/>
              <a:t>若路由器处理分组的速率赶不上分组进入队列的速率，则队列的存储空间最终必定减少到零，这就使后面再进入队列的分组由于没有存储空间而只能被丢弃。</a:t>
            </a:r>
          </a:p>
          <a:p>
            <a:pPr eaLnBrk="1" hangingPunct="1">
              <a:lnSpc>
                <a:spcPct val="110000"/>
              </a:lnSpc>
            </a:pPr>
            <a:r>
              <a:rPr lang="zh-CN" altLang="en-US" smtClean="0"/>
              <a:t>路由器中的输入或输出队列产生溢出是造成分组丢失的重要原因。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6256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563" grpId="0" build="p"/>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2"/>
          <p:cNvSpPr>
            <a:spLocks noGrp="1" noChangeArrowheads="1"/>
          </p:cNvSpPr>
          <p:nvPr>
            <p:ph type="title"/>
          </p:nvPr>
        </p:nvSpPr>
        <p:spPr>
          <a:xfrm>
            <a:off x="1100138" y="44450"/>
            <a:ext cx="6856412" cy="768350"/>
          </a:xfrm>
        </p:spPr>
        <p:txBody>
          <a:bodyPr/>
          <a:lstStyle/>
          <a:p>
            <a:pPr algn="ctr" eaLnBrk="1" hangingPunct="1"/>
            <a:r>
              <a:rPr lang="en-US" altLang="zh-CN" smtClean="0"/>
              <a:t>2   </a:t>
            </a:r>
            <a:r>
              <a:rPr lang="zh-CN" altLang="en-US" smtClean="0"/>
              <a:t>交换结构</a:t>
            </a:r>
          </a:p>
        </p:txBody>
      </p:sp>
      <p:sp>
        <p:nvSpPr>
          <p:cNvPr id="214019" name="Rectangle 3"/>
          <p:cNvSpPr>
            <a:spLocks noChangeArrowheads="1"/>
          </p:cNvSpPr>
          <p:nvPr/>
        </p:nvSpPr>
        <p:spPr bwMode="auto">
          <a:xfrm>
            <a:off x="446088" y="1133475"/>
            <a:ext cx="284162"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20" name="Rectangle 4"/>
          <p:cNvSpPr>
            <a:spLocks noChangeArrowheads="1"/>
          </p:cNvSpPr>
          <p:nvPr/>
        </p:nvSpPr>
        <p:spPr bwMode="auto">
          <a:xfrm>
            <a:off x="919163" y="1085850"/>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21" name="Rectangle 5"/>
          <p:cNvSpPr>
            <a:spLocks noChangeArrowheads="1"/>
          </p:cNvSpPr>
          <p:nvPr/>
        </p:nvSpPr>
        <p:spPr bwMode="auto">
          <a:xfrm>
            <a:off x="1395413" y="1063625"/>
            <a:ext cx="284162"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22" name="Line 6"/>
          <p:cNvSpPr>
            <a:spLocks noChangeShapeType="1"/>
          </p:cNvSpPr>
          <p:nvPr/>
        </p:nvSpPr>
        <p:spPr bwMode="auto">
          <a:xfrm flipV="1">
            <a:off x="254000" y="12065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23" name="Line 7"/>
          <p:cNvSpPr>
            <a:spLocks noChangeShapeType="1"/>
          </p:cNvSpPr>
          <p:nvPr/>
        </p:nvSpPr>
        <p:spPr bwMode="auto">
          <a:xfrm>
            <a:off x="730250" y="1206500"/>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24" name="Line 8"/>
          <p:cNvSpPr>
            <a:spLocks noChangeShapeType="1"/>
          </p:cNvSpPr>
          <p:nvPr/>
        </p:nvSpPr>
        <p:spPr bwMode="auto">
          <a:xfrm>
            <a:off x="1204913" y="12065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25" name="Line 9"/>
          <p:cNvSpPr>
            <a:spLocks noChangeShapeType="1"/>
          </p:cNvSpPr>
          <p:nvPr/>
        </p:nvSpPr>
        <p:spPr bwMode="auto">
          <a:xfrm>
            <a:off x="1679575" y="12065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26" name="Rectangle 10"/>
          <p:cNvSpPr>
            <a:spLocks noChangeArrowheads="1"/>
          </p:cNvSpPr>
          <p:nvPr/>
        </p:nvSpPr>
        <p:spPr bwMode="auto">
          <a:xfrm>
            <a:off x="446088" y="2301875"/>
            <a:ext cx="284162"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27" name="Rectangle 11"/>
          <p:cNvSpPr>
            <a:spLocks noChangeArrowheads="1"/>
          </p:cNvSpPr>
          <p:nvPr/>
        </p:nvSpPr>
        <p:spPr bwMode="auto">
          <a:xfrm>
            <a:off x="919163" y="2254250"/>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28" name="Rectangle 12"/>
          <p:cNvSpPr>
            <a:spLocks noChangeArrowheads="1"/>
          </p:cNvSpPr>
          <p:nvPr/>
        </p:nvSpPr>
        <p:spPr bwMode="auto">
          <a:xfrm>
            <a:off x="1395413" y="2228850"/>
            <a:ext cx="284162"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29" name="Line 13"/>
          <p:cNvSpPr>
            <a:spLocks noChangeShapeType="1"/>
          </p:cNvSpPr>
          <p:nvPr/>
        </p:nvSpPr>
        <p:spPr bwMode="auto">
          <a:xfrm flipV="1">
            <a:off x="254000" y="2373313"/>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30" name="Line 14"/>
          <p:cNvSpPr>
            <a:spLocks noChangeShapeType="1"/>
          </p:cNvSpPr>
          <p:nvPr/>
        </p:nvSpPr>
        <p:spPr bwMode="auto">
          <a:xfrm>
            <a:off x="730250" y="2373313"/>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31" name="Line 15"/>
          <p:cNvSpPr>
            <a:spLocks noChangeShapeType="1"/>
          </p:cNvSpPr>
          <p:nvPr/>
        </p:nvSpPr>
        <p:spPr bwMode="auto">
          <a:xfrm>
            <a:off x="1204913" y="237331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32" name="Line 16"/>
          <p:cNvSpPr>
            <a:spLocks noChangeShapeType="1"/>
          </p:cNvSpPr>
          <p:nvPr/>
        </p:nvSpPr>
        <p:spPr bwMode="auto">
          <a:xfrm>
            <a:off x="1679575" y="237331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33" name="Rectangle 17"/>
          <p:cNvSpPr>
            <a:spLocks noChangeArrowheads="1"/>
          </p:cNvSpPr>
          <p:nvPr/>
        </p:nvSpPr>
        <p:spPr bwMode="auto">
          <a:xfrm>
            <a:off x="1870075" y="919163"/>
            <a:ext cx="687388" cy="1717675"/>
          </a:xfrm>
          <a:prstGeom prst="rect">
            <a:avLst/>
          </a:prstGeom>
          <a:solidFill>
            <a:srgbClr val="FFCCFF"/>
          </a:solidFill>
          <a:ln w="28575">
            <a:solidFill>
              <a:schemeClr val="tx1"/>
            </a:solidFill>
            <a:miter lim="800000"/>
            <a:headEnd/>
            <a:tailEnd/>
          </a:ln>
          <a:effectLst>
            <a:outerShdw dist="53882" dir="2700000" algn="ctr" rotWithShape="0">
              <a:schemeClr val="bg2"/>
            </a:outerShdw>
          </a:effectLst>
        </p:spPr>
        <p:txBody>
          <a:bodyPr wrap="none" anchor="ctr"/>
          <a:lstStyle/>
          <a:p>
            <a:endParaRPr lang="zh-CN" altLang="en-US"/>
          </a:p>
        </p:txBody>
      </p:sp>
      <p:sp>
        <p:nvSpPr>
          <p:cNvPr id="214034" name="Rectangle 18"/>
          <p:cNvSpPr>
            <a:spLocks noChangeArrowheads="1"/>
          </p:cNvSpPr>
          <p:nvPr/>
        </p:nvSpPr>
        <p:spPr bwMode="auto">
          <a:xfrm flipH="1">
            <a:off x="3695700" y="1133475"/>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35" name="Rectangle 19"/>
          <p:cNvSpPr>
            <a:spLocks noChangeArrowheads="1"/>
          </p:cNvSpPr>
          <p:nvPr/>
        </p:nvSpPr>
        <p:spPr bwMode="auto">
          <a:xfrm flipH="1">
            <a:off x="3222625" y="1085850"/>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36" name="Rectangle 20"/>
          <p:cNvSpPr>
            <a:spLocks noChangeArrowheads="1"/>
          </p:cNvSpPr>
          <p:nvPr/>
        </p:nvSpPr>
        <p:spPr bwMode="auto">
          <a:xfrm flipH="1">
            <a:off x="2744788" y="1063625"/>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37" name="Line 21"/>
          <p:cNvSpPr>
            <a:spLocks noChangeShapeType="1"/>
          </p:cNvSpPr>
          <p:nvPr/>
        </p:nvSpPr>
        <p:spPr bwMode="auto">
          <a:xfrm flipV="1">
            <a:off x="3975100" y="12065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38" name="Line 22"/>
          <p:cNvSpPr>
            <a:spLocks noChangeShapeType="1"/>
          </p:cNvSpPr>
          <p:nvPr/>
        </p:nvSpPr>
        <p:spPr bwMode="auto">
          <a:xfrm rot="10800000" flipH="1">
            <a:off x="3506788" y="12065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39" name="Line 23"/>
          <p:cNvSpPr>
            <a:spLocks noChangeShapeType="1"/>
          </p:cNvSpPr>
          <p:nvPr/>
        </p:nvSpPr>
        <p:spPr bwMode="auto">
          <a:xfrm>
            <a:off x="3030538" y="1206500"/>
            <a:ext cx="19208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40" name="Line 24"/>
          <p:cNvSpPr>
            <a:spLocks noChangeShapeType="1"/>
          </p:cNvSpPr>
          <p:nvPr/>
        </p:nvSpPr>
        <p:spPr bwMode="auto">
          <a:xfrm>
            <a:off x="2557463" y="1206500"/>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41" name="Rectangle 25"/>
          <p:cNvSpPr>
            <a:spLocks noChangeArrowheads="1"/>
          </p:cNvSpPr>
          <p:nvPr/>
        </p:nvSpPr>
        <p:spPr bwMode="auto">
          <a:xfrm flipH="1">
            <a:off x="3695700" y="2301875"/>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42" name="Rectangle 26"/>
          <p:cNvSpPr>
            <a:spLocks noChangeArrowheads="1"/>
          </p:cNvSpPr>
          <p:nvPr/>
        </p:nvSpPr>
        <p:spPr bwMode="auto">
          <a:xfrm flipH="1">
            <a:off x="3222625" y="2254250"/>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43" name="Rectangle 27"/>
          <p:cNvSpPr>
            <a:spLocks noChangeArrowheads="1"/>
          </p:cNvSpPr>
          <p:nvPr/>
        </p:nvSpPr>
        <p:spPr bwMode="auto">
          <a:xfrm flipH="1">
            <a:off x="2744788" y="2228850"/>
            <a:ext cx="285750"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44" name="Line 28"/>
          <p:cNvSpPr>
            <a:spLocks noChangeShapeType="1"/>
          </p:cNvSpPr>
          <p:nvPr/>
        </p:nvSpPr>
        <p:spPr bwMode="auto">
          <a:xfrm flipV="1">
            <a:off x="3975100" y="2373313"/>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45" name="Line 29"/>
          <p:cNvSpPr>
            <a:spLocks noChangeShapeType="1"/>
          </p:cNvSpPr>
          <p:nvPr/>
        </p:nvSpPr>
        <p:spPr bwMode="auto">
          <a:xfrm>
            <a:off x="3506788" y="2373313"/>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46" name="Line 30"/>
          <p:cNvSpPr>
            <a:spLocks noChangeShapeType="1"/>
          </p:cNvSpPr>
          <p:nvPr/>
        </p:nvSpPr>
        <p:spPr bwMode="auto">
          <a:xfrm>
            <a:off x="3030538" y="2373313"/>
            <a:ext cx="19208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47" name="Line 31"/>
          <p:cNvSpPr>
            <a:spLocks noChangeShapeType="1"/>
          </p:cNvSpPr>
          <p:nvPr/>
        </p:nvSpPr>
        <p:spPr bwMode="auto">
          <a:xfrm>
            <a:off x="2557463" y="2373313"/>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48" name="Rectangle 32"/>
          <p:cNvSpPr>
            <a:spLocks noChangeArrowheads="1"/>
          </p:cNvSpPr>
          <p:nvPr/>
        </p:nvSpPr>
        <p:spPr bwMode="auto">
          <a:xfrm>
            <a:off x="446088" y="1704975"/>
            <a:ext cx="284162"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49" name="Rectangle 33"/>
          <p:cNvSpPr>
            <a:spLocks noChangeArrowheads="1"/>
          </p:cNvSpPr>
          <p:nvPr/>
        </p:nvSpPr>
        <p:spPr bwMode="auto">
          <a:xfrm>
            <a:off x="919163" y="1657350"/>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50" name="Rectangle 34"/>
          <p:cNvSpPr>
            <a:spLocks noChangeArrowheads="1"/>
          </p:cNvSpPr>
          <p:nvPr/>
        </p:nvSpPr>
        <p:spPr bwMode="auto">
          <a:xfrm>
            <a:off x="1395413" y="1635125"/>
            <a:ext cx="284162"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51" name="Line 35"/>
          <p:cNvSpPr>
            <a:spLocks noChangeShapeType="1"/>
          </p:cNvSpPr>
          <p:nvPr/>
        </p:nvSpPr>
        <p:spPr bwMode="auto">
          <a:xfrm flipV="1">
            <a:off x="254000" y="17780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52" name="Line 36"/>
          <p:cNvSpPr>
            <a:spLocks noChangeShapeType="1"/>
          </p:cNvSpPr>
          <p:nvPr/>
        </p:nvSpPr>
        <p:spPr bwMode="auto">
          <a:xfrm>
            <a:off x="730250" y="1778000"/>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53" name="Line 37"/>
          <p:cNvSpPr>
            <a:spLocks noChangeShapeType="1"/>
          </p:cNvSpPr>
          <p:nvPr/>
        </p:nvSpPr>
        <p:spPr bwMode="auto">
          <a:xfrm>
            <a:off x="1204913" y="17780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54" name="Line 38"/>
          <p:cNvSpPr>
            <a:spLocks noChangeShapeType="1"/>
          </p:cNvSpPr>
          <p:nvPr/>
        </p:nvSpPr>
        <p:spPr bwMode="auto">
          <a:xfrm>
            <a:off x="1679575" y="17780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55" name="Rectangle 39"/>
          <p:cNvSpPr>
            <a:spLocks noChangeArrowheads="1"/>
          </p:cNvSpPr>
          <p:nvPr/>
        </p:nvSpPr>
        <p:spPr bwMode="auto">
          <a:xfrm flipH="1">
            <a:off x="3695700" y="1704975"/>
            <a:ext cx="28416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56" name="Rectangle 40"/>
          <p:cNvSpPr>
            <a:spLocks noChangeArrowheads="1"/>
          </p:cNvSpPr>
          <p:nvPr/>
        </p:nvSpPr>
        <p:spPr bwMode="auto">
          <a:xfrm flipH="1">
            <a:off x="3222625" y="1657350"/>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57" name="Rectangle 41"/>
          <p:cNvSpPr>
            <a:spLocks noChangeArrowheads="1"/>
          </p:cNvSpPr>
          <p:nvPr/>
        </p:nvSpPr>
        <p:spPr bwMode="auto">
          <a:xfrm flipH="1">
            <a:off x="2744788" y="1635125"/>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58" name="Line 42"/>
          <p:cNvSpPr>
            <a:spLocks noChangeShapeType="1"/>
          </p:cNvSpPr>
          <p:nvPr/>
        </p:nvSpPr>
        <p:spPr bwMode="auto">
          <a:xfrm flipV="1">
            <a:off x="3975100" y="17780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59" name="Line 43"/>
          <p:cNvSpPr>
            <a:spLocks noChangeShapeType="1"/>
          </p:cNvSpPr>
          <p:nvPr/>
        </p:nvSpPr>
        <p:spPr bwMode="auto">
          <a:xfrm rot="10800000" flipH="1">
            <a:off x="3506788" y="17780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60" name="Line 44"/>
          <p:cNvSpPr>
            <a:spLocks noChangeShapeType="1"/>
          </p:cNvSpPr>
          <p:nvPr/>
        </p:nvSpPr>
        <p:spPr bwMode="auto">
          <a:xfrm>
            <a:off x="3030538" y="1778000"/>
            <a:ext cx="19208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61" name="Line 45"/>
          <p:cNvSpPr>
            <a:spLocks noChangeShapeType="1"/>
          </p:cNvSpPr>
          <p:nvPr/>
        </p:nvSpPr>
        <p:spPr bwMode="auto">
          <a:xfrm>
            <a:off x="2557463" y="1778000"/>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62" name="Text Box 46"/>
          <p:cNvSpPr txBox="1">
            <a:spLocks noChangeArrowheads="1"/>
          </p:cNvSpPr>
          <p:nvPr/>
        </p:nvSpPr>
        <p:spPr bwMode="auto">
          <a:xfrm>
            <a:off x="109538" y="765175"/>
            <a:ext cx="346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1</a:t>
            </a:r>
          </a:p>
        </p:txBody>
      </p:sp>
      <p:sp>
        <p:nvSpPr>
          <p:cNvPr id="214063" name="Text Box 47"/>
          <p:cNvSpPr txBox="1">
            <a:spLocks noChangeArrowheads="1"/>
          </p:cNvSpPr>
          <p:nvPr/>
        </p:nvSpPr>
        <p:spPr bwMode="auto">
          <a:xfrm>
            <a:off x="107950" y="1924050"/>
            <a:ext cx="346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3</a:t>
            </a:r>
          </a:p>
        </p:txBody>
      </p:sp>
      <p:sp>
        <p:nvSpPr>
          <p:cNvPr id="214064" name="Text Box 48"/>
          <p:cNvSpPr txBox="1">
            <a:spLocks noChangeArrowheads="1"/>
          </p:cNvSpPr>
          <p:nvPr/>
        </p:nvSpPr>
        <p:spPr bwMode="auto">
          <a:xfrm>
            <a:off x="107950" y="1320800"/>
            <a:ext cx="346075"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2</a:t>
            </a:r>
          </a:p>
        </p:txBody>
      </p:sp>
      <p:sp>
        <p:nvSpPr>
          <p:cNvPr id="214065" name="Text Box 49"/>
          <p:cNvSpPr txBox="1">
            <a:spLocks noChangeArrowheads="1"/>
          </p:cNvSpPr>
          <p:nvPr/>
        </p:nvSpPr>
        <p:spPr bwMode="auto">
          <a:xfrm>
            <a:off x="3959225" y="815975"/>
            <a:ext cx="474663"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1</a:t>
            </a:r>
          </a:p>
        </p:txBody>
      </p:sp>
      <p:sp>
        <p:nvSpPr>
          <p:cNvPr id="214066" name="Text Box 50"/>
          <p:cNvSpPr txBox="1">
            <a:spLocks noChangeArrowheads="1"/>
          </p:cNvSpPr>
          <p:nvPr/>
        </p:nvSpPr>
        <p:spPr bwMode="auto">
          <a:xfrm>
            <a:off x="3959225" y="1420813"/>
            <a:ext cx="474663"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2</a:t>
            </a:r>
          </a:p>
        </p:txBody>
      </p:sp>
      <p:sp>
        <p:nvSpPr>
          <p:cNvPr id="214067" name="Freeform 51"/>
          <p:cNvSpPr>
            <a:spLocks/>
          </p:cNvSpPr>
          <p:nvPr/>
        </p:nvSpPr>
        <p:spPr bwMode="auto">
          <a:xfrm>
            <a:off x="627063" y="990600"/>
            <a:ext cx="3267075" cy="571500"/>
          </a:xfrm>
          <a:custGeom>
            <a:avLst/>
            <a:gdLst>
              <a:gd name="T0" fmla="*/ 0 w 2064"/>
              <a:gd name="T1" fmla="*/ 0 h 384"/>
              <a:gd name="T2" fmla="*/ 2147483647 w 2064"/>
              <a:gd name="T3" fmla="*/ 0 h 384"/>
              <a:gd name="T4" fmla="*/ 2147483647 w 2064"/>
              <a:gd name="T5" fmla="*/ 2147483647 h 384"/>
              <a:gd name="T6" fmla="*/ 2147483647 w 2064"/>
              <a:gd name="T7" fmla="*/ 2147483647 h 3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384">
                <a:moveTo>
                  <a:pt x="0" y="0"/>
                </a:moveTo>
                <a:lnTo>
                  <a:pt x="816" y="0"/>
                </a:lnTo>
                <a:lnTo>
                  <a:pt x="1248" y="384"/>
                </a:lnTo>
                <a:lnTo>
                  <a:pt x="2064" y="384"/>
                </a:lnTo>
              </a:path>
            </a:pathLst>
          </a:custGeom>
          <a:noFill/>
          <a:ln w="76200" cmpd="sng">
            <a:solidFill>
              <a:schemeClr val="fo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68" name="Text Box 52"/>
          <p:cNvSpPr txBox="1">
            <a:spLocks noChangeArrowheads="1"/>
          </p:cNvSpPr>
          <p:nvPr/>
        </p:nvSpPr>
        <p:spPr bwMode="auto">
          <a:xfrm>
            <a:off x="2025650" y="1319213"/>
            <a:ext cx="43815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存</a:t>
            </a:r>
          </a:p>
          <a:p>
            <a:pPr eaLnBrk="1" hangingPunct="1"/>
            <a:r>
              <a:rPr kumimoji="1" lang="zh-CN" altLang="en-US" sz="2000">
                <a:solidFill>
                  <a:srgbClr val="333399"/>
                </a:solidFill>
                <a:latin typeface="Arial" pitchFamily="34" charset="0"/>
              </a:rPr>
              <a:t>储</a:t>
            </a:r>
          </a:p>
          <a:p>
            <a:pPr eaLnBrk="1" hangingPunct="1"/>
            <a:r>
              <a:rPr kumimoji="1" lang="zh-CN" altLang="en-US" sz="2000">
                <a:solidFill>
                  <a:srgbClr val="333399"/>
                </a:solidFill>
                <a:latin typeface="Arial" pitchFamily="34" charset="0"/>
              </a:rPr>
              <a:t>器</a:t>
            </a:r>
          </a:p>
        </p:txBody>
      </p:sp>
      <p:sp>
        <p:nvSpPr>
          <p:cNvPr id="214069" name="Rectangle 53"/>
          <p:cNvSpPr>
            <a:spLocks noChangeArrowheads="1"/>
          </p:cNvSpPr>
          <p:nvPr/>
        </p:nvSpPr>
        <p:spPr bwMode="auto">
          <a:xfrm>
            <a:off x="5540375" y="1133475"/>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70" name="Rectangle 54"/>
          <p:cNvSpPr>
            <a:spLocks noChangeArrowheads="1"/>
          </p:cNvSpPr>
          <p:nvPr/>
        </p:nvSpPr>
        <p:spPr bwMode="auto">
          <a:xfrm>
            <a:off x="6013450" y="1085850"/>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71" name="Rectangle 55"/>
          <p:cNvSpPr>
            <a:spLocks noChangeArrowheads="1"/>
          </p:cNvSpPr>
          <p:nvPr/>
        </p:nvSpPr>
        <p:spPr bwMode="auto">
          <a:xfrm>
            <a:off x="6489700" y="1063625"/>
            <a:ext cx="2841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72" name="Line 56"/>
          <p:cNvSpPr>
            <a:spLocks noChangeShapeType="1"/>
          </p:cNvSpPr>
          <p:nvPr/>
        </p:nvSpPr>
        <p:spPr bwMode="auto">
          <a:xfrm flipV="1">
            <a:off x="5348288" y="12065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73" name="Line 57"/>
          <p:cNvSpPr>
            <a:spLocks noChangeShapeType="1"/>
          </p:cNvSpPr>
          <p:nvPr/>
        </p:nvSpPr>
        <p:spPr bwMode="auto">
          <a:xfrm>
            <a:off x="5824538" y="12065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74" name="Line 58"/>
          <p:cNvSpPr>
            <a:spLocks noChangeShapeType="1"/>
          </p:cNvSpPr>
          <p:nvPr/>
        </p:nvSpPr>
        <p:spPr bwMode="auto">
          <a:xfrm>
            <a:off x="6299200" y="12065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75" name="Line 59"/>
          <p:cNvSpPr>
            <a:spLocks noChangeShapeType="1"/>
          </p:cNvSpPr>
          <p:nvPr/>
        </p:nvSpPr>
        <p:spPr bwMode="auto">
          <a:xfrm>
            <a:off x="6773863" y="12065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76" name="Rectangle 60"/>
          <p:cNvSpPr>
            <a:spLocks noChangeArrowheads="1"/>
          </p:cNvSpPr>
          <p:nvPr/>
        </p:nvSpPr>
        <p:spPr bwMode="auto">
          <a:xfrm>
            <a:off x="5540375" y="2301875"/>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77" name="Rectangle 61"/>
          <p:cNvSpPr>
            <a:spLocks noChangeArrowheads="1"/>
          </p:cNvSpPr>
          <p:nvPr/>
        </p:nvSpPr>
        <p:spPr bwMode="auto">
          <a:xfrm>
            <a:off x="6013450" y="2254250"/>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78" name="Rectangle 62"/>
          <p:cNvSpPr>
            <a:spLocks noChangeArrowheads="1"/>
          </p:cNvSpPr>
          <p:nvPr/>
        </p:nvSpPr>
        <p:spPr bwMode="auto">
          <a:xfrm>
            <a:off x="6489700" y="2228850"/>
            <a:ext cx="284163"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79" name="Line 63"/>
          <p:cNvSpPr>
            <a:spLocks noChangeShapeType="1"/>
          </p:cNvSpPr>
          <p:nvPr/>
        </p:nvSpPr>
        <p:spPr bwMode="auto">
          <a:xfrm flipV="1">
            <a:off x="5348288" y="2373313"/>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80" name="Line 64"/>
          <p:cNvSpPr>
            <a:spLocks noChangeShapeType="1"/>
          </p:cNvSpPr>
          <p:nvPr/>
        </p:nvSpPr>
        <p:spPr bwMode="auto">
          <a:xfrm>
            <a:off x="5824538" y="2373313"/>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81" name="Line 65"/>
          <p:cNvSpPr>
            <a:spLocks noChangeShapeType="1"/>
          </p:cNvSpPr>
          <p:nvPr/>
        </p:nvSpPr>
        <p:spPr bwMode="auto">
          <a:xfrm>
            <a:off x="6299200" y="237331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82" name="Line 66"/>
          <p:cNvSpPr>
            <a:spLocks noChangeShapeType="1"/>
          </p:cNvSpPr>
          <p:nvPr/>
        </p:nvSpPr>
        <p:spPr bwMode="auto">
          <a:xfrm>
            <a:off x="6773863" y="2373313"/>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83" name="Rectangle 67"/>
          <p:cNvSpPr>
            <a:spLocks noChangeArrowheads="1"/>
          </p:cNvSpPr>
          <p:nvPr/>
        </p:nvSpPr>
        <p:spPr bwMode="auto">
          <a:xfrm flipH="1">
            <a:off x="8223250" y="1133475"/>
            <a:ext cx="285750"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84" name="Rectangle 68"/>
          <p:cNvSpPr>
            <a:spLocks noChangeArrowheads="1"/>
          </p:cNvSpPr>
          <p:nvPr/>
        </p:nvSpPr>
        <p:spPr bwMode="auto">
          <a:xfrm flipH="1">
            <a:off x="7750175" y="1085850"/>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85" name="Rectangle 69"/>
          <p:cNvSpPr>
            <a:spLocks noChangeArrowheads="1"/>
          </p:cNvSpPr>
          <p:nvPr/>
        </p:nvSpPr>
        <p:spPr bwMode="auto">
          <a:xfrm flipH="1">
            <a:off x="7272338" y="1063625"/>
            <a:ext cx="287337"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86" name="Line 70"/>
          <p:cNvSpPr>
            <a:spLocks noChangeShapeType="1"/>
          </p:cNvSpPr>
          <p:nvPr/>
        </p:nvSpPr>
        <p:spPr bwMode="auto">
          <a:xfrm flipV="1">
            <a:off x="8502650" y="12065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87" name="Line 71"/>
          <p:cNvSpPr>
            <a:spLocks noChangeShapeType="1"/>
          </p:cNvSpPr>
          <p:nvPr/>
        </p:nvSpPr>
        <p:spPr bwMode="auto">
          <a:xfrm rot="10800000" flipH="1">
            <a:off x="8034338" y="12065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88" name="Line 72"/>
          <p:cNvSpPr>
            <a:spLocks noChangeShapeType="1"/>
          </p:cNvSpPr>
          <p:nvPr/>
        </p:nvSpPr>
        <p:spPr bwMode="auto">
          <a:xfrm>
            <a:off x="7559675" y="12065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89" name="Line 73"/>
          <p:cNvSpPr>
            <a:spLocks noChangeShapeType="1"/>
          </p:cNvSpPr>
          <p:nvPr/>
        </p:nvSpPr>
        <p:spPr bwMode="auto">
          <a:xfrm>
            <a:off x="7085013" y="1206500"/>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90" name="Rectangle 74"/>
          <p:cNvSpPr>
            <a:spLocks noChangeArrowheads="1"/>
          </p:cNvSpPr>
          <p:nvPr/>
        </p:nvSpPr>
        <p:spPr bwMode="auto">
          <a:xfrm flipH="1">
            <a:off x="8223250" y="2301875"/>
            <a:ext cx="285750"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91" name="Rectangle 75"/>
          <p:cNvSpPr>
            <a:spLocks noChangeArrowheads="1"/>
          </p:cNvSpPr>
          <p:nvPr/>
        </p:nvSpPr>
        <p:spPr bwMode="auto">
          <a:xfrm flipH="1">
            <a:off x="7750175" y="2254250"/>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92" name="Rectangle 76"/>
          <p:cNvSpPr>
            <a:spLocks noChangeArrowheads="1"/>
          </p:cNvSpPr>
          <p:nvPr/>
        </p:nvSpPr>
        <p:spPr bwMode="auto">
          <a:xfrm flipH="1">
            <a:off x="7272338" y="2228850"/>
            <a:ext cx="287337"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93" name="Line 77"/>
          <p:cNvSpPr>
            <a:spLocks noChangeShapeType="1"/>
          </p:cNvSpPr>
          <p:nvPr/>
        </p:nvSpPr>
        <p:spPr bwMode="auto">
          <a:xfrm flipV="1">
            <a:off x="8502650" y="2373313"/>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94" name="Line 78"/>
          <p:cNvSpPr>
            <a:spLocks noChangeShapeType="1"/>
          </p:cNvSpPr>
          <p:nvPr/>
        </p:nvSpPr>
        <p:spPr bwMode="auto">
          <a:xfrm>
            <a:off x="8034338" y="2373313"/>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95" name="Line 79"/>
          <p:cNvSpPr>
            <a:spLocks noChangeShapeType="1"/>
          </p:cNvSpPr>
          <p:nvPr/>
        </p:nvSpPr>
        <p:spPr bwMode="auto">
          <a:xfrm>
            <a:off x="7559675" y="237331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96" name="Line 80"/>
          <p:cNvSpPr>
            <a:spLocks noChangeShapeType="1"/>
          </p:cNvSpPr>
          <p:nvPr/>
        </p:nvSpPr>
        <p:spPr bwMode="auto">
          <a:xfrm>
            <a:off x="7085013" y="2373313"/>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097" name="Rectangle 81"/>
          <p:cNvSpPr>
            <a:spLocks noChangeArrowheads="1"/>
          </p:cNvSpPr>
          <p:nvPr/>
        </p:nvSpPr>
        <p:spPr bwMode="auto">
          <a:xfrm>
            <a:off x="5540375" y="1704975"/>
            <a:ext cx="28416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98" name="Rectangle 82"/>
          <p:cNvSpPr>
            <a:spLocks noChangeArrowheads="1"/>
          </p:cNvSpPr>
          <p:nvPr/>
        </p:nvSpPr>
        <p:spPr bwMode="auto">
          <a:xfrm>
            <a:off x="6013450" y="1657350"/>
            <a:ext cx="285750"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099" name="Rectangle 83"/>
          <p:cNvSpPr>
            <a:spLocks noChangeArrowheads="1"/>
          </p:cNvSpPr>
          <p:nvPr/>
        </p:nvSpPr>
        <p:spPr bwMode="auto">
          <a:xfrm>
            <a:off x="6489700" y="1635125"/>
            <a:ext cx="2841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00" name="Line 84"/>
          <p:cNvSpPr>
            <a:spLocks noChangeShapeType="1"/>
          </p:cNvSpPr>
          <p:nvPr/>
        </p:nvSpPr>
        <p:spPr bwMode="auto">
          <a:xfrm flipV="1">
            <a:off x="5348288" y="17780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01" name="Line 85"/>
          <p:cNvSpPr>
            <a:spLocks noChangeShapeType="1"/>
          </p:cNvSpPr>
          <p:nvPr/>
        </p:nvSpPr>
        <p:spPr bwMode="auto">
          <a:xfrm>
            <a:off x="5824538" y="17780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02" name="Line 86"/>
          <p:cNvSpPr>
            <a:spLocks noChangeShapeType="1"/>
          </p:cNvSpPr>
          <p:nvPr/>
        </p:nvSpPr>
        <p:spPr bwMode="auto">
          <a:xfrm>
            <a:off x="6299200" y="17780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03" name="Line 87"/>
          <p:cNvSpPr>
            <a:spLocks noChangeShapeType="1"/>
          </p:cNvSpPr>
          <p:nvPr/>
        </p:nvSpPr>
        <p:spPr bwMode="auto">
          <a:xfrm>
            <a:off x="6773863" y="17780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04" name="Rectangle 88"/>
          <p:cNvSpPr>
            <a:spLocks noChangeArrowheads="1"/>
          </p:cNvSpPr>
          <p:nvPr/>
        </p:nvSpPr>
        <p:spPr bwMode="auto">
          <a:xfrm flipH="1">
            <a:off x="8223250" y="1704975"/>
            <a:ext cx="285750"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05" name="Rectangle 89"/>
          <p:cNvSpPr>
            <a:spLocks noChangeArrowheads="1"/>
          </p:cNvSpPr>
          <p:nvPr/>
        </p:nvSpPr>
        <p:spPr bwMode="auto">
          <a:xfrm flipH="1">
            <a:off x="7750175" y="1657350"/>
            <a:ext cx="2841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06" name="Rectangle 90"/>
          <p:cNvSpPr>
            <a:spLocks noChangeArrowheads="1"/>
          </p:cNvSpPr>
          <p:nvPr/>
        </p:nvSpPr>
        <p:spPr bwMode="auto">
          <a:xfrm flipH="1">
            <a:off x="7272338" y="1635125"/>
            <a:ext cx="287337"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07" name="Line 91"/>
          <p:cNvSpPr>
            <a:spLocks noChangeShapeType="1"/>
          </p:cNvSpPr>
          <p:nvPr/>
        </p:nvSpPr>
        <p:spPr bwMode="auto">
          <a:xfrm flipV="1">
            <a:off x="8502650" y="177800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08" name="Line 92"/>
          <p:cNvSpPr>
            <a:spLocks noChangeShapeType="1"/>
          </p:cNvSpPr>
          <p:nvPr/>
        </p:nvSpPr>
        <p:spPr bwMode="auto">
          <a:xfrm rot="10800000" flipH="1">
            <a:off x="8034338" y="1778000"/>
            <a:ext cx="18891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09" name="Line 93"/>
          <p:cNvSpPr>
            <a:spLocks noChangeShapeType="1"/>
          </p:cNvSpPr>
          <p:nvPr/>
        </p:nvSpPr>
        <p:spPr bwMode="auto">
          <a:xfrm>
            <a:off x="7559675" y="177800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10" name="Line 94"/>
          <p:cNvSpPr>
            <a:spLocks noChangeShapeType="1"/>
          </p:cNvSpPr>
          <p:nvPr/>
        </p:nvSpPr>
        <p:spPr bwMode="auto">
          <a:xfrm>
            <a:off x="7085013" y="1778000"/>
            <a:ext cx="18732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11" name="Text Box 95"/>
          <p:cNvSpPr txBox="1">
            <a:spLocks noChangeArrowheads="1"/>
          </p:cNvSpPr>
          <p:nvPr/>
        </p:nvSpPr>
        <p:spPr bwMode="auto">
          <a:xfrm>
            <a:off x="5192713" y="795338"/>
            <a:ext cx="3476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1</a:t>
            </a:r>
          </a:p>
        </p:txBody>
      </p:sp>
      <p:sp>
        <p:nvSpPr>
          <p:cNvPr id="214112" name="Text Box 96"/>
          <p:cNvSpPr txBox="1">
            <a:spLocks noChangeArrowheads="1"/>
          </p:cNvSpPr>
          <p:nvPr/>
        </p:nvSpPr>
        <p:spPr bwMode="auto">
          <a:xfrm>
            <a:off x="5191125" y="1952625"/>
            <a:ext cx="347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3</a:t>
            </a:r>
          </a:p>
        </p:txBody>
      </p:sp>
      <p:sp>
        <p:nvSpPr>
          <p:cNvPr id="214113" name="Text Box 97"/>
          <p:cNvSpPr txBox="1">
            <a:spLocks noChangeArrowheads="1"/>
          </p:cNvSpPr>
          <p:nvPr/>
        </p:nvSpPr>
        <p:spPr bwMode="auto">
          <a:xfrm>
            <a:off x="5191125" y="1349375"/>
            <a:ext cx="347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2</a:t>
            </a:r>
          </a:p>
        </p:txBody>
      </p:sp>
      <p:sp>
        <p:nvSpPr>
          <p:cNvPr id="214114" name="Text Box 98"/>
          <p:cNvSpPr txBox="1">
            <a:spLocks noChangeArrowheads="1"/>
          </p:cNvSpPr>
          <p:nvPr/>
        </p:nvSpPr>
        <p:spPr bwMode="auto">
          <a:xfrm>
            <a:off x="8459788" y="815975"/>
            <a:ext cx="474662"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1</a:t>
            </a:r>
          </a:p>
        </p:txBody>
      </p:sp>
      <p:sp>
        <p:nvSpPr>
          <p:cNvPr id="214115" name="Text Box 99"/>
          <p:cNvSpPr txBox="1">
            <a:spLocks noChangeArrowheads="1"/>
          </p:cNvSpPr>
          <p:nvPr/>
        </p:nvSpPr>
        <p:spPr bwMode="auto">
          <a:xfrm>
            <a:off x="8461375" y="1420813"/>
            <a:ext cx="473075"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2</a:t>
            </a:r>
          </a:p>
        </p:txBody>
      </p:sp>
      <p:sp>
        <p:nvSpPr>
          <p:cNvPr id="214116" name="AutoShape 100"/>
          <p:cNvSpPr>
            <a:spLocks noChangeArrowheads="1"/>
          </p:cNvSpPr>
          <p:nvPr/>
        </p:nvSpPr>
        <p:spPr bwMode="auto">
          <a:xfrm>
            <a:off x="6835775" y="704850"/>
            <a:ext cx="365125" cy="2001838"/>
          </a:xfrm>
          <a:prstGeom prst="upDownArrow">
            <a:avLst>
              <a:gd name="adj1" fmla="val 50000"/>
              <a:gd name="adj2" fmla="val 56273"/>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214117" name="Freeform 101"/>
          <p:cNvSpPr>
            <a:spLocks/>
          </p:cNvSpPr>
          <p:nvPr/>
        </p:nvSpPr>
        <p:spPr bwMode="auto">
          <a:xfrm>
            <a:off x="5719763" y="982663"/>
            <a:ext cx="2600325" cy="579437"/>
          </a:xfrm>
          <a:custGeom>
            <a:avLst/>
            <a:gdLst>
              <a:gd name="T0" fmla="*/ 0 w 1680"/>
              <a:gd name="T1" fmla="*/ 2147483647 h 390"/>
              <a:gd name="T2" fmla="*/ 2147483647 w 1680"/>
              <a:gd name="T3" fmla="*/ 0 h 390"/>
              <a:gd name="T4" fmla="*/ 2147483647 w 1680"/>
              <a:gd name="T5" fmla="*/ 2147483647 h 390"/>
              <a:gd name="T6" fmla="*/ 2147483647 w 1680"/>
              <a:gd name="T7" fmla="*/ 2147483647 h 39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80" h="390">
                <a:moveTo>
                  <a:pt x="0" y="6"/>
                </a:moveTo>
                <a:lnTo>
                  <a:pt x="840" y="0"/>
                </a:lnTo>
                <a:lnTo>
                  <a:pt x="840" y="390"/>
                </a:lnTo>
                <a:lnTo>
                  <a:pt x="1680" y="390"/>
                </a:lnTo>
              </a:path>
            </a:pathLst>
          </a:custGeom>
          <a:noFill/>
          <a:ln w="76200" cmpd="sng">
            <a:solidFill>
              <a:schemeClr val="fo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18" name="Rectangle 102"/>
          <p:cNvSpPr>
            <a:spLocks noChangeArrowheads="1"/>
          </p:cNvSpPr>
          <p:nvPr/>
        </p:nvSpPr>
        <p:spPr bwMode="auto">
          <a:xfrm>
            <a:off x="2895600" y="3475038"/>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19" name="Rectangle 103"/>
          <p:cNvSpPr>
            <a:spLocks noChangeArrowheads="1"/>
          </p:cNvSpPr>
          <p:nvPr/>
        </p:nvSpPr>
        <p:spPr bwMode="auto">
          <a:xfrm>
            <a:off x="3370263" y="3429000"/>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20" name="Rectangle 104"/>
          <p:cNvSpPr>
            <a:spLocks noChangeArrowheads="1"/>
          </p:cNvSpPr>
          <p:nvPr/>
        </p:nvSpPr>
        <p:spPr bwMode="auto">
          <a:xfrm>
            <a:off x="3844925" y="3405188"/>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21" name="Line 105"/>
          <p:cNvSpPr>
            <a:spLocks noChangeShapeType="1"/>
          </p:cNvSpPr>
          <p:nvPr/>
        </p:nvSpPr>
        <p:spPr bwMode="auto">
          <a:xfrm flipV="1">
            <a:off x="2705100" y="3548063"/>
            <a:ext cx="1952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22" name="Line 106"/>
          <p:cNvSpPr>
            <a:spLocks noChangeShapeType="1"/>
          </p:cNvSpPr>
          <p:nvPr/>
        </p:nvSpPr>
        <p:spPr bwMode="auto">
          <a:xfrm>
            <a:off x="3179763" y="354806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23" name="Line 107"/>
          <p:cNvSpPr>
            <a:spLocks noChangeShapeType="1"/>
          </p:cNvSpPr>
          <p:nvPr/>
        </p:nvSpPr>
        <p:spPr bwMode="auto">
          <a:xfrm>
            <a:off x="3654425" y="354806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24" name="Line 108"/>
          <p:cNvSpPr>
            <a:spLocks noChangeShapeType="1"/>
          </p:cNvSpPr>
          <p:nvPr/>
        </p:nvSpPr>
        <p:spPr bwMode="auto">
          <a:xfrm>
            <a:off x="4130675" y="3548063"/>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25" name="Text Box 109"/>
          <p:cNvSpPr txBox="1">
            <a:spLocks noChangeArrowheads="1"/>
          </p:cNvSpPr>
          <p:nvPr/>
        </p:nvSpPr>
        <p:spPr bwMode="auto">
          <a:xfrm>
            <a:off x="2535238" y="3136900"/>
            <a:ext cx="346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1</a:t>
            </a:r>
          </a:p>
        </p:txBody>
      </p:sp>
      <p:sp>
        <p:nvSpPr>
          <p:cNvPr id="214126" name="Rectangle 110"/>
          <p:cNvSpPr>
            <a:spLocks noChangeArrowheads="1"/>
          </p:cNvSpPr>
          <p:nvPr/>
        </p:nvSpPr>
        <p:spPr bwMode="auto">
          <a:xfrm>
            <a:off x="2900363" y="4606925"/>
            <a:ext cx="285750"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27" name="Rectangle 111"/>
          <p:cNvSpPr>
            <a:spLocks noChangeArrowheads="1"/>
          </p:cNvSpPr>
          <p:nvPr/>
        </p:nvSpPr>
        <p:spPr bwMode="auto">
          <a:xfrm>
            <a:off x="3376613" y="4560888"/>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28" name="Rectangle 112"/>
          <p:cNvSpPr>
            <a:spLocks noChangeArrowheads="1"/>
          </p:cNvSpPr>
          <p:nvPr/>
        </p:nvSpPr>
        <p:spPr bwMode="auto">
          <a:xfrm>
            <a:off x="3849688" y="4537075"/>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29" name="Line 113"/>
          <p:cNvSpPr>
            <a:spLocks noChangeShapeType="1"/>
          </p:cNvSpPr>
          <p:nvPr/>
        </p:nvSpPr>
        <p:spPr bwMode="auto">
          <a:xfrm flipV="1">
            <a:off x="2711450" y="4679950"/>
            <a:ext cx="1968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30" name="Line 114"/>
          <p:cNvSpPr>
            <a:spLocks noChangeShapeType="1"/>
          </p:cNvSpPr>
          <p:nvPr/>
        </p:nvSpPr>
        <p:spPr bwMode="auto">
          <a:xfrm>
            <a:off x="3186113" y="467995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31" name="Line 115"/>
          <p:cNvSpPr>
            <a:spLocks noChangeShapeType="1"/>
          </p:cNvSpPr>
          <p:nvPr/>
        </p:nvSpPr>
        <p:spPr bwMode="auto">
          <a:xfrm>
            <a:off x="3660775" y="4679950"/>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32" name="Line 116"/>
          <p:cNvSpPr>
            <a:spLocks noChangeShapeType="1"/>
          </p:cNvSpPr>
          <p:nvPr/>
        </p:nvSpPr>
        <p:spPr bwMode="auto">
          <a:xfrm>
            <a:off x="4135438" y="4679950"/>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33" name="Text Box 117"/>
          <p:cNvSpPr txBox="1">
            <a:spLocks noChangeArrowheads="1"/>
          </p:cNvSpPr>
          <p:nvPr/>
        </p:nvSpPr>
        <p:spPr bwMode="auto">
          <a:xfrm>
            <a:off x="2524125" y="4295775"/>
            <a:ext cx="347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3</a:t>
            </a:r>
          </a:p>
        </p:txBody>
      </p:sp>
      <p:sp>
        <p:nvSpPr>
          <p:cNvPr id="214134" name="Rectangle 118"/>
          <p:cNvSpPr>
            <a:spLocks noChangeArrowheads="1"/>
          </p:cNvSpPr>
          <p:nvPr/>
        </p:nvSpPr>
        <p:spPr bwMode="auto">
          <a:xfrm>
            <a:off x="2895600" y="4048125"/>
            <a:ext cx="2841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35" name="Rectangle 119"/>
          <p:cNvSpPr>
            <a:spLocks noChangeArrowheads="1"/>
          </p:cNvSpPr>
          <p:nvPr/>
        </p:nvSpPr>
        <p:spPr bwMode="auto">
          <a:xfrm>
            <a:off x="3370263" y="4000500"/>
            <a:ext cx="28416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36" name="Rectangle 120"/>
          <p:cNvSpPr>
            <a:spLocks noChangeArrowheads="1"/>
          </p:cNvSpPr>
          <p:nvPr/>
        </p:nvSpPr>
        <p:spPr bwMode="auto">
          <a:xfrm>
            <a:off x="3844925" y="3976688"/>
            <a:ext cx="285750"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37" name="Line 121"/>
          <p:cNvSpPr>
            <a:spLocks noChangeShapeType="1"/>
          </p:cNvSpPr>
          <p:nvPr/>
        </p:nvSpPr>
        <p:spPr bwMode="auto">
          <a:xfrm flipV="1">
            <a:off x="2705100" y="4119563"/>
            <a:ext cx="1952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38" name="Line 122"/>
          <p:cNvSpPr>
            <a:spLocks noChangeShapeType="1"/>
          </p:cNvSpPr>
          <p:nvPr/>
        </p:nvSpPr>
        <p:spPr bwMode="auto">
          <a:xfrm>
            <a:off x="3179763" y="411956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39" name="Line 123"/>
          <p:cNvSpPr>
            <a:spLocks noChangeShapeType="1"/>
          </p:cNvSpPr>
          <p:nvPr/>
        </p:nvSpPr>
        <p:spPr bwMode="auto">
          <a:xfrm>
            <a:off x="3654425" y="4119563"/>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40" name="Line 124"/>
          <p:cNvSpPr>
            <a:spLocks noChangeShapeType="1"/>
          </p:cNvSpPr>
          <p:nvPr/>
        </p:nvSpPr>
        <p:spPr bwMode="auto">
          <a:xfrm>
            <a:off x="4130675" y="4119563"/>
            <a:ext cx="18891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41" name="Text Box 125"/>
          <p:cNvSpPr txBox="1">
            <a:spLocks noChangeArrowheads="1"/>
          </p:cNvSpPr>
          <p:nvPr/>
        </p:nvSpPr>
        <p:spPr bwMode="auto">
          <a:xfrm>
            <a:off x="2532063" y="3694113"/>
            <a:ext cx="344487"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I</a:t>
            </a:r>
            <a:r>
              <a:rPr kumimoji="1" lang="en-US" altLang="zh-CN" sz="2000" baseline="-25000">
                <a:solidFill>
                  <a:srgbClr val="333399"/>
                </a:solidFill>
                <a:latin typeface="Arial" pitchFamily="34" charset="0"/>
              </a:rPr>
              <a:t>2</a:t>
            </a:r>
          </a:p>
        </p:txBody>
      </p:sp>
      <p:grpSp>
        <p:nvGrpSpPr>
          <p:cNvPr id="214142" name="Group 126"/>
          <p:cNvGrpSpPr>
            <a:grpSpLocks/>
          </p:cNvGrpSpPr>
          <p:nvPr/>
        </p:nvGrpSpPr>
        <p:grpSpPr bwMode="auto">
          <a:xfrm>
            <a:off x="4621213" y="4894263"/>
            <a:ext cx="296862" cy="1554162"/>
            <a:chOff x="2919" y="2867"/>
            <a:chExt cx="192" cy="1044"/>
          </a:xfrm>
        </p:grpSpPr>
        <p:sp>
          <p:nvSpPr>
            <p:cNvPr id="214190" name="Rectangle 127"/>
            <p:cNvSpPr>
              <a:spLocks noChangeArrowheads="1"/>
            </p:cNvSpPr>
            <p:nvPr/>
          </p:nvSpPr>
          <p:spPr bwMode="auto">
            <a:xfrm rot="5400000" flipH="1">
              <a:off x="2923" y="3648"/>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91" name="Rectangle 128"/>
            <p:cNvSpPr>
              <a:spLocks noChangeArrowheads="1"/>
            </p:cNvSpPr>
            <p:nvPr/>
          </p:nvSpPr>
          <p:spPr bwMode="auto">
            <a:xfrm rot="5400000" flipH="1">
              <a:off x="2923" y="3309"/>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92" name="Rectangle 129"/>
            <p:cNvSpPr>
              <a:spLocks noChangeArrowheads="1"/>
            </p:cNvSpPr>
            <p:nvPr/>
          </p:nvSpPr>
          <p:spPr bwMode="auto">
            <a:xfrm rot="5400000" flipH="1">
              <a:off x="2922" y="2986"/>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93"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94"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95"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96"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214143" name="Text Box 134"/>
          <p:cNvSpPr txBox="1">
            <a:spLocks noChangeArrowheads="1"/>
          </p:cNvSpPr>
          <p:nvPr/>
        </p:nvSpPr>
        <p:spPr bwMode="auto">
          <a:xfrm>
            <a:off x="4830763" y="6113463"/>
            <a:ext cx="473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1</a:t>
            </a:r>
          </a:p>
        </p:txBody>
      </p:sp>
      <p:grpSp>
        <p:nvGrpSpPr>
          <p:cNvPr id="214144" name="Group 135"/>
          <p:cNvGrpSpPr>
            <a:grpSpLocks/>
          </p:cNvGrpSpPr>
          <p:nvPr/>
        </p:nvGrpSpPr>
        <p:grpSpPr bwMode="auto">
          <a:xfrm>
            <a:off x="5299075" y="4894263"/>
            <a:ext cx="692150" cy="1606550"/>
            <a:chOff x="3357" y="2859"/>
            <a:chExt cx="448" cy="1078"/>
          </a:xfrm>
        </p:grpSpPr>
        <p:sp>
          <p:nvSpPr>
            <p:cNvPr id="214182" name="Rectangle 136"/>
            <p:cNvSpPr>
              <a:spLocks noChangeArrowheads="1"/>
            </p:cNvSpPr>
            <p:nvPr/>
          </p:nvSpPr>
          <p:spPr bwMode="auto">
            <a:xfrm rot="5400000" flipH="1">
              <a:off x="3361" y="3640"/>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83" name="Rectangle 137"/>
            <p:cNvSpPr>
              <a:spLocks noChangeArrowheads="1"/>
            </p:cNvSpPr>
            <p:nvPr/>
          </p:nvSpPr>
          <p:spPr bwMode="auto">
            <a:xfrm rot="5400000" flipH="1">
              <a:off x="3361" y="3301"/>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84" name="Rectangle 138"/>
            <p:cNvSpPr>
              <a:spLocks noChangeArrowheads="1"/>
            </p:cNvSpPr>
            <p:nvPr/>
          </p:nvSpPr>
          <p:spPr bwMode="auto">
            <a:xfrm rot="5400000" flipH="1">
              <a:off x="3360" y="2978"/>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85"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86"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87"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88"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89" name="Text Box 143"/>
            <p:cNvSpPr txBox="1">
              <a:spLocks noChangeArrowheads="1"/>
            </p:cNvSpPr>
            <p:nvPr/>
          </p:nvSpPr>
          <p:spPr bwMode="auto">
            <a:xfrm>
              <a:off x="3500" y="3671"/>
              <a:ext cx="305"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2</a:t>
              </a:r>
            </a:p>
          </p:txBody>
        </p:sp>
      </p:grpSp>
      <p:sp>
        <p:nvSpPr>
          <p:cNvPr id="214145" name="Rectangle 144"/>
          <p:cNvSpPr>
            <a:spLocks noChangeArrowheads="1"/>
          </p:cNvSpPr>
          <p:nvPr/>
        </p:nvSpPr>
        <p:spPr bwMode="auto">
          <a:xfrm rot="5400000" flipH="1">
            <a:off x="5981700" y="6054725"/>
            <a:ext cx="274638" cy="14763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46" name="Rectangle 145"/>
          <p:cNvSpPr>
            <a:spLocks noChangeArrowheads="1"/>
          </p:cNvSpPr>
          <p:nvPr/>
        </p:nvSpPr>
        <p:spPr bwMode="auto">
          <a:xfrm rot="5400000" flipH="1">
            <a:off x="5981700" y="5545138"/>
            <a:ext cx="274637" cy="24923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47" name="Rectangle 146"/>
          <p:cNvSpPr>
            <a:spLocks noChangeArrowheads="1"/>
          </p:cNvSpPr>
          <p:nvPr/>
        </p:nvSpPr>
        <p:spPr bwMode="auto">
          <a:xfrm rot="5400000" flipH="1">
            <a:off x="5981700" y="5064126"/>
            <a:ext cx="274637" cy="29686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a:p>
        </p:txBody>
      </p:sp>
      <p:sp>
        <p:nvSpPr>
          <p:cNvPr id="214148" name="Line 147"/>
          <p:cNvSpPr>
            <a:spLocks noChangeShapeType="1"/>
          </p:cNvSpPr>
          <p:nvPr/>
        </p:nvSpPr>
        <p:spPr bwMode="auto">
          <a:xfrm rot="5400000" flipV="1">
            <a:off x="6024563" y="6353175"/>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49" name="Line 148"/>
          <p:cNvSpPr>
            <a:spLocks noChangeShapeType="1"/>
          </p:cNvSpPr>
          <p:nvPr/>
        </p:nvSpPr>
        <p:spPr bwMode="auto">
          <a:xfrm rot="16200000" flipH="1">
            <a:off x="6027738" y="5899150"/>
            <a:ext cx="1841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50" name="Line 149"/>
          <p:cNvSpPr>
            <a:spLocks noChangeShapeType="1"/>
          </p:cNvSpPr>
          <p:nvPr/>
        </p:nvSpPr>
        <p:spPr bwMode="auto">
          <a:xfrm rot="5400000">
            <a:off x="6028531" y="5441157"/>
            <a:ext cx="1825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51" name="Line 150"/>
          <p:cNvSpPr>
            <a:spLocks noChangeShapeType="1"/>
          </p:cNvSpPr>
          <p:nvPr/>
        </p:nvSpPr>
        <p:spPr bwMode="auto">
          <a:xfrm rot="5400000">
            <a:off x="6029325" y="4984751"/>
            <a:ext cx="1809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52" name="Text Box 151"/>
          <p:cNvSpPr txBox="1">
            <a:spLocks noChangeArrowheads="1"/>
          </p:cNvSpPr>
          <p:nvPr/>
        </p:nvSpPr>
        <p:spPr bwMode="auto">
          <a:xfrm>
            <a:off x="6226175" y="6113463"/>
            <a:ext cx="473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3</a:t>
            </a:r>
          </a:p>
        </p:txBody>
      </p:sp>
      <p:sp>
        <p:nvSpPr>
          <p:cNvPr id="214153" name="Freeform 152"/>
          <p:cNvSpPr>
            <a:spLocks/>
          </p:cNvSpPr>
          <p:nvPr/>
        </p:nvSpPr>
        <p:spPr bwMode="auto">
          <a:xfrm>
            <a:off x="3076575" y="3324225"/>
            <a:ext cx="2598738" cy="2735263"/>
          </a:xfrm>
          <a:custGeom>
            <a:avLst/>
            <a:gdLst>
              <a:gd name="T0" fmla="*/ 0 w 1680"/>
              <a:gd name="T1" fmla="*/ 0 h 1836"/>
              <a:gd name="T2" fmla="*/ 2147483647 w 1680"/>
              <a:gd name="T3" fmla="*/ 2147483647 h 1836"/>
              <a:gd name="T4" fmla="*/ 2147483647 w 1680"/>
              <a:gd name="T5" fmla="*/ 2147483647 h 1836"/>
              <a:gd name="T6" fmla="*/ 0 60000 65536"/>
              <a:gd name="T7" fmla="*/ 0 60000 65536"/>
              <a:gd name="T8" fmla="*/ 0 60000 65536"/>
            </a:gdLst>
            <a:ahLst/>
            <a:cxnLst>
              <a:cxn ang="T6">
                <a:pos x="T0" y="T1"/>
              </a:cxn>
              <a:cxn ang="T7">
                <a:pos x="T2" y="T3"/>
              </a:cxn>
              <a:cxn ang="T8">
                <a:pos x="T4" y="T5"/>
              </a:cxn>
            </a:cxnLst>
            <a:rect l="0" t="0" r="r" b="b"/>
            <a:pathLst>
              <a:path w="1680" h="1836">
                <a:moveTo>
                  <a:pt x="0" y="0"/>
                </a:moveTo>
                <a:lnTo>
                  <a:pt x="1680" y="6"/>
                </a:lnTo>
                <a:lnTo>
                  <a:pt x="1680" y="1836"/>
                </a:lnTo>
              </a:path>
            </a:pathLst>
          </a:custGeom>
          <a:noFill/>
          <a:ln w="76200" cmpd="sng">
            <a:solidFill>
              <a:schemeClr val="fo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4761" name="Text Box 153"/>
          <p:cNvSpPr txBox="1">
            <a:spLocks noChangeArrowheads="1"/>
          </p:cNvSpPr>
          <p:nvPr/>
        </p:nvSpPr>
        <p:spPr bwMode="auto">
          <a:xfrm>
            <a:off x="1187450" y="2751138"/>
            <a:ext cx="18335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(a) </a:t>
            </a:r>
            <a:r>
              <a:rPr kumimoji="1" lang="zh-CN" altLang="en-US" sz="2000">
                <a:solidFill>
                  <a:srgbClr val="333399"/>
                </a:solidFill>
                <a:latin typeface="Arial" pitchFamily="34" charset="0"/>
              </a:rPr>
              <a:t>通过存储器</a:t>
            </a:r>
          </a:p>
        </p:txBody>
      </p:sp>
      <p:sp>
        <p:nvSpPr>
          <p:cNvPr id="964762" name="Text Box 154"/>
          <p:cNvSpPr txBox="1">
            <a:spLocks noChangeArrowheads="1"/>
          </p:cNvSpPr>
          <p:nvPr/>
        </p:nvSpPr>
        <p:spPr bwMode="auto">
          <a:xfrm>
            <a:off x="1778000" y="5516563"/>
            <a:ext cx="20732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(c) </a:t>
            </a:r>
            <a:r>
              <a:rPr kumimoji="1" lang="zh-CN" altLang="en-US" sz="2000">
                <a:solidFill>
                  <a:srgbClr val="333399"/>
                </a:solidFill>
                <a:latin typeface="Arial" pitchFamily="34" charset="0"/>
              </a:rPr>
              <a:t>通过互连网络</a:t>
            </a:r>
          </a:p>
        </p:txBody>
      </p:sp>
      <p:sp>
        <p:nvSpPr>
          <p:cNvPr id="964763" name="Text Box 155"/>
          <p:cNvSpPr txBox="1">
            <a:spLocks noChangeArrowheads="1"/>
          </p:cNvSpPr>
          <p:nvPr/>
        </p:nvSpPr>
        <p:spPr bwMode="auto">
          <a:xfrm>
            <a:off x="6084888" y="2749550"/>
            <a:ext cx="15795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(b) </a:t>
            </a:r>
            <a:r>
              <a:rPr kumimoji="1" lang="zh-CN" altLang="en-US" sz="2000">
                <a:solidFill>
                  <a:srgbClr val="333399"/>
                </a:solidFill>
                <a:latin typeface="Arial" pitchFamily="34" charset="0"/>
              </a:rPr>
              <a:t>通过总线</a:t>
            </a:r>
          </a:p>
        </p:txBody>
      </p:sp>
      <p:sp>
        <p:nvSpPr>
          <p:cNvPr id="214157" name="Line 156"/>
          <p:cNvSpPr>
            <a:spLocks noChangeShapeType="1"/>
          </p:cNvSpPr>
          <p:nvPr/>
        </p:nvSpPr>
        <p:spPr bwMode="auto">
          <a:xfrm>
            <a:off x="4413250" y="3548063"/>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58" name="Line 157"/>
          <p:cNvSpPr>
            <a:spLocks noChangeShapeType="1"/>
          </p:cNvSpPr>
          <p:nvPr/>
        </p:nvSpPr>
        <p:spPr bwMode="auto">
          <a:xfrm>
            <a:off x="4413250" y="4119563"/>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59" name="Line 158"/>
          <p:cNvSpPr>
            <a:spLocks noChangeShapeType="1"/>
          </p:cNvSpPr>
          <p:nvPr/>
        </p:nvSpPr>
        <p:spPr bwMode="auto">
          <a:xfrm>
            <a:off x="4413250" y="4692650"/>
            <a:ext cx="17081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60" name="Line 159"/>
          <p:cNvSpPr>
            <a:spLocks noChangeShapeType="1"/>
          </p:cNvSpPr>
          <p:nvPr/>
        </p:nvSpPr>
        <p:spPr bwMode="auto">
          <a:xfrm rot="-5400000">
            <a:off x="4140994" y="4191794"/>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61" name="Line 160"/>
          <p:cNvSpPr>
            <a:spLocks noChangeShapeType="1"/>
          </p:cNvSpPr>
          <p:nvPr/>
        </p:nvSpPr>
        <p:spPr bwMode="auto">
          <a:xfrm rot="-5400000">
            <a:off x="4809332" y="4191794"/>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62" name="Line 161"/>
          <p:cNvSpPr>
            <a:spLocks noChangeShapeType="1"/>
          </p:cNvSpPr>
          <p:nvPr/>
        </p:nvSpPr>
        <p:spPr bwMode="auto">
          <a:xfrm rot="-5400000">
            <a:off x="5477669" y="4191794"/>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63" name="Oval 162"/>
          <p:cNvSpPr>
            <a:spLocks noChangeArrowheads="1"/>
          </p:cNvSpPr>
          <p:nvPr/>
        </p:nvSpPr>
        <p:spPr bwMode="auto">
          <a:xfrm>
            <a:off x="6054725" y="4060825"/>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64" name="Oval 163"/>
          <p:cNvSpPr>
            <a:spLocks noChangeArrowheads="1"/>
          </p:cNvSpPr>
          <p:nvPr/>
        </p:nvSpPr>
        <p:spPr bwMode="auto">
          <a:xfrm>
            <a:off x="6054725" y="4633913"/>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65" name="Oval 164"/>
          <p:cNvSpPr>
            <a:spLocks noChangeArrowheads="1"/>
          </p:cNvSpPr>
          <p:nvPr/>
        </p:nvSpPr>
        <p:spPr bwMode="auto">
          <a:xfrm>
            <a:off x="6054725" y="3494088"/>
            <a:ext cx="122238"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66" name="Oval 165"/>
          <p:cNvSpPr>
            <a:spLocks noChangeArrowheads="1"/>
          </p:cNvSpPr>
          <p:nvPr/>
        </p:nvSpPr>
        <p:spPr bwMode="auto">
          <a:xfrm>
            <a:off x="5386388" y="4633913"/>
            <a:ext cx="122237"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67" name="Oval 166"/>
          <p:cNvSpPr>
            <a:spLocks noChangeArrowheads="1"/>
          </p:cNvSpPr>
          <p:nvPr/>
        </p:nvSpPr>
        <p:spPr bwMode="auto">
          <a:xfrm>
            <a:off x="5386388" y="4060825"/>
            <a:ext cx="122237"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68" name="Oval 167"/>
          <p:cNvSpPr>
            <a:spLocks noChangeArrowheads="1"/>
          </p:cNvSpPr>
          <p:nvPr/>
        </p:nvSpPr>
        <p:spPr bwMode="auto">
          <a:xfrm>
            <a:off x="5386388" y="3494088"/>
            <a:ext cx="122237" cy="115887"/>
          </a:xfrm>
          <a:prstGeom prst="ellipse">
            <a:avLst/>
          </a:pr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69" name="Oval 168"/>
          <p:cNvSpPr>
            <a:spLocks noChangeArrowheads="1"/>
          </p:cNvSpPr>
          <p:nvPr/>
        </p:nvSpPr>
        <p:spPr bwMode="auto">
          <a:xfrm>
            <a:off x="4718050" y="4633913"/>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70" name="Oval 169"/>
          <p:cNvSpPr>
            <a:spLocks noChangeArrowheads="1"/>
          </p:cNvSpPr>
          <p:nvPr/>
        </p:nvSpPr>
        <p:spPr bwMode="auto">
          <a:xfrm>
            <a:off x="4718050" y="4060825"/>
            <a:ext cx="122238"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71" name="Oval 170"/>
          <p:cNvSpPr>
            <a:spLocks noChangeArrowheads="1"/>
          </p:cNvSpPr>
          <p:nvPr/>
        </p:nvSpPr>
        <p:spPr bwMode="auto">
          <a:xfrm>
            <a:off x="4718050" y="3494088"/>
            <a:ext cx="122238"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172" name="Text Box 171"/>
          <p:cNvSpPr txBox="1">
            <a:spLocks noChangeArrowheads="1"/>
          </p:cNvSpPr>
          <p:nvPr/>
        </p:nvSpPr>
        <p:spPr bwMode="auto">
          <a:xfrm>
            <a:off x="7456488" y="568325"/>
            <a:ext cx="690562" cy="398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总线</a:t>
            </a:r>
          </a:p>
        </p:txBody>
      </p:sp>
      <p:sp>
        <p:nvSpPr>
          <p:cNvPr id="214173" name="Line 172"/>
          <p:cNvSpPr>
            <a:spLocks noChangeShapeType="1"/>
          </p:cNvSpPr>
          <p:nvPr/>
        </p:nvSpPr>
        <p:spPr bwMode="auto">
          <a:xfrm flipV="1">
            <a:off x="7010400" y="833438"/>
            <a:ext cx="557213"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74" name="Text Box 173"/>
          <p:cNvSpPr txBox="1">
            <a:spLocks noChangeArrowheads="1"/>
          </p:cNvSpPr>
          <p:nvPr/>
        </p:nvSpPr>
        <p:spPr bwMode="auto">
          <a:xfrm>
            <a:off x="7045325" y="3308350"/>
            <a:ext cx="1200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互连网络</a:t>
            </a:r>
          </a:p>
        </p:txBody>
      </p:sp>
      <p:sp>
        <p:nvSpPr>
          <p:cNvPr id="214175" name="Line 174"/>
          <p:cNvSpPr>
            <a:spLocks noChangeShapeType="1"/>
          </p:cNvSpPr>
          <p:nvPr/>
        </p:nvSpPr>
        <p:spPr bwMode="auto">
          <a:xfrm flipV="1">
            <a:off x="5972175" y="3519488"/>
            <a:ext cx="1152525" cy="3317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4176" name="Text Box 175"/>
          <p:cNvSpPr txBox="1">
            <a:spLocks noChangeArrowheads="1"/>
          </p:cNvSpPr>
          <p:nvPr/>
        </p:nvSpPr>
        <p:spPr bwMode="auto">
          <a:xfrm>
            <a:off x="8483600" y="2024063"/>
            <a:ext cx="474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3</a:t>
            </a:r>
          </a:p>
        </p:txBody>
      </p:sp>
      <p:sp>
        <p:nvSpPr>
          <p:cNvPr id="214177" name="Text Box 176"/>
          <p:cNvSpPr txBox="1">
            <a:spLocks noChangeArrowheads="1"/>
          </p:cNvSpPr>
          <p:nvPr/>
        </p:nvSpPr>
        <p:spPr bwMode="auto">
          <a:xfrm>
            <a:off x="3984625" y="2024063"/>
            <a:ext cx="473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O</a:t>
            </a:r>
            <a:r>
              <a:rPr kumimoji="1" lang="en-US" altLang="zh-CN" sz="2000" baseline="-25000">
                <a:solidFill>
                  <a:srgbClr val="333399"/>
                </a:solidFill>
                <a:latin typeface="Arial" pitchFamily="34" charset="0"/>
              </a:rPr>
              <a:t>3</a:t>
            </a:r>
          </a:p>
        </p:txBody>
      </p:sp>
      <p:sp>
        <p:nvSpPr>
          <p:cNvPr id="964785" name="Freeform 177"/>
          <p:cNvSpPr>
            <a:spLocks/>
          </p:cNvSpPr>
          <p:nvPr/>
        </p:nvSpPr>
        <p:spPr bwMode="auto">
          <a:xfrm>
            <a:off x="107950" y="1196975"/>
            <a:ext cx="4032250" cy="576263"/>
          </a:xfrm>
          <a:custGeom>
            <a:avLst/>
            <a:gdLst>
              <a:gd name="T0" fmla="*/ 0 w 2540"/>
              <a:gd name="T1" fmla="*/ 0 h 363"/>
              <a:gd name="T2" fmla="*/ 2147483647 w 2540"/>
              <a:gd name="T3" fmla="*/ 0 h 363"/>
              <a:gd name="T4" fmla="*/ 2147483647 w 2540"/>
              <a:gd name="T5" fmla="*/ 2147483647 h 363"/>
              <a:gd name="T6" fmla="*/ 2147483647 w 2540"/>
              <a:gd name="T7" fmla="*/ 2147483647 h 36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40" h="363">
                <a:moveTo>
                  <a:pt x="0" y="0"/>
                </a:moveTo>
                <a:lnTo>
                  <a:pt x="1134" y="0"/>
                </a:lnTo>
                <a:lnTo>
                  <a:pt x="1587" y="363"/>
                </a:lnTo>
                <a:lnTo>
                  <a:pt x="2540" y="363"/>
                </a:lnTo>
              </a:path>
            </a:pathLst>
          </a:custGeom>
          <a:noFill/>
          <a:ln w="76200" cmpd="sng">
            <a:solidFill>
              <a:srgbClr val="FF0000">
                <a:alpha val="50980"/>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4786" name="Freeform 178"/>
          <p:cNvSpPr>
            <a:spLocks/>
          </p:cNvSpPr>
          <p:nvPr/>
        </p:nvSpPr>
        <p:spPr bwMode="auto">
          <a:xfrm>
            <a:off x="5435600" y="1196975"/>
            <a:ext cx="3240088" cy="576263"/>
          </a:xfrm>
          <a:custGeom>
            <a:avLst/>
            <a:gdLst>
              <a:gd name="T0" fmla="*/ 0 w 2041"/>
              <a:gd name="T1" fmla="*/ 0 h 363"/>
              <a:gd name="T2" fmla="*/ 2147483647 w 2041"/>
              <a:gd name="T3" fmla="*/ 0 h 363"/>
              <a:gd name="T4" fmla="*/ 2147483647 w 2041"/>
              <a:gd name="T5" fmla="*/ 2147483647 h 363"/>
              <a:gd name="T6" fmla="*/ 2147483647 w 2041"/>
              <a:gd name="T7" fmla="*/ 2147483647 h 36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41" h="363">
                <a:moveTo>
                  <a:pt x="0" y="0"/>
                </a:moveTo>
                <a:lnTo>
                  <a:pt x="998" y="0"/>
                </a:lnTo>
                <a:lnTo>
                  <a:pt x="998" y="363"/>
                </a:lnTo>
                <a:lnTo>
                  <a:pt x="2041" y="363"/>
                </a:lnTo>
              </a:path>
            </a:pathLst>
          </a:custGeom>
          <a:noFill/>
          <a:ln w="76200" cmpd="sng">
            <a:solidFill>
              <a:srgbClr val="FF0000">
                <a:alpha val="50195"/>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4787" name="Line 179"/>
          <p:cNvSpPr>
            <a:spLocks noChangeShapeType="1"/>
          </p:cNvSpPr>
          <p:nvPr/>
        </p:nvSpPr>
        <p:spPr bwMode="auto">
          <a:xfrm>
            <a:off x="2700338" y="3536950"/>
            <a:ext cx="2735262" cy="36513"/>
          </a:xfrm>
          <a:prstGeom prst="line">
            <a:avLst/>
          </a:prstGeom>
          <a:noFill/>
          <a:ln w="76200">
            <a:solidFill>
              <a:srgbClr val="FF0000">
                <a:alpha val="50195"/>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4788" name="Line 180"/>
          <p:cNvSpPr>
            <a:spLocks noChangeShapeType="1"/>
          </p:cNvSpPr>
          <p:nvPr/>
        </p:nvSpPr>
        <p:spPr bwMode="auto">
          <a:xfrm rot="16200000" flipH="1">
            <a:off x="4099720" y="4955381"/>
            <a:ext cx="2735262" cy="34925"/>
          </a:xfrm>
          <a:prstGeom prst="line">
            <a:avLst/>
          </a:prstGeom>
          <a:noFill/>
          <a:ln w="76200">
            <a:solidFill>
              <a:srgbClr val="FF0000">
                <a:alpha val="50195"/>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964761"/>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964785"/>
                                        </p:tgtEl>
                                        <p:attrNameLst>
                                          <p:attrName>style.visibility</p:attrName>
                                        </p:attrNameLst>
                                      </p:cBhvr>
                                      <p:to>
                                        <p:strVal val="visible"/>
                                      </p:to>
                                    </p:set>
                                    <p:animEffect transition="in" filter="wipe(left)">
                                      <p:cBhvr>
                                        <p:cTn id="10" dur="2000"/>
                                        <p:tgtEl>
                                          <p:spTgt spid="964785"/>
                                        </p:tgtEl>
                                      </p:cBhvr>
                                    </p:animEffect>
                                  </p:childTnLst>
                                </p:cTn>
                              </p:par>
                            </p:childTnLst>
                          </p:cTn>
                        </p:par>
                        <p:par>
                          <p:cTn id="11" fill="hold" nodeType="afterGroup">
                            <p:stCondLst>
                              <p:cond delay="5000"/>
                            </p:stCondLst>
                            <p:childTnLst>
                              <p:par>
                                <p:cTn id="12" presetID="10" presetClass="exit" presetSubtype="0" fill="hold" grpId="1" nodeType="afterEffect">
                                  <p:stCondLst>
                                    <p:cond delay="0"/>
                                  </p:stCondLst>
                                  <p:childTnLst>
                                    <p:animEffect transition="out" filter="fade">
                                      <p:cBhvr>
                                        <p:cTn id="13" dur="2000"/>
                                        <p:tgtEl>
                                          <p:spTgt spid="964785"/>
                                        </p:tgtEl>
                                      </p:cBhvr>
                                    </p:animEffect>
                                    <p:set>
                                      <p:cBhvr>
                                        <p:cTn id="14" dur="1" fill="hold">
                                          <p:stCondLst>
                                            <p:cond delay="1999"/>
                                          </p:stCondLst>
                                        </p:cTn>
                                        <p:tgtEl>
                                          <p:spTgt spid="964785"/>
                                        </p:tgtEl>
                                        <p:attrNameLst>
                                          <p:attrName>style.visibility</p:attrName>
                                        </p:attrNameLst>
                                      </p:cBhvr>
                                      <p:to>
                                        <p:strVal val="hidden"/>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964763"/>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3000"/>
                            </p:stCondLst>
                            <p:childTnLst>
                              <p:par>
                                <p:cTn id="20" presetID="22" presetClass="entr" presetSubtype="8" fill="hold" grpId="0" nodeType="afterEffect">
                                  <p:stCondLst>
                                    <p:cond delay="0"/>
                                  </p:stCondLst>
                                  <p:childTnLst>
                                    <p:set>
                                      <p:cBhvr>
                                        <p:cTn id="21" dur="1" fill="hold">
                                          <p:stCondLst>
                                            <p:cond delay="0"/>
                                          </p:stCondLst>
                                        </p:cTn>
                                        <p:tgtEl>
                                          <p:spTgt spid="964786"/>
                                        </p:tgtEl>
                                        <p:attrNameLst>
                                          <p:attrName>style.visibility</p:attrName>
                                        </p:attrNameLst>
                                      </p:cBhvr>
                                      <p:to>
                                        <p:strVal val="visible"/>
                                      </p:to>
                                    </p:set>
                                    <p:animEffect transition="in" filter="wipe(left)">
                                      <p:cBhvr>
                                        <p:cTn id="22" dur="2000"/>
                                        <p:tgtEl>
                                          <p:spTgt spid="964786"/>
                                        </p:tgtEl>
                                      </p:cBhvr>
                                    </p:animEffect>
                                  </p:childTnLst>
                                </p:cTn>
                              </p:par>
                            </p:childTnLst>
                          </p:cTn>
                        </p:par>
                        <p:par>
                          <p:cTn id="23" fill="hold" nodeType="afterGroup">
                            <p:stCondLst>
                              <p:cond delay="5000"/>
                            </p:stCondLst>
                            <p:childTnLst>
                              <p:par>
                                <p:cTn id="24" presetID="10" presetClass="exit" presetSubtype="0" fill="hold" grpId="1" nodeType="afterEffect">
                                  <p:stCondLst>
                                    <p:cond delay="0"/>
                                  </p:stCondLst>
                                  <p:childTnLst>
                                    <p:animEffect transition="out" filter="fade">
                                      <p:cBhvr>
                                        <p:cTn id="25" dur="2000"/>
                                        <p:tgtEl>
                                          <p:spTgt spid="964786"/>
                                        </p:tgtEl>
                                      </p:cBhvr>
                                    </p:animEffect>
                                    <p:set>
                                      <p:cBhvr>
                                        <p:cTn id="26" dur="1" fill="hold">
                                          <p:stCondLst>
                                            <p:cond delay="1999"/>
                                          </p:stCondLst>
                                        </p:cTn>
                                        <p:tgtEl>
                                          <p:spTgt spid="96478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35" presetClass="emph" presetSubtype="0" repeatCount="3000" fill="hold" grpId="0" nodeType="clickEffect">
                                  <p:stCondLst>
                                    <p:cond delay="0"/>
                                  </p:stCondLst>
                                  <p:childTnLst>
                                    <p:anim calcmode="discrete" valueType="str">
                                      <p:cBhvr>
                                        <p:cTn id="30" dur="1000" fill="hold"/>
                                        <p:tgtEl>
                                          <p:spTgt spid="964762"/>
                                        </p:tgtEl>
                                        <p:attrNameLst>
                                          <p:attrName>style.visibility</p:attrName>
                                        </p:attrNameLst>
                                      </p:cBhvr>
                                      <p:tavLst>
                                        <p:tav tm="0">
                                          <p:val>
                                            <p:strVal val="hidden"/>
                                          </p:val>
                                        </p:tav>
                                        <p:tav tm="50000">
                                          <p:val>
                                            <p:strVal val="visible"/>
                                          </p:val>
                                        </p:tav>
                                      </p:tavLst>
                                    </p:anim>
                                  </p:childTnLst>
                                </p:cTn>
                              </p:par>
                            </p:childTnLst>
                          </p:cTn>
                        </p:par>
                        <p:par>
                          <p:cTn id="31" fill="hold" nodeType="afterGroup">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964787"/>
                                        </p:tgtEl>
                                        <p:attrNameLst>
                                          <p:attrName>style.visibility</p:attrName>
                                        </p:attrNameLst>
                                      </p:cBhvr>
                                      <p:to>
                                        <p:strVal val="visible"/>
                                      </p:to>
                                    </p:set>
                                    <p:animEffect transition="in" filter="wipe(left)">
                                      <p:cBhvr>
                                        <p:cTn id="34" dur="2000"/>
                                        <p:tgtEl>
                                          <p:spTgt spid="964787"/>
                                        </p:tgtEl>
                                      </p:cBhvr>
                                    </p:animEffect>
                                  </p:childTnLst>
                                </p:cTn>
                              </p:par>
                            </p:childTnLst>
                          </p:cTn>
                        </p:par>
                        <p:par>
                          <p:cTn id="35" fill="hold" nodeType="afterGroup">
                            <p:stCondLst>
                              <p:cond delay="5000"/>
                            </p:stCondLst>
                            <p:childTnLst>
                              <p:par>
                                <p:cTn id="36" presetID="22" presetClass="entr" presetSubtype="1" fill="hold" grpId="0" nodeType="afterEffect">
                                  <p:stCondLst>
                                    <p:cond delay="0"/>
                                  </p:stCondLst>
                                  <p:childTnLst>
                                    <p:set>
                                      <p:cBhvr>
                                        <p:cTn id="37" dur="1" fill="hold">
                                          <p:stCondLst>
                                            <p:cond delay="0"/>
                                          </p:stCondLst>
                                        </p:cTn>
                                        <p:tgtEl>
                                          <p:spTgt spid="964788"/>
                                        </p:tgtEl>
                                        <p:attrNameLst>
                                          <p:attrName>style.visibility</p:attrName>
                                        </p:attrNameLst>
                                      </p:cBhvr>
                                      <p:to>
                                        <p:strVal val="visible"/>
                                      </p:to>
                                    </p:set>
                                    <p:animEffect transition="in" filter="wipe(up)">
                                      <p:cBhvr>
                                        <p:cTn id="38" dur="2000"/>
                                        <p:tgtEl>
                                          <p:spTgt spid="964788"/>
                                        </p:tgtEl>
                                      </p:cBhvr>
                                    </p:animEffect>
                                  </p:childTnLst>
                                </p:cTn>
                              </p:par>
                            </p:childTnLst>
                          </p:cTn>
                        </p:par>
                        <p:par>
                          <p:cTn id="39" fill="hold" nodeType="afterGroup">
                            <p:stCondLst>
                              <p:cond delay="7000"/>
                            </p:stCondLst>
                            <p:childTnLst>
                              <p:par>
                                <p:cTn id="40" presetID="10" presetClass="exit" presetSubtype="0" fill="hold" grpId="1" nodeType="afterEffect">
                                  <p:stCondLst>
                                    <p:cond delay="0"/>
                                  </p:stCondLst>
                                  <p:childTnLst>
                                    <p:animEffect transition="out" filter="fade">
                                      <p:cBhvr>
                                        <p:cTn id="41" dur="2000"/>
                                        <p:tgtEl>
                                          <p:spTgt spid="964787"/>
                                        </p:tgtEl>
                                      </p:cBhvr>
                                    </p:animEffect>
                                    <p:set>
                                      <p:cBhvr>
                                        <p:cTn id="42" dur="1" fill="hold">
                                          <p:stCondLst>
                                            <p:cond delay="1999"/>
                                          </p:stCondLst>
                                        </p:cTn>
                                        <p:tgtEl>
                                          <p:spTgt spid="964787"/>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2000"/>
                                        <p:tgtEl>
                                          <p:spTgt spid="964788"/>
                                        </p:tgtEl>
                                      </p:cBhvr>
                                    </p:animEffect>
                                    <p:set>
                                      <p:cBhvr>
                                        <p:cTn id="45" dur="1" fill="hold">
                                          <p:stCondLst>
                                            <p:cond delay="1999"/>
                                          </p:stCondLst>
                                        </p:cTn>
                                        <p:tgtEl>
                                          <p:spTgt spid="9647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4761" grpId="0"/>
      <p:bldP spid="964762" grpId="0"/>
      <p:bldP spid="964763" grpId="0"/>
      <p:bldP spid="964785" grpId="0" animBg="1"/>
      <p:bldP spid="964785" grpId="1" animBg="1"/>
      <p:bldP spid="964786" grpId="0" animBg="1"/>
      <p:bldP spid="964786" grpId="1" animBg="1"/>
      <p:bldP spid="964787" grpId="0" animBg="1"/>
      <p:bldP spid="964787" grpId="1" animBg="1"/>
      <p:bldP spid="964788" grpId="0" animBg="1"/>
      <p:bldP spid="964788" grpId="1"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Line 77"/>
          <p:cNvSpPr>
            <a:spLocks noChangeShapeType="1"/>
          </p:cNvSpPr>
          <p:nvPr/>
        </p:nvSpPr>
        <p:spPr bwMode="auto">
          <a:xfrm>
            <a:off x="2735263" y="5502275"/>
            <a:ext cx="0" cy="36195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15043" name="Picture 8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93950" y="5726113"/>
            <a:ext cx="600075"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5044" name="Line 52"/>
          <p:cNvSpPr>
            <a:spLocks noChangeShapeType="1"/>
          </p:cNvSpPr>
          <p:nvPr/>
        </p:nvSpPr>
        <p:spPr bwMode="auto">
          <a:xfrm flipV="1">
            <a:off x="2476500" y="3779838"/>
            <a:ext cx="1293813" cy="906462"/>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45" name="Line 53"/>
          <p:cNvSpPr>
            <a:spLocks noChangeShapeType="1"/>
          </p:cNvSpPr>
          <p:nvPr/>
        </p:nvSpPr>
        <p:spPr bwMode="auto">
          <a:xfrm flipV="1">
            <a:off x="3857625" y="2600325"/>
            <a:ext cx="0" cy="996950"/>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46" name="Line 54"/>
          <p:cNvSpPr>
            <a:spLocks noChangeShapeType="1"/>
          </p:cNvSpPr>
          <p:nvPr/>
        </p:nvSpPr>
        <p:spPr bwMode="auto">
          <a:xfrm flipH="1" flipV="1">
            <a:off x="3857625" y="3779838"/>
            <a:ext cx="0" cy="906462"/>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47" name="Line 55"/>
          <p:cNvSpPr>
            <a:spLocks noChangeShapeType="1"/>
          </p:cNvSpPr>
          <p:nvPr/>
        </p:nvSpPr>
        <p:spPr bwMode="auto">
          <a:xfrm>
            <a:off x="5499100" y="4686300"/>
            <a:ext cx="0" cy="815975"/>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48" name="Line 56"/>
          <p:cNvSpPr>
            <a:spLocks noChangeShapeType="1"/>
          </p:cNvSpPr>
          <p:nvPr/>
        </p:nvSpPr>
        <p:spPr bwMode="auto">
          <a:xfrm flipV="1">
            <a:off x="3857625" y="4686300"/>
            <a:ext cx="0" cy="815975"/>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49" name="Line 57"/>
          <p:cNvSpPr>
            <a:spLocks noChangeShapeType="1"/>
          </p:cNvSpPr>
          <p:nvPr/>
        </p:nvSpPr>
        <p:spPr bwMode="auto">
          <a:xfrm>
            <a:off x="2390775" y="4686300"/>
            <a:ext cx="0" cy="815975"/>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50" name="Line 58"/>
          <p:cNvSpPr>
            <a:spLocks noChangeShapeType="1"/>
          </p:cNvSpPr>
          <p:nvPr/>
        </p:nvSpPr>
        <p:spPr bwMode="auto">
          <a:xfrm>
            <a:off x="4032250" y="3779838"/>
            <a:ext cx="1466850" cy="906462"/>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51" name="Text Box 59"/>
          <p:cNvSpPr txBox="1">
            <a:spLocks noChangeArrowheads="1"/>
          </p:cNvSpPr>
          <p:nvPr/>
        </p:nvSpPr>
        <p:spPr bwMode="auto">
          <a:xfrm>
            <a:off x="2303463" y="6378575"/>
            <a:ext cx="4044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共有 </a:t>
            </a:r>
            <a:r>
              <a:rPr kumimoji="1" lang="en-US" altLang="zh-CN" sz="2400">
                <a:solidFill>
                  <a:schemeClr val="folHlink"/>
                </a:solidFill>
                <a:latin typeface="Arial" pitchFamily="34" charset="0"/>
              </a:rPr>
              <a:t>90 </a:t>
            </a:r>
            <a:r>
              <a:rPr kumimoji="1" lang="zh-CN" altLang="en-US" sz="2400">
                <a:solidFill>
                  <a:schemeClr val="folHlink"/>
                </a:solidFill>
                <a:latin typeface="Arial" pitchFamily="34" charset="0"/>
              </a:rPr>
              <a:t>个主机接收视频节目</a:t>
            </a:r>
          </a:p>
        </p:txBody>
      </p:sp>
      <p:sp>
        <p:nvSpPr>
          <p:cNvPr id="215052" name="AutoShape 60"/>
          <p:cNvSpPr>
            <a:spLocks noChangeArrowheads="1"/>
          </p:cNvSpPr>
          <p:nvPr/>
        </p:nvSpPr>
        <p:spPr bwMode="auto">
          <a:xfrm rot="5400000">
            <a:off x="3744119" y="3166269"/>
            <a:ext cx="504825" cy="195263"/>
          </a:xfrm>
          <a:prstGeom prst="rightArrow">
            <a:avLst>
              <a:gd name="adj1" fmla="val 37500"/>
              <a:gd name="adj2" fmla="val 103881"/>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53" name="AutoShape 61"/>
          <p:cNvSpPr>
            <a:spLocks noChangeArrowheads="1"/>
          </p:cNvSpPr>
          <p:nvPr/>
        </p:nvSpPr>
        <p:spPr bwMode="auto">
          <a:xfrm rot="8740270">
            <a:off x="2819400" y="4010025"/>
            <a:ext cx="481013" cy="204788"/>
          </a:xfrm>
          <a:prstGeom prst="rightArrow">
            <a:avLst>
              <a:gd name="adj1" fmla="val 37500"/>
              <a:gd name="adj2" fmla="val 94377"/>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215054" name="Picture 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25850" y="3581400"/>
            <a:ext cx="492125"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5055" name="Text Box 63"/>
          <p:cNvSpPr txBox="1">
            <a:spLocks noChangeArrowheads="1"/>
          </p:cNvSpPr>
          <p:nvPr/>
        </p:nvSpPr>
        <p:spPr bwMode="auto">
          <a:xfrm>
            <a:off x="3252788" y="3141663"/>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1</a:t>
            </a:r>
            <a:endParaRPr kumimoji="1" lang="en-US" altLang="zh-CN" sz="2400">
              <a:solidFill>
                <a:schemeClr val="folHlink"/>
              </a:solidFill>
              <a:latin typeface="Arial" pitchFamily="34" charset="0"/>
            </a:endParaRPr>
          </a:p>
        </p:txBody>
      </p:sp>
      <p:sp>
        <p:nvSpPr>
          <p:cNvPr id="215056" name="Text Box 64"/>
          <p:cNvSpPr txBox="1">
            <a:spLocks noChangeArrowheads="1"/>
          </p:cNvSpPr>
          <p:nvPr/>
        </p:nvSpPr>
        <p:spPr bwMode="auto">
          <a:xfrm>
            <a:off x="3203575" y="4291013"/>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3</a:t>
            </a:r>
            <a:endParaRPr kumimoji="1" lang="en-US" altLang="zh-CN" sz="2400">
              <a:solidFill>
                <a:schemeClr val="folHlink"/>
              </a:solidFill>
              <a:latin typeface="Arial" pitchFamily="34" charset="0"/>
            </a:endParaRPr>
          </a:p>
        </p:txBody>
      </p:sp>
      <p:sp>
        <p:nvSpPr>
          <p:cNvPr id="215057" name="Text Box 65"/>
          <p:cNvSpPr txBox="1">
            <a:spLocks noChangeArrowheads="1"/>
          </p:cNvSpPr>
          <p:nvPr/>
        </p:nvSpPr>
        <p:spPr bwMode="auto">
          <a:xfrm>
            <a:off x="4787900" y="4365625"/>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4</a:t>
            </a:r>
            <a:endParaRPr kumimoji="1" lang="en-US" altLang="zh-CN" sz="2400">
              <a:solidFill>
                <a:schemeClr val="folHlink"/>
              </a:solidFill>
              <a:latin typeface="Arial" pitchFamily="34" charset="0"/>
            </a:endParaRPr>
          </a:p>
        </p:txBody>
      </p:sp>
      <p:sp>
        <p:nvSpPr>
          <p:cNvPr id="215058" name="Text Box 66"/>
          <p:cNvSpPr txBox="1">
            <a:spLocks noChangeArrowheads="1"/>
          </p:cNvSpPr>
          <p:nvPr/>
        </p:nvSpPr>
        <p:spPr bwMode="auto">
          <a:xfrm>
            <a:off x="1700213" y="4319588"/>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2</a:t>
            </a:r>
            <a:endParaRPr kumimoji="1" lang="en-US" altLang="zh-CN" sz="2400">
              <a:solidFill>
                <a:schemeClr val="folHlink"/>
              </a:solidFill>
              <a:latin typeface="Arial" pitchFamily="34" charset="0"/>
            </a:endParaRPr>
          </a:p>
        </p:txBody>
      </p:sp>
      <p:sp>
        <p:nvSpPr>
          <p:cNvPr id="215059" name="Text Box 67"/>
          <p:cNvSpPr txBox="1">
            <a:spLocks noChangeArrowheads="1"/>
          </p:cNvSpPr>
          <p:nvPr/>
        </p:nvSpPr>
        <p:spPr bwMode="auto">
          <a:xfrm>
            <a:off x="1700213" y="1844675"/>
            <a:ext cx="2046287" cy="455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视频服务器 </a:t>
            </a:r>
            <a:r>
              <a:rPr kumimoji="1" lang="en-US" altLang="zh-CN" sz="2400">
                <a:solidFill>
                  <a:schemeClr val="folHlink"/>
                </a:solidFill>
                <a:latin typeface="Arial" pitchFamily="34" charset="0"/>
              </a:rPr>
              <a:t>M</a:t>
            </a:r>
          </a:p>
        </p:txBody>
      </p:sp>
      <p:pic>
        <p:nvPicPr>
          <p:cNvPr id="215060"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40338" y="4545013"/>
            <a:ext cx="490537"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5061" name="Picture 6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25850" y="4545013"/>
            <a:ext cx="492125"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5062" name="Picture 7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32013" y="4578350"/>
            <a:ext cx="490537" cy="28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215063" name="Object 71">
            <a:hlinkClick r:id="" action="ppaction://ole?verb=0"/>
          </p:cNvPr>
          <p:cNvGraphicFramePr>
            <a:graphicFrameLocks/>
          </p:cNvGraphicFramePr>
          <p:nvPr/>
        </p:nvGraphicFramePr>
        <p:xfrm>
          <a:off x="3430588" y="1881188"/>
          <a:ext cx="620712" cy="952500"/>
        </p:xfrm>
        <a:graphic>
          <a:graphicData uri="http://schemas.openxmlformats.org/presentationml/2006/ole">
            <mc:AlternateContent xmlns:mc="http://schemas.openxmlformats.org/markup-compatibility/2006">
              <mc:Choice xmlns:v="urn:schemas-microsoft-com:vml" Requires="v">
                <p:oleObj spid="_x0000_s215116" name="Microsoft ClipArt Gallery" r:id="rId6" imgW="2735263" imgH="3825875" progId="MS_ClipArt_Gallery">
                  <p:embed/>
                </p:oleObj>
              </mc:Choice>
              <mc:Fallback>
                <p:oleObj name="Microsoft ClipArt Gallery" r:id="rId6" imgW="2735263" imgH="3825875" progId="MS_ClipArt_Gallery">
                  <p:embed/>
                  <p:pic>
                    <p:nvPicPr>
                      <p:cNvPr id="0" name="Object 71"/>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30588" y="1881188"/>
                        <a:ext cx="620712"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5064" name="Line 72"/>
          <p:cNvSpPr>
            <a:spLocks noChangeShapeType="1"/>
          </p:cNvSpPr>
          <p:nvPr/>
        </p:nvSpPr>
        <p:spPr bwMode="auto">
          <a:xfrm>
            <a:off x="1611313" y="5502275"/>
            <a:ext cx="1382712" cy="0"/>
          </a:xfrm>
          <a:prstGeom prst="line">
            <a:avLst/>
          </a:prstGeom>
          <a:noFill/>
          <a:ln w="571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5065" name="Line 73"/>
          <p:cNvSpPr>
            <a:spLocks noChangeShapeType="1"/>
          </p:cNvSpPr>
          <p:nvPr/>
        </p:nvSpPr>
        <p:spPr bwMode="auto">
          <a:xfrm>
            <a:off x="3252788" y="5502275"/>
            <a:ext cx="1382712" cy="0"/>
          </a:xfrm>
          <a:prstGeom prst="line">
            <a:avLst/>
          </a:prstGeom>
          <a:noFill/>
          <a:ln w="571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5066" name="Line 74"/>
          <p:cNvSpPr>
            <a:spLocks noChangeShapeType="1"/>
          </p:cNvSpPr>
          <p:nvPr/>
        </p:nvSpPr>
        <p:spPr bwMode="auto">
          <a:xfrm>
            <a:off x="4894263" y="5502275"/>
            <a:ext cx="1381125" cy="0"/>
          </a:xfrm>
          <a:prstGeom prst="line">
            <a:avLst/>
          </a:prstGeom>
          <a:noFill/>
          <a:ln w="571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5067" name="AutoShape 75"/>
          <p:cNvSpPr>
            <a:spLocks noChangeArrowheads="1"/>
          </p:cNvSpPr>
          <p:nvPr/>
        </p:nvSpPr>
        <p:spPr bwMode="auto">
          <a:xfrm rot="1858546">
            <a:off x="4525963" y="3960813"/>
            <a:ext cx="482600" cy="206375"/>
          </a:xfrm>
          <a:prstGeom prst="rightArrow">
            <a:avLst>
              <a:gd name="adj1" fmla="val 37500"/>
              <a:gd name="adj2" fmla="val 93961"/>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68" name="Line 76"/>
          <p:cNvSpPr>
            <a:spLocks noChangeShapeType="1"/>
          </p:cNvSpPr>
          <p:nvPr/>
        </p:nvSpPr>
        <p:spPr bwMode="auto">
          <a:xfrm>
            <a:off x="1873250" y="5502275"/>
            <a:ext cx="0" cy="454025"/>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5069" name="Line 78"/>
          <p:cNvSpPr>
            <a:spLocks noChangeShapeType="1"/>
          </p:cNvSpPr>
          <p:nvPr/>
        </p:nvSpPr>
        <p:spPr bwMode="auto">
          <a:xfrm>
            <a:off x="3425825" y="5502275"/>
            <a:ext cx="0" cy="454025"/>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5070" name="Line 79"/>
          <p:cNvSpPr>
            <a:spLocks noChangeShapeType="1"/>
          </p:cNvSpPr>
          <p:nvPr/>
        </p:nvSpPr>
        <p:spPr bwMode="auto">
          <a:xfrm>
            <a:off x="4376738" y="5502275"/>
            <a:ext cx="0" cy="36195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5071" name="Line 80"/>
          <p:cNvSpPr>
            <a:spLocks noChangeShapeType="1"/>
          </p:cNvSpPr>
          <p:nvPr/>
        </p:nvSpPr>
        <p:spPr bwMode="auto">
          <a:xfrm>
            <a:off x="5067300" y="5502275"/>
            <a:ext cx="0" cy="36195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5072" name="Line 81"/>
          <p:cNvSpPr>
            <a:spLocks noChangeShapeType="1"/>
          </p:cNvSpPr>
          <p:nvPr/>
        </p:nvSpPr>
        <p:spPr bwMode="auto">
          <a:xfrm>
            <a:off x="6102350" y="5502275"/>
            <a:ext cx="0" cy="454025"/>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15073" name="Picture 8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31938" y="5726113"/>
            <a:ext cx="600075"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074" name="Picture 8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30550" y="5726113"/>
            <a:ext cx="600075"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075" name="Picture 8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64000" y="5726113"/>
            <a:ext cx="600075"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076" name="Picture 8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62500" y="5726113"/>
            <a:ext cx="600075"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077" name="Picture 8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86438" y="5726113"/>
            <a:ext cx="600075"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5078" name="Text Box 88"/>
          <p:cNvSpPr txBox="1">
            <a:spLocks noChangeArrowheads="1"/>
          </p:cNvSpPr>
          <p:nvPr/>
        </p:nvSpPr>
        <p:spPr bwMode="auto">
          <a:xfrm>
            <a:off x="1974850" y="5314950"/>
            <a:ext cx="642938"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3600" b="1">
                <a:solidFill>
                  <a:schemeClr val="folHlink"/>
                </a:solidFill>
                <a:latin typeface="Arial" pitchFamily="34" charset="0"/>
              </a:rPr>
              <a:t>…</a:t>
            </a:r>
          </a:p>
        </p:txBody>
      </p:sp>
      <p:sp>
        <p:nvSpPr>
          <p:cNvPr id="215079" name="Text Box 89"/>
          <p:cNvSpPr txBox="1">
            <a:spLocks noChangeArrowheads="1"/>
          </p:cNvSpPr>
          <p:nvPr/>
        </p:nvSpPr>
        <p:spPr bwMode="auto">
          <a:xfrm>
            <a:off x="5240338" y="5314950"/>
            <a:ext cx="641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3600" b="1">
                <a:solidFill>
                  <a:schemeClr val="folHlink"/>
                </a:solidFill>
                <a:latin typeface="Arial" pitchFamily="34" charset="0"/>
              </a:rPr>
              <a:t>…</a:t>
            </a:r>
          </a:p>
        </p:txBody>
      </p:sp>
      <p:sp>
        <p:nvSpPr>
          <p:cNvPr id="215080" name="Text Box 90"/>
          <p:cNvSpPr txBox="1">
            <a:spLocks noChangeArrowheads="1"/>
          </p:cNvSpPr>
          <p:nvPr/>
        </p:nvSpPr>
        <p:spPr bwMode="auto">
          <a:xfrm>
            <a:off x="3598863" y="5502275"/>
            <a:ext cx="5873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3600" b="1">
                <a:solidFill>
                  <a:schemeClr val="folHlink"/>
                </a:solidFill>
                <a:latin typeface="Arial" pitchFamily="34" charset="0"/>
              </a:rPr>
              <a:t>…</a:t>
            </a:r>
          </a:p>
        </p:txBody>
      </p:sp>
      <p:sp>
        <p:nvSpPr>
          <p:cNvPr id="215081" name="Text Box 91"/>
          <p:cNvSpPr txBox="1">
            <a:spLocks noChangeArrowheads="1"/>
          </p:cNvSpPr>
          <p:nvPr/>
        </p:nvSpPr>
        <p:spPr bwMode="auto">
          <a:xfrm>
            <a:off x="2722563" y="4916488"/>
            <a:ext cx="9128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30 </a:t>
            </a:r>
            <a:r>
              <a:rPr kumimoji="1" lang="zh-CN" altLang="en-US" sz="2400">
                <a:solidFill>
                  <a:schemeClr val="folHlink"/>
                </a:solidFill>
                <a:latin typeface="Arial" pitchFamily="34" charset="0"/>
              </a:rPr>
              <a:t>个</a:t>
            </a:r>
          </a:p>
        </p:txBody>
      </p:sp>
      <p:sp>
        <p:nvSpPr>
          <p:cNvPr id="215082" name="Text Box 92"/>
          <p:cNvSpPr txBox="1">
            <a:spLocks noChangeArrowheads="1"/>
          </p:cNvSpPr>
          <p:nvPr/>
        </p:nvSpPr>
        <p:spPr bwMode="auto">
          <a:xfrm>
            <a:off x="4140200" y="4868863"/>
            <a:ext cx="912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30 </a:t>
            </a:r>
            <a:r>
              <a:rPr kumimoji="1" lang="zh-CN" altLang="en-US" sz="2400">
                <a:solidFill>
                  <a:schemeClr val="folHlink"/>
                </a:solidFill>
                <a:latin typeface="Arial" pitchFamily="34" charset="0"/>
              </a:rPr>
              <a:t>个</a:t>
            </a:r>
          </a:p>
        </p:txBody>
      </p:sp>
      <p:sp>
        <p:nvSpPr>
          <p:cNvPr id="215083" name="Text Box 93"/>
          <p:cNvSpPr txBox="1">
            <a:spLocks noChangeArrowheads="1"/>
          </p:cNvSpPr>
          <p:nvPr/>
        </p:nvSpPr>
        <p:spPr bwMode="auto">
          <a:xfrm>
            <a:off x="5819775" y="4797425"/>
            <a:ext cx="912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30 </a:t>
            </a:r>
            <a:r>
              <a:rPr kumimoji="1" lang="zh-CN" altLang="en-US" sz="2400">
                <a:solidFill>
                  <a:schemeClr val="folHlink"/>
                </a:solidFill>
                <a:latin typeface="Arial" pitchFamily="34" charset="0"/>
              </a:rPr>
              <a:t>个</a:t>
            </a:r>
          </a:p>
        </p:txBody>
      </p:sp>
      <p:sp>
        <p:nvSpPr>
          <p:cNvPr id="215084" name="Text Box 94"/>
          <p:cNvSpPr txBox="1">
            <a:spLocks noChangeArrowheads="1"/>
          </p:cNvSpPr>
          <p:nvPr/>
        </p:nvSpPr>
        <p:spPr bwMode="auto">
          <a:xfrm>
            <a:off x="4932363" y="3573463"/>
            <a:ext cx="912812" cy="458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30 </a:t>
            </a:r>
            <a:r>
              <a:rPr kumimoji="1" lang="zh-CN" altLang="en-US" sz="2400">
                <a:solidFill>
                  <a:schemeClr val="folHlink"/>
                </a:solidFill>
                <a:latin typeface="Arial" pitchFamily="34" charset="0"/>
              </a:rPr>
              <a:t>个</a:t>
            </a:r>
          </a:p>
        </p:txBody>
      </p:sp>
      <p:sp>
        <p:nvSpPr>
          <p:cNvPr id="215085" name="Text Box 95"/>
          <p:cNvSpPr txBox="1">
            <a:spLocks noChangeArrowheads="1"/>
          </p:cNvSpPr>
          <p:nvPr/>
        </p:nvSpPr>
        <p:spPr bwMode="auto">
          <a:xfrm>
            <a:off x="4175125" y="4124325"/>
            <a:ext cx="828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30</a:t>
            </a:r>
            <a:r>
              <a:rPr kumimoji="1" lang="zh-CN" altLang="en-US" sz="2400">
                <a:solidFill>
                  <a:schemeClr val="folHlink"/>
                </a:solidFill>
                <a:latin typeface="Arial" pitchFamily="34" charset="0"/>
              </a:rPr>
              <a:t>个</a:t>
            </a:r>
          </a:p>
        </p:txBody>
      </p:sp>
      <p:sp>
        <p:nvSpPr>
          <p:cNvPr id="215086" name="Text Box 96"/>
          <p:cNvSpPr txBox="1">
            <a:spLocks noChangeArrowheads="1"/>
          </p:cNvSpPr>
          <p:nvPr/>
        </p:nvSpPr>
        <p:spPr bwMode="auto">
          <a:xfrm>
            <a:off x="2124075" y="3573463"/>
            <a:ext cx="912813" cy="458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30 </a:t>
            </a:r>
            <a:r>
              <a:rPr kumimoji="1" lang="zh-CN" altLang="en-US" sz="2400">
                <a:solidFill>
                  <a:schemeClr val="folHlink"/>
                </a:solidFill>
                <a:latin typeface="Arial" pitchFamily="34" charset="0"/>
              </a:rPr>
              <a:t>个</a:t>
            </a:r>
          </a:p>
        </p:txBody>
      </p:sp>
      <p:sp>
        <p:nvSpPr>
          <p:cNvPr id="215087" name="Text Box 97"/>
          <p:cNvSpPr txBox="1">
            <a:spLocks noChangeArrowheads="1"/>
          </p:cNvSpPr>
          <p:nvPr/>
        </p:nvSpPr>
        <p:spPr bwMode="auto">
          <a:xfrm>
            <a:off x="4235450" y="2808288"/>
            <a:ext cx="912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90 </a:t>
            </a:r>
            <a:r>
              <a:rPr kumimoji="1" lang="zh-CN" altLang="en-US" sz="2400">
                <a:solidFill>
                  <a:schemeClr val="folHlink"/>
                </a:solidFill>
                <a:latin typeface="Arial" pitchFamily="34" charset="0"/>
              </a:rPr>
              <a:t>个</a:t>
            </a:r>
          </a:p>
        </p:txBody>
      </p:sp>
      <p:sp>
        <p:nvSpPr>
          <p:cNvPr id="215088" name="AutoShape 99"/>
          <p:cNvSpPr>
            <a:spLocks noChangeArrowheads="1"/>
          </p:cNvSpPr>
          <p:nvPr/>
        </p:nvSpPr>
        <p:spPr bwMode="auto">
          <a:xfrm rot="5400000">
            <a:off x="3836194" y="3229769"/>
            <a:ext cx="503238" cy="196850"/>
          </a:xfrm>
          <a:prstGeom prst="rightArrow">
            <a:avLst>
              <a:gd name="adj1" fmla="val 37500"/>
              <a:gd name="adj2" fmla="val 102720"/>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89" name="AutoShape 100"/>
          <p:cNvSpPr>
            <a:spLocks noChangeArrowheads="1"/>
          </p:cNvSpPr>
          <p:nvPr/>
        </p:nvSpPr>
        <p:spPr bwMode="auto">
          <a:xfrm rot="5400000">
            <a:off x="3927475" y="3292476"/>
            <a:ext cx="503237" cy="195262"/>
          </a:xfrm>
          <a:prstGeom prst="rightArrow">
            <a:avLst>
              <a:gd name="adj1" fmla="val 37500"/>
              <a:gd name="adj2" fmla="val 103555"/>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90" name="AutoShape 101"/>
          <p:cNvSpPr>
            <a:spLocks noChangeArrowheads="1"/>
          </p:cNvSpPr>
          <p:nvPr/>
        </p:nvSpPr>
        <p:spPr bwMode="auto">
          <a:xfrm rot="1858546">
            <a:off x="4635500" y="3935413"/>
            <a:ext cx="481013" cy="206375"/>
          </a:xfrm>
          <a:prstGeom prst="rightArrow">
            <a:avLst>
              <a:gd name="adj1" fmla="val 37500"/>
              <a:gd name="adj2" fmla="val 93652"/>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91" name="AutoShape 102"/>
          <p:cNvSpPr>
            <a:spLocks noChangeArrowheads="1"/>
          </p:cNvSpPr>
          <p:nvPr/>
        </p:nvSpPr>
        <p:spPr bwMode="auto">
          <a:xfrm rot="1858546">
            <a:off x="4743450" y="3910013"/>
            <a:ext cx="481013" cy="204787"/>
          </a:xfrm>
          <a:prstGeom prst="rightArrow">
            <a:avLst>
              <a:gd name="adj1" fmla="val 37500"/>
              <a:gd name="adj2" fmla="val 94378"/>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215092" name="Group 103"/>
          <p:cNvGrpSpPr>
            <a:grpSpLocks/>
          </p:cNvGrpSpPr>
          <p:nvPr/>
        </p:nvGrpSpPr>
        <p:grpSpPr bwMode="auto">
          <a:xfrm>
            <a:off x="5541963" y="4883150"/>
            <a:ext cx="407987" cy="655638"/>
            <a:chOff x="2222" y="1578"/>
            <a:chExt cx="215" cy="328"/>
          </a:xfrm>
        </p:grpSpPr>
        <p:sp>
          <p:nvSpPr>
            <p:cNvPr id="215112" name="AutoShape 104"/>
            <p:cNvSpPr>
              <a:spLocks noChangeArrowheads="1"/>
            </p:cNvSpPr>
            <p:nvPr/>
          </p:nvSpPr>
          <p:spPr bwMode="auto">
            <a:xfrm rot="5400000">
              <a:off x="2148" y="1652"/>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13" name="AutoShape 105"/>
            <p:cNvSpPr>
              <a:spLocks noChangeArrowheads="1"/>
            </p:cNvSpPr>
            <p:nvPr/>
          </p:nvSpPr>
          <p:spPr bwMode="auto">
            <a:xfrm rot="5400000">
              <a:off x="2204" y="1690"/>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14" name="AutoShape 106"/>
            <p:cNvSpPr>
              <a:spLocks noChangeArrowheads="1"/>
            </p:cNvSpPr>
            <p:nvPr/>
          </p:nvSpPr>
          <p:spPr bwMode="auto">
            <a:xfrm rot="5400000">
              <a:off x="2260" y="1728"/>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15093" name="AutoShape 107"/>
          <p:cNvSpPr>
            <a:spLocks noChangeArrowheads="1"/>
          </p:cNvSpPr>
          <p:nvPr/>
        </p:nvSpPr>
        <p:spPr bwMode="auto">
          <a:xfrm rot="5400000">
            <a:off x="4018756" y="3355182"/>
            <a:ext cx="503237" cy="196850"/>
          </a:xfrm>
          <a:prstGeom prst="rightArrow">
            <a:avLst>
              <a:gd name="adj1" fmla="val 37500"/>
              <a:gd name="adj2" fmla="val 102720"/>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94" name="AutoShape 108"/>
          <p:cNvSpPr>
            <a:spLocks noChangeArrowheads="1"/>
          </p:cNvSpPr>
          <p:nvPr/>
        </p:nvSpPr>
        <p:spPr bwMode="auto">
          <a:xfrm rot="5400000">
            <a:off x="4110038" y="3417887"/>
            <a:ext cx="503238" cy="195263"/>
          </a:xfrm>
          <a:prstGeom prst="rightArrow">
            <a:avLst>
              <a:gd name="adj1" fmla="val 37500"/>
              <a:gd name="adj2" fmla="val 103555"/>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95" name="AutoShape 109"/>
          <p:cNvSpPr>
            <a:spLocks noChangeArrowheads="1"/>
          </p:cNvSpPr>
          <p:nvPr/>
        </p:nvSpPr>
        <p:spPr bwMode="auto">
          <a:xfrm rot="5400000">
            <a:off x="4199731" y="3479007"/>
            <a:ext cx="503237" cy="196850"/>
          </a:xfrm>
          <a:prstGeom prst="rightArrow">
            <a:avLst>
              <a:gd name="adj1" fmla="val 37500"/>
              <a:gd name="adj2" fmla="val 102720"/>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96" name="AutoShape 110"/>
          <p:cNvSpPr>
            <a:spLocks noChangeArrowheads="1"/>
          </p:cNvSpPr>
          <p:nvPr/>
        </p:nvSpPr>
        <p:spPr bwMode="auto">
          <a:xfrm rot="8740270">
            <a:off x="2735263" y="3973513"/>
            <a:ext cx="481012" cy="206375"/>
          </a:xfrm>
          <a:prstGeom prst="rightArrow">
            <a:avLst>
              <a:gd name="adj1" fmla="val 37500"/>
              <a:gd name="adj2" fmla="val 93652"/>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097" name="AutoShape 111"/>
          <p:cNvSpPr>
            <a:spLocks noChangeArrowheads="1"/>
          </p:cNvSpPr>
          <p:nvPr/>
        </p:nvSpPr>
        <p:spPr bwMode="auto">
          <a:xfrm rot="8740270">
            <a:off x="2649538" y="3935413"/>
            <a:ext cx="481012" cy="206375"/>
          </a:xfrm>
          <a:prstGeom prst="rightArrow">
            <a:avLst>
              <a:gd name="adj1" fmla="val 37500"/>
              <a:gd name="adj2" fmla="val 93652"/>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215098" name="Group 112"/>
          <p:cNvGrpSpPr>
            <a:grpSpLocks/>
          </p:cNvGrpSpPr>
          <p:nvPr/>
        </p:nvGrpSpPr>
        <p:grpSpPr bwMode="auto">
          <a:xfrm>
            <a:off x="3857625" y="4867275"/>
            <a:ext cx="409575" cy="655638"/>
            <a:chOff x="2222" y="1578"/>
            <a:chExt cx="215" cy="328"/>
          </a:xfrm>
        </p:grpSpPr>
        <p:sp>
          <p:nvSpPr>
            <p:cNvPr id="215109" name="AutoShape 113"/>
            <p:cNvSpPr>
              <a:spLocks noChangeArrowheads="1"/>
            </p:cNvSpPr>
            <p:nvPr/>
          </p:nvSpPr>
          <p:spPr bwMode="auto">
            <a:xfrm rot="5400000">
              <a:off x="2148" y="1652"/>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10" name="AutoShape 114"/>
            <p:cNvSpPr>
              <a:spLocks noChangeArrowheads="1"/>
            </p:cNvSpPr>
            <p:nvPr/>
          </p:nvSpPr>
          <p:spPr bwMode="auto">
            <a:xfrm rot="5400000">
              <a:off x="2204" y="1690"/>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11" name="AutoShape 115"/>
            <p:cNvSpPr>
              <a:spLocks noChangeArrowheads="1"/>
            </p:cNvSpPr>
            <p:nvPr/>
          </p:nvSpPr>
          <p:spPr bwMode="auto">
            <a:xfrm rot="5400000">
              <a:off x="2260" y="1728"/>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215099" name="Group 116"/>
          <p:cNvGrpSpPr>
            <a:grpSpLocks/>
          </p:cNvGrpSpPr>
          <p:nvPr/>
        </p:nvGrpSpPr>
        <p:grpSpPr bwMode="auto">
          <a:xfrm>
            <a:off x="2411413" y="4937125"/>
            <a:ext cx="409575" cy="655638"/>
            <a:chOff x="2222" y="1578"/>
            <a:chExt cx="215" cy="328"/>
          </a:xfrm>
        </p:grpSpPr>
        <p:sp>
          <p:nvSpPr>
            <p:cNvPr id="215106" name="AutoShape 117"/>
            <p:cNvSpPr>
              <a:spLocks noChangeArrowheads="1"/>
            </p:cNvSpPr>
            <p:nvPr/>
          </p:nvSpPr>
          <p:spPr bwMode="auto">
            <a:xfrm rot="5400000">
              <a:off x="2148" y="1652"/>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07" name="AutoShape 118"/>
            <p:cNvSpPr>
              <a:spLocks noChangeArrowheads="1"/>
            </p:cNvSpPr>
            <p:nvPr/>
          </p:nvSpPr>
          <p:spPr bwMode="auto">
            <a:xfrm rot="5400000">
              <a:off x="2204" y="1690"/>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08" name="AutoShape 119"/>
            <p:cNvSpPr>
              <a:spLocks noChangeArrowheads="1"/>
            </p:cNvSpPr>
            <p:nvPr/>
          </p:nvSpPr>
          <p:spPr bwMode="auto">
            <a:xfrm rot="5400000">
              <a:off x="2260" y="1728"/>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215100" name="Group 120"/>
          <p:cNvGrpSpPr>
            <a:grpSpLocks/>
          </p:cNvGrpSpPr>
          <p:nvPr/>
        </p:nvGrpSpPr>
        <p:grpSpPr bwMode="auto">
          <a:xfrm>
            <a:off x="3857625" y="3940175"/>
            <a:ext cx="409575" cy="655638"/>
            <a:chOff x="2222" y="1578"/>
            <a:chExt cx="215" cy="328"/>
          </a:xfrm>
        </p:grpSpPr>
        <p:sp>
          <p:nvSpPr>
            <p:cNvPr id="215103" name="AutoShape 121"/>
            <p:cNvSpPr>
              <a:spLocks noChangeArrowheads="1"/>
            </p:cNvSpPr>
            <p:nvPr/>
          </p:nvSpPr>
          <p:spPr bwMode="auto">
            <a:xfrm rot="5400000">
              <a:off x="2148" y="1652"/>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04" name="AutoShape 122"/>
            <p:cNvSpPr>
              <a:spLocks noChangeArrowheads="1"/>
            </p:cNvSpPr>
            <p:nvPr/>
          </p:nvSpPr>
          <p:spPr bwMode="auto">
            <a:xfrm rot="5400000">
              <a:off x="2204" y="1690"/>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105" name="AutoShape 123"/>
            <p:cNvSpPr>
              <a:spLocks noChangeArrowheads="1"/>
            </p:cNvSpPr>
            <p:nvPr/>
          </p:nvSpPr>
          <p:spPr bwMode="auto">
            <a:xfrm rot="5400000">
              <a:off x="2260" y="1728"/>
              <a:ext cx="252" cy="103"/>
            </a:xfrm>
            <a:prstGeom prst="rightArrow">
              <a:avLst>
                <a:gd name="adj1" fmla="val 37500"/>
                <a:gd name="adj2" fmla="val 98306"/>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215101" name="Text Box 126"/>
          <p:cNvSpPr txBox="1">
            <a:spLocks noChangeArrowheads="1"/>
          </p:cNvSpPr>
          <p:nvPr/>
        </p:nvSpPr>
        <p:spPr bwMode="auto">
          <a:xfrm>
            <a:off x="5430838" y="2122488"/>
            <a:ext cx="3038475" cy="955675"/>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kumimoji="1" lang="zh-CN" altLang="en-US">
                <a:solidFill>
                  <a:schemeClr val="folHlink"/>
                </a:solidFill>
              </a:rPr>
              <a:t>不使用多播时需要</a:t>
            </a:r>
          </a:p>
          <a:p>
            <a:pPr algn="ctr" eaLnBrk="1" hangingPunct="1"/>
            <a:r>
              <a:rPr kumimoji="1" lang="zh-CN" altLang="en-US">
                <a:solidFill>
                  <a:schemeClr val="folHlink"/>
                </a:solidFill>
              </a:rPr>
              <a:t>发送 </a:t>
            </a:r>
            <a:r>
              <a:rPr kumimoji="1" lang="en-US" altLang="zh-CN">
                <a:solidFill>
                  <a:schemeClr val="folHlink"/>
                </a:solidFill>
              </a:rPr>
              <a:t>90 </a:t>
            </a:r>
            <a:r>
              <a:rPr kumimoji="1" lang="zh-CN" altLang="en-US">
                <a:solidFill>
                  <a:schemeClr val="folHlink"/>
                </a:solidFill>
              </a:rPr>
              <a:t>次单播</a:t>
            </a:r>
          </a:p>
        </p:txBody>
      </p:sp>
      <p:sp>
        <p:nvSpPr>
          <p:cNvPr id="215102" name="Rectangle 127"/>
          <p:cNvSpPr>
            <a:spLocks noGrp="1" noChangeArrowheads="1"/>
          </p:cNvSpPr>
          <p:nvPr>
            <p:ph type="title"/>
          </p:nvPr>
        </p:nvSpPr>
        <p:spPr>
          <a:xfrm>
            <a:off x="611188" y="44450"/>
            <a:ext cx="7848600" cy="1462088"/>
          </a:xfrm>
          <a:noFill/>
        </p:spPr>
        <p:txBody>
          <a:bodyPr/>
          <a:lstStyle/>
          <a:p>
            <a:pPr algn="ctr" eaLnBrk="1" hangingPunct="1"/>
            <a:r>
              <a:rPr lang="en-US" altLang="zh-CN" sz="4200" smtClean="0"/>
              <a:t>4.6  IP </a:t>
            </a:r>
            <a:r>
              <a:rPr lang="zh-CN" altLang="en-US" sz="4200" smtClean="0"/>
              <a:t>多播</a:t>
            </a:r>
            <a:r>
              <a:rPr lang="zh-CN" altLang="en-US" sz="3600" smtClean="0"/>
              <a:t/>
            </a:r>
            <a:br>
              <a:rPr lang="zh-CN" altLang="en-US" sz="3600" smtClean="0"/>
            </a:br>
            <a:r>
              <a:rPr lang="en-US" altLang="zh-CN" sz="3600" smtClean="0"/>
              <a:t>4.6.1  IP </a:t>
            </a:r>
            <a:r>
              <a:rPr lang="zh-CN" altLang="en-US" sz="3600" smtClean="0"/>
              <a:t>多播的基本概念</a:t>
            </a:r>
          </a:p>
        </p:txBody>
      </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Text Box 105"/>
          <p:cNvSpPr txBox="1">
            <a:spLocks noChangeArrowheads="1"/>
          </p:cNvSpPr>
          <p:nvPr/>
        </p:nvSpPr>
        <p:spPr bwMode="auto">
          <a:xfrm>
            <a:off x="2201863" y="5170488"/>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多播</a:t>
            </a:r>
          </a:p>
        </p:txBody>
      </p:sp>
      <p:sp>
        <p:nvSpPr>
          <p:cNvPr id="216067" name="Text Box 101"/>
          <p:cNvSpPr txBox="1">
            <a:spLocks noChangeArrowheads="1"/>
          </p:cNvSpPr>
          <p:nvPr/>
        </p:nvSpPr>
        <p:spPr bwMode="auto">
          <a:xfrm>
            <a:off x="3146425" y="4922838"/>
            <a:ext cx="74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个</a:t>
            </a:r>
          </a:p>
        </p:txBody>
      </p:sp>
      <p:sp>
        <p:nvSpPr>
          <p:cNvPr id="216068" name="Text Box 99"/>
          <p:cNvSpPr txBox="1">
            <a:spLocks noChangeArrowheads="1"/>
          </p:cNvSpPr>
          <p:nvPr/>
        </p:nvSpPr>
        <p:spPr bwMode="auto">
          <a:xfrm>
            <a:off x="6350000" y="5132388"/>
            <a:ext cx="74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个</a:t>
            </a:r>
          </a:p>
        </p:txBody>
      </p:sp>
      <p:sp>
        <p:nvSpPr>
          <p:cNvPr id="216069" name="Text Box 107"/>
          <p:cNvSpPr txBox="1">
            <a:spLocks noChangeArrowheads="1"/>
          </p:cNvSpPr>
          <p:nvPr/>
        </p:nvSpPr>
        <p:spPr bwMode="auto">
          <a:xfrm>
            <a:off x="5435600" y="5170488"/>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多播</a:t>
            </a:r>
          </a:p>
        </p:txBody>
      </p:sp>
      <p:sp>
        <p:nvSpPr>
          <p:cNvPr id="216070" name="Text Box 106"/>
          <p:cNvSpPr txBox="1">
            <a:spLocks noChangeArrowheads="1"/>
          </p:cNvSpPr>
          <p:nvPr/>
        </p:nvSpPr>
        <p:spPr bwMode="auto">
          <a:xfrm>
            <a:off x="3708400" y="5170488"/>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多播</a:t>
            </a:r>
          </a:p>
        </p:txBody>
      </p:sp>
      <p:sp>
        <p:nvSpPr>
          <p:cNvPr id="216071" name="Rectangle 2"/>
          <p:cNvSpPr>
            <a:spLocks noGrp="1" noChangeArrowheads="1"/>
          </p:cNvSpPr>
          <p:nvPr>
            <p:ph type="title"/>
          </p:nvPr>
        </p:nvSpPr>
        <p:spPr>
          <a:xfrm>
            <a:off x="827088" y="214313"/>
            <a:ext cx="8116887" cy="1462087"/>
          </a:xfrm>
        </p:spPr>
        <p:txBody>
          <a:bodyPr/>
          <a:lstStyle/>
          <a:p>
            <a:pPr algn="ctr" eaLnBrk="1" hangingPunct="1"/>
            <a:r>
              <a:rPr lang="zh-CN" altLang="en-US" sz="4000" smtClean="0"/>
              <a:t>多播可明显地减少</a:t>
            </a:r>
            <a:br>
              <a:rPr lang="zh-CN" altLang="en-US" sz="4000" smtClean="0"/>
            </a:br>
            <a:r>
              <a:rPr lang="zh-CN" altLang="en-US" sz="4000" smtClean="0"/>
              <a:t>网络中资源的消耗</a:t>
            </a:r>
          </a:p>
        </p:txBody>
      </p:sp>
      <p:sp>
        <p:nvSpPr>
          <p:cNvPr id="216072" name="Text Box 60"/>
          <p:cNvSpPr txBox="1">
            <a:spLocks noChangeArrowheads="1"/>
          </p:cNvSpPr>
          <p:nvPr/>
        </p:nvSpPr>
        <p:spPr bwMode="auto">
          <a:xfrm>
            <a:off x="250825" y="5589588"/>
            <a:ext cx="1708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多播组成员</a:t>
            </a:r>
          </a:p>
          <a:p>
            <a:pPr eaLnBrk="1" hangingPunct="1"/>
            <a:r>
              <a:rPr kumimoji="1" lang="zh-CN" altLang="en-US" sz="2400">
                <a:solidFill>
                  <a:schemeClr val="folHlink"/>
                </a:solidFill>
                <a:latin typeface="Arial" pitchFamily="34" charset="0"/>
              </a:rPr>
              <a:t>共有 </a:t>
            </a:r>
            <a:r>
              <a:rPr kumimoji="1" lang="en-US" altLang="zh-CN" sz="2400">
                <a:solidFill>
                  <a:schemeClr val="folHlink"/>
                </a:solidFill>
                <a:latin typeface="Arial" pitchFamily="34" charset="0"/>
              </a:rPr>
              <a:t>90 </a:t>
            </a:r>
            <a:r>
              <a:rPr kumimoji="1" lang="zh-CN" altLang="en-US" sz="2400">
                <a:solidFill>
                  <a:schemeClr val="folHlink"/>
                </a:solidFill>
                <a:latin typeface="Arial" pitchFamily="34" charset="0"/>
              </a:rPr>
              <a:t>个</a:t>
            </a:r>
          </a:p>
        </p:txBody>
      </p:sp>
      <p:sp>
        <p:nvSpPr>
          <p:cNvPr id="216073" name="AutoShape 52"/>
          <p:cNvSpPr>
            <a:spLocks noChangeArrowheads="1"/>
          </p:cNvSpPr>
          <p:nvPr/>
        </p:nvSpPr>
        <p:spPr bwMode="auto">
          <a:xfrm>
            <a:off x="1979613" y="5899150"/>
            <a:ext cx="5256212" cy="847725"/>
          </a:xfrm>
          <a:prstGeom prst="roundRect">
            <a:avLst>
              <a:gd name="adj" fmla="val 32995"/>
            </a:avLst>
          </a:prstGeom>
          <a:solidFill>
            <a:srgbClr val="FFFF99"/>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74" name="Line 53"/>
          <p:cNvSpPr>
            <a:spLocks noChangeShapeType="1"/>
          </p:cNvSpPr>
          <p:nvPr/>
        </p:nvSpPr>
        <p:spPr bwMode="auto">
          <a:xfrm flipV="1">
            <a:off x="3054350" y="3911600"/>
            <a:ext cx="1323975" cy="976313"/>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75" name="Line 54"/>
          <p:cNvSpPr>
            <a:spLocks noChangeShapeType="1"/>
          </p:cNvSpPr>
          <p:nvPr/>
        </p:nvSpPr>
        <p:spPr bwMode="auto">
          <a:xfrm flipV="1">
            <a:off x="4467225" y="2641600"/>
            <a:ext cx="0" cy="1073150"/>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76" name="Line 55"/>
          <p:cNvSpPr>
            <a:spLocks noChangeShapeType="1"/>
          </p:cNvSpPr>
          <p:nvPr/>
        </p:nvSpPr>
        <p:spPr bwMode="auto">
          <a:xfrm flipH="1" flipV="1">
            <a:off x="4467225" y="3911600"/>
            <a:ext cx="0" cy="976313"/>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77" name="Line 56"/>
          <p:cNvSpPr>
            <a:spLocks noChangeShapeType="1"/>
          </p:cNvSpPr>
          <p:nvPr/>
        </p:nvSpPr>
        <p:spPr bwMode="auto">
          <a:xfrm>
            <a:off x="6145213" y="4887913"/>
            <a:ext cx="0" cy="877887"/>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78" name="Line 57"/>
          <p:cNvSpPr>
            <a:spLocks noChangeShapeType="1"/>
          </p:cNvSpPr>
          <p:nvPr/>
        </p:nvSpPr>
        <p:spPr bwMode="auto">
          <a:xfrm flipV="1">
            <a:off x="4467225" y="4887913"/>
            <a:ext cx="0" cy="877887"/>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79" name="Line 58"/>
          <p:cNvSpPr>
            <a:spLocks noChangeShapeType="1"/>
          </p:cNvSpPr>
          <p:nvPr/>
        </p:nvSpPr>
        <p:spPr bwMode="auto">
          <a:xfrm>
            <a:off x="2967038" y="4887913"/>
            <a:ext cx="0" cy="877887"/>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80" name="Line 59"/>
          <p:cNvSpPr>
            <a:spLocks noChangeShapeType="1"/>
          </p:cNvSpPr>
          <p:nvPr/>
        </p:nvSpPr>
        <p:spPr bwMode="auto">
          <a:xfrm>
            <a:off x="4645025" y="3911600"/>
            <a:ext cx="1500188" cy="976313"/>
          </a:xfrm>
          <a:prstGeom prst="line">
            <a:avLst/>
          </a:prstGeom>
          <a:noFill/>
          <a:ln w="19050">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81" name="AutoShape 61"/>
          <p:cNvSpPr>
            <a:spLocks noChangeArrowheads="1"/>
          </p:cNvSpPr>
          <p:nvPr/>
        </p:nvSpPr>
        <p:spPr bwMode="auto">
          <a:xfrm rot="5400000">
            <a:off x="4358481" y="3255170"/>
            <a:ext cx="542925" cy="201612"/>
          </a:xfrm>
          <a:prstGeom prst="rightArrow">
            <a:avLst>
              <a:gd name="adj1" fmla="val 37500"/>
              <a:gd name="adj2" fmla="val 108203"/>
            </a:avLst>
          </a:prstGeom>
          <a:solidFill>
            <a:srgbClr val="33CC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82" name="AutoShape 62"/>
          <p:cNvSpPr>
            <a:spLocks noChangeArrowheads="1"/>
          </p:cNvSpPr>
          <p:nvPr/>
        </p:nvSpPr>
        <p:spPr bwMode="auto">
          <a:xfrm rot="8519000">
            <a:off x="3381375" y="4141788"/>
            <a:ext cx="492125" cy="222250"/>
          </a:xfrm>
          <a:prstGeom prst="rightArrow">
            <a:avLst>
              <a:gd name="adj1" fmla="val 37500"/>
              <a:gd name="adj2" fmla="val 88971"/>
            </a:avLst>
          </a:prstGeom>
          <a:solidFill>
            <a:srgbClr val="33CC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pic>
        <p:nvPicPr>
          <p:cNvPr id="216083" name="Picture 6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30688" y="3698875"/>
            <a:ext cx="501650"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16084" name="Text Box 64"/>
          <p:cNvSpPr txBox="1">
            <a:spLocks noChangeArrowheads="1"/>
          </p:cNvSpPr>
          <p:nvPr/>
        </p:nvSpPr>
        <p:spPr bwMode="auto">
          <a:xfrm>
            <a:off x="3848100" y="3357563"/>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1</a:t>
            </a:r>
            <a:endParaRPr kumimoji="1" lang="en-US" altLang="zh-CN" sz="2400">
              <a:solidFill>
                <a:schemeClr val="folHlink"/>
              </a:solidFill>
              <a:latin typeface="Arial" pitchFamily="34" charset="0"/>
            </a:endParaRPr>
          </a:p>
        </p:txBody>
      </p:sp>
      <p:sp>
        <p:nvSpPr>
          <p:cNvPr id="216085" name="Text Box 65"/>
          <p:cNvSpPr txBox="1">
            <a:spLocks noChangeArrowheads="1"/>
          </p:cNvSpPr>
          <p:nvPr/>
        </p:nvSpPr>
        <p:spPr bwMode="auto">
          <a:xfrm>
            <a:off x="3813175" y="4487863"/>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3</a:t>
            </a:r>
            <a:endParaRPr kumimoji="1" lang="en-US" altLang="zh-CN" sz="2400">
              <a:solidFill>
                <a:schemeClr val="folHlink"/>
              </a:solidFill>
              <a:latin typeface="Arial" pitchFamily="34" charset="0"/>
            </a:endParaRPr>
          </a:p>
        </p:txBody>
      </p:sp>
      <p:sp>
        <p:nvSpPr>
          <p:cNvPr id="216086" name="Text Box 66"/>
          <p:cNvSpPr txBox="1">
            <a:spLocks noChangeArrowheads="1"/>
          </p:cNvSpPr>
          <p:nvPr/>
        </p:nvSpPr>
        <p:spPr bwMode="auto">
          <a:xfrm>
            <a:off x="6359525" y="4556125"/>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4</a:t>
            </a:r>
            <a:endParaRPr kumimoji="1" lang="en-US" altLang="zh-CN" sz="2400">
              <a:solidFill>
                <a:schemeClr val="folHlink"/>
              </a:solidFill>
              <a:latin typeface="Arial" pitchFamily="34" charset="0"/>
            </a:endParaRPr>
          </a:p>
        </p:txBody>
      </p:sp>
      <p:sp>
        <p:nvSpPr>
          <p:cNvPr id="216087" name="Text Box 67"/>
          <p:cNvSpPr txBox="1">
            <a:spLocks noChangeArrowheads="1"/>
          </p:cNvSpPr>
          <p:nvPr/>
        </p:nvSpPr>
        <p:spPr bwMode="auto">
          <a:xfrm>
            <a:off x="2260600" y="4521200"/>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R</a:t>
            </a:r>
            <a:r>
              <a:rPr kumimoji="1" lang="en-US" altLang="zh-CN" sz="2400" baseline="-25000">
                <a:solidFill>
                  <a:schemeClr val="folHlink"/>
                </a:solidFill>
                <a:latin typeface="Arial" pitchFamily="34" charset="0"/>
              </a:rPr>
              <a:t>2</a:t>
            </a:r>
            <a:endParaRPr kumimoji="1" lang="en-US" altLang="zh-CN" sz="2400">
              <a:solidFill>
                <a:schemeClr val="folHlink"/>
              </a:solidFill>
              <a:latin typeface="Arial" pitchFamily="34" charset="0"/>
            </a:endParaRPr>
          </a:p>
        </p:txBody>
      </p:sp>
      <p:sp>
        <p:nvSpPr>
          <p:cNvPr id="216088" name="Text Box 68"/>
          <p:cNvSpPr txBox="1">
            <a:spLocks noChangeArrowheads="1"/>
          </p:cNvSpPr>
          <p:nvPr/>
        </p:nvSpPr>
        <p:spPr bwMode="auto">
          <a:xfrm>
            <a:off x="2290763" y="1854200"/>
            <a:ext cx="2046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视频服务器 </a:t>
            </a:r>
            <a:r>
              <a:rPr kumimoji="1" lang="en-US" altLang="zh-CN" sz="2400">
                <a:solidFill>
                  <a:schemeClr val="folHlink"/>
                </a:solidFill>
                <a:latin typeface="Arial" pitchFamily="34" charset="0"/>
              </a:rPr>
              <a:t>M</a:t>
            </a:r>
          </a:p>
        </p:txBody>
      </p:sp>
      <p:pic>
        <p:nvPicPr>
          <p:cNvPr id="216089"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80100" y="4735513"/>
            <a:ext cx="503238"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6090"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30688" y="4735513"/>
            <a:ext cx="501650"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6091" name="Picture 7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01925" y="4772025"/>
            <a:ext cx="501650"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216092" name="Object 72">
            <a:hlinkClick r:id="" action="ppaction://ole?verb=0"/>
          </p:cNvPr>
          <p:cNvGraphicFramePr>
            <a:graphicFrameLocks/>
          </p:cNvGraphicFramePr>
          <p:nvPr/>
        </p:nvGraphicFramePr>
        <p:xfrm>
          <a:off x="4029075" y="1868488"/>
          <a:ext cx="635000" cy="1023937"/>
        </p:xfrm>
        <a:graphic>
          <a:graphicData uri="http://schemas.openxmlformats.org/presentationml/2006/ole">
            <mc:AlternateContent xmlns:mc="http://schemas.openxmlformats.org/markup-compatibility/2006">
              <mc:Choice xmlns:v="urn:schemas-microsoft-com:vml" Requires="v">
                <p:oleObj spid="_x0000_s216125" name="Microsoft ClipArt Gallery" r:id="rId5" imgW="2735263" imgH="3825875" progId="MS_ClipArt_Gallery">
                  <p:embed/>
                </p:oleObj>
              </mc:Choice>
              <mc:Fallback>
                <p:oleObj name="Microsoft ClipArt Gallery" r:id="rId5" imgW="2735263" imgH="3825875" progId="MS_ClipArt_Gallery">
                  <p:embed/>
                  <p:pic>
                    <p:nvPicPr>
                      <p:cNvPr id="0" name="Object 7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29075" y="1868488"/>
                        <a:ext cx="635000" cy="1023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6093" name="Line 73"/>
          <p:cNvSpPr>
            <a:spLocks noChangeShapeType="1"/>
          </p:cNvSpPr>
          <p:nvPr/>
        </p:nvSpPr>
        <p:spPr bwMode="auto">
          <a:xfrm>
            <a:off x="2170113" y="5765800"/>
            <a:ext cx="1412875" cy="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094" name="Line 74"/>
          <p:cNvSpPr>
            <a:spLocks noChangeShapeType="1"/>
          </p:cNvSpPr>
          <p:nvPr/>
        </p:nvSpPr>
        <p:spPr bwMode="auto">
          <a:xfrm>
            <a:off x="3848100" y="5765800"/>
            <a:ext cx="1414463" cy="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095" name="Line 75"/>
          <p:cNvSpPr>
            <a:spLocks noChangeShapeType="1"/>
          </p:cNvSpPr>
          <p:nvPr/>
        </p:nvSpPr>
        <p:spPr bwMode="auto">
          <a:xfrm>
            <a:off x="5526088" y="5765800"/>
            <a:ext cx="1414462" cy="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096" name="AutoShape 76"/>
          <p:cNvSpPr>
            <a:spLocks noChangeArrowheads="1"/>
          </p:cNvSpPr>
          <p:nvPr/>
        </p:nvSpPr>
        <p:spPr bwMode="auto">
          <a:xfrm rot="5400000">
            <a:off x="4358481" y="4406107"/>
            <a:ext cx="542925" cy="201612"/>
          </a:xfrm>
          <a:prstGeom prst="rightArrow">
            <a:avLst>
              <a:gd name="adj1" fmla="val 37500"/>
              <a:gd name="adj2" fmla="val 108203"/>
            </a:avLst>
          </a:prstGeom>
          <a:solidFill>
            <a:srgbClr val="33CC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97" name="AutoShape 77"/>
          <p:cNvSpPr>
            <a:spLocks noChangeArrowheads="1"/>
          </p:cNvSpPr>
          <p:nvPr/>
        </p:nvSpPr>
        <p:spPr bwMode="auto">
          <a:xfrm rot="5400000">
            <a:off x="6037263" y="5270500"/>
            <a:ext cx="542925" cy="200025"/>
          </a:xfrm>
          <a:prstGeom prst="rightArrow">
            <a:avLst>
              <a:gd name="adj1" fmla="val 37500"/>
              <a:gd name="adj2" fmla="val 109062"/>
            </a:avLst>
          </a:prstGeom>
          <a:solidFill>
            <a:srgbClr val="33CC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98" name="AutoShape 78"/>
          <p:cNvSpPr>
            <a:spLocks noChangeArrowheads="1"/>
          </p:cNvSpPr>
          <p:nvPr/>
        </p:nvSpPr>
        <p:spPr bwMode="auto">
          <a:xfrm rot="5400000">
            <a:off x="4358481" y="5252245"/>
            <a:ext cx="542925" cy="201612"/>
          </a:xfrm>
          <a:prstGeom prst="rightArrow">
            <a:avLst>
              <a:gd name="adj1" fmla="val 37500"/>
              <a:gd name="adj2" fmla="val 108203"/>
            </a:avLst>
          </a:prstGeom>
          <a:solidFill>
            <a:srgbClr val="33CC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099" name="AutoShape 79"/>
          <p:cNvSpPr>
            <a:spLocks noChangeArrowheads="1"/>
          </p:cNvSpPr>
          <p:nvPr/>
        </p:nvSpPr>
        <p:spPr bwMode="auto">
          <a:xfrm rot="5400000">
            <a:off x="2882900" y="5253038"/>
            <a:ext cx="542925" cy="200025"/>
          </a:xfrm>
          <a:prstGeom prst="rightArrow">
            <a:avLst>
              <a:gd name="adj1" fmla="val 37500"/>
              <a:gd name="adj2" fmla="val 109062"/>
            </a:avLst>
          </a:prstGeom>
          <a:solidFill>
            <a:srgbClr val="33CC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100" name="AutoShape 80"/>
          <p:cNvSpPr>
            <a:spLocks noChangeArrowheads="1"/>
          </p:cNvSpPr>
          <p:nvPr/>
        </p:nvSpPr>
        <p:spPr bwMode="auto">
          <a:xfrm rot="2017037">
            <a:off x="5303838" y="4214813"/>
            <a:ext cx="492125" cy="222250"/>
          </a:xfrm>
          <a:prstGeom prst="rightArrow">
            <a:avLst>
              <a:gd name="adj1" fmla="val 37500"/>
              <a:gd name="adj2" fmla="val 88971"/>
            </a:avLst>
          </a:prstGeom>
          <a:solidFill>
            <a:srgbClr val="33CC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101" name="Line 81"/>
          <p:cNvSpPr>
            <a:spLocks noChangeShapeType="1"/>
          </p:cNvSpPr>
          <p:nvPr/>
        </p:nvSpPr>
        <p:spPr bwMode="auto">
          <a:xfrm>
            <a:off x="2436813" y="5765800"/>
            <a:ext cx="0" cy="487363"/>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102" name="Line 82"/>
          <p:cNvSpPr>
            <a:spLocks noChangeShapeType="1"/>
          </p:cNvSpPr>
          <p:nvPr/>
        </p:nvSpPr>
        <p:spPr bwMode="auto">
          <a:xfrm>
            <a:off x="3319463" y="5765800"/>
            <a:ext cx="0" cy="3889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103" name="Line 83"/>
          <p:cNvSpPr>
            <a:spLocks noChangeShapeType="1"/>
          </p:cNvSpPr>
          <p:nvPr/>
        </p:nvSpPr>
        <p:spPr bwMode="auto">
          <a:xfrm>
            <a:off x="4025900" y="5765800"/>
            <a:ext cx="0" cy="487363"/>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104" name="Line 84"/>
          <p:cNvSpPr>
            <a:spLocks noChangeShapeType="1"/>
          </p:cNvSpPr>
          <p:nvPr/>
        </p:nvSpPr>
        <p:spPr bwMode="auto">
          <a:xfrm>
            <a:off x="4997450" y="5765800"/>
            <a:ext cx="0" cy="3889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105" name="Line 85"/>
          <p:cNvSpPr>
            <a:spLocks noChangeShapeType="1"/>
          </p:cNvSpPr>
          <p:nvPr/>
        </p:nvSpPr>
        <p:spPr bwMode="auto">
          <a:xfrm>
            <a:off x="5703888" y="5765800"/>
            <a:ext cx="0" cy="3889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6106" name="Line 86"/>
          <p:cNvSpPr>
            <a:spLocks noChangeShapeType="1"/>
          </p:cNvSpPr>
          <p:nvPr/>
        </p:nvSpPr>
        <p:spPr bwMode="auto">
          <a:xfrm>
            <a:off x="6762750" y="5765800"/>
            <a:ext cx="0" cy="487363"/>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16107" name="Picture 8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89150" y="6007100"/>
            <a:ext cx="612775" cy="61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108" name="Picture 88"/>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0213" y="6007100"/>
            <a:ext cx="612775" cy="61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109" name="Picture 8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24275" y="6007100"/>
            <a:ext cx="612775" cy="61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110" name="Picture 9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78363" y="6007100"/>
            <a:ext cx="612775" cy="61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111" name="Picture 91"/>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392738" y="6007100"/>
            <a:ext cx="612775" cy="61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112" name="Picture 9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38900" y="6007100"/>
            <a:ext cx="614363" cy="61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6113" name="Text Box 93"/>
          <p:cNvSpPr txBox="1">
            <a:spLocks noChangeArrowheads="1"/>
          </p:cNvSpPr>
          <p:nvPr/>
        </p:nvSpPr>
        <p:spPr bwMode="auto">
          <a:xfrm>
            <a:off x="2592388" y="5862638"/>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chemeClr val="folHlink"/>
                </a:solidFill>
                <a:latin typeface="Arial" pitchFamily="34" charset="0"/>
              </a:rPr>
              <a:t>…</a:t>
            </a:r>
          </a:p>
        </p:txBody>
      </p:sp>
      <p:sp>
        <p:nvSpPr>
          <p:cNvPr id="216114" name="Text Box 94"/>
          <p:cNvSpPr txBox="1">
            <a:spLocks noChangeArrowheads="1"/>
          </p:cNvSpPr>
          <p:nvPr/>
        </p:nvSpPr>
        <p:spPr bwMode="auto">
          <a:xfrm>
            <a:off x="5976938" y="5862638"/>
            <a:ext cx="539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chemeClr val="folHlink"/>
                </a:solidFill>
                <a:latin typeface="Arial" pitchFamily="34" charset="0"/>
              </a:rPr>
              <a:t>…</a:t>
            </a:r>
          </a:p>
        </p:txBody>
      </p:sp>
      <p:sp>
        <p:nvSpPr>
          <p:cNvPr id="216115" name="Text Box 95"/>
          <p:cNvSpPr txBox="1">
            <a:spLocks noChangeArrowheads="1"/>
          </p:cNvSpPr>
          <p:nvPr/>
        </p:nvSpPr>
        <p:spPr bwMode="auto">
          <a:xfrm>
            <a:off x="4259263" y="5862638"/>
            <a:ext cx="6000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b="1">
                <a:solidFill>
                  <a:schemeClr val="folHlink"/>
                </a:solidFill>
                <a:latin typeface="Arial" pitchFamily="34" charset="0"/>
              </a:rPr>
              <a:t>…</a:t>
            </a:r>
          </a:p>
        </p:txBody>
      </p:sp>
      <p:sp>
        <p:nvSpPr>
          <p:cNvPr id="216116" name="Text Box 96"/>
          <p:cNvSpPr txBox="1">
            <a:spLocks noChangeArrowheads="1"/>
          </p:cNvSpPr>
          <p:nvPr/>
        </p:nvSpPr>
        <p:spPr bwMode="auto">
          <a:xfrm>
            <a:off x="4664075" y="2901950"/>
            <a:ext cx="74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个</a:t>
            </a:r>
          </a:p>
        </p:txBody>
      </p:sp>
      <p:sp>
        <p:nvSpPr>
          <p:cNvPr id="216117" name="Text Box 97"/>
          <p:cNvSpPr txBox="1">
            <a:spLocks noChangeArrowheads="1"/>
          </p:cNvSpPr>
          <p:nvPr/>
        </p:nvSpPr>
        <p:spPr bwMode="auto">
          <a:xfrm>
            <a:off x="2994025" y="3789363"/>
            <a:ext cx="74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个</a:t>
            </a:r>
          </a:p>
        </p:txBody>
      </p:sp>
      <p:sp>
        <p:nvSpPr>
          <p:cNvPr id="216118" name="Text Box 98"/>
          <p:cNvSpPr txBox="1">
            <a:spLocks noChangeArrowheads="1"/>
          </p:cNvSpPr>
          <p:nvPr/>
        </p:nvSpPr>
        <p:spPr bwMode="auto">
          <a:xfrm>
            <a:off x="5700713" y="4051300"/>
            <a:ext cx="74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个</a:t>
            </a:r>
          </a:p>
        </p:txBody>
      </p:sp>
      <p:sp>
        <p:nvSpPr>
          <p:cNvPr id="216119" name="Text Box 100"/>
          <p:cNvSpPr txBox="1">
            <a:spLocks noChangeArrowheads="1"/>
          </p:cNvSpPr>
          <p:nvPr/>
        </p:nvSpPr>
        <p:spPr bwMode="auto">
          <a:xfrm>
            <a:off x="4643438" y="5084763"/>
            <a:ext cx="74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个</a:t>
            </a:r>
          </a:p>
        </p:txBody>
      </p:sp>
      <p:sp>
        <p:nvSpPr>
          <p:cNvPr id="216120" name="Text Box 102"/>
          <p:cNvSpPr txBox="1">
            <a:spLocks noChangeArrowheads="1"/>
          </p:cNvSpPr>
          <p:nvPr/>
        </p:nvSpPr>
        <p:spPr bwMode="auto">
          <a:xfrm>
            <a:off x="4637088" y="4267200"/>
            <a:ext cx="74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个</a:t>
            </a:r>
          </a:p>
        </p:txBody>
      </p:sp>
      <p:sp>
        <p:nvSpPr>
          <p:cNvPr id="216121" name="Text Box 103"/>
          <p:cNvSpPr txBox="1">
            <a:spLocks noChangeArrowheads="1"/>
          </p:cNvSpPr>
          <p:nvPr/>
        </p:nvSpPr>
        <p:spPr bwMode="auto">
          <a:xfrm>
            <a:off x="4675188" y="2249488"/>
            <a:ext cx="2046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发送 </a:t>
            </a:r>
            <a:r>
              <a:rPr kumimoji="1" lang="en-US" altLang="zh-CN" sz="2400">
                <a:solidFill>
                  <a:schemeClr val="folHlink"/>
                </a:solidFill>
                <a:latin typeface="Arial" pitchFamily="34" charset="0"/>
              </a:rPr>
              <a:t>1 </a:t>
            </a:r>
            <a:r>
              <a:rPr kumimoji="1" lang="zh-CN" altLang="en-US" sz="2400">
                <a:solidFill>
                  <a:schemeClr val="folHlink"/>
                </a:solidFill>
                <a:latin typeface="Arial" pitchFamily="34" charset="0"/>
              </a:rPr>
              <a:t>次多播</a:t>
            </a:r>
          </a:p>
        </p:txBody>
      </p:sp>
      <p:sp>
        <p:nvSpPr>
          <p:cNvPr id="216122" name="Text Box 104"/>
          <p:cNvSpPr txBox="1">
            <a:spLocks noChangeArrowheads="1"/>
          </p:cNvSpPr>
          <p:nvPr/>
        </p:nvSpPr>
        <p:spPr bwMode="auto">
          <a:xfrm>
            <a:off x="4675188" y="3476625"/>
            <a:ext cx="79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400">
                <a:solidFill>
                  <a:schemeClr val="folHlink"/>
                </a:solidFill>
                <a:latin typeface="Arial" pitchFamily="34" charset="0"/>
              </a:rPr>
              <a:t>复制</a:t>
            </a:r>
          </a:p>
        </p:txBody>
      </p:sp>
      <p:sp>
        <p:nvSpPr>
          <p:cNvPr id="216123" name="Rectangle 110"/>
          <p:cNvSpPr>
            <a:spLocks noChangeArrowheads="1"/>
          </p:cNvSpPr>
          <p:nvPr/>
        </p:nvSpPr>
        <p:spPr bwMode="auto">
          <a:xfrm>
            <a:off x="0" y="2738438"/>
            <a:ext cx="3486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a:solidFill>
                  <a:srgbClr val="333399"/>
                </a:solidFill>
              </a:rPr>
              <a:t>多播使用 </a:t>
            </a:r>
            <a:r>
              <a:rPr lang="en-US" altLang="zh-CN" sz="2000">
                <a:solidFill>
                  <a:srgbClr val="333399"/>
                </a:solidFill>
              </a:rPr>
              <a:t>D </a:t>
            </a:r>
            <a:r>
              <a:rPr lang="zh-CN" altLang="en-US" sz="2000">
                <a:solidFill>
                  <a:srgbClr val="333399"/>
                </a:solidFill>
              </a:rPr>
              <a:t>类地址。</a:t>
            </a:r>
            <a:r>
              <a:rPr lang="en-US" altLang="zh-CN" sz="2000">
                <a:solidFill>
                  <a:srgbClr val="333399"/>
                </a:solidFill>
              </a:rPr>
              <a:t>P165</a:t>
            </a:r>
          </a:p>
          <a:p>
            <a:r>
              <a:rPr lang="zh-CN" altLang="en-US" sz="2000">
                <a:solidFill>
                  <a:srgbClr val="333399"/>
                </a:solidFill>
              </a:rPr>
              <a:t>多播地址只能用于目的地址。</a:t>
            </a:r>
          </a:p>
        </p:txBody>
      </p:sp>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noChangeArrowheads="1"/>
          </p:cNvSpPr>
          <p:nvPr>
            <p:ph type="title"/>
          </p:nvPr>
        </p:nvSpPr>
        <p:spPr/>
        <p:txBody>
          <a:bodyPr/>
          <a:lstStyle/>
          <a:p>
            <a:pPr algn="ctr" eaLnBrk="1" hangingPunct="1"/>
            <a:r>
              <a:rPr lang="en-US" altLang="zh-CN" sz="4000" smtClean="0"/>
              <a:t>4.6.3  </a:t>
            </a:r>
            <a:r>
              <a:rPr lang="zh-CN" altLang="en-US" sz="4000" smtClean="0"/>
              <a:t>网际组管理协议 </a:t>
            </a:r>
            <a:r>
              <a:rPr lang="en-US" altLang="zh-CN" sz="4000" smtClean="0"/>
              <a:t>IGMP </a:t>
            </a:r>
            <a:br>
              <a:rPr lang="en-US" altLang="zh-CN" sz="4000" smtClean="0"/>
            </a:br>
            <a:r>
              <a:rPr lang="zh-CN" altLang="en-US" sz="4000" smtClean="0"/>
              <a:t>和多播路由选择协议</a:t>
            </a:r>
          </a:p>
        </p:txBody>
      </p:sp>
      <p:sp>
        <p:nvSpPr>
          <p:cNvPr id="217091" name="Rectangle 3"/>
          <p:cNvSpPr>
            <a:spLocks noGrp="1" noChangeArrowheads="1"/>
          </p:cNvSpPr>
          <p:nvPr>
            <p:ph type="body" idx="1"/>
          </p:nvPr>
        </p:nvSpPr>
        <p:spPr>
          <a:xfrm>
            <a:off x="1042988" y="1906588"/>
            <a:ext cx="7772400" cy="4475162"/>
          </a:xfrm>
        </p:spPr>
        <p:txBody>
          <a:bodyPr/>
          <a:lstStyle/>
          <a:p>
            <a:pPr algn="just" eaLnBrk="1" hangingPunct="1">
              <a:lnSpc>
                <a:spcPct val="90000"/>
              </a:lnSpc>
              <a:buFont typeface="Wingdings" pitchFamily="2" charset="2"/>
              <a:buNone/>
            </a:pPr>
            <a:r>
              <a:rPr lang="en-US" altLang="zh-CN" sz="4000" smtClean="0"/>
              <a:t>          1.  IP</a:t>
            </a:r>
            <a:r>
              <a:rPr lang="zh-CN" altLang="en-US" sz="4000" smtClean="0"/>
              <a:t>多播需要两种协议</a:t>
            </a:r>
          </a:p>
          <a:p>
            <a:pPr algn="just" eaLnBrk="1" hangingPunct="1">
              <a:lnSpc>
                <a:spcPct val="90000"/>
              </a:lnSpc>
            </a:pPr>
            <a:r>
              <a:rPr lang="zh-CN" altLang="en-US" smtClean="0"/>
              <a:t>为了使路由器知道多播组成员的信息，需要利用</a:t>
            </a:r>
            <a:r>
              <a:rPr lang="zh-CN" altLang="en-US" smtClean="0">
                <a:solidFill>
                  <a:schemeClr val="hlink"/>
                </a:solidFill>
              </a:rPr>
              <a:t>网际组管理协议 </a:t>
            </a:r>
            <a:r>
              <a:rPr lang="en-US" altLang="zh-CN" smtClean="0">
                <a:solidFill>
                  <a:schemeClr val="hlink"/>
                </a:solidFill>
              </a:rPr>
              <a:t>IGMP</a:t>
            </a:r>
            <a:r>
              <a:rPr lang="en-US" altLang="zh-CN" smtClean="0"/>
              <a:t> (Internet Group Management Protocol)</a:t>
            </a:r>
            <a:r>
              <a:rPr lang="zh-CN" altLang="en-US" smtClean="0"/>
              <a:t>。</a:t>
            </a:r>
          </a:p>
          <a:p>
            <a:pPr algn="just" eaLnBrk="1" hangingPunct="1">
              <a:lnSpc>
                <a:spcPct val="90000"/>
              </a:lnSpc>
            </a:pPr>
            <a:r>
              <a:rPr lang="zh-CN" altLang="en-US" smtClean="0"/>
              <a:t>连接在局域网上的多播路由器还必须和因特网上的其他多播路由器协同工作，以便把多播数据报用最小代价传送给所有的组成员。这就需要使用</a:t>
            </a:r>
            <a:r>
              <a:rPr lang="zh-CN" altLang="en-US" smtClean="0">
                <a:solidFill>
                  <a:schemeClr val="hlink"/>
                </a:solidFill>
              </a:rPr>
              <a:t>多播路由选择协议</a:t>
            </a:r>
            <a:r>
              <a:rPr lang="zh-CN" altLang="en-US" smtClean="0"/>
              <a:t>。 </a:t>
            </a:r>
          </a:p>
        </p:txBody>
      </p:sp>
    </p:spTree>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4"/>
          <p:cNvSpPr>
            <a:spLocks noGrp="1" noChangeArrowheads="1"/>
          </p:cNvSpPr>
          <p:nvPr>
            <p:ph type="title"/>
          </p:nvPr>
        </p:nvSpPr>
        <p:spPr>
          <a:xfrm>
            <a:off x="1150938" y="214313"/>
            <a:ext cx="7092950" cy="1462087"/>
          </a:xfrm>
        </p:spPr>
        <p:txBody>
          <a:bodyPr/>
          <a:lstStyle/>
          <a:p>
            <a:pPr algn="ctr" eaLnBrk="1" hangingPunct="1"/>
            <a:r>
              <a:rPr lang="en-US" altLang="zh-CN" sz="4000" smtClean="0"/>
              <a:t>IGMP </a:t>
            </a:r>
            <a:r>
              <a:rPr lang="zh-CN" altLang="en-US" sz="4000" smtClean="0"/>
              <a:t>使多播路由器</a:t>
            </a:r>
            <a:br>
              <a:rPr lang="zh-CN" altLang="en-US" sz="4000" smtClean="0"/>
            </a:br>
            <a:r>
              <a:rPr lang="zh-CN" altLang="en-US" sz="4000" smtClean="0"/>
              <a:t>知道多播组成员信息 </a:t>
            </a:r>
          </a:p>
        </p:txBody>
      </p:sp>
      <p:sp>
        <p:nvSpPr>
          <p:cNvPr id="218115" name="Line 5"/>
          <p:cNvSpPr>
            <a:spLocks noChangeShapeType="1"/>
          </p:cNvSpPr>
          <p:nvPr/>
        </p:nvSpPr>
        <p:spPr bwMode="auto">
          <a:xfrm>
            <a:off x="4587875" y="5176838"/>
            <a:ext cx="0" cy="661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16" name="Line 6"/>
          <p:cNvSpPr>
            <a:spLocks noChangeShapeType="1"/>
          </p:cNvSpPr>
          <p:nvPr/>
        </p:nvSpPr>
        <p:spPr bwMode="auto">
          <a:xfrm>
            <a:off x="784225" y="518795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17" name="Line 7"/>
          <p:cNvSpPr>
            <a:spLocks noChangeShapeType="1"/>
          </p:cNvSpPr>
          <p:nvPr/>
        </p:nvSpPr>
        <p:spPr bwMode="auto">
          <a:xfrm>
            <a:off x="784225" y="3860800"/>
            <a:ext cx="6048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18" name="Line 8"/>
          <p:cNvSpPr>
            <a:spLocks noChangeShapeType="1"/>
          </p:cNvSpPr>
          <p:nvPr/>
        </p:nvSpPr>
        <p:spPr bwMode="auto">
          <a:xfrm>
            <a:off x="4587875" y="3195638"/>
            <a:ext cx="0" cy="665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19" name="Line 9"/>
          <p:cNvSpPr>
            <a:spLocks noChangeShapeType="1"/>
          </p:cNvSpPr>
          <p:nvPr/>
        </p:nvSpPr>
        <p:spPr bwMode="auto">
          <a:xfrm>
            <a:off x="6227763" y="4619625"/>
            <a:ext cx="1470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20" name="Line 10"/>
          <p:cNvSpPr>
            <a:spLocks noChangeShapeType="1"/>
          </p:cNvSpPr>
          <p:nvPr/>
        </p:nvSpPr>
        <p:spPr bwMode="auto">
          <a:xfrm>
            <a:off x="1389063" y="4429125"/>
            <a:ext cx="1382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21" name="Line 11"/>
          <p:cNvSpPr>
            <a:spLocks noChangeShapeType="1"/>
          </p:cNvSpPr>
          <p:nvPr/>
        </p:nvSpPr>
        <p:spPr bwMode="auto">
          <a:xfrm>
            <a:off x="7697788" y="5472113"/>
            <a:ext cx="603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22" name="Line 12"/>
          <p:cNvSpPr>
            <a:spLocks noChangeShapeType="1"/>
          </p:cNvSpPr>
          <p:nvPr/>
        </p:nvSpPr>
        <p:spPr bwMode="auto">
          <a:xfrm>
            <a:off x="7697788" y="4144963"/>
            <a:ext cx="5175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23" name="Line 13"/>
          <p:cNvSpPr>
            <a:spLocks noChangeShapeType="1"/>
          </p:cNvSpPr>
          <p:nvPr/>
        </p:nvSpPr>
        <p:spPr bwMode="auto">
          <a:xfrm flipV="1">
            <a:off x="5276850"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24" name="Line 14"/>
          <p:cNvSpPr>
            <a:spLocks noChangeShapeType="1"/>
          </p:cNvSpPr>
          <p:nvPr/>
        </p:nvSpPr>
        <p:spPr bwMode="auto">
          <a:xfrm flipV="1">
            <a:off x="3722688" y="2627313"/>
            <a:ext cx="0" cy="571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18125"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70375" y="3319463"/>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8126" name="Picture 1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63925" y="2251075"/>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8127" name="Text Box 17"/>
          <p:cNvSpPr txBox="1">
            <a:spLocks noChangeArrowheads="1"/>
          </p:cNvSpPr>
          <p:nvPr/>
        </p:nvSpPr>
        <p:spPr bwMode="auto">
          <a:xfrm>
            <a:off x="4554538" y="1773238"/>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128.56.24.34</a:t>
            </a:r>
          </a:p>
        </p:txBody>
      </p:sp>
      <p:sp>
        <p:nvSpPr>
          <p:cNvPr id="218128" name="Text Box 18"/>
          <p:cNvSpPr txBox="1">
            <a:spLocks noChangeArrowheads="1"/>
          </p:cNvSpPr>
          <p:nvPr/>
        </p:nvSpPr>
        <p:spPr bwMode="auto">
          <a:xfrm>
            <a:off x="0" y="3003550"/>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135.27.74.52</a:t>
            </a:r>
          </a:p>
        </p:txBody>
      </p:sp>
      <p:sp>
        <p:nvSpPr>
          <p:cNvPr id="218129" name="Text Box 19"/>
          <p:cNvSpPr txBox="1">
            <a:spLocks noChangeArrowheads="1"/>
          </p:cNvSpPr>
          <p:nvPr/>
        </p:nvSpPr>
        <p:spPr bwMode="auto">
          <a:xfrm>
            <a:off x="7092950" y="3259138"/>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130.12.14.56</a:t>
            </a:r>
          </a:p>
        </p:txBody>
      </p:sp>
      <p:sp>
        <p:nvSpPr>
          <p:cNvPr id="218130" name="Text Box 20"/>
          <p:cNvSpPr txBox="1">
            <a:spLocks noChangeArrowheads="1"/>
          </p:cNvSpPr>
          <p:nvPr/>
        </p:nvSpPr>
        <p:spPr bwMode="auto">
          <a:xfrm>
            <a:off x="7164388" y="5564188"/>
            <a:ext cx="1965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130.12.14.43</a:t>
            </a:r>
          </a:p>
        </p:txBody>
      </p:sp>
      <p:pic>
        <p:nvPicPr>
          <p:cNvPr id="218131"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76813" y="22352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1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2425" y="481012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133" name="Picture 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8463" y="3467100"/>
            <a:ext cx="600075"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134" name="Picture 2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43875" y="4995863"/>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135" name="Picture 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58150" y="3657600"/>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8136" name="Line 26"/>
          <p:cNvSpPr>
            <a:spLocks noChangeShapeType="1"/>
          </p:cNvSpPr>
          <p:nvPr/>
        </p:nvSpPr>
        <p:spPr bwMode="auto">
          <a:xfrm>
            <a:off x="3203575" y="3195638"/>
            <a:ext cx="2678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37" name="Line 27"/>
          <p:cNvSpPr>
            <a:spLocks noChangeShapeType="1"/>
          </p:cNvSpPr>
          <p:nvPr/>
        </p:nvSpPr>
        <p:spPr bwMode="auto">
          <a:xfrm flipV="1">
            <a:off x="3895725"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38" name="Line 28"/>
          <p:cNvSpPr>
            <a:spLocks noChangeShapeType="1"/>
          </p:cNvSpPr>
          <p:nvPr/>
        </p:nvSpPr>
        <p:spPr bwMode="auto">
          <a:xfrm>
            <a:off x="3116263" y="5838825"/>
            <a:ext cx="32845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18139"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06800" y="6040438"/>
            <a:ext cx="60007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8140" name="Line 30"/>
          <p:cNvSpPr>
            <a:spLocks noChangeShapeType="1"/>
          </p:cNvSpPr>
          <p:nvPr/>
        </p:nvSpPr>
        <p:spPr bwMode="auto">
          <a:xfrm flipV="1">
            <a:off x="5364163" y="5838825"/>
            <a:ext cx="0" cy="4746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18141"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2063" y="6073775"/>
            <a:ext cx="600075"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8142" name="Line 32"/>
          <p:cNvSpPr>
            <a:spLocks noChangeShapeType="1"/>
          </p:cNvSpPr>
          <p:nvPr/>
        </p:nvSpPr>
        <p:spPr bwMode="auto">
          <a:xfrm rot="5400000">
            <a:off x="6607175" y="4667251"/>
            <a:ext cx="2181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43" name="Line 33"/>
          <p:cNvSpPr>
            <a:spLocks noChangeShapeType="1"/>
          </p:cNvSpPr>
          <p:nvPr/>
        </p:nvSpPr>
        <p:spPr bwMode="auto">
          <a:xfrm rot="-5400000">
            <a:off x="299244" y="4666457"/>
            <a:ext cx="21796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18144"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46875" y="4429125"/>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8145"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70375" y="5303838"/>
            <a:ext cx="606425" cy="379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18146" name="Picture 3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35138" y="4241800"/>
            <a:ext cx="6064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18147" name="Group 37"/>
          <p:cNvGrpSpPr>
            <a:grpSpLocks/>
          </p:cNvGrpSpPr>
          <p:nvPr/>
        </p:nvGrpSpPr>
        <p:grpSpPr bwMode="auto">
          <a:xfrm>
            <a:off x="2771775" y="3860800"/>
            <a:ext cx="3629025" cy="1327150"/>
            <a:chOff x="912" y="768"/>
            <a:chExt cx="2400" cy="1584"/>
          </a:xfrm>
        </p:grpSpPr>
        <p:sp>
          <p:nvSpPr>
            <p:cNvPr id="218161" name="Oval 38"/>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2" name="Oval 39"/>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3" name="Oval 40"/>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4" name="Oval 41"/>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5" name="Oval 42"/>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6" name="Oval 43"/>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7" name="Oval 44"/>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8" name="Oval 45"/>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69" name="Oval 46"/>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218170" name="Group 47"/>
            <p:cNvGrpSpPr>
              <a:grpSpLocks/>
            </p:cNvGrpSpPr>
            <p:nvPr/>
          </p:nvGrpSpPr>
          <p:grpSpPr bwMode="auto">
            <a:xfrm>
              <a:off x="912" y="768"/>
              <a:ext cx="2386" cy="1553"/>
              <a:chOff x="912" y="768"/>
              <a:chExt cx="2386" cy="1553"/>
            </a:xfrm>
          </p:grpSpPr>
          <p:sp>
            <p:nvSpPr>
              <p:cNvPr id="218171" name="Oval 48"/>
              <p:cNvSpPr>
                <a:spLocks noChangeArrowheads="1"/>
              </p:cNvSpPr>
              <p:nvPr/>
            </p:nvSpPr>
            <p:spPr bwMode="auto">
              <a:xfrm>
                <a:off x="1736" y="768"/>
                <a:ext cx="1027"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2" name="Oval 49"/>
              <p:cNvSpPr>
                <a:spLocks noChangeArrowheads="1"/>
              </p:cNvSpPr>
              <p:nvPr/>
            </p:nvSpPr>
            <p:spPr bwMode="auto">
              <a:xfrm>
                <a:off x="1158" y="941"/>
                <a:ext cx="781" cy="62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3" name="Oval 50"/>
              <p:cNvSpPr>
                <a:spLocks noChangeArrowheads="1"/>
              </p:cNvSpPr>
              <p:nvPr/>
            </p:nvSpPr>
            <p:spPr bwMode="auto">
              <a:xfrm>
                <a:off x="912" y="1333"/>
                <a:ext cx="520" cy="50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4" name="Oval 51"/>
              <p:cNvSpPr>
                <a:spLocks noChangeArrowheads="1"/>
              </p:cNvSpPr>
              <p:nvPr/>
            </p:nvSpPr>
            <p:spPr bwMode="auto">
              <a:xfrm>
                <a:off x="1071" y="1568"/>
                <a:ext cx="795" cy="54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5" name="Oval 52"/>
              <p:cNvSpPr>
                <a:spLocks noChangeArrowheads="1"/>
              </p:cNvSpPr>
              <p:nvPr/>
            </p:nvSpPr>
            <p:spPr bwMode="auto">
              <a:xfrm>
                <a:off x="1649" y="1662"/>
                <a:ext cx="1200" cy="65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6" name="Oval 53"/>
              <p:cNvSpPr>
                <a:spLocks noChangeArrowheads="1"/>
              </p:cNvSpPr>
              <p:nvPr/>
            </p:nvSpPr>
            <p:spPr bwMode="auto">
              <a:xfrm>
                <a:off x="2430" y="95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7" name="Oval 54"/>
              <p:cNvSpPr>
                <a:spLocks noChangeArrowheads="1"/>
              </p:cNvSpPr>
              <p:nvPr/>
            </p:nvSpPr>
            <p:spPr bwMode="auto">
              <a:xfrm>
                <a:off x="2546" y="1286"/>
                <a:ext cx="752" cy="48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8" name="Oval 55"/>
              <p:cNvSpPr>
                <a:spLocks noChangeArrowheads="1"/>
              </p:cNvSpPr>
              <p:nvPr/>
            </p:nvSpPr>
            <p:spPr bwMode="auto">
              <a:xfrm>
                <a:off x="2473" y="1395"/>
                <a:ext cx="752"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8179" name="Oval 56"/>
              <p:cNvSpPr>
                <a:spLocks noChangeArrowheads="1"/>
              </p:cNvSpPr>
              <p:nvPr/>
            </p:nvSpPr>
            <p:spPr bwMode="auto">
              <a:xfrm>
                <a:off x="1346" y="1144"/>
                <a:ext cx="1547" cy="81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218148" name="Text Box 57"/>
          <p:cNvSpPr txBox="1">
            <a:spLocks noChangeArrowheads="1"/>
          </p:cNvSpPr>
          <p:nvPr/>
        </p:nvSpPr>
        <p:spPr bwMode="auto">
          <a:xfrm>
            <a:off x="3559175" y="4021138"/>
            <a:ext cx="2141538" cy="831850"/>
          </a:xfrm>
          <a:prstGeom prst="rect">
            <a:avLst/>
          </a:prstGeom>
          <a:solidFill>
            <a:srgbClr val="FFFFCC"/>
          </a:solidFill>
          <a:ln w="9525">
            <a:solidFill>
              <a:schemeClr val="folHlink"/>
            </a:solidFill>
            <a:miter lim="800000"/>
            <a:headEnd/>
            <a:tailEnd/>
          </a:ln>
          <a:effectLst>
            <a:outerShdw dist="45791" dir="3378596" algn="ctr" rotWithShape="0">
              <a:schemeClr val="bg2"/>
            </a:outerShdw>
          </a:effec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r>
              <a:rPr lang="zh-CN" altLang="en-US" sz="2400">
                <a:solidFill>
                  <a:schemeClr val="hlink"/>
                </a:solidFill>
                <a:latin typeface="Arial" pitchFamily="34" charset="0"/>
              </a:rPr>
              <a:t>多播组</a:t>
            </a:r>
          </a:p>
          <a:p>
            <a:pPr algn="ctr" eaLnBrk="1" hangingPunct="1"/>
            <a:r>
              <a:rPr lang="en-US" altLang="zh-CN" sz="2400">
                <a:solidFill>
                  <a:schemeClr val="hlink"/>
                </a:solidFill>
                <a:latin typeface="Arial" pitchFamily="34" charset="0"/>
              </a:rPr>
              <a:t>226.15.37.123</a:t>
            </a:r>
          </a:p>
        </p:txBody>
      </p:sp>
      <p:sp>
        <p:nvSpPr>
          <p:cNvPr id="218149" name="Freeform 58"/>
          <p:cNvSpPr>
            <a:spLocks/>
          </p:cNvSpPr>
          <p:nvPr/>
        </p:nvSpPr>
        <p:spPr bwMode="auto">
          <a:xfrm>
            <a:off x="955675" y="3754438"/>
            <a:ext cx="1123950" cy="608012"/>
          </a:xfrm>
          <a:custGeom>
            <a:avLst/>
            <a:gdLst>
              <a:gd name="T0" fmla="*/ 0 w 872"/>
              <a:gd name="T1" fmla="*/ 2147483647 h 291"/>
              <a:gd name="T2" fmla="*/ 2147483647 w 872"/>
              <a:gd name="T3" fmla="*/ 2147483647 h 291"/>
              <a:gd name="T4" fmla="*/ 2147483647 w 872"/>
              <a:gd name="T5" fmla="*/ 2147483647 h 291"/>
              <a:gd name="T6" fmla="*/ 2147483647 w 872"/>
              <a:gd name="T7" fmla="*/ 2147483647 h 291"/>
              <a:gd name="T8" fmla="*/ 2147483647 w 872"/>
              <a:gd name="T9" fmla="*/ 2147483647 h 291"/>
              <a:gd name="T10" fmla="*/ 2147483647 w 872"/>
              <a:gd name="T11" fmla="*/ 2147483647 h 291"/>
              <a:gd name="T12" fmla="*/ 2147483647 w 872"/>
              <a:gd name="T13" fmla="*/ 2147483647 h 2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2" h="291">
                <a:moveTo>
                  <a:pt x="0" y="6"/>
                </a:moveTo>
                <a:cubicBezTo>
                  <a:pt x="68" y="6"/>
                  <a:pt x="137" y="0"/>
                  <a:pt x="182" y="6"/>
                </a:cubicBezTo>
                <a:cubicBezTo>
                  <a:pt x="227" y="12"/>
                  <a:pt x="252" y="11"/>
                  <a:pt x="269" y="44"/>
                </a:cubicBezTo>
                <a:cubicBezTo>
                  <a:pt x="286" y="77"/>
                  <a:pt x="260" y="167"/>
                  <a:pt x="284" y="206"/>
                </a:cubicBezTo>
                <a:cubicBezTo>
                  <a:pt x="308" y="245"/>
                  <a:pt x="330" y="265"/>
                  <a:pt x="413" y="278"/>
                </a:cubicBezTo>
                <a:cubicBezTo>
                  <a:pt x="496" y="291"/>
                  <a:pt x="706" y="284"/>
                  <a:pt x="782" y="284"/>
                </a:cubicBezTo>
                <a:cubicBezTo>
                  <a:pt x="858" y="284"/>
                  <a:pt x="853" y="282"/>
                  <a:pt x="872" y="28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50" name="Freeform 59"/>
          <p:cNvSpPr>
            <a:spLocks/>
          </p:cNvSpPr>
          <p:nvPr/>
        </p:nvSpPr>
        <p:spPr bwMode="auto">
          <a:xfrm>
            <a:off x="4673600" y="2519363"/>
            <a:ext cx="730250" cy="963612"/>
          </a:xfrm>
          <a:custGeom>
            <a:avLst/>
            <a:gdLst>
              <a:gd name="T0" fmla="*/ 2147483647 w 384"/>
              <a:gd name="T1" fmla="*/ 0 h 461"/>
              <a:gd name="T2" fmla="*/ 2147483647 w 384"/>
              <a:gd name="T3" fmla="*/ 2147483647 h 461"/>
              <a:gd name="T4" fmla="*/ 2147483647 w 384"/>
              <a:gd name="T5" fmla="*/ 2147483647 h 461"/>
              <a:gd name="T6" fmla="*/ 2147483647 w 384"/>
              <a:gd name="T7" fmla="*/ 2147483647 h 461"/>
              <a:gd name="T8" fmla="*/ 2147483647 w 384"/>
              <a:gd name="T9" fmla="*/ 2147483647 h 461"/>
              <a:gd name="T10" fmla="*/ 2147483647 w 384"/>
              <a:gd name="T11" fmla="*/ 2147483647 h 46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4" h="461">
                <a:moveTo>
                  <a:pt x="384" y="0"/>
                </a:moveTo>
                <a:cubicBezTo>
                  <a:pt x="382" y="35"/>
                  <a:pt x="384" y="186"/>
                  <a:pt x="374" y="229"/>
                </a:cubicBezTo>
                <a:cubicBezTo>
                  <a:pt x="364" y="272"/>
                  <a:pt x="368" y="253"/>
                  <a:pt x="324" y="259"/>
                </a:cubicBezTo>
                <a:cubicBezTo>
                  <a:pt x="281" y="264"/>
                  <a:pt x="163" y="256"/>
                  <a:pt x="112" y="264"/>
                </a:cubicBezTo>
                <a:cubicBezTo>
                  <a:pt x="60" y="272"/>
                  <a:pt x="34" y="274"/>
                  <a:pt x="17" y="307"/>
                </a:cubicBezTo>
                <a:cubicBezTo>
                  <a:pt x="0" y="340"/>
                  <a:pt x="14" y="435"/>
                  <a:pt x="13" y="46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51" name="Freeform 60"/>
          <p:cNvSpPr>
            <a:spLocks/>
          </p:cNvSpPr>
          <p:nvPr/>
        </p:nvSpPr>
        <p:spPr bwMode="auto">
          <a:xfrm>
            <a:off x="7177088" y="4810125"/>
            <a:ext cx="1443037" cy="563563"/>
          </a:xfrm>
          <a:custGeom>
            <a:avLst/>
            <a:gdLst>
              <a:gd name="T0" fmla="*/ 2147483647 w 757"/>
              <a:gd name="T1" fmla="*/ 2147483647 h 270"/>
              <a:gd name="T2" fmla="*/ 2147483647 w 757"/>
              <a:gd name="T3" fmla="*/ 2147483647 h 270"/>
              <a:gd name="T4" fmla="*/ 2147483647 w 757"/>
              <a:gd name="T5" fmla="*/ 2147483647 h 270"/>
              <a:gd name="T6" fmla="*/ 2147483647 w 757"/>
              <a:gd name="T7" fmla="*/ 2147483647 h 270"/>
              <a:gd name="T8" fmla="*/ 2147483647 w 757"/>
              <a:gd name="T9" fmla="*/ 2147483647 h 270"/>
              <a:gd name="T10" fmla="*/ 2147483647 w 757"/>
              <a:gd name="T11" fmla="*/ 2147483647 h 270"/>
              <a:gd name="T12" fmla="*/ 2147483647 w 757"/>
              <a:gd name="T13" fmla="*/ 2147483647 h 270"/>
              <a:gd name="T14" fmla="*/ 0 w 757"/>
              <a:gd name="T15" fmla="*/ 2147483647 h 2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7" h="270">
                <a:moveTo>
                  <a:pt x="757" y="269"/>
                </a:moveTo>
                <a:cubicBezTo>
                  <a:pt x="703" y="268"/>
                  <a:pt x="498" y="270"/>
                  <a:pt x="435" y="265"/>
                </a:cubicBezTo>
                <a:cubicBezTo>
                  <a:pt x="372" y="260"/>
                  <a:pt x="388" y="254"/>
                  <a:pt x="378" y="238"/>
                </a:cubicBezTo>
                <a:cubicBezTo>
                  <a:pt x="368" y="222"/>
                  <a:pt x="373" y="194"/>
                  <a:pt x="372" y="169"/>
                </a:cubicBezTo>
                <a:cubicBezTo>
                  <a:pt x="371" y="144"/>
                  <a:pt x="374" y="111"/>
                  <a:pt x="372" y="85"/>
                </a:cubicBezTo>
                <a:cubicBezTo>
                  <a:pt x="370" y="59"/>
                  <a:pt x="380" y="27"/>
                  <a:pt x="359" y="13"/>
                </a:cubicBezTo>
                <a:cubicBezTo>
                  <a:pt x="339" y="0"/>
                  <a:pt x="311" y="6"/>
                  <a:pt x="252" y="5"/>
                </a:cubicBezTo>
                <a:cubicBezTo>
                  <a:pt x="192" y="4"/>
                  <a:pt x="52" y="6"/>
                  <a:pt x="0" y="6"/>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52" name="Freeform 61"/>
          <p:cNvSpPr>
            <a:spLocks/>
          </p:cNvSpPr>
          <p:nvPr/>
        </p:nvSpPr>
        <p:spPr bwMode="auto">
          <a:xfrm>
            <a:off x="7091363" y="4024313"/>
            <a:ext cx="1308100" cy="444500"/>
          </a:xfrm>
          <a:custGeom>
            <a:avLst/>
            <a:gdLst>
              <a:gd name="T0" fmla="*/ 2147483647 w 686"/>
              <a:gd name="T1" fmla="*/ 2147483647 h 213"/>
              <a:gd name="T2" fmla="*/ 2147483647 w 686"/>
              <a:gd name="T3" fmla="*/ 2147483647 h 213"/>
              <a:gd name="T4" fmla="*/ 2147483647 w 686"/>
              <a:gd name="T5" fmla="*/ 2147483647 h 213"/>
              <a:gd name="T6" fmla="*/ 2147483647 w 686"/>
              <a:gd name="T7" fmla="*/ 2147483647 h 213"/>
              <a:gd name="T8" fmla="*/ 2147483647 w 686"/>
              <a:gd name="T9" fmla="*/ 2147483647 h 213"/>
              <a:gd name="T10" fmla="*/ 0 w 686"/>
              <a:gd name="T11" fmla="*/ 2147483647 h 2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6" h="213">
                <a:moveTo>
                  <a:pt x="686" y="8"/>
                </a:moveTo>
                <a:cubicBezTo>
                  <a:pt x="650" y="8"/>
                  <a:pt x="510" y="5"/>
                  <a:pt x="462" y="8"/>
                </a:cubicBezTo>
                <a:cubicBezTo>
                  <a:pt x="414" y="11"/>
                  <a:pt x="411" y="0"/>
                  <a:pt x="399" y="26"/>
                </a:cubicBezTo>
                <a:cubicBezTo>
                  <a:pt x="387" y="52"/>
                  <a:pt x="400" y="137"/>
                  <a:pt x="388" y="167"/>
                </a:cubicBezTo>
                <a:cubicBezTo>
                  <a:pt x="376" y="197"/>
                  <a:pt x="392" y="199"/>
                  <a:pt x="327" y="206"/>
                </a:cubicBezTo>
                <a:cubicBezTo>
                  <a:pt x="263" y="213"/>
                  <a:pt x="68" y="210"/>
                  <a:pt x="0" y="211"/>
                </a:cubicBezTo>
              </a:path>
            </a:pathLst>
          </a:custGeom>
          <a:noFill/>
          <a:ln w="5715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18153" name="Text Box 62"/>
          <p:cNvSpPr txBox="1">
            <a:spLocks noChangeArrowheads="1"/>
          </p:cNvSpPr>
          <p:nvPr/>
        </p:nvSpPr>
        <p:spPr bwMode="auto">
          <a:xfrm>
            <a:off x="1331913" y="3762375"/>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hlink"/>
                </a:solidFill>
                <a:latin typeface="Arial" pitchFamily="34" charset="0"/>
              </a:rPr>
              <a:t>IGMP</a:t>
            </a:r>
          </a:p>
        </p:txBody>
      </p:sp>
      <p:sp>
        <p:nvSpPr>
          <p:cNvPr id="218154" name="Text Box 63"/>
          <p:cNvSpPr txBox="1">
            <a:spLocks noChangeArrowheads="1"/>
          </p:cNvSpPr>
          <p:nvPr/>
        </p:nvSpPr>
        <p:spPr bwMode="auto">
          <a:xfrm>
            <a:off x="6877050" y="39798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hlink"/>
                </a:solidFill>
                <a:latin typeface="Arial" pitchFamily="34" charset="0"/>
              </a:rPr>
              <a:t>IGMP</a:t>
            </a:r>
          </a:p>
        </p:txBody>
      </p:sp>
      <p:sp>
        <p:nvSpPr>
          <p:cNvPr id="218155" name="Text Box 64"/>
          <p:cNvSpPr txBox="1">
            <a:spLocks noChangeArrowheads="1"/>
          </p:cNvSpPr>
          <p:nvPr/>
        </p:nvSpPr>
        <p:spPr bwMode="auto">
          <a:xfrm>
            <a:off x="4759325" y="3116263"/>
            <a:ext cx="9604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hlink"/>
                </a:solidFill>
                <a:latin typeface="Arial" pitchFamily="34" charset="0"/>
              </a:rPr>
              <a:t>IGMP</a:t>
            </a:r>
          </a:p>
        </p:txBody>
      </p:sp>
      <p:sp>
        <p:nvSpPr>
          <p:cNvPr id="218156" name="Text Box 65"/>
          <p:cNvSpPr txBox="1">
            <a:spLocks noChangeArrowheads="1"/>
          </p:cNvSpPr>
          <p:nvPr/>
        </p:nvSpPr>
        <p:spPr bwMode="auto">
          <a:xfrm>
            <a:off x="6923088" y="4843463"/>
            <a:ext cx="962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hlink"/>
                </a:solidFill>
                <a:latin typeface="Arial" pitchFamily="34" charset="0"/>
              </a:rPr>
              <a:t>IGMP</a:t>
            </a:r>
          </a:p>
        </p:txBody>
      </p:sp>
      <p:sp>
        <p:nvSpPr>
          <p:cNvPr id="218157" name="Text Box 66"/>
          <p:cNvSpPr txBox="1">
            <a:spLocks noChangeArrowheads="1"/>
          </p:cNvSpPr>
          <p:nvPr/>
        </p:nvSpPr>
        <p:spPr bwMode="auto">
          <a:xfrm>
            <a:off x="3838575" y="3259138"/>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R</a:t>
            </a:r>
            <a:r>
              <a:rPr lang="en-US" altLang="zh-CN" sz="2400" baseline="-25000">
                <a:solidFill>
                  <a:schemeClr val="folHlink"/>
                </a:solidFill>
                <a:latin typeface="Arial" pitchFamily="34" charset="0"/>
              </a:rPr>
              <a:t>1</a:t>
            </a:r>
          </a:p>
        </p:txBody>
      </p:sp>
      <p:sp>
        <p:nvSpPr>
          <p:cNvPr id="218158" name="Text Box 67"/>
          <p:cNvSpPr txBox="1">
            <a:spLocks noChangeArrowheads="1"/>
          </p:cNvSpPr>
          <p:nvPr/>
        </p:nvSpPr>
        <p:spPr bwMode="auto">
          <a:xfrm>
            <a:off x="3779838" y="5132388"/>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R</a:t>
            </a:r>
            <a:r>
              <a:rPr lang="en-US" altLang="zh-CN" sz="2400" baseline="-25000">
                <a:solidFill>
                  <a:schemeClr val="folHlink"/>
                </a:solidFill>
                <a:latin typeface="Arial" pitchFamily="34" charset="0"/>
              </a:rPr>
              <a:t>4</a:t>
            </a:r>
          </a:p>
        </p:txBody>
      </p:sp>
      <p:sp>
        <p:nvSpPr>
          <p:cNvPr id="218159" name="Text Box 68"/>
          <p:cNvSpPr txBox="1">
            <a:spLocks noChangeArrowheads="1"/>
          </p:cNvSpPr>
          <p:nvPr/>
        </p:nvSpPr>
        <p:spPr bwMode="auto">
          <a:xfrm>
            <a:off x="6372225" y="4124325"/>
            <a:ext cx="517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R</a:t>
            </a:r>
            <a:r>
              <a:rPr lang="en-US" altLang="zh-CN" sz="2400" baseline="-25000">
                <a:solidFill>
                  <a:schemeClr val="folHlink"/>
                </a:solidFill>
                <a:latin typeface="Arial" pitchFamily="34" charset="0"/>
              </a:rPr>
              <a:t>3</a:t>
            </a:r>
          </a:p>
        </p:txBody>
      </p:sp>
      <p:sp>
        <p:nvSpPr>
          <p:cNvPr id="218160" name="Text Box 69"/>
          <p:cNvSpPr txBox="1">
            <a:spLocks noChangeArrowheads="1"/>
          </p:cNvSpPr>
          <p:nvPr/>
        </p:nvSpPr>
        <p:spPr bwMode="auto">
          <a:xfrm>
            <a:off x="2254250" y="4005263"/>
            <a:ext cx="517525" cy="458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lang="en-US" altLang="zh-CN" sz="2400">
                <a:solidFill>
                  <a:schemeClr val="folHlink"/>
                </a:solidFill>
                <a:latin typeface="Arial" pitchFamily="34" charset="0"/>
              </a:rPr>
              <a:t>R</a:t>
            </a:r>
            <a:r>
              <a:rPr lang="en-US" altLang="zh-CN" sz="2400" baseline="-25000">
                <a:solidFill>
                  <a:schemeClr val="folHlink"/>
                </a:solidFill>
                <a:latin typeface="Arial" pitchFamily="34" charset="0"/>
              </a:rPr>
              <a:t>2</a:t>
            </a:r>
          </a:p>
        </p:txBody>
      </p:sp>
    </p:spTree>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p:cNvSpPr>
            <a:spLocks noGrp="1" noChangeArrowheads="1"/>
          </p:cNvSpPr>
          <p:nvPr>
            <p:ph type="title"/>
          </p:nvPr>
        </p:nvSpPr>
        <p:spPr/>
        <p:txBody>
          <a:bodyPr/>
          <a:lstStyle/>
          <a:p>
            <a:pPr algn="ctr" eaLnBrk="1" hangingPunct="1"/>
            <a:r>
              <a:rPr lang="en-US" altLang="zh-CN" smtClean="0"/>
              <a:t>IGMP </a:t>
            </a:r>
            <a:r>
              <a:rPr lang="zh-CN" altLang="en-US" smtClean="0"/>
              <a:t>的</a:t>
            </a:r>
            <a:r>
              <a:rPr lang="zh-CN" altLang="en-US" smtClean="0">
                <a:solidFill>
                  <a:schemeClr val="hlink"/>
                </a:solidFill>
              </a:rPr>
              <a:t>本地</a:t>
            </a:r>
            <a:r>
              <a:rPr lang="zh-CN" altLang="en-US" smtClean="0"/>
              <a:t>使用范围 </a:t>
            </a:r>
          </a:p>
        </p:txBody>
      </p:sp>
      <p:sp>
        <p:nvSpPr>
          <p:cNvPr id="219139" name="Rectangle 3"/>
          <p:cNvSpPr>
            <a:spLocks noGrp="1" noChangeArrowheads="1"/>
          </p:cNvSpPr>
          <p:nvPr>
            <p:ph type="body" idx="1"/>
          </p:nvPr>
        </p:nvSpPr>
        <p:spPr>
          <a:xfrm>
            <a:off x="1042988" y="1844675"/>
            <a:ext cx="7772400" cy="4786313"/>
          </a:xfrm>
        </p:spPr>
        <p:txBody>
          <a:bodyPr/>
          <a:lstStyle/>
          <a:p>
            <a:pPr eaLnBrk="1" hangingPunct="1"/>
            <a:r>
              <a:rPr lang="en-US" altLang="zh-CN" smtClean="0"/>
              <a:t>IGMP </a:t>
            </a:r>
            <a:r>
              <a:rPr lang="zh-CN" altLang="en-US" smtClean="0">
                <a:solidFill>
                  <a:schemeClr val="hlink"/>
                </a:solidFill>
              </a:rPr>
              <a:t>并非</a:t>
            </a:r>
            <a:r>
              <a:rPr lang="zh-CN" altLang="en-US" smtClean="0"/>
              <a:t>在因特网范围内对所有多播组成员进行管理的协议。</a:t>
            </a:r>
          </a:p>
          <a:p>
            <a:pPr eaLnBrk="1" hangingPunct="1"/>
            <a:r>
              <a:rPr lang="en-US" altLang="zh-CN" smtClean="0"/>
              <a:t>IGMP </a:t>
            </a:r>
            <a:r>
              <a:rPr lang="zh-CN" altLang="en-US" smtClean="0">
                <a:solidFill>
                  <a:schemeClr val="hlink"/>
                </a:solidFill>
              </a:rPr>
              <a:t>不知道</a:t>
            </a:r>
            <a:r>
              <a:rPr lang="zh-CN" altLang="en-US" smtClean="0"/>
              <a:t> </a:t>
            </a:r>
            <a:r>
              <a:rPr lang="en-US" altLang="zh-CN" smtClean="0"/>
              <a:t>IP </a:t>
            </a:r>
            <a:r>
              <a:rPr lang="zh-CN" altLang="en-US" smtClean="0"/>
              <a:t>多播组包含的成员数，</a:t>
            </a:r>
            <a:r>
              <a:rPr lang="zh-CN" altLang="en-US" smtClean="0">
                <a:solidFill>
                  <a:schemeClr val="hlink"/>
                </a:solidFill>
              </a:rPr>
              <a:t>也不知道</a:t>
            </a:r>
            <a:r>
              <a:rPr lang="zh-CN" altLang="en-US" smtClean="0"/>
              <a:t>这些成员都分布在哪些网络上。</a:t>
            </a:r>
          </a:p>
          <a:p>
            <a:pPr eaLnBrk="1" hangingPunct="1"/>
            <a:r>
              <a:rPr lang="en-US" altLang="zh-CN" smtClean="0"/>
              <a:t>IGMP </a:t>
            </a:r>
            <a:r>
              <a:rPr lang="zh-CN" altLang="en-US" smtClean="0"/>
              <a:t>协议是让连接在</a:t>
            </a:r>
            <a:r>
              <a:rPr lang="zh-CN" altLang="en-US" smtClean="0">
                <a:solidFill>
                  <a:schemeClr val="hlink"/>
                </a:solidFill>
              </a:rPr>
              <a:t>本地局域网</a:t>
            </a:r>
            <a:r>
              <a:rPr lang="zh-CN" altLang="en-US" smtClean="0"/>
              <a:t>上的多播路由器知道本局域网上是否有主机（严格讲，是主机上的某个进程）参加或退出了某个多播组。 </a:t>
            </a:r>
          </a:p>
        </p:txBody>
      </p:sp>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noChangeArrowheads="1"/>
          </p:cNvSpPr>
          <p:nvPr>
            <p:ph type="title"/>
          </p:nvPr>
        </p:nvSpPr>
        <p:spPr>
          <a:xfrm>
            <a:off x="1150938" y="214313"/>
            <a:ext cx="7021512" cy="1462087"/>
          </a:xfrm>
        </p:spPr>
        <p:txBody>
          <a:bodyPr/>
          <a:lstStyle/>
          <a:p>
            <a:pPr algn="ctr" eaLnBrk="1" hangingPunct="1"/>
            <a:r>
              <a:rPr lang="en-US" altLang="zh-CN" sz="4000" smtClean="0"/>
              <a:t>IGMP </a:t>
            </a:r>
            <a:r>
              <a:rPr lang="zh-CN" altLang="en-US" sz="4000" smtClean="0"/>
              <a:t>是整个网际协议 </a:t>
            </a:r>
            <a:r>
              <a:rPr lang="en-US" altLang="zh-CN" sz="4000" smtClean="0"/>
              <a:t>IP </a:t>
            </a:r>
            <a:br>
              <a:rPr lang="en-US" altLang="zh-CN" sz="4000" smtClean="0"/>
            </a:br>
            <a:r>
              <a:rPr lang="zh-CN" altLang="en-US" sz="4000" smtClean="0"/>
              <a:t>的一个组成部分</a:t>
            </a:r>
          </a:p>
        </p:txBody>
      </p:sp>
      <p:sp>
        <p:nvSpPr>
          <p:cNvPr id="220163" name="Rectangle 3"/>
          <p:cNvSpPr>
            <a:spLocks noGrp="1" noChangeArrowheads="1"/>
          </p:cNvSpPr>
          <p:nvPr>
            <p:ph type="body" idx="1"/>
          </p:nvPr>
        </p:nvSpPr>
        <p:spPr>
          <a:xfrm>
            <a:off x="684213" y="1978025"/>
            <a:ext cx="8131175" cy="4114800"/>
          </a:xfrm>
        </p:spPr>
        <p:txBody>
          <a:bodyPr/>
          <a:lstStyle/>
          <a:p>
            <a:pPr eaLnBrk="1" hangingPunct="1"/>
            <a:r>
              <a:rPr lang="zh-CN" altLang="en-US" smtClean="0"/>
              <a:t>和 </a:t>
            </a:r>
            <a:r>
              <a:rPr lang="en-US" altLang="zh-CN" smtClean="0"/>
              <a:t>ICMP </a:t>
            </a:r>
            <a:r>
              <a:rPr lang="zh-CN" altLang="en-US" smtClean="0"/>
              <a:t>相似，</a:t>
            </a:r>
            <a:r>
              <a:rPr lang="en-US" altLang="zh-CN" smtClean="0"/>
              <a:t>IGMP </a:t>
            </a:r>
            <a:r>
              <a:rPr lang="zh-CN" altLang="en-US" smtClean="0"/>
              <a:t>使用 </a:t>
            </a:r>
            <a:r>
              <a:rPr lang="en-US" altLang="zh-CN" smtClean="0"/>
              <a:t>IP </a:t>
            </a:r>
            <a:r>
              <a:rPr lang="zh-CN" altLang="en-US" smtClean="0"/>
              <a:t>数据报传递其报文（即 </a:t>
            </a:r>
            <a:r>
              <a:rPr lang="en-US" altLang="zh-CN" smtClean="0"/>
              <a:t>IGMP </a:t>
            </a:r>
            <a:r>
              <a:rPr lang="zh-CN" altLang="en-US" smtClean="0"/>
              <a:t>报文加上 </a:t>
            </a:r>
            <a:r>
              <a:rPr lang="en-US" altLang="zh-CN" smtClean="0"/>
              <a:t>IP </a:t>
            </a:r>
            <a:r>
              <a:rPr lang="zh-CN" altLang="en-US" smtClean="0"/>
              <a:t>首部构成 </a:t>
            </a:r>
            <a:r>
              <a:rPr lang="en-US" altLang="zh-CN" smtClean="0"/>
              <a:t>IP </a:t>
            </a:r>
            <a:r>
              <a:rPr lang="zh-CN" altLang="en-US" smtClean="0"/>
              <a:t>数据报），但它也向 </a:t>
            </a:r>
            <a:r>
              <a:rPr lang="en-US" altLang="zh-CN" smtClean="0"/>
              <a:t>IP </a:t>
            </a:r>
            <a:r>
              <a:rPr lang="zh-CN" altLang="en-US" smtClean="0"/>
              <a:t>提供服务。</a:t>
            </a:r>
          </a:p>
          <a:p>
            <a:pPr eaLnBrk="1" hangingPunct="1"/>
            <a:r>
              <a:rPr lang="zh-CN" altLang="en-US" smtClean="0"/>
              <a:t>因此，我们不把 </a:t>
            </a:r>
            <a:r>
              <a:rPr lang="en-US" altLang="zh-CN" smtClean="0"/>
              <a:t>IGMP </a:t>
            </a:r>
            <a:r>
              <a:rPr lang="zh-CN" altLang="en-US" smtClean="0"/>
              <a:t>看成是一个单独的协议，而是属于整个网际协议 </a:t>
            </a:r>
            <a:r>
              <a:rPr lang="en-US" altLang="zh-CN" smtClean="0"/>
              <a:t>IP </a:t>
            </a:r>
            <a:r>
              <a:rPr lang="zh-CN" altLang="en-US" smtClean="0"/>
              <a:t>的一个组成部分。 </a:t>
            </a:r>
          </a:p>
          <a:p>
            <a:pPr eaLnBrk="1" hangingPunct="1"/>
            <a:endParaRPr lang="en-US" altLang="zh-CN" smtClean="0"/>
          </a:p>
        </p:txBody>
      </p:sp>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p:cNvSpPr>
            <a:spLocks noGrp="1" noChangeArrowheads="1"/>
          </p:cNvSpPr>
          <p:nvPr>
            <p:ph type="title"/>
          </p:nvPr>
        </p:nvSpPr>
        <p:spPr>
          <a:xfrm>
            <a:off x="0" y="549275"/>
            <a:ext cx="9144000" cy="1127125"/>
          </a:xfrm>
        </p:spPr>
        <p:txBody>
          <a:bodyPr/>
          <a:lstStyle/>
          <a:p>
            <a:pPr algn="ctr" eaLnBrk="1" hangingPunct="1"/>
            <a:r>
              <a:rPr lang="en-US" altLang="zh-CN" sz="3600" smtClean="0"/>
              <a:t>4.7  </a:t>
            </a:r>
            <a:r>
              <a:rPr lang="zh-CN" altLang="en-US" sz="3600" smtClean="0"/>
              <a:t>虚拟专用网 </a:t>
            </a:r>
            <a:r>
              <a:rPr lang="en-US" altLang="zh-CN" sz="3600" smtClean="0"/>
              <a:t>VPN </a:t>
            </a:r>
            <a:r>
              <a:rPr lang="zh-CN" altLang="en-US" sz="3600" smtClean="0"/>
              <a:t>和网络地址转换 </a:t>
            </a:r>
            <a:r>
              <a:rPr lang="en-US" altLang="zh-CN" sz="3600" smtClean="0"/>
              <a:t>NAT</a:t>
            </a:r>
            <a:br>
              <a:rPr lang="en-US" altLang="zh-CN" sz="3600" smtClean="0"/>
            </a:br>
            <a:r>
              <a:rPr lang="en-US" altLang="zh-CN" sz="3200" smtClean="0"/>
              <a:t>4.7.1 </a:t>
            </a:r>
            <a:r>
              <a:rPr lang="zh-CN" altLang="en-US" sz="3200" smtClean="0"/>
              <a:t>虚拟专用网 </a:t>
            </a:r>
            <a:r>
              <a:rPr lang="en-US" altLang="zh-CN" sz="3200" smtClean="0"/>
              <a:t>VPN    </a:t>
            </a:r>
            <a:r>
              <a:rPr lang="en-US" altLang="zh-CN" sz="2000" smtClean="0"/>
              <a:t>171</a:t>
            </a:r>
          </a:p>
        </p:txBody>
      </p:sp>
      <p:sp>
        <p:nvSpPr>
          <p:cNvPr id="221187" name="Rectangle 3"/>
          <p:cNvSpPr>
            <a:spLocks noGrp="1" noChangeArrowheads="1"/>
          </p:cNvSpPr>
          <p:nvPr>
            <p:ph type="body" idx="1"/>
          </p:nvPr>
        </p:nvSpPr>
        <p:spPr>
          <a:xfrm>
            <a:off x="1042988" y="1906588"/>
            <a:ext cx="7772400" cy="4114800"/>
          </a:xfrm>
        </p:spPr>
        <p:txBody>
          <a:bodyPr/>
          <a:lstStyle/>
          <a:p>
            <a:pPr eaLnBrk="1" hangingPunct="1">
              <a:lnSpc>
                <a:spcPct val="90000"/>
              </a:lnSpc>
            </a:pPr>
            <a:r>
              <a:rPr lang="zh-CN" altLang="en-US" sz="2000" smtClean="0">
                <a:solidFill>
                  <a:srgbClr val="FF0000"/>
                </a:solidFill>
              </a:rPr>
              <a:t>本地地址</a:t>
            </a:r>
            <a:r>
              <a:rPr lang="en-US" altLang="zh-CN" sz="2000" smtClean="0"/>
              <a:t>——</a:t>
            </a:r>
            <a:r>
              <a:rPr lang="zh-CN" altLang="en-US" sz="2000" smtClean="0"/>
              <a:t>仅在机构内部使用的 </a:t>
            </a:r>
            <a:r>
              <a:rPr lang="en-US" altLang="zh-CN" sz="2000" smtClean="0"/>
              <a:t>IP </a:t>
            </a:r>
            <a:r>
              <a:rPr lang="zh-CN" altLang="en-US" sz="2000" smtClean="0"/>
              <a:t>地址，可以由本机构自行分配，而不需要向因特网的管理机构申请。</a:t>
            </a:r>
          </a:p>
          <a:p>
            <a:pPr eaLnBrk="1" hangingPunct="1">
              <a:lnSpc>
                <a:spcPct val="90000"/>
              </a:lnSpc>
            </a:pPr>
            <a:r>
              <a:rPr lang="zh-CN" altLang="en-US" sz="2000" smtClean="0">
                <a:solidFill>
                  <a:srgbClr val="FF0000"/>
                </a:solidFill>
              </a:rPr>
              <a:t>全球地址</a:t>
            </a:r>
            <a:r>
              <a:rPr lang="en-US" altLang="zh-CN" sz="2000" smtClean="0"/>
              <a:t>——</a:t>
            </a:r>
            <a:r>
              <a:rPr lang="zh-CN" altLang="en-US" sz="2000" smtClean="0"/>
              <a:t>全球唯一的</a:t>
            </a:r>
            <a:r>
              <a:rPr lang="en-US" altLang="zh-CN" sz="2000" smtClean="0"/>
              <a:t>IP</a:t>
            </a:r>
            <a:r>
              <a:rPr lang="zh-CN" altLang="en-US" sz="2000" smtClean="0"/>
              <a:t>地址，必须向因特网的管理机构申请。</a:t>
            </a:r>
          </a:p>
          <a:p>
            <a:pPr eaLnBrk="1" hangingPunct="1">
              <a:lnSpc>
                <a:spcPct val="90000"/>
              </a:lnSpc>
            </a:pPr>
            <a:r>
              <a:rPr lang="zh-CN" altLang="en-US" sz="2000" smtClean="0"/>
              <a:t>专用互联网、又称为本地互联网、</a:t>
            </a:r>
            <a:r>
              <a:rPr lang="zh-CN" altLang="en-US" sz="2000" smtClean="0">
                <a:solidFill>
                  <a:schemeClr val="hlink"/>
                </a:solidFill>
              </a:rPr>
              <a:t>专用网</a:t>
            </a:r>
            <a:r>
              <a:rPr lang="zh-CN" altLang="en-US" sz="2000" smtClean="0"/>
              <a:t>：</a:t>
            </a:r>
            <a:r>
              <a:rPr lang="en-US" altLang="zh-CN" sz="2000" smtClean="0"/>
              <a:t>P171 (</a:t>
            </a:r>
            <a:r>
              <a:rPr lang="zh-CN" altLang="en-US" sz="2000" smtClean="0"/>
              <a:t>局域网内部并不是所有的主机都需要连接因特网，让这些计算机使用仅在本局域网内部有效的</a:t>
            </a:r>
            <a:r>
              <a:rPr lang="en-US" altLang="zh-CN" sz="2000" smtClean="0"/>
              <a:t>IP</a:t>
            </a:r>
            <a:r>
              <a:rPr lang="zh-CN" altLang="en-US" sz="2000" smtClean="0"/>
              <a:t>地址）</a:t>
            </a:r>
          </a:p>
          <a:p>
            <a:pPr eaLnBrk="1" hangingPunct="1">
              <a:lnSpc>
                <a:spcPct val="90000"/>
              </a:lnSpc>
            </a:pPr>
            <a:r>
              <a:rPr lang="zh-CN" altLang="en-US" sz="2000" smtClean="0">
                <a:solidFill>
                  <a:schemeClr val="hlink"/>
                </a:solidFill>
              </a:rPr>
              <a:t>虚拟专用网</a:t>
            </a:r>
            <a:r>
              <a:rPr lang="zh-CN" altLang="en-US" sz="2000" smtClean="0"/>
              <a:t>：利用因特网作为某个机构多个专用网之间的通信载体，这样的专用网称为虚拟专用网。</a:t>
            </a:r>
          </a:p>
        </p:txBody>
      </p:sp>
    </p:spTree>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2"/>
          <p:cNvSpPr>
            <a:spLocks noGrp="1" noChangeArrowheads="1"/>
          </p:cNvSpPr>
          <p:nvPr>
            <p:ph type="title"/>
          </p:nvPr>
        </p:nvSpPr>
        <p:spPr/>
        <p:txBody>
          <a:bodyPr/>
          <a:lstStyle/>
          <a:p>
            <a:pPr algn="ctr" eaLnBrk="1" hangingPunct="1"/>
            <a:r>
              <a:rPr lang="en-US" altLang="zh-CN" smtClean="0"/>
              <a:t>RFC 1918 </a:t>
            </a:r>
            <a:r>
              <a:rPr lang="zh-CN" altLang="en-US" smtClean="0"/>
              <a:t>指明的专用地址</a:t>
            </a:r>
            <a:r>
              <a:rPr lang="en-US" altLang="zh-CN" sz="3600" smtClean="0"/>
              <a:t>(private address)</a:t>
            </a:r>
            <a:r>
              <a:rPr lang="en-US" altLang="zh-CN" smtClean="0"/>
              <a:t> </a:t>
            </a:r>
          </a:p>
        </p:txBody>
      </p:sp>
      <p:sp>
        <p:nvSpPr>
          <p:cNvPr id="222211" name="Rectangle 3"/>
          <p:cNvSpPr>
            <a:spLocks noGrp="1" noChangeArrowheads="1"/>
          </p:cNvSpPr>
          <p:nvPr>
            <p:ph type="body" idx="1"/>
          </p:nvPr>
        </p:nvSpPr>
        <p:spPr>
          <a:xfrm>
            <a:off x="1042988" y="1773238"/>
            <a:ext cx="7772400" cy="4535487"/>
          </a:xfrm>
        </p:spPr>
        <p:txBody>
          <a:bodyPr/>
          <a:lstStyle/>
          <a:p>
            <a:pPr eaLnBrk="1" hangingPunct="1"/>
            <a:r>
              <a:rPr lang="en-US" altLang="zh-CN" sz="2800" smtClean="0"/>
              <a:t>10.0.0.0 </a:t>
            </a:r>
            <a:r>
              <a:rPr lang="zh-CN" altLang="en-US" sz="2800" smtClean="0"/>
              <a:t>到 </a:t>
            </a:r>
            <a:r>
              <a:rPr lang="en-US" altLang="zh-CN" sz="2800" smtClean="0"/>
              <a:t>10.255.255.255</a:t>
            </a:r>
          </a:p>
          <a:p>
            <a:pPr eaLnBrk="1" hangingPunct="1"/>
            <a:r>
              <a:rPr lang="en-US" altLang="zh-CN" sz="2800" smtClean="0"/>
              <a:t>172.16.0.0 </a:t>
            </a:r>
            <a:r>
              <a:rPr lang="zh-CN" altLang="en-US" sz="2800" smtClean="0"/>
              <a:t>到 </a:t>
            </a:r>
            <a:r>
              <a:rPr lang="en-US" altLang="zh-CN" sz="2800" smtClean="0"/>
              <a:t>172.31.255.255</a:t>
            </a:r>
          </a:p>
          <a:p>
            <a:pPr eaLnBrk="1" hangingPunct="1"/>
            <a:r>
              <a:rPr lang="en-US" altLang="zh-CN" sz="2800" smtClean="0"/>
              <a:t>192.168.0.0 </a:t>
            </a:r>
            <a:r>
              <a:rPr lang="zh-CN" altLang="en-US" sz="2800" smtClean="0"/>
              <a:t>到 </a:t>
            </a:r>
            <a:r>
              <a:rPr lang="en-US" altLang="zh-CN" sz="2800" smtClean="0"/>
              <a:t>192.168.255.255</a:t>
            </a:r>
          </a:p>
          <a:p>
            <a:pPr eaLnBrk="1" hangingPunct="1"/>
            <a:r>
              <a:rPr lang="zh-CN" altLang="en-US" sz="2800" smtClean="0"/>
              <a:t>这些地址只能用于一个机构的内部通信，而不能用于和因特网上的主机通信。</a:t>
            </a:r>
          </a:p>
          <a:p>
            <a:pPr eaLnBrk="1" hangingPunct="1"/>
            <a:r>
              <a:rPr lang="zh-CN" altLang="en-US" sz="2800" smtClean="0"/>
              <a:t>专用地址只能用作本地地址而不能用作全球地址。在因特网中的所有路由器对目的地址是专用地址的数据报一律不进行转发。 </a:t>
            </a:r>
          </a:p>
        </p:txBody>
      </p:sp>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26690" name="Group 2"/>
          <p:cNvGrpSpPr>
            <a:grpSpLocks/>
          </p:cNvGrpSpPr>
          <p:nvPr/>
        </p:nvGrpSpPr>
        <p:grpSpPr bwMode="auto">
          <a:xfrm>
            <a:off x="100013" y="2197100"/>
            <a:ext cx="1576387" cy="1789113"/>
            <a:chOff x="63" y="1384"/>
            <a:chExt cx="993" cy="1127"/>
          </a:xfrm>
        </p:grpSpPr>
        <p:sp>
          <p:nvSpPr>
            <p:cNvPr id="223374"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375"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376"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23377" name="Picture 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378" name="Text Box 7"/>
            <p:cNvSpPr txBox="1">
              <a:spLocks noChangeArrowheads="1"/>
            </p:cNvSpPr>
            <p:nvPr/>
          </p:nvSpPr>
          <p:spPr bwMode="auto">
            <a:xfrm>
              <a:off x="113" y="1797"/>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X</a:t>
              </a:r>
            </a:p>
          </p:txBody>
        </p:sp>
        <p:sp>
          <p:nvSpPr>
            <p:cNvPr id="223379" name="Text Box 8"/>
            <p:cNvSpPr txBox="1">
              <a:spLocks noChangeArrowheads="1"/>
            </p:cNvSpPr>
            <p:nvPr/>
          </p:nvSpPr>
          <p:spPr bwMode="auto">
            <a:xfrm>
              <a:off x="63" y="2031"/>
              <a:ext cx="69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10.1.0.1</a:t>
              </a:r>
            </a:p>
          </p:txBody>
        </p:sp>
        <p:pic>
          <p:nvPicPr>
            <p:cNvPr id="223380" name="Picture 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381" name="Picture 1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3235" name="Rectangle 11"/>
          <p:cNvSpPr>
            <a:spLocks noGrp="1" noChangeArrowheads="1"/>
          </p:cNvSpPr>
          <p:nvPr>
            <p:ph type="title"/>
          </p:nvPr>
        </p:nvSpPr>
        <p:spPr>
          <a:xfrm>
            <a:off x="1150938" y="115888"/>
            <a:ext cx="7092950" cy="695325"/>
          </a:xfrm>
        </p:spPr>
        <p:txBody>
          <a:bodyPr/>
          <a:lstStyle/>
          <a:p>
            <a:pPr algn="ctr" eaLnBrk="1" hangingPunct="1"/>
            <a:r>
              <a:rPr lang="zh-CN" altLang="en-US" sz="3600" smtClean="0"/>
              <a:t>用隧道技术实现虚拟专用网 </a:t>
            </a:r>
          </a:p>
        </p:txBody>
      </p:sp>
      <p:grpSp>
        <p:nvGrpSpPr>
          <p:cNvPr id="223236" name="Group 12"/>
          <p:cNvGrpSpPr>
            <a:grpSpLocks/>
          </p:cNvGrpSpPr>
          <p:nvPr/>
        </p:nvGrpSpPr>
        <p:grpSpPr bwMode="auto">
          <a:xfrm>
            <a:off x="973138" y="2384425"/>
            <a:ext cx="1511300" cy="1225550"/>
            <a:chOff x="385" y="2795"/>
            <a:chExt cx="1769" cy="816"/>
          </a:xfrm>
        </p:grpSpPr>
        <p:sp>
          <p:nvSpPr>
            <p:cNvPr id="223357" name="Oval 1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8" name="Oval 1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9" name="Oval 1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0" name="Oval 1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1" name="Oval 1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2" name="Oval 1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3" name="Oval 1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4" name="Oval 2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5" name="Oval 2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6" name="Oval 2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7" name="Oval 2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8" name="Oval 2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69" name="Oval 2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70" name="Oval 2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71" name="Oval 2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72" name="Oval 2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73" name="Freeform 29"/>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grpSp>
        <p:nvGrpSpPr>
          <p:cNvPr id="223237" name="Group 30"/>
          <p:cNvGrpSpPr>
            <a:grpSpLocks/>
          </p:cNvGrpSpPr>
          <p:nvPr/>
        </p:nvGrpSpPr>
        <p:grpSpPr bwMode="auto">
          <a:xfrm>
            <a:off x="6227763" y="2314575"/>
            <a:ext cx="1511300" cy="1225550"/>
            <a:chOff x="385" y="2795"/>
            <a:chExt cx="1769" cy="816"/>
          </a:xfrm>
        </p:grpSpPr>
        <p:sp>
          <p:nvSpPr>
            <p:cNvPr id="223340" name="Oval 3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1" name="Oval 3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2" name="Oval 3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3" name="Oval 3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4" name="Oval 3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5" name="Oval 3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6" name="Oval 3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7" name="Oval 3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8" name="Oval 3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49" name="Oval 4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0" name="Oval 4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1" name="Oval 4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2" name="Oval 4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3" name="Oval 4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4" name="Oval 4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5" name="Oval 4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56" name="Freeform 47"/>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graphicFrame>
        <p:nvGraphicFramePr>
          <p:cNvPr id="223238" name="Object 48"/>
          <p:cNvGraphicFramePr>
            <a:graphicFrameLocks noChangeAspect="1"/>
          </p:cNvGraphicFramePr>
          <p:nvPr/>
        </p:nvGraphicFramePr>
        <p:xfrm>
          <a:off x="3124200" y="2222500"/>
          <a:ext cx="2743200" cy="1703388"/>
        </p:xfrm>
        <a:graphic>
          <a:graphicData uri="http://schemas.openxmlformats.org/presentationml/2006/ole">
            <mc:AlternateContent xmlns:mc="http://schemas.openxmlformats.org/markup-compatibility/2006">
              <mc:Choice xmlns:v="urn:schemas-microsoft-com:vml" Requires="v">
                <p:oleObj spid="_x0000_s223383" name="VISIO" r:id="rId5" imgW="1687068" imgH="964692" progId="Visio.Drawing.6">
                  <p:embed/>
                </p:oleObj>
              </mc:Choice>
              <mc:Fallback>
                <p:oleObj name="VISIO" r:id="rId5" imgW="1687068" imgH="964692" progId="Visio.Drawing.6">
                  <p:embed/>
                  <p:pic>
                    <p:nvPicPr>
                      <p:cNvPr id="0" name="Object 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24200" y="2222500"/>
                        <a:ext cx="2743200" cy="1703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223239" name="Picture 4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49950" y="2757488"/>
            <a:ext cx="520700"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3240" name="Picture 5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32038" y="2759075"/>
            <a:ext cx="520700"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23241" name="Text Box 51"/>
          <p:cNvSpPr txBox="1">
            <a:spLocks noChangeArrowheads="1"/>
          </p:cNvSpPr>
          <p:nvPr/>
        </p:nvSpPr>
        <p:spPr bwMode="auto">
          <a:xfrm>
            <a:off x="1187450" y="2832100"/>
            <a:ext cx="9318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部门 </a:t>
            </a:r>
            <a:r>
              <a:rPr kumimoji="1" lang="en-US" altLang="zh-CN" sz="2000">
                <a:solidFill>
                  <a:srgbClr val="333399"/>
                </a:solidFill>
                <a:latin typeface="Arial" pitchFamily="34" charset="0"/>
              </a:rPr>
              <a:t>A</a:t>
            </a:r>
          </a:p>
        </p:txBody>
      </p:sp>
      <p:sp>
        <p:nvSpPr>
          <p:cNvPr id="223242" name="AutoShape 52"/>
          <p:cNvSpPr>
            <a:spLocks noChangeArrowheads="1"/>
          </p:cNvSpPr>
          <p:nvPr/>
        </p:nvSpPr>
        <p:spPr bwMode="auto">
          <a:xfrm rot="-5400000">
            <a:off x="4182268" y="1631157"/>
            <a:ext cx="360363" cy="2514600"/>
          </a:xfrm>
          <a:prstGeom prst="can">
            <a:avLst>
              <a:gd name="adj" fmla="val 25521"/>
            </a:avLst>
          </a:prstGeom>
          <a:gradFill rotWithShape="1">
            <a:gsLst>
              <a:gs pos="0">
                <a:srgbClr val="185E76"/>
              </a:gs>
              <a:gs pos="50000">
                <a:srgbClr val="33CCFF"/>
              </a:gs>
              <a:gs pos="100000">
                <a:srgbClr val="185E76"/>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3243" name="Text Box 53"/>
          <p:cNvSpPr txBox="1">
            <a:spLocks noChangeArrowheads="1"/>
          </p:cNvSpPr>
          <p:nvPr/>
        </p:nvSpPr>
        <p:spPr bwMode="auto">
          <a:xfrm>
            <a:off x="4095750" y="3211513"/>
            <a:ext cx="94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因特网</a:t>
            </a:r>
          </a:p>
        </p:txBody>
      </p:sp>
      <p:sp>
        <p:nvSpPr>
          <p:cNvPr id="223244" name="Text Box 54"/>
          <p:cNvSpPr txBox="1">
            <a:spLocks noChangeArrowheads="1"/>
          </p:cNvSpPr>
          <p:nvPr/>
        </p:nvSpPr>
        <p:spPr bwMode="auto">
          <a:xfrm>
            <a:off x="6443663" y="2679700"/>
            <a:ext cx="9318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部门 </a:t>
            </a:r>
            <a:r>
              <a:rPr kumimoji="1" lang="en-US" altLang="zh-CN" sz="2000">
                <a:solidFill>
                  <a:srgbClr val="333399"/>
                </a:solidFill>
                <a:latin typeface="Arial" pitchFamily="34" charset="0"/>
              </a:rPr>
              <a:t>B</a:t>
            </a:r>
          </a:p>
        </p:txBody>
      </p:sp>
      <p:sp>
        <p:nvSpPr>
          <p:cNvPr id="223245" name="Text Box 55"/>
          <p:cNvSpPr txBox="1">
            <a:spLocks noChangeArrowheads="1"/>
          </p:cNvSpPr>
          <p:nvPr/>
        </p:nvSpPr>
        <p:spPr bwMode="auto">
          <a:xfrm>
            <a:off x="2455863" y="3062288"/>
            <a:ext cx="460375"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sp>
        <p:nvSpPr>
          <p:cNvPr id="223246" name="Text Box 56"/>
          <p:cNvSpPr txBox="1">
            <a:spLocks noChangeArrowheads="1"/>
          </p:cNvSpPr>
          <p:nvPr/>
        </p:nvSpPr>
        <p:spPr bwMode="auto">
          <a:xfrm>
            <a:off x="5940425" y="2990850"/>
            <a:ext cx="460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223247" name="Text Box 57"/>
          <p:cNvSpPr txBox="1">
            <a:spLocks noChangeArrowheads="1"/>
          </p:cNvSpPr>
          <p:nvPr/>
        </p:nvSpPr>
        <p:spPr bwMode="auto">
          <a:xfrm>
            <a:off x="4171950" y="2276475"/>
            <a:ext cx="692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隧道</a:t>
            </a:r>
          </a:p>
        </p:txBody>
      </p:sp>
      <p:sp>
        <p:nvSpPr>
          <p:cNvPr id="223248" name="Line 58"/>
          <p:cNvSpPr>
            <a:spLocks noChangeShapeType="1"/>
          </p:cNvSpPr>
          <p:nvPr/>
        </p:nvSpPr>
        <p:spPr bwMode="auto">
          <a:xfrm>
            <a:off x="2800350" y="2882900"/>
            <a:ext cx="38100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49" name="Line 59"/>
          <p:cNvSpPr>
            <a:spLocks noChangeShapeType="1"/>
          </p:cNvSpPr>
          <p:nvPr/>
        </p:nvSpPr>
        <p:spPr bwMode="auto">
          <a:xfrm>
            <a:off x="5619750" y="2882900"/>
            <a:ext cx="38100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626748" name="Group 60"/>
          <p:cNvGrpSpPr>
            <a:grpSpLocks/>
          </p:cNvGrpSpPr>
          <p:nvPr/>
        </p:nvGrpSpPr>
        <p:grpSpPr bwMode="auto">
          <a:xfrm>
            <a:off x="2195513" y="2239963"/>
            <a:ext cx="4321175" cy="642937"/>
            <a:chOff x="1383" y="1411"/>
            <a:chExt cx="2722" cy="405"/>
          </a:xfrm>
        </p:grpSpPr>
        <p:sp>
          <p:nvSpPr>
            <p:cNvPr id="223336" name="Text Box 61"/>
            <p:cNvSpPr txBox="1">
              <a:spLocks noChangeArrowheads="1"/>
            </p:cNvSpPr>
            <p:nvPr/>
          </p:nvSpPr>
          <p:spPr bwMode="auto">
            <a:xfrm>
              <a:off x="1383" y="1411"/>
              <a:ext cx="78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125.1.2.3</a:t>
              </a:r>
            </a:p>
          </p:txBody>
        </p:sp>
        <p:sp>
          <p:nvSpPr>
            <p:cNvPr id="223337" name="Line 62"/>
            <p:cNvSpPr>
              <a:spLocks noChangeShapeType="1"/>
            </p:cNvSpPr>
            <p:nvPr/>
          </p:nvSpPr>
          <p:spPr bwMode="auto">
            <a:xfrm>
              <a:off x="1837" y="1616"/>
              <a:ext cx="23" cy="200"/>
            </a:xfrm>
            <a:prstGeom prst="line">
              <a:avLst/>
            </a:prstGeom>
            <a:noFill/>
            <a:ln w="381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338" name="Text Box 63"/>
            <p:cNvSpPr txBox="1">
              <a:spLocks noChangeArrowheads="1"/>
            </p:cNvSpPr>
            <p:nvPr/>
          </p:nvSpPr>
          <p:spPr bwMode="auto">
            <a:xfrm>
              <a:off x="3323" y="1430"/>
              <a:ext cx="78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194.4.5.6</a:t>
              </a:r>
            </a:p>
          </p:txBody>
        </p:sp>
        <p:sp>
          <p:nvSpPr>
            <p:cNvPr id="223339" name="Line 64"/>
            <p:cNvSpPr>
              <a:spLocks noChangeShapeType="1"/>
            </p:cNvSpPr>
            <p:nvPr/>
          </p:nvSpPr>
          <p:spPr bwMode="auto">
            <a:xfrm flipH="1">
              <a:off x="3636" y="1616"/>
              <a:ext cx="60" cy="200"/>
            </a:xfrm>
            <a:prstGeom prst="line">
              <a:avLst/>
            </a:prstGeom>
            <a:noFill/>
            <a:ln w="38100">
              <a:solidFill>
                <a:schemeClr va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626753" name="Group 65"/>
          <p:cNvGrpSpPr>
            <a:grpSpLocks/>
          </p:cNvGrpSpPr>
          <p:nvPr/>
        </p:nvGrpSpPr>
        <p:grpSpPr bwMode="auto">
          <a:xfrm>
            <a:off x="7391400" y="2120900"/>
            <a:ext cx="1428750" cy="1712913"/>
            <a:chOff x="4656" y="1336"/>
            <a:chExt cx="900" cy="1079"/>
          </a:xfrm>
        </p:grpSpPr>
        <p:sp>
          <p:nvSpPr>
            <p:cNvPr id="223328"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329"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330"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223331"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332" name="Text Box 70"/>
            <p:cNvSpPr txBox="1">
              <a:spLocks noChangeArrowheads="1"/>
            </p:cNvSpPr>
            <p:nvPr/>
          </p:nvSpPr>
          <p:spPr bwMode="auto">
            <a:xfrm>
              <a:off x="5284" y="1729"/>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Y</a:t>
              </a:r>
            </a:p>
          </p:txBody>
        </p:sp>
        <p:sp>
          <p:nvSpPr>
            <p:cNvPr id="223333" name="Text Box 71"/>
            <p:cNvSpPr txBox="1">
              <a:spLocks noChangeArrowheads="1"/>
            </p:cNvSpPr>
            <p:nvPr/>
          </p:nvSpPr>
          <p:spPr bwMode="auto">
            <a:xfrm>
              <a:off x="4863" y="1955"/>
              <a:ext cx="69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10.2.0.3</a:t>
              </a:r>
            </a:p>
          </p:txBody>
        </p:sp>
        <p:pic>
          <p:nvPicPr>
            <p:cNvPr id="223334" name="Picture 7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335" name="Picture 7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3252" name="Text Box 74"/>
          <p:cNvSpPr txBox="1">
            <a:spLocks noChangeArrowheads="1"/>
          </p:cNvSpPr>
          <p:nvPr/>
        </p:nvSpPr>
        <p:spPr bwMode="auto">
          <a:xfrm>
            <a:off x="3154363" y="3860800"/>
            <a:ext cx="2860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zh-CN" altLang="en-US" sz="2000">
                <a:solidFill>
                  <a:srgbClr val="333399"/>
                </a:solidFill>
                <a:latin typeface="Arial" pitchFamily="34" charset="0"/>
              </a:rPr>
              <a:t>使用隧道技术        </a:t>
            </a:r>
            <a:r>
              <a:rPr kumimoji="1" lang="en-US" altLang="zh-CN" sz="2000">
                <a:solidFill>
                  <a:srgbClr val="333399"/>
                </a:solidFill>
                <a:latin typeface="Arial" pitchFamily="34" charset="0"/>
              </a:rPr>
              <a:t>P172</a:t>
            </a:r>
          </a:p>
        </p:txBody>
      </p:sp>
      <p:sp>
        <p:nvSpPr>
          <p:cNvPr id="223253" name="AutoShape 75"/>
          <p:cNvSpPr>
            <a:spLocks noChangeArrowheads="1"/>
          </p:cNvSpPr>
          <p:nvPr/>
        </p:nvSpPr>
        <p:spPr bwMode="auto">
          <a:xfrm>
            <a:off x="5580063" y="1752600"/>
            <a:ext cx="457200" cy="152400"/>
          </a:xfrm>
          <a:prstGeom prst="rightArrow">
            <a:avLst>
              <a:gd name="adj1" fmla="val 50000"/>
              <a:gd name="adj2" fmla="val 75000"/>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3254" name="Rectangle 76"/>
          <p:cNvSpPr>
            <a:spLocks noChangeArrowheads="1"/>
          </p:cNvSpPr>
          <p:nvPr/>
        </p:nvSpPr>
        <p:spPr bwMode="auto">
          <a:xfrm>
            <a:off x="755650" y="977900"/>
            <a:ext cx="3384550" cy="434975"/>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加密的从</a:t>
            </a:r>
            <a:r>
              <a:rPr kumimoji="1" lang="zh-CN" altLang="en-US" sz="1200">
                <a:solidFill>
                  <a:srgbClr val="333399"/>
                </a:solidFill>
                <a:latin typeface="Arial" pitchFamily="34" charset="0"/>
              </a:rPr>
              <a:t> </a:t>
            </a:r>
            <a:r>
              <a:rPr kumimoji="1" lang="en-US" altLang="zh-CN" sz="2000">
                <a:solidFill>
                  <a:srgbClr val="333399"/>
                </a:solidFill>
                <a:latin typeface="Arial" pitchFamily="34" charset="0"/>
              </a:rPr>
              <a:t>X</a:t>
            </a:r>
            <a:r>
              <a:rPr kumimoji="1" lang="en-US" altLang="zh-CN" sz="1000">
                <a:solidFill>
                  <a:srgbClr val="333399"/>
                </a:solidFill>
                <a:latin typeface="Arial" pitchFamily="34" charset="0"/>
              </a:rPr>
              <a:t> </a:t>
            </a:r>
            <a:r>
              <a:rPr kumimoji="1" lang="zh-CN" altLang="en-US" sz="2000">
                <a:solidFill>
                  <a:srgbClr val="333399"/>
                </a:solidFill>
                <a:latin typeface="Arial" pitchFamily="34" charset="0"/>
              </a:rPr>
              <a:t>到</a:t>
            </a:r>
            <a:r>
              <a:rPr kumimoji="1" lang="zh-CN" altLang="en-US" sz="1000">
                <a:solidFill>
                  <a:srgbClr val="333399"/>
                </a:solidFill>
                <a:latin typeface="Arial" pitchFamily="34" charset="0"/>
              </a:rPr>
              <a:t> </a:t>
            </a:r>
            <a:r>
              <a:rPr kumimoji="1" lang="en-US" altLang="zh-CN" sz="2000">
                <a:solidFill>
                  <a:srgbClr val="333399"/>
                </a:solidFill>
                <a:latin typeface="Arial" pitchFamily="34" charset="0"/>
              </a:rPr>
              <a:t>Y</a:t>
            </a:r>
            <a:r>
              <a:rPr kumimoji="1" lang="en-US" altLang="zh-CN" sz="900">
                <a:solidFill>
                  <a:srgbClr val="333399"/>
                </a:solidFill>
                <a:latin typeface="Arial" pitchFamily="34" charset="0"/>
              </a:rPr>
              <a:t> </a:t>
            </a:r>
            <a:r>
              <a:rPr kumimoji="1" lang="zh-CN" altLang="en-US" sz="2000">
                <a:solidFill>
                  <a:srgbClr val="333399"/>
                </a:solidFill>
                <a:latin typeface="Arial" pitchFamily="34" charset="0"/>
              </a:rPr>
              <a:t>的内部数据报</a:t>
            </a:r>
          </a:p>
        </p:txBody>
      </p:sp>
      <p:sp>
        <p:nvSpPr>
          <p:cNvPr id="223255" name="Rectangle 77"/>
          <p:cNvSpPr>
            <a:spLocks noChangeArrowheads="1"/>
          </p:cNvSpPr>
          <p:nvPr/>
        </p:nvSpPr>
        <p:spPr bwMode="auto">
          <a:xfrm>
            <a:off x="755650" y="1628775"/>
            <a:ext cx="3424238" cy="396875"/>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外部数据报的数据部分</a:t>
            </a:r>
          </a:p>
        </p:txBody>
      </p:sp>
      <p:sp>
        <p:nvSpPr>
          <p:cNvPr id="223256" name="AutoShape 78"/>
          <p:cNvSpPr>
            <a:spLocks noChangeArrowheads="1"/>
          </p:cNvSpPr>
          <p:nvPr/>
        </p:nvSpPr>
        <p:spPr bwMode="auto">
          <a:xfrm>
            <a:off x="3276600" y="1282700"/>
            <a:ext cx="152400" cy="457200"/>
          </a:xfrm>
          <a:prstGeom prst="downArrow">
            <a:avLst>
              <a:gd name="adj1" fmla="val 50000"/>
              <a:gd name="adj2" fmla="val 75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sp>
        <p:nvSpPr>
          <p:cNvPr id="223257" name="Text Box 79"/>
          <p:cNvSpPr txBox="1">
            <a:spLocks noChangeArrowheads="1"/>
          </p:cNvSpPr>
          <p:nvPr/>
        </p:nvSpPr>
        <p:spPr bwMode="auto">
          <a:xfrm>
            <a:off x="5715000" y="981075"/>
            <a:ext cx="2520950" cy="650875"/>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r" eaLnBrk="1" hangingPunct="1">
              <a:lnSpc>
                <a:spcPct val="90000"/>
              </a:lnSpc>
            </a:pPr>
            <a:r>
              <a:rPr kumimoji="1" lang="zh-CN" altLang="en-US" sz="2000">
                <a:solidFill>
                  <a:srgbClr val="333399"/>
                </a:solidFill>
                <a:latin typeface="Arial" pitchFamily="34" charset="0"/>
              </a:rPr>
              <a:t>源地址：</a:t>
            </a:r>
            <a:r>
              <a:rPr kumimoji="1" lang="en-US" altLang="zh-CN" sz="2000">
                <a:solidFill>
                  <a:srgbClr val="333399"/>
                </a:solidFill>
                <a:latin typeface="Arial" pitchFamily="34" charset="0"/>
              </a:rPr>
              <a:t>125.1.2.3</a:t>
            </a:r>
          </a:p>
          <a:p>
            <a:pPr algn="r" eaLnBrk="1" hangingPunct="1">
              <a:lnSpc>
                <a:spcPct val="90000"/>
              </a:lnSpc>
            </a:pPr>
            <a:r>
              <a:rPr kumimoji="1" lang="zh-CN" altLang="en-US" sz="2000">
                <a:solidFill>
                  <a:srgbClr val="333399"/>
                </a:solidFill>
                <a:latin typeface="Arial" pitchFamily="34" charset="0"/>
              </a:rPr>
              <a:t>目的地址：</a:t>
            </a:r>
            <a:r>
              <a:rPr kumimoji="1" lang="en-US" altLang="zh-CN" sz="2000">
                <a:solidFill>
                  <a:srgbClr val="333399"/>
                </a:solidFill>
                <a:latin typeface="Arial" pitchFamily="34" charset="0"/>
              </a:rPr>
              <a:t>194.4.5.6</a:t>
            </a:r>
          </a:p>
        </p:txBody>
      </p:sp>
      <p:sp>
        <p:nvSpPr>
          <p:cNvPr id="223258" name="Freeform 80"/>
          <p:cNvSpPr>
            <a:spLocks/>
          </p:cNvSpPr>
          <p:nvPr/>
        </p:nvSpPr>
        <p:spPr bwMode="auto">
          <a:xfrm>
            <a:off x="3556000" y="2133600"/>
            <a:ext cx="463550" cy="762000"/>
          </a:xfrm>
          <a:custGeom>
            <a:avLst/>
            <a:gdLst>
              <a:gd name="T0" fmla="*/ 0 w 292"/>
              <a:gd name="T1" fmla="*/ 0 h 584"/>
              <a:gd name="T2" fmla="*/ 2147483647 w 292"/>
              <a:gd name="T3" fmla="*/ 2147483647 h 584"/>
              <a:gd name="T4" fmla="*/ 2147483647 w 292"/>
              <a:gd name="T5" fmla="*/ 2147483647 h 584"/>
              <a:gd name="T6" fmla="*/ 2147483647 w 292"/>
              <a:gd name="T7" fmla="*/ 2147483647 h 584"/>
              <a:gd name="T8" fmla="*/ 2147483647 w 292"/>
              <a:gd name="T9" fmla="*/ 2147483647 h 584"/>
              <a:gd name="T10" fmla="*/ 2147483647 w 292"/>
              <a:gd name="T11" fmla="*/ 2147483647 h 584"/>
              <a:gd name="T12" fmla="*/ 2147483647 w 292"/>
              <a:gd name="T13" fmla="*/ 2147483647 h 5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59" name="Rectangle 81"/>
          <p:cNvSpPr>
            <a:spLocks noChangeArrowheads="1"/>
          </p:cNvSpPr>
          <p:nvPr/>
        </p:nvSpPr>
        <p:spPr bwMode="auto">
          <a:xfrm>
            <a:off x="4140200" y="1628775"/>
            <a:ext cx="1439863" cy="396875"/>
          </a:xfrm>
          <a:prstGeom prst="rect">
            <a:avLst/>
          </a:prstGeom>
          <a:solidFill>
            <a:srgbClr val="FFCCFF"/>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a:solidFill>
                  <a:srgbClr val="333399"/>
                </a:solidFill>
                <a:latin typeface="Arial" pitchFamily="34" charset="0"/>
              </a:rPr>
              <a:t>数据报首部</a:t>
            </a:r>
          </a:p>
        </p:txBody>
      </p:sp>
      <p:sp>
        <p:nvSpPr>
          <p:cNvPr id="223260" name="Line 82"/>
          <p:cNvSpPr>
            <a:spLocks noChangeShapeType="1"/>
          </p:cNvSpPr>
          <p:nvPr/>
        </p:nvSpPr>
        <p:spPr bwMode="auto">
          <a:xfrm flipH="1">
            <a:off x="5292725" y="1412875"/>
            <a:ext cx="431800" cy="28733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61" name="Line 83"/>
          <p:cNvSpPr>
            <a:spLocks noChangeShapeType="1"/>
          </p:cNvSpPr>
          <p:nvPr/>
        </p:nvSpPr>
        <p:spPr bwMode="auto">
          <a:xfrm>
            <a:off x="755650" y="2133600"/>
            <a:ext cx="4824413"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23262" name="Group 84"/>
          <p:cNvGrpSpPr>
            <a:grpSpLocks/>
          </p:cNvGrpSpPr>
          <p:nvPr/>
        </p:nvGrpSpPr>
        <p:grpSpPr bwMode="auto">
          <a:xfrm>
            <a:off x="100013" y="4559300"/>
            <a:ext cx="8739187" cy="2057400"/>
            <a:chOff x="63" y="2872"/>
            <a:chExt cx="5505" cy="1296"/>
          </a:xfrm>
        </p:grpSpPr>
        <p:sp>
          <p:nvSpPr>
            <p:cNvPr id="223263" name="AutoShape 85"/>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3264" name="Line 86"/>
            <p:cNvSpPr>
              <a:spLocks noChangeShapeType="1"/>
            </p:cNvSpPr>
            <p:nvPr/>
          </p:nvSpPr>
          <p:spPr bwMode="auto">
            <a:xfrm>
              <a:off x="1764" y="3400"/>
              <a:ext cx="2076" cy="0"/>
            </a:xfrm>
            <a:prstGeom prst="line">
              <a:avLst/>
            </a:prstGeom>
            <a:noFill/>
            <a:ln w="381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65" name="Line 87"/>
            <p:cNvSpPr>
              <a:spLocks noChangeShapeType="1"/>
            </p:cNvSpPr>
            <p:nvPr/>
          </p:nvSpPr>
          <p:spPr bwMode="auto">
            <a:xfrm flipV="1">
              <a:off x="816" y="3832"/>
              <a:ext cx="24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66" name="Line 88"/>
            <p:cNvSpPr>
              <a:spLocks noChangeShapeType="1"/>
            </p:cNvSpPr>
            <p:nvPr/>
          </p:nvSpPr>
          <p:spPr bwMode="auto">
            <a:xfrm>
              <a:off x="624" y="3160"/>
              <a:ext cx="24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67" name="Line 89"/>
            <p:cNvSpPr>
              <a:spLocks noChangeShapeType="1"/>
            </p:cNvSpPr>
            <p:nvPr/>
          </p:nvSpPr>
          <p:spPr bwMode="auto">
            <a:xfrm flipV="1">
              <a:off x="432" y="3551"/>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23268" name="Group 90"/>
            <p:cNvGrpSpPr>
              <a:grpSpLocks/>
            </p:cNvGrpSpPr>
            <p:nvPr/>
          </p:nvGrpSpPr>
          <p:grpSpPr bwMode="auto">
            <a:xfrm>
              <a:off x="657" y="3091"/>
              <a:ext cx="952" cy="772"/>
              <a:chOff x="385" y="2795"/>
              <a:chExt cx="1769" cy="816"/>
            </a:xfrm>
          </p:grpSpPr>
          <p:sp>
            <p:nvSpPr>
              <p:cNvPr id="223311" name="Oval 9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2" name="Oval 9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3" name="Oval 9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4" name="Oval 9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5" name="Oval 9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6" name="Oval 9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7" name="Oval 9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8" name="Oval 9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9" name="Oval 9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0" name="Oval 10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1" name="Oval 10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2" name="Oval 10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3" name="Oval 10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4" name="Oval 10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5" name="Oval 10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6" name="Oval 10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27" name="Freeform 107"/>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sp>
          <p:nvSpPr>
            <p:cNvPr id="223269" name="Line 108"/>
            <p:cNvSpPr>
              <a:spLocks noChangeShapeType="1"/>
            </p:cNvSpPr>
            <p:nvPr/>
          </p:nvSpPr>
          <p:spPr bwMode="auto">
            <a:xfrm flipH="1">
              <a:off x="4800" y="3112"/>
              <a:ext cx="24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70" name="Line 109"/>
            <p:cNvSpPr>
              <a:spLocks noChangeShapeType="1"/>
            </p:cNvSpPr>
            <p:nvPr/>
          </p:nvSpPr>
          <p:spPr bwMode="auto">
            <a:xfrm flipH="1" flipV="1">
              <a:off x="4656" y="3736"/>
              <a:ext cx="336"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71" name="Line 110"/>
            <p:cNvSpPr>
              <a:spLocks noChangeShapeType="1"/>
            </p:cNvSpPr>
            <p:nvPr/>
          </p:nvSpPr>
          <p:spPr bwMode="auto">
            <a:xfrm flipH="1" flipV="1">
              <a:off x="4800" y="3496"/>
              <a:ext cx="3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23272" name="Group 111"/>
            <p:cNvGrpSpPr>
              <a:grpSpLocks/>
            </p:cNvGrpSpPr>
            <p:nvPr/>
          </p:nvGrpSpPr>
          <p:grpSpPr bwMode="auto">
            <a:xfrm>
              <a:off x="3969" y="3046"/>
              <a:ext cx="952" cy="772"/>
              <a:chOff x="385" y="2795"/>
              <a:chExt cx="1769" cy="816"/>
            </a:xfrm>
          </p:grpSpPr>
          <p:sp>
            <p:nvSpPr>
              <p:cNvPr id="223294" name="Oval 112"/>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295" name="Oval 113"/>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296" name="Oval 114"/>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297" name="Oval 115"/>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298" name="Oval 116"/>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299" name="Oval 117"/>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0" name="Oval 118"/>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1" name="Oval 119"/>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2" name="Oval 120"/>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3" name="Oval 121"/>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4" name="Oval 122"/>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5" name="Oval 123"/>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6" name="Oval 124"/>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7" name="Oval 125"/>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8" name="Oval 126"/>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09" name="Oval 127"/>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3310" name="Freeform 128"/>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pic>
          <p:nvPicPr>
            <p:cNvPr id="223273" name="Picture 12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3274" name="Picture 13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3275" name="Picture 1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276" name="Text Box 132"/>
            <p:cNvSpPr txBox="1">
              <a:spLocks noChangeArrowheads="1"/>
            </p:cNvSpPr>
            <p:nvPr/>
          </p:nvSpPr>
          <p:spPr bwMode="auto">
            <a:xfrm>
              <a:off x="864" y="3368"/>
              <a:ext cx="587"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部门 </a:t>
              </a:r>
              <a:r>
                <a:rPr kumimoji="1" lang="en-US" altLang="zh-CN" sz="2000">
                  <a:solidFill>
                    <a:srgbClr val="333399"/>
                  </a:solidFill>
                  <a:latin typeface="Arial" pitchFamily="34" charset="0"/>
                </a:rPr>
                <a:t>A</a:t>
              </a:r>
            </a:p>
          </p:txBody>
        </p:sp>
        <p:pic>
          <p:nvPicPr>
            <p:cNvPr id="223277" name="Picture 1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278" name="Text Box 134"/>
            <p:cNvSpPr txBox="1">
              <a:spLocks noChangeArrowheads="1"/>
            </p:cNvSpPr>
            <p:nvPr/>
          </p:nvSpPr>
          <p:spPr bwMode="auto">
            <a:xfrm>
              <a:off x="4224" y="3272"/>
              <a:ext cx="587"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部门 </a:t>
              </a:r>
              <a:r>
                <a:rPr kumimoji="1" lang="en-US" altLang="zh-CN" sz="2000">
                  <a:solidFill>
                    <a:srgbClr val="333399"/>
                  </a:solidFill>
                  <a:latin typeface="Arial" pitchFamily="34" charset="0"/>
                </a:rPr>
                <a:t>B</a:t>
              </a:r>
            </a:p>
          </p:txBody>
        </p:sp>
        <p:sp>
          <p:nvSpPr>
            <p:cNvPr id="223279" name="Text Box 135"/>
            <p:cNvSpPr txBox="1">
              <a:spLocks noChangeArrowheads="1"/>
            </p:cNvSpPr>
            <p:nvPr/>
          </p:nvSpPr>
          <p:spPr bwMode="auto">
            <a:xfrm>
              <a:off x="309" y="3176"/>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X</a:t>
              </a:r>
            </a:p>
          </p:txBody>
        </p:sp>
        <p:sp>
          <p:nvSpPr>
            <p:cNvPr id="223280" name="Text Box 136"/>
            <p:cNvSpPr txBox="1">
              <a:spLocks noChangeArrowheads="1"/>
            </p:cNvSpPr>
            <p:nvPr/>
          </p:nvSpPr>
          <p:spPr bwMode="auto">
            <a:xfrm>
              <a:off x="5072" y="3128"/>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Y</a:t>
              </a:r>
            </a:p>
          </p:txBody>
        </p:sp>
        <p:sp>
          <p:nvSpPr>
            <p:cNvPr id="223281" name="Text Box 137"/>
            <p:cNvSpPr txBox="1">
              <a:spLocks noChangeArrowheads="1"/>
            </p:cNvSpPr>
            <p:nvPr/>
          </p:nvSpPr>
          <p:spPr bwMode="auto">
            <a:xfrm>
              <a:off x="1514" y="3132"/>
              <a:ext cx="29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sp>
          <p:nvSpPr>
            <p:cNvPr id="223282" name="Text Box 138"/>
            <p:cNvSpPr txBox="1">
              <a:spLocks noChangeArrowheads="1"/>
            </p:cNvSpPr>
            <p:nvPr/>
          </p:nvSpPr>
          <p:spPr bwMode="auto">
            <a:xfrm>
              <a:off x="3806" y="3084"/>
              <a:ext cx="29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223283" name="Text Box 139"/>
            <p:cNvSpPr txBox="1">
              <a:spLocks noChangeArrowheads="1"/>
            </p:cNvSpPr>
            <p:nvPr/>
          </p:nvSpPr>
          <p:spPr bwMode="auto">
            <a:xfrm>
              <a:off x="1383" y="2888"/>
              <a:ext cx="78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125.1.2.3</a:t>
              </a:r>
            </a:p>
          </p:txBody>
        </p:sp>
        <p:sp>
          <p:nvSpPr>
            <p:cNvPr id="223284" name="Line 140"/>
            <p:cNvSpPr>
              <a:spLocks noChangeShapeType="1"/>
            </p:cNvSpPr>
            <p:nvPr/>
          </p:nvSpPr>
          <p:spPr bwMode="auto">
            <a:xfrm>
              <a:off x="1812" y="3112"/>
              <a:ext cx="48" cy="288"/>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85" name="Text Box 141"/>
            <p:cNvSpPr txBox="1">
              <a:spLocks noChangeArrowheads="1"/>
            </p:cNvSpPr>
            <p:nvPr/>
          </p:nvSpPr>
          <p:spPr bwMode="auto">
            <a:xfrm>
              <a:off x="3159" y="2892"/>
              <a:ext cx="78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194.4.5.6</a:t>
              </a:r>
            </a:p>
          </p:txBody>
        </p:sp>
        <p:sp>
          <p:nvSpPr>
            <p:cNvPr id="223286" name="Line 142"/>
            <p:cNvSpPr>
              <a:spLocks noChangeShapeType="1"/>
            </p:cNvSpPr>
            <p:nvPr/>
          </p:nvSpPr>
          <p:spPr bwMode="auto">
            <a:xfrm>
              <a:off x="3588" y="3112"/>
              <a:ext cx="48" cy="288"/>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3287" name="Text Box 143"/>
            <p:cNvSpPr txBox="1">
              <a:spLocks noChangeArrowheads="1"/>
            </p:cNvSpPr>
            <p:nvPr/>
          </p:nvSpPr>
          <p:spPr bwMode="auto">
            <a:xfrm>
              <a:off x="63" y="3615"/>
              <a:ext cx="69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10.1.0.1</a:t>
              </a:r>
            </a:p>
          </p:txBody>
        </p:sp>
        <p:sp>
          <p:nvSpPr>
            <p:cNvPr id="223288" name="Text Box 144"/>
            <p:cNvSpPr txBox="1">
              <a:spLocks noChangeArrowheads="1"/>
            </p:cNvSpPr>
            <p:nvPr/>
          </p:nvSpPr>
          <p:spPr bwMode="auto">
            <a:xfrm>
              <a:off x="4863" y="3512"/>
              <a:ext cx="69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10.2.0.3</a:t>
              </a:r>
            </a:p>
          </p:txBody>
        </p:sp>
        <p:pic>
          <p:nvPicPr>
            <p:cNvPr id="223289" name="Picture 14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90" name="Picture 14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91" name="Picture 1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92" name="Picture 1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293" name="Text Box 149"/>
            <p:cNvSpPr txBox="1">
              <a:spLocks noChangeArrowheads="1"/>
            </p:cNvSpPr>
            <p:nvPr/>
          </p:nvSpPr>
          <p:spPr bwMode="auto">
            <a:xfrm>
              <a:off x="2180" y="3848"/>
              <a:ext cx="1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zh-CN" altLang="en-US" sz="2000">
                  <a:solidFill>
                    <a:srgbClr val="333399"/>
                  </a:solidFill>
                  <a:latin typeface="Arial" pitchFamily="34" charset="0"/>
                </a:rPr>
                <a:t>虚拟专用网 </a:t>
              </a:r>
              <a:r>
                <a:rPr kumimoji="1" lang="en-US" altLang="zh-CN" sz="2000">
                  <a:solidFill>
                    <a:srgbClr val="333399"/>
                  </a:solidFill>
                  <a:latin typeface="Arial" pitchFamily="34" charset="0"/>
                </a:rPr>
                <a:t>VPN</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62669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35" presetClass="emph" presetSubtype="0" repeatCount="3000" fill="hold" nodeType="afterEffect">
                                  <p:stCondLst>
                                    <p:cond delay="500"/>
                                  </p:stCondLst>
                                  <p:childTnLst>
                                    <p:anim calcmode="discrete" valueType="str">
                                      <p:cBhvr>
                                        <p:cTn id="9" dur="1000" fill="hold"/>
                                        <p:tgtEl>
                                          <p:spTgt spid="62675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7000"/>
                            </p:stCondLst>
                            <p:childTnLst>
                              <p:par>
                                <p:cTn id="11" presetID="35" presetClass="emph" presetSubtype="0" repeatCount="3000" fill="hold" nodeType="afterEffect">
                                  <p:stCondLst>
                                    <p:cond delay="500"/>
                                  </p:stCondLst>
                                  <p:childTnLst>
                                    <p:anim calcmode="discrete" valueType="str">
                                      <p:cBhvr>
                                        <p:cTn id="12" dur="1000" fill="hold"/>
                                        <p:tgtEl>
                                          <p:spTgt spid="6267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2"/>
          <p:cNvSpPr>
            <a:spLocks noGrp="1" noChangeArrowheads="1"/>
          </p:cNvSpPr>
          <p:nvPr>
            <p:ph type="title"/>
          </p:nvPr>
        </p:nvSpPr>
        <p:spPr>
          <a:xfrm>
            <a:off x="971550" y="860425"/>
            <a:ext cx="7793038" cy="768350"/>
          </a:xfrm>
        </p:spPr>
        <p:txBody>
          <a:bodyPr/>
          <a:lstStyle/>
          <a:p>
            <a:pPr algn="ctr" eaLnBrk="1" hangingPunct="1"/>
            <a:r>
              <a:rPr lang="zh-CN" altLang="en-US" sz="3600" smtClean="0"/>
              <a:t>内联网 </a:t>
            </a:r>
            <a:r>
              <a:rPr lang="en-US" altLang="zh-CN" sz="3600" smtClean="0"/>
              <a:t>intranet </a:t>
            </a:r>
            <a:r>
              <a:rPr lang="zh-CN" altLang="en-US" sz="3600" smtClean="0"/>
              <a:t>和外联网 </a:t>
            </a:r>
            <a:r>
              <a:rPr lang="en-US" altLang="zh-CN" sz="3600" smtClean="0"/>
              <a:t>extranet</a:t>
            </a:r>
            <a:br>
              <a:rPr lang="en-US" altLang="zh-CN" sz="3600" smtClean="0"/>
            </a:br>
            <a:r>
              <a:rPr lang="zh-CN" altLang="en-US" sz="3200" smtClean="0"/>
              <a:t>（都是基于 </a:t>
            </a:r>
            <a:r>
              <a:rPr lang="en-US" altLang="zh-CN" sz="3200" smtClean="0"/>
              <a:t>TCP/IP </a:t>
            </a:r>
            <a:r>
              <a:rPr lang="zh-CN" altLang="en-US" sz="3200" smtClean="0"/>
              <a:t>协议）</a:t>
            </a:r>
            <a:r>
              <a:rPr lang="zh-CN" altLang="en-US" sz="4000" smtClean="0"/>
              <a:t> </a:t>
            </a:r>
            <a:r>
              <a:rPr lang="zh-CN" altLang="en-US" sz="3600" smtClean="0"/>
              <a:t> </a:t>
            </a:r>
          </a:p>
        </p:txBody>
      </p:sp>
      <p:sp>
        <p:nvSpPr>
          <p:cNvPr id="224259" name="Rectangle 3"/>
          <p:cNvSpPr>
            <a:spLocks noGrp="1" noChangeArrowheads="1"/>
          </p:cNvSpPr>
          <p:nvPr>
            <p:ph type="body" idx="1"/>
          </p:nvPr>
        </p:nvSpPr>
        <p:spPr>
          <a:xfrm>
            <a:off x="1042988" y="1989138"/>
            <a:ext cx="7772400" cy="2592387"/>
          </a:xfrm>
        </p:spPr>
        <p:txBody>
          <a:bodyPr/>
          <a:lstStyle/>
          <a:p>
            <a:pPr eaLnBrk="1" hangingPunct="1"/>
            <a:r>
              <a:rPr lang="zh-CN" altLang="en-US" sz="2800" smtClean="0"/>
              <a:t>由部门 </a:t>
            </a:r>
            <a:r>
              <a:rPr lang="en-US" altLang="zh-CN" sz="2800" smtClean="0"/>
              <a:t>A </a:t>
            </a:r>
            <a:r>
              <a:rPr lang="zh-CN" altLang="en-US" sz="2800" smtClean="0"/>
              <a:t>和 </a:t>
            </a:r>
            <a:r>
              <a:rPr lang="en-US" altLang="zh-CN" sz="2800" smtClean="0"/>
              <a:t>B </a:t>
            </a:r>
            <a:r>
              <a:rPr lang="zh-CN" altLang="en-US" sz="2800" smtClean="0"/>
              <a:t>的内部网络所构成的虚拟专用网 </a:t>
            </a:r>
            <a:r>
              <a:rPr lang="en-US" altLang="zh-CN" sz="2800" smtClean="0"/>
              <a:t>VPN </a:t>
            </a:r>
            <a:r>
              <a:rPr lang="zh-CN" altLang="en-US" sz="2800" smtClean="0"/>
              <a:t>又称为</a:t>
            </a:r>
            <a:r>
              <a:rPr lang="zh-CN" altLang="en-US" sz="2800" smtClean="0">
                <a:solidFill>
                  <a:srgbClr val="FF0000"/>
                </a:solidFill>
              </a:rPr>
              <a:t>内联网</a:t>
            </a:r>
            <a:r>
              <a:rPr lang="en-US" altLang="zh-CN" sz="2800" smtClean="0"/>
              <a:t>(intranet)</a:t>
            </a:r>
            <a:r>
              <a:rPr lang="zh-CN" altLang="en-US" sz="2800" smtClean="0"/>
              <a:t>，表示部门 </a:t>
            </a:r>
            <a:r>
              <a:rPr lang="en-US" altLang="zh-CN" sz="2800" smtClean="0"/>
              <a:t>A </a:t>
            </a:r>
            <a:r>
              <a:rPr lang="zh-CN" altLang="en-US" sz="2800" smtClean="0"/>
              <a:t>和 </a:t>
            </a:r>
            <a:r>
              <a:rPr lang="en-US" altLang="zh-CN" sz="2800" smtClean="0"/>
              <a:t>B </a:t>
            </a:r>
            <a:r>
              <a:rPr lang="zh-CN" altLang="en-US" sz="2800" smtClean="0"/>
              <a:t>都是在</a:t>
            </a:r>
            <a:r>
              <a:rPr lang="zh-CN" altLang="en-US" sz="2800" smtClean="0">
                <a:solidFill>
                  <a:schemeClr val="hlink"/>
                </a:solidFill>
              </a:rPr>
              <a:t>同一个</a:t>
            </a:r>
            <a:r>
              <a:rPr lang="zh-CN" altLang="en-US" sz="2800" smtClean="0"/>
              <a:t>机构的内部。</a:t>
            </a:r>
            <a:r>
              <a:rPr lang="en-US" altLang="zh-CN" sz="2800" smtClean="0"/>
              <a:t>Intranet vpn</a:t>
            </a:r>
            <a:endParaRPr lang="zh-CN" altLang="en-US" sz="2800" smtClean="0"/>
          </a:p>
          <a:p>
            <a:pPr eaLnBrk="1" hangingPunct="1"/>
            <a:r>
              <a:rPr lang="zh-CN" altLang="en-US" sz="2800" smtClean="0"/>
              <a:t>一个机构和某些</a:t>
            </a:r>
            <a:r>
              <a:rPr lang="zh-CN" altLang="en-US" sz="2800" smtClean="0">
                <a:solidFill>
                  <a:schemeClr val="hlink"/>
                </a:solidFill>
              </a:rPr>
              <a:t>外部机构</a:t>
            </a:r>
            <a:r>
              <a:rPr lang="zh-CN" altLang="en-US" sz="2800" smtClean="0"/>
              <a:t>共同建立的虚拟专用网 </a:t>
            </a:r>
            <a:r>
              <a:rPr lang="en-US" altLang="zh-CN" sz="2800" smtClean="0"/>
              <a:t>VPN </a:t>
            </a:r>
            <a:r>
              <a:rPr lang="zh-CN" altLang="en-US" sz="2800" smtClean="0"/>
              <a:t>为</a:t>
            </a:r>
            <a:r>
              <a:rPr lang="zh-CN" altLang="en-US" sz="2800" smtClean="0">
                <a:solidFill>
                  <a:schemeClr val="hlink"/>
                </a:solidFill>
              </a:rPr>
              <a:t>外联网</a:t>
            </a:r>
            <a:r>
              <a:rPr lang="en-US" altLang="zh-CN" sz="2800" smtClean="0"/>
              <a:t>(extranet)</a:t>
            </a:r>
            <a:r>
              <a:rPr lang="zh-CN" altLang="en-US" sz="2800" smtClean="0"/>
              <a:t>。</a:t>
            </a:r>
            <a:r>
              <a:rPr lang="zh-CN" altLang="en-US" smtClean="0"/>
              <a:t> </a:t>
            </a:r>
            <a:r>
              <a:rPr lang="zh-CN" altLang="en-US" sz="2800" smtClean="0"/>
              <a:t> </a:t>
            </a:r>
            <a:r>
              <a:rPr lang="en-US" altLang="zh-CN" sz="2800" smtClean="0"/>
              <a:t>Extranet vpn</a:t>
            </a:r>
            <a:endParaRPr lang="zh-CN" altLang="en-US" sz="2800" smtClean="0"/>
          </a:p>
        </p:txBody>
      </p:sp>
      <p:grpSp>
        <p:nvGrpSpPr>
          <p:cNvPr id="224260" name="Group 4"/>
          <p:cNvGrpSpPr>
            <a:grpSpLocks/>
          </p:cNvGrpSpPr>
          <p:nvPr/>
        </p:nvGrpSpPr>
        <p:grpSpPr bwMode="auto">
          <a:xfrm>
            <a:off x="100013" y="4559300"/>
            <a:ext cx="8739187" cy="2057400"/>
            <a:chOff x="63" y="2872"/>
            <a:chExt cx="5505" cy="1296"/>
          </a:xfrm>
        </p:grpSpPr>
        <p:sp>
          <p:nvSpPr>
            <p:cNvPr id="224261" name="AutoShape 5"/>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4262" name="Line 6"/>
            <p:cNvSpPr>
              <a:spLocks noChangeShapeType="1"/>
            </p:cNvSpPr>
            <p:nvPr/>
          </p:nvSpPr>
          <p:spPr bwMode="auto">
            <a:xfrm>
              <a:off x="1764" y="3400"/>
              <a:ext cx="2076" cy="0"/>
            </a:xfrm>
            <a:prstGeom prst="line">
              <a:avLst/>
            </a:prstGeom>
            <a:noFill/>
            <a:ln w="381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3" name="Line 7"/>
            <p:cNvSpPr>
              <a:spLocks noChangeShapeType="1"/>
            </p:cNvSpPr>
            <p:nvPr/>
          </p:nvSpPr>
          <p:spPr bwMode="auto">
            <a:xfrm flipV="1">
              <a:off x="816" y="3832"/>
              <a:ext cx="24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4" name="Line 8"/>
            <p:cNvSpPr>
              <a:spLocks noChangeShapeType="1"/>
            </p:cNvSpPr>
            <p:nvPr/>
          </p:nvSpPr>
          <p:spPr bwMode="auto">
            <a:xfrm>
              <a:off x="624" y="3160"/>
              <a:ext cx="24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5" name="Line 9"/>
            <p:cNvSpPr>
              <a:spLocks noChangeShapeType="1"/>
            </p:cNvSpPr>
            <p:nvPr/>
          </p:nvSpPr>
          <p:spPr bwMode="auto">
            <a:xfrm flipV="1">
              <a:off x="432" y="3551"/>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24266" name="Group 10"/>
            <p:cNvGrpSpPr>
              <a:grpSpLocks/>
            </p:cNvGrpSpPr>
            <p:nvPr/>
          </p:nvGrpSpPr>
          <p:grpSpPr bwMode="auto">
            <a:xfrm>
              <a:off x="657" y="3091"/>
              <a:ext cx="952" cy="772"/>
              <a:chOff x="385" y="2795"/>
              <a:chExt cx="1769" cy="816"/>
            </a:xfrm>
          </p:grpSpPr>
          <p:sp>
            <p:nvSpPr>
              <p:cNvPr id="224309" name="Oval 1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0" name="Oval 1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1" name="Oval 1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2" name="Oval 1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3" name="Oval 1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4" name="Oval 1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5" name="Oval 1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6" name="Oval 1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7" name="Oval 1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8" name="Oval 2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19" name="Oval 2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20" name="Oval 2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21" name="Oval 2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22" name="Oval 2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23" name="Oval 2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24" name="Oval 2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25" name="Freeform 27"/>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sp>
          <p:nvSpPr>
            <p:cNvPr id="224267" name="Line 28"/>
            <p:cNvSpPr>
              <a:spLocks noChangeShapeType="1"/>
            </p:cNvSpPr>
            <p:nvPr/>
          </p:nvSpPr>
          <p:spPr bwMode="auto">
            <a:xfrm flipH="1">
              <a:off x="4800" y="3112"/>
              <a:ext cx="24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8" name="Line 29"/>
            <p:cNvSpPr>
              <a:spLocks noChangeShapeType="1"/>
            </p:cNvSpPr>
            <p:nvPr/>
          </p:nvSpPr>
          <p:spPr bwMode="auto">
            <a:xfrm flipH="1" flipV="1">
              <a:off x="4656" y="3736"/>
              <a:ext cx="336"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69" name="Line 30"/>
            <p:cNvSpPr>
              <a:spLocks noChangeShapeType="1"/>
            </p:cNvSpPr>
            <p:nvPr/>
          </p:nvSpPr>
          <p:spPr bwMode="auto">
            <a:xfrm flipH="1" flipV="1">
              <a:off x="4800" y="3496"/>
              <a:ext cx="3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224270" name="Group 31"/>
            <p:cNvGrpSpPr>
              <a:grpSpLocks/>
            </p:cNvGrpSpPr>
            <p:nvPr/>
          </p:nvGrpSpPr>
          <p:grpSpPr bwMode="auto">
            <a:xfrm>
              <a:off x="3969" y="3046"/>
              <a:ext cx="952" cy="772"/>
              <a:chOff x="385" y="2795"/>
              <a:chExt cx="1769" cy="816"/>
            </a:xfrm>
          </p:grpSpPr>
          <p:sp>
            <p:nvSpPr>
              <p:cNvPr id="224292" name="Oval 32"/>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293" name="Oval 33"/>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294" name="Oval 34"/>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295" name="Oval 35"/>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296" name="Oval 36"/>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297" name="Oval 37"/>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298" name="Oval 38"/>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299" name="Oval 39"/>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0" name="Oval 40"/>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1" name="Oval 41"/>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2" name="Oval 42"/>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3" name="Oval 43"/>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4" name="Oval 44"/>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5" name="Oval 45"/>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6" name="Oval 46"/>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7" name="Oval 47"/>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a:p>
            </p:txBody>
          </p:sp>
          <p:sp>
            <p:nvSpPr>
              <p:cNvPr id="224308" name="Freeform 48"/>
              <p:cNvSpPr>
                <a:spLocks/>
              </p:cNvSpPr>
              <p:nvPr/>
            </p:nvSpPr>
            <p:spPr bwMode="auto">
              <a:xfrm>
                <a:off x="567" y="2924"/>
                <a:ext cx="1451" cy="597"/>
              </a:xfrm>
              <a:custGeom>
                <a:avLst/>
                <a:gdLst>
                  <a:gd name="T0" fmla="*/ 0 w 1447"/>
                  <a:gd name="T1" fmla="*/ 21 h 1128"/>
                  <a:gd name="T2" fmla="*/ 80 w 1447"/>
                  <a:gd name="T3" fmla="*/ 16 h 1128"/>
                  <a:gd name="T4" fmla="*/ 56 w 1447"/>
                  <a:gd name="T5" fmla="*/ 16 h 1128"/>
                  <a:gd name="T6" fmla="*/ 24 w 1447"/>
                  <a:gd name="T7" fmla="*/ 16 h 1128"/>
                  <a:gd name="T8" fmla="*/ 40 w 1447"/>
                  <a:gd name="T9" fmla="*/ 16 h 1128"/>
                  <a:gd name="T10" fmla="*/ 64 w 1447"/>
                  <a:gd name="T11" fmla="*/ 15 h 1128"/>
                  <a:gd name="T12" fmla="*/ 96 w 1447"/>
                  <a:gd name="T13" fmla="*/ 13 h 1128"/>
                  <a:gd name="T14" fmla="*/ 104 w 1447"/>
                  <a:gd name="T15" fmla="*/ 12 h 1128"/>
                  <a:gd name="T16" fmla="*/ 152 w 1447"/>
                  <a:gd name="T17" fmla="*/ 8 h 1128"/>
                  <a:gd name="T18" fmla="*/ 168 w 1447"/>
                  <a:gd name="T19" fmla="*/ 7 h 1128"/>
                  <a:gd name="T20" fmla="*/ 205 w 1447"/>
                  <a:gd name="T21" fmla="*/ 7 h 1128"/>
                  <a:gd name="T22" fmla="*/ 293 w 1447"/>
                  <a:gd name="T23" fmla="*/ 4 h 1128"/>
                  <a:gd name="T24" fmla="*/ 333 w 1447"/>
                  <a:gd name="T25" fmla="*/ 3 h 1128"/>
                  <a:gd name="T26" fmla="*/ 357 w 1447"/>
                  <a:gd name="T27" fmla="*/ 2 h 1128"/>
                  <a:gd name="T28" fmla="*/ 429 w 1447"/>
                  <a:gd name="T29" fmla="*/ 2 h 1128"/>
                  <a:gd name="T30" fmla="*/ 509 w 1447"/>
                  <a:gd name="T31" fmla="*/ 0 h 1128"/>
                  <a:gd name="T32" fmla="*/ 818 w 1447"/>
                  <a:gd name="T33" fmla="*/ 2 h 1128"/>
                  <a:gd name="T34" fmla="*/ 1071 w 1447"/>
                  <a:gd name="T35" fmla="*/ 7 h 1128"/>
                  <a:gd name="T36" fmla="*/ 1095 w 1447"/>
                  <a:gd name="T37" fmla="*/ 8 h 1128"/>
                  <a:gd name="T38" fmla="*/ 1119 w 1447"/>
                  <a:gd name="T39" fmla="*/ 9 h 1128"/>
                  <a:gd name="T40" fmla="*/ 1239 w 1447"/>
                  <a:gd name="T41" fmla="*/ 13 h 1128"/>
                  <a:gd name="T42" fmla="*/ 1316 w 1447"/>
                  <a:gd name="T43" fmla="*/ 15 h 1128"/>
                  <a:gd name="T44" fmla="*/ 1364 w 1447"/>
                  <a:gd name="T45" fmla="*/ 18 h 1128"/>
                  <a:gd name="T46" fmla="*/ 1380 w 1447"/>
                  <a:gd name="T47" fmla="*/ 21 h 1128"/>
                  <a:gd name="T48" fmla="*/ 1412 w 1447"/>
                  <a:gd name="T49" fmla="*/ 22 h 1128"/>
                  <a:gd name="T50" fmla="*/ 1436 w 1447"/>
                  <a:gd name="T51" fmla="*/ 25 h 1128"/>
                  <a:gd name="T52" fmla="*/ 1452 w 1447"/>
                  <a:gd name="T53" fmla="*/ 27 h 1128"/>
                  <a:gd name="T54" fmla="*/ 1452 w 1447"/>
                  <a:gd name="T55" fmla="*/ 35 h 1128"/>
                  <a:gd name="T56" fmla="*/ 1436 w 1447"/>
                  <a:gd name="T57" fmla="*/ 38 h 1128"/>
                  <a:gd name="T58" fmla="*/ 1388 w 1447"/>
                  <a:gd name="T59" fmla="*/ 39 h 1128"/>
                  <a:gd name="T60" fmla="*/ 1372 w 1447"/>
                  <a:gd name="T61" fmla="*/ 39 h 1128"/>
                  <a:gd name="T62" fmla="*/ 1324 w 1447"/>
                  <a:gd name="T63" fmla="*/ 41 h 1128"/>
                  <a:gd name="T64" fmla="*/ 1231 w 1447"/>
                  <a:gd name="T65" fmla="*/ 43 h 1128"/>
                  <a:gd name="T66" fmla="*/ 1183 w 1447"/>
                  <a:gd name="T67" fmla="*/ 44 h 1128"/>
                  <a:gd name="T68" fmla="*/ 1127 w 1447"/>
                  <a:gd name="T69" fmla="*/ 47 h 1128"/>
                  <a:gd name="T70" fmla="*/ 445 w 1447"/>
                  <a:gd name="T71" fmla="*/ 46 h 1128"/>
                  <a:gd name="T72" fmla="*/ 365 w 1447"/>
                  <a:gd name="T73" fmla="*/ 44 h 1128"/>
                  <a:gd name="T74" fmla="*/ 309 w 1447"/>
                  <a:gd name="T75" fmla="*/ 41 h 1128"/>
                  <a:gd name="T76" fmla="*/ 245 w 1447"/>
                  <a:gd name="T77" fmla="*/ 37 h 1128"/>
                  <a:gd name="T78" fmla="*/ 205 w 1447"/>
                  <a:gd name="T79" fmla="*/ 33 h 1128"/>
                  <a:gd name="T80" fmla="*/ 120 w 1447"/>
                  <a:gd name="T81" fmla="*/ 29 h 1128"/>
                  <a:gd name="T82" fmla="*/ 56 w 1447"/>
                  <a:gd name="T83" fmla="*/ 26 h 1128"/>
                  <a:gd name="T84" fmla="*/ 16 w 1447"/>
                  <a:gd name="T85" fmla="*/ 22 h 1128"/>
                  <a:gd name="T86" fmla="*/ 8 w 1447"/>
                  <a:gd name="T87" fmla="*/ 21 h 1128"/>
                  <a:gd name="T88" fmla="*/ 0 w 1447"/>
                  <a:gd name="T89" fmla="*/ 21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a:p>
            </p:txBody>
          </p:sp>
        </p:grpSp>
        <p:pic>
          <p:nvPicPr>
            <p:cNvPr id="224271"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4272"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24273" name="Picture 5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74" name="Text Box 52"/>
            <p:cNvSpPr txBox="1">
              <a:spLocks noChangeArrowheads="1"/>
            </p:cNvSpPr>
            <p:nvPr/>
          </p:nvSpPr>
          <p:spPr bwMode="auto">
            <a:xfrm>
              <a:off x="864" y="3368"/>
              <a:ext cx="587"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部门 </a:t>
              </a:r>
              <a:r>
                <a:rPr kumimoji="1" lang="en-US" altLang="zh-CN" sz="2000">
                  <a:solidFill>
                    <a:srgbClr val="333399"/>
                  </a:solidFill>
                  <a:latin typeface="Arial" pitchFamily="34" charset="0"/>
                </a:rPr>
                <a:t>A</a:t>
              </a:r>
            </a:p>
          </p:txBody>
        </p:sp>
        <p:pic>
          <p:nvPicPr>
            <p:cNvPr id="224275" name="Picture 5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76" name="Text Box 54"/>
            <p:cNvSpPr txBox="1">
              <a:spLocks noChangeArrowheads="1"/>
            </p:cNvSpPr>
            <p:nvPr/>
          </p:nvSpPr>
          <p:spPr bwMode="auto">
            <a:xfrm>
              <a:off x="4224" y="3272"/>
              <a:ext cx="587"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zh-CN" altLang="en-US" sz="2000">
                  <a:solidFill>
                    <a:srgbClr val="333399"/>
                  </a:solidFill>
                  <a:latin typeface="Arial" pitchFamily="34" charset="0"/>
                </a:rPr>
                <a:t>部门 </a:t>
              </a:r>
              <a:r>
                <a:rPr kumimoji="1" lang="en-US" altLang="zh-CN" sz="2000">
                  <a:solidFill>
                    <a:srgbClr val="333399"/>
                  </a:solidFill>
                  <a:latin typeface="Arial" pitchFamily="34" charset="0"/>
                </a:rPr>
                <a:t>B</a:t>
              </a:r>
            </a:p>
          </p:txBody>
        </p:sp>
        <p:sp>
          <p:nvSpPr>
            <p:cNvPr id="224277" name="Text Box 55"/>
            <p:cNvSpPr txBox="1">
              <a:spLocks noChangeArrowheads="1"/>
            </p:cNvSpPr>
            <p:nvPr/>
          </p:nvSpPr>
          <p:spPr bwMode="auto">
            <a:xfrm>
              <a:off x="309" y="3176"/>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X</a:t>
              </a:r>
            </a:p>
          </p:txBody>
        </p:sp>
        <p:sp>
          <p:nvSpPr>
            <p:cNvPr id="224278" name="Text Box 56"/>
            <p:cNvSpPr txBox="1">
              <a:spLocks noChangeArrowheads="1"/>
            </p:cNvSpPr>
            <p:nvPr/>
          </p:nvSpPr>
          <p:spPr bwMode="auto">
            <a:xfrm>
              <a:off x="5072" y="3128"/>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eaLnBrk="1" hangingPunct="1"/>
              <a:r>
                <a:rPr kumimoji="1" lang="en-US" altLang="zh-CN" sz="2000">
                  <a:solidFill>
                    <a:srgbClr val="333399"/>
                  </a:solidFill>
                  <a:latin typeface="Arial" pitchFamily="34" charset="0"/>
                </a:rPr>
                <a:t>Y</a:t>
              </a:r>
            </a:p>
          </p:txBody>
        </p:sp>
        <p:sp>
          <p:nvSpPr>
            <p:cNvPr id="224279" name="Text Box 57"/>
            <p:cNvSpPr txBox="1">
              <a:spLocks noChangeArrowheads="1"/>
            </p:cNvSpPr>
            <p:nvPr/>
          </p:nvSpPr>
          <p:spPr bwMode="auto">
            <a:xfrm>
              <a:off x="1514" y="3132"/>
              <a:ext cx="29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1</a:t>
              </a:r>
              <a:endParaRPr kumimoji="1" lang="en-US" altLang="zh-CN" sz="2000">
                <a:solidFill>
                  <a:srgbClr val="333399"/>
                </a:solidFill>
                <a:latin typeface="Arial" pitchFamily="34" charset="0"/>
              </a:endParaRPr>
            </a:p>
          </p:txBody>
        </p:sp>
        <p:sp>
          <p:nvSpPr>
            <p:cNvPr id="224280" name="Text Box 58"/>
            <p:cNvSpPr txBox="1">
              <a:spLocks noChangeArrowheads="1"/>
            </p:cNvSpPr>
            <p:nvPr/>
          </p:nvSpPr>
          <p:spPr bwMode="auto">
            <a:xfrm>
              <a:off x="3806" y="3084"/>
              <a:ext cx="29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R</a:t>
              </a:r>
              <a:r>
                <a:rPr kumimoji="1" lang="en-US" altLang="zh-CN" sz="2000" baseline="-25000">
                  <a:solidFill>
                    <a:srgbClr val="333399"/>
                  </a:solidFill>
                  <a:latin typeface="Arial" pitchFamily="34" charset="0"/>
                </a:rPr>
                <a:t>2</a:t>
              </a:r>
              <a:endParaRPr kumimoji="1" lang="en-US" altLang="zh-CN" sz="2000">
                <a:solidFill>
                  <a:srgbClr val="333399"/>
                </a:solidFill>
                <a:latin typeface="Arial" pitchFamily="34" charset="0"/>
              </a:endParaRPr>
            </a:p>
          </p:txBody>
        </p:sp>
        <p:sp>
          <p:nvSpPr>
            <p:cNvPr id="224281" name="Text Box 59"/>
            <p:cNvSpPr txBox="1">
              <a:spLocks noChangeArrowheads="1"/>
            </p:cNvSpPr>
            <p:nvPr/>
          </p:nvSpPr>
          <p:spPr bwMode="auto">
            <a:xfrm>
              <a:off x="1383" y="2888"/>
              <a:ext cx="78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125.1.2.3</a:t>
              </a:r>
            </a:p>
          </p:txBody>
        </p:sp>
        <p:sp>
          <p:nvSpPr>
            <p:cNvPr id="224282" name="Line 60"/>
            <p:cNvSpPr>
              <a:spLocks noChangeShapeType="1"/>
            </p:cNvSpPr>
            <p:nvPr/>
          </p:nvSpPr>
          <p:spPr bwMode="auto">
            <a:xfrm>
              <a:off x="1812" y="3112"/>
              <a:ext cx="48" cy="288"/>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83" name="Text Box 61"/>
            <p:cNvSpPr txBox="1">
              <a:spLocks noChangeArrowheads="1"/>
            </p:cNvSpPr>
            <p:nvPr/>
          </p:nvSpPr>
          <p:spPr bwMode="auto">
            <a:xfrm>
              <a:off x="3159" y="2892"/>
              <a:ext cx="78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eaLnBrk="1" hangingPunct="1">
                <a:lnSpc>
                  <a:spcPct val="90000"/>
                </a:lnSpc>
              </a:pPr>
              <a:r>
                <a:rPr kumimoji="1" lang="en-US" altLang="zh-CN" sz="2000">
                  <a:solidFill>
                    <a:srgbClr val="333399"/>
                  </a:solidFill>
                  <a:latin typeface="Arial" pitchFamily="34" charset="0"/>
                </a:rPr>
                <a:t>194.4.5.6</a:t>
              </a:r>
            </a:p>
          </p:txBody>
        </p:sp>
        <p:sp>
          <p:nvSpPr>
            <p:cNvPr id="224284" name="Line 62"/>
            <p:cNvSpPr>
              <a:spLocks noChangeShapeType="1"/>
            </p:cNvSpPr>
            <p:nvPr/>
          </p:nvSpPr>
          <p:spPr bwMode="auto">
            <a:xfrm>
              <a:off x="3588" y="3112"/>
              <a:ext cx="48" cy="288"/>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24285" name="Text Box 63"/>
            <p:cNvSpPr txBox="1">
              <a:spLocks noChangeArrowheads="1"/>
            </p:cNvSpPr>
            <p:nvPr/>
          </p:nvSpPr>
          <p:spPr bwMode="auto">
            <a:xfrm>
              <a:off x="63" y="3615"/>
              <a:ext cx="69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10.1.0.1</a:t>
              </a:r>
            </a:p>
          </p:txBody>
        </p:sp>
        <p:sp>
          <p:nvSpPr>
            <p:cNvPr id="224286" name="Text Box 64"/>
            <p:cNvSpPr txBox="1">
              <a:spLocks noChangeArrowheads="1"/>
            </p:cNvSpPr>
            <p:nvPr/>
          </p:nvSpPr>
          <p:spPr bwMode="auto">
            <a:xfrm>
              <a:off x="4863" y="3512"/>
              <a:ext cx="69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en-US" altLang="zh-CN" sz="2000">
                  <a:solidFill>
                    <a:srgbClr val="333399"/>
                  </a:solidFill>
                  <a:latin typeface="Arial" pitchFamily="34" charset="0"/>
                </a:rPr>
                <a:t>10.2.0.3</a:t>
              </a:r>
            </a:p>
          </p:txBody>
        </p:sp>
        <p:pic>
          <p:nvPicPr>
            <p:cNvPr id="224287"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4288" name="Picture 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4289" name="Picture 6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4290"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91" name="Text Box 69"/>
            <p:cNvSpPr txBox="1">
              <a:spLocks noChangeArrowheads="1"/>
            </p:cNvSpPr>
            <p:nvPr/>
          </p:nvSpPr>
          <p:spPr bwMode="auto">
            <a:xfrm>
              <a:off x="2180" y="3848"/>
              <a:ext cx="1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2800">
                  <a:solidFill>
                    <a:schemeClr val="tx1"/>
                  </a:solidFill>
                  <a:latin typeface="Tahoma" pitchFamily="34" charset="0"/>
                  <a:ea typeface="黑体" pitchFamily="49" charset="-122"/>
                </a:defRPr>
              </a:lvl1pPr>
              <a:lvl2pPr marL="742950" indent="-285750" eaLnBrk="0" hangingPunct="0">
                <a:defRPr sz="2800">
                  <a:solidFill>
                    <a:schemeClr val="tx1"/>
                  </a:solidFill>
                  <a:latin typeface="Tahoma" pitchFamily="34" charset="0"/>
                  <a:ea typeface="黑体" pitchFamily="49" charset="-122"/>
                </a:defRPr>
              </a:lvl2pPr>
              <a:lvl3pPr marL="1143000" indent="-228600" eaLnBrk="0" hangingPunct="0">
                <a:defRPr sz="2800">
                  <a:solidFill>
                    <a:schemeClr val="tx1"/>
                  </a:solidFill>
                  <a:latin typeface="Tahoma" pitchFamily="34" charset="0"/>
                  <a:ea typeface="黑体" pitchFamily="49" charset="-122"/>
                </a:defRPr>
              </a:lvl3pPr>
              <a:lvl4pPr marL="1600200" indent="-228600" eaLnBrk="0" hangingPunct="0">
                <a:defRPr sz="2800">
                  <a:solidFill>
                    <a:schemeClr val="tx1"/>
                  </a:solidFill>
                  <a:latin typeface="Tahoma" pitchFamily="34" charset="0"/>
                  <a:ea typeface="黑体" pitchFamily="49" charset="-122"/>
                </a:defRPr>
              </a:lvl4pPr>
              <a:lvl5pPr marL="2057400" indent="-228600" eaLnBrk="0" hangingPunct="0">
                <a:defRPr sz="2800">
                  <a:solidFill>
                    <a:schemeClr val="tx1"/>
                  </a:solidFill>
                  <a:latin typeface="Tahoma" pitchFamily="34" charset="0"/>
                  <a:ea typeface="黑体" pitchFamily="49" charset="-122"/>
                </a:defRPr>
              </a:lvl5pPr>
              <a:lvl6pPr marL="2514600" indent="-228600" eaLnBrk="0" fontAlgn="base" hangingPunct="0">
                <a:spcBef>
                  <a:spcPct val="0"/>
                </a:spcBef>
                <a:spcAft>
                  <a:spcPct val="0"/>
                </a:spcAft>
                <a:defRPr sz="2800">
                  <a:solidFill>
                    <a:schemeClr val="tx1"/>
                  </a:solidFill>
                  <a:latin typeface="Tahoma" pitchFamily="34" charset="0"/>
                  <a:ea typeface="黑体" pitchFamily="49" charset="-122"/>
                </a:defRPr>
              </a:lvl6pPr>
              <a:lvl7pPr marL="2971800" indent="-228600" eaLnBrk="0" fontAlgn="base" hangingPunct="0">
                <a:spcBef>
                  <a:spcPct val="0"/>
                </a:spcBef>
                <a:spcAft>
                  <a:spcPct val="0"/>
                </a:spcAft>
                <a:defRPr sz="2800">
                  <a:solidFill>
                    <a:schemeClr val="tx1"/>
                  </a:solidFill>
                  <a:latin typeface="Tahoma" pitchFamily="34" charset="0"/>
                  <a:ea typeface="黑体" pitchFamily="49" charset="-122"/>
                </a:defRPr>
              </a:lvl7pPr>
              <a:lvl8pPr marL="3429000" indent="-228600" eaLnBrk="0" fontAlgn="base" hangingPunct="0">
                <a:spcBef>
                  <a:spcPct val="0"/>
                </a:spcBef>
                <a:spcAft>
                  <a:spcPct val="0"/>
                </a:spcAft>
                <a:defRPr sz="2800">
                  <a:solidFill>
                    <a:schemeClr val="tx1"/>
                  </a:solidFill>
                  <a:latin typeface="Tahoma" pitchFamily="34" charset="0"/>
                  <a:ea typeface="黑体" pitchFamily="49" charset="-122"/>
                </a:defRPr>
              </a:lvl8pPr>
              <a:lvl9pPr marL="3886200" indent="-228600" eaLnBrk="0" fontAlgn="base" hangingPunct="0">
                <a:spcBef>
                  <a:spcPct val="0"/>
                </a:spcBef>
                <a:spcAft>
                  <a:spcPct val="0"/>
                </a:spcAft>
                <a:defRPr sz="2800">
                  <a:solidFill>
                    <a:schemeClr val="tx1"/>
                  </a:solidFill>
                  <a:latin typeface="Tahoma" pitchFamily="34" charset="0"/>
                  <a:ea typeface="黑体" pitchFamily="49" charset="-122"/>
                </a:defRPr>
              </a:lvl9pPr>
            </a:lstStyle>
            <a:p>
              <a:pPr algn="ctr"/>
              <a:r>
                <a:rPr kumimoji="1" lang="zh-CN" altLang="en-US" sz="2000">
                  <a:solidFill>
                    <a:srgbClr val="333399"/>
                  </a:solidFill>
                  <a:latin typeface="Arial" pitchFamily="34" charset="0"/>
                </a:rPr>
                <a:t>虚拟专用网 </a:t>
              </a:r>
              <a:r>
                <a:rPr kumimoji="1" lang="en-US" altLang="zh-CN" sz="2000">
                  <a:solidFill>
                    <a:srgbClr val="333399"/>
                  </a:solidFill>
                  <a:latin typeface="Arial" pitchFamily="34" charset="0"/>
                </a:rPr>
                <a:t>VPN</a:t>
              </a:r>
            </a:p>
          </p:txBody>
        </p:sp>
      </p:grpSp>
    </p:spTree>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ChangeArrowheads="1"/>
          </p:cNvSpPr>
          <p:nvPr>
            <p:ph type="title"/>
          </p:nvPr>
        </p:nvSpPr>
        <p:spPr>
          <a:xfrm>
            <a:off x="1150938" y="214313"/>
            <a:ext cx="7381875" cy="1462087"/>
          </a:xfrm>
        </p:spPr>
        <p:txBody>
          <a:bodyPr/>
          <a:lstStyle/>
          <a:p>
            <a:pPr algn="ctr" eaLnBrk="1" hangingPunct="1"/>
            <a:r>
              <a:rPr lang="zh-CN" altLang="en-US" sz="4000" smtClean="0"/>
              <a:t>远程接入</a:t>
            </a:r>
            <a:r>
              <a:rPr lang="en-US" altLang="zh-CN" sz="4000" smtClean="0"/>
              <a:t>VPN</a:t>
            </a:r>
            <a:br>
              <a:rPr lang="en-US" altLang="zh-CN" sz="4000" smtClean="0"/>
            </a:br>
            <a:r>
              <a:rPr lang="en-US" altLang="zh-CN" sz="3600" smtClean="0"/>
              <a:t>(remote </a:t>
            </a:r>
            <a:r>
              <a:rPr lang="en-US" altLang="zh-CN" sz="3600" smtClean="0">
                <a:solidFill>
                  <a:srgbClr val="FF0000"/>
                </a:solidFill>
              </a:rPr>
              <a:t>access VPN</a:t>
            </a:r>
            <a:r>
              <a:rPr lang="en-US" altLang="zh-CN" sz="3600" smtClean="0"/>
              <a:t>)</a:t>
            </a:r>
            <a:r>
              <a:rPr lang="en-US" altLang="zh-CN" sz="4000" smtClean="0"/>
              <a:t> </a:t>
            </a:r>
          </a:p>
        </p:txBody>
      </p:sp>
      <p:sp>
        <p:nvSpPr>
          <p:cNvPr id="225283" name="Rectangle 3"/>
          <p:cNvSpPr>
            <a:spLocks noGrp="1" noChangeArrowheads="1"/>
          </p:cNvSpPr>
          <p:nvPr>
            <p:ph type="body" idx="1"/>
          </p:nvPr>
        </p:nvSpPr>
        <p:spPr/>
        <p:txBody>
          <a:bodyPr/>
          <a:lstStyle/>
          <a:p>
            <a:pPr eaLnBrk="1" hangingPunct="1"/>
            <a:r>
              <a:rPr lang="zh-CN" altLang="en-US" sz="2800" smtClean="0"/>
              <a:t>有的公司可能没有分布在不同场所的部门，但有很多流动员工在外地工作。公司需要和他们保持联系，远程接入 </a:t>
            </a:r>
            <a:r>
              <a:rPr lang="en-US" altLang="zh-CN" sz="2800" smtClean="0"/>
              <a:t>VPN </a:t>
            </a:r>
            <a:r>
              <a:rPr lang="zh-CN" altLang="en-US" sz="2800" smtClean="0"/>
              <a:t>可满足这种需求。</a:t>
            </a:r>
          </a:p>
          <a:p>
            <a:pPr eaLnBrk="1" hangingPunct="1"/>
            <a:r>
              <a:rPr lang="zh-CN" altLang="en-US" sz="2800" smtClean="0"/>
              <a:t>在外地工作的员工拨号接入因特网，而驻留在员工 </a:t>
            </a:r>
            <a:r>
              <a:rPr lang="en-US" altLang="zh-CN" sz="2800" smtClean="0"/>
              <a:t>PC </a:t>
            </a:r>
            <a:r>
              <a:rPr lang="zh-CN" altLang="en-US" sz="2800" smtClean="0"/>
              <a:t>机中的 </a:t>
            </a:r>
            <a:r>
              <a:rPr lang="en-US" altLang="zh-CN" sz="2800" smtClean="0"/>
              <a:t>VPN </a:t>
            </a:r>
            <a:r>
              <a:rPr lang="zh-CN" altLang="en-US" sz="2800" smtClean="0"/>
              <a:t>软件可在员工的 </a:t>
            </a:r>
            <a:r>
              <a:rPr lang="en-US" altLang="zh-CN" sz="2800" smtClean="0"/>
              <a:t>PC </a:t>
            </a:r>
            <a:r>
              <a:rPr lang="zh-CN" altLang="en-US" sz="2800" smtClean="0"/>
              <a:t>机和公司的主机之间建立 </a:t>
            </a:r>
            <a:r>
              <a:rPr lang="en-US" altLang="zh-CN" sz="2800" smtClean="0"/>
              <a:t>VPN </a:t>
            </a:r>
            <a:r>
              <a:rPr lang="zh-CN" altLang="en-US" sz="2800" smtClean="0"/>
              <a:t>隧道，因而外地员工与公司通信的内容是保密的，员工们感到好像就是使用公司内部的本地网络。 </a:t>
            </a: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2"/>
          <p:cNvSpPr>
            <a:spLocks noGrp="1" noChangeArrowheads="1"/>
          </p:cNvSpPr>
          <p:nvPr>
            <p:ph type="title"/>
          </p:nvPr>
        </p:nvSpPr>
        <p:spPr/>
        <p:txBody>
          <a:bodyPr/>
          <a:lstStyle/>
          <a:p>
            <a:pPr algn="ctr" eaLnBrk="1" hangingPunct="1"/>
            <a:r>
              <a:rPr lang="en-US" altLang="zh-CN" smtClean="0"/>
              <a:t>4.7.2   </a:t>
            </a:r>
            <a:r>
              <a:rPr lang="zh-CN" altLang="en-US" smtClean="0"/>
              <a:t>网络地址转换 </a:t>
            </a:r>
            <a:r>
              <a:rPr lang="en-US" altLang="zh-CN" smtClean="0"/>
              <a:t>NAT</a:t>
            </a:r>
            <a:br>
              <a:rPr lang="en-US" altLang="zh-CN" smtClean="0"/>
            </a:br>
            <a:r>
              <a:rPr lang="en-US" altLang="zh-CN" smtClean="0"/>
              <a:t> </a:t>
            </a:r>
            <a:r>
              <a:rPr lang="en-US" altLang="zh-CN" sz="3600" smtClean="0"/>
              <a:t>(Network Address Translation)</a:t>
            </a:r>
          </a:p>
        </p:txBody>
      </p:sp>
      <p:sp>
        <p:nvSpPr>
          <p:cNvPr id="628739" name="Rectangle 3"/>
          <p:cNvSpPr>
            <a:spLocks noGrp="1" noChangeArrowheads="1"/>
          </p:cNvSpPr>
          <p:nvPr>
            <p:ph type="body" idx="1"/>
          </p:nvPr>
        </p:nvSpPr>
        <p:spPr>
          <a:xfrm>
            <a:off x="539750" y="1906588"/>
            <a:ext cx="8275638" cy="4951412"/>
          </a:xfrm>
        </p:spPr>
        <p:txBody>
          <a:bodyPr/>
          <a:lstStyle/>
          <a:p>
            <a:pPr eaLnBrk="1" hangingPunct="1"/>
            <a:r>
              <a:rPr lang="zh-CN" altLang="en-US" sz="2800" smtClean="0"/>
              <a:t>专用网内部计算机和因特网上的主机通信需要</a:t>
            </a:r>
            <a:r>
              <a:rPr lang="en-US" altLang="zh-CN" sz="2800" smtClean="0"/>
              <a:t>NAT</a:t>
            </a:r>
            <a:r>
              <a:rPr lang="zh-CN" altLang="en-US" sz="2800" smtClean="0"/>
              <a:t>路由器。</a:t>
            </a:r>
          </a:p>
          <a:p>
            <a:pPr eaLnBrk="1" hangingPunct="1"/>
            <a:r>
              <a:rPr lang="zh-CN" altLang="en-US" sz="2800" smtClean="0"/>
              <a:t>需要在专用网连接到因特网的路由器上安装 </a:t>
            </a:r>
            <a:r>
              <a:rPr lang="en-US" altLang="zh-CN" sz="2800" smtClean="0"/>
              <a:t>NAT </a:t>
            </a:r>
            <a:r>
              <a:rPr lang="zh-CN" altLang="en-US" sz="2800" smtClean="0"/>
              <a:t>软件。装有 </a:t>
            </a:r>
            <a:r>
              <a:rPr lang="en-US" altLang="zh-CN" sz="2800" smtClean="0"/>
              <a:t>NAT </a:t>
            </a:r>
            <a:r>
              <a:rPr lang="zh-CN" altLang="en-US" sz="2800" smtClean="0"/>
              <a:t>软件的路由器叫做 </a:t>
            </a:r>
            <a:r>
              <a:rPr lang="en-US" altLang="zh-CN" sz="2800" smtClean="0"/>
              <a:t>NAT</a:t>
            </a:r>
            <a:r>
              <a:rPr lang="zh-CN" altLang="en-US" sz="2800" smtClean="0"/>
              <a:t>路由器，它至少有一个有效的外部全球地址 </a:t>
            </a:r>
            <a:r>
              <a:rPr lang="en-US" altLang="zh-CN" sz="2800" smtClean="0"/>
              <a:t>IP</a:t>
            </a:r>
            <a:r>
              <a:rPr lang="zh-CN" altLang="en-US" sz="2800" smtClean="0"/>
              <a:t>。</a:t>
            </a:r>
          </a:p>
          <a:p>
            <a:pPr eaLnBrk="1" hangingPunct="1"/>
            <a:r>
              <a:rPr lang="zh-CN" altLang="en-US" sz="2800" smtClean="0"/>
              <a:t>所有使用本地地址的主机在和外界通信时都要在 </a:t>
            </a:r>
            <a:r>
              <a:rPr lang="en-US" altLang="zh-CN" sz="2800" smtClean="0"/>
              <a:t>NAT </a:t>
            </a:r>
            <a:r>
              <a:rPr lang="zh-CN" altLang="en-US" sz="2800" smtClean="0"/>
              <a:t>路由器上将其本地地址转换成 外部</a:t>
            </a:r>
            <a:r>
              <a:rPr lang="en-US" altLang="zh-CN" sz="2800" smtClean="0"/>
              <a:t>IP</a:t>
            </a:r>
            <a:r>
              <a:rPr lang="zh-CN" altLang="en-US" sz="2800" smtClean="0"/>
              <a:t>才能和因特网连接。</a:t>
            </a:r>
          </a:p>
          <a:p>
            <a:pPr eaLnBrk="1" hangingPunct="1"/>
            <a:r>
              <a:rPr lang="zh-CN" altLang="en-US" sz="2800" smtClean="0"/>
              <a:t>专用网内部多台计算机同时共用一个外网</a:t>
            </a:r>
            <a:r>
              <a:rPr lang="en-US" altLang="zh-CN" sz="2800" smtClean="0"/>
              <a:t>IP</a:t>
            </a:r>
            <a:r>
              <a:rPr lang="zh-CN" altLang="en-US" sz="2800" smtClean="0"/>
              <a:t>和因特网通信的时候，需要分配不同的端口号加以区分）</a:t>
            </a:r>
            <a:r>
              <a:rPr lang="zh-CN" altLang="en-US" smtClean="0"/>
              <a:t> </a:t>
            </a:r>
            <a:r>
              <a:rPr lang="zh-CN" altLang="en-US" sz="2800" smtClean="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87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873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2873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标题 1"/>
          <p:cNvSpPr>
            <a:spLocks noGrp="1"/>
          </p:cNvSpPr>
          <p:nvPr>
            <p:ph type="title"/>
          </p:nvPr>
        </p:nvSpPr>
        <p:spPr/>
        <p:txBody>
          <a:bodyPr/>
          <a:lstStyle/>
          <a:p>
            <a:endParaRPr lang="zh-CN" altLang="en-US" smtClean="0"/>
          </a:p>
        </p:txBody>
      </p:sp>
      <p:sp>
        <p:nvSpPr>
          <p:cNvPr id="227331" name="内容占位符 2"/>
          <p:cNvSpPr>
            <a:spLocks noGrp="1"/>
          </p:cNvSpPr>
          <p:nvPr>
            <p:ph idx="1"/>
          </p:nvPr>
        </p:nvSpPr>
        <p:spPr/>
        <p:txBody>
          <a:bodyPr/>
          <a:lstStyle/>
          <a:p>
            <a:endParaRPr lang="zh-CN" altLang="en-US" smtClean="0"/>
          </a:p>
        </p:txBody>
      </p:sp>
      <p:pic>
        <p:nvPicPr>
          <p:cNvPr id="22733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950" y="3736975"/>
            <a:ext cx="8902700" cy="3133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733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4638" y="25400"/>
            <a:ext cx="8569325" cy="390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标题 1"/>
          <p:cNvSpPr>
            <a:spLocks noGrp="1"/>
          </p:cNvSpPr>
          <p:nvPr>
            <p:ph type="title"/>
          </p:nvPr>
        </p:nvSpPr>
        <p:spPr>
          <a:xfrm>
            <a:off x="1187450" y="260350"/>
            <a:ext cx="7793038" cy="1462088"/>
          </a:xfrm>
        </p:spPr>
        <p:txBody>
          <a:bodyPr/>
          <a:lstStyle/>
          <a:p>
            <a:r>
              <a:rPr lang="zh-CN" altLang="en-US" smtClean="0"/>
              <a:t>共用一个全球地址</a:t>
            </a:r>
            <a:r>
              <a:rPr lang="en-US" altLang="zh-CN" smtClean="0"/>
              <a:t>NAPT </a:t>
            </a:r>
            <a:r>
              <a:rPr lang="en-US" altLang="zh-CN" sz="2800" smtClean="0"/>
              <a:t>181</a:t>
            </a:r>
            <a:endParaRPr lang="zh-CN" altLang="en-US" sz="2800" smtClean="0"/>
          </a:p>
        </p:txBody>
      </p:sp>
      <p:sp>
        <p:nvSpPr>
          <p:cNvPr id="228355" name="内容占位符 2"/>
          <p:cNvSpPr>
            <a:spLocks noGrp="1"/>
          </p:cNvSpPr>
          <p:nvPr>
            <p:ph idx="1"/>
          </p:nvPr>
        </p:nvSpPr>
        <p:spPr/>
        <p:txBody>
          <a:bodyPr/>
          <a:lstStyle/>
          <a:p>
            <a:r>
              <a:rPr lang="zh-CN" altLang="en-US" smtClean="0"/>
              <a:t>使用端口号的</a:t>
            </a:r>
            <a:r>
              <a:rPr lang="en-US" altLang="zh-CN" smtClean="0"/>
              <a:t>NAT</a:t>
            </a:r>
            <a:r>
              <a:rPr lang="zh-CN" altLang="en-US" smtClean="0"/>
              <a:t>也叫做网络地址与端口号转换</a:t>
            </a:r>
            <a:r>
              <a:rPr lang="en-US" altLang="zh-CN" smtClean="0"/>
              <a:t>NAPT.</a:t>
            </a:r>
          </a:p>
          <a:p>
            <a:r>
              <a:rPr lang="zh-CN" altLang="en-US" smtClean="0"/>
              <a:t>端口号本是属于运输层的范畴</a:t>
            </a:r>
          </a:p>
        </p:txBody>
      </p:sp>
      <p:pic>
        <p:nvPicPr>
          <p:cNvPr id="22835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925" y="3933825"/>
            <a:ext cx="9178925" cy="2278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theme/theme1.xml><?xml version="1.0" encoding="utf-8"?>
<a:theme xmlns:a="http://schemas.openxmlformats.org/drawingml/2006/main" name="Blends">
  <a:themeElements>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fontScheme name="Blends">
      <a:majorFont>
        <a:latin typeface="Arial"/>
        <a:ea typeface="黑体"/>
        <a:cs typeface=""/>
      </a:majorFont>
      <a:minorFont>
        <a:latin typeface="Arial"/>
        <a:ea typeface="黑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Blends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Blends 2">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Blends 4">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
      <a:clrScheme name="Blends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Blends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Blends</Template>
  <TotalTime>14346</TotalTime>
  <Words>16493</Words>
  <Application>Microsoft Office PowerPoint</Application>
  <PresentationFormat>全屏显示(4:3)</PresentationFormat>
  <Paragraphs>3515</Paragraphs>
  <Slides>209</Slides>
  <Notes>202</Notes>
  <HiddenSlides>0</HiddenSlides>
  <MMClips>0</MMClips>
  <ScaleCrop>false</ScaleCrop>
  <HeadingPairs>
    <vt:vector size="8" baseType="variant">
      <vt:variant>
        <vt:lpstr>已用的字体</vt:lpstr>
      </vt:variant>
      <vt:variant>
        <vt:i4>7</vt:i4>
      </vt:variant>
      <vt:variant>
        <vt:lpstr>主题</vt:lpstr>
      </vt:variant>
      <vt:variant>
        <vt:i4>1</vt:i4>
      </vt:variant>
      <vt:variant>
        <vt:lpstr>嵌入 OLE 服务器</vt:lpstr>
      </vt:variant>
      <vt:variant>
        <vt:i4>2</vt:i4>
      </vt:variant>
      <vt:variant>
        <vt:lpstr>幻灯片标题</vt:lpstr>
      </vt:variant>
      <vt:variant>
        <vt:i4>209</vt:i4>
      </vt:variant>
    </vt:vector>
  </HeadingPairs>
  <TitlesOfParts>
    <vt:vector size="219" baseType="lpstr">
      <vt:lpstr>黑体</vt:lpstr>
      <vt:lpstr>宋体</vt:lpstr>
      <vt:lpstr>Arial</vt:lpstr>
      <vt:lpstr>Symbol</vt:lpstr>
      <vt:lpstr>Tahoma</vt:lpstr>
      <vt:lpstr>Times New Roman</vt:lpstr>
      <vt:lpstr>Wingdings</vt:lpstr>
      <vt:lpstr>Blends</vt:lpstr>
      <vt:lpstr>VISIO</vt:lpstr>
      <vt:lpstr>Microsoft ClipArt Gallery</vt:lpstr>
      <vt:lpstr>计算机网络</vt:lpstr>
      <vt:lpstr>本章最重要的内容</vt:lpstr>
      <vt:lpstr>4.1  网络层提供的两种服务 </vt:lpstr>
      <vt:lpstr>电信网的成功经验 让网络负责可靠交付 </vt:lpstr>
      <vt:lpstr>虚电路服务</vt:lpstr>
      <vt:lpstr>虚电路是逻辑连接</vt:lpstr>
      <vt:lpstr>因特网采用的设计思路</vt:lpstr>
      <vt:lpstr>尽最大努力交付的好处</vt:lpstr>
      <vt:lpstr>数据报服务</vt:lpstr>
      <vt:lpstr>PowerPoint 演示文稿</vt:lpstr>
      <vt:lpstr>4.2  网际协议IP </vt:lpstr>
      <vt:lpstr>网际层的 IP 协议及配套协议</vt:lpstr>
      <vt:lpstr>网络互相连接起来 要使用一些中间设备 </vt:lpstr>
      <vt:lpstr>网络互连使用路由器 </vt:lpstr>
      <vt:lpstr>互连网络与虚拟互连网络 </vt:lpstr>
      <vt:lpstr>虚拟互连网络的意义 </vt:lpstr>
      <vt:lpstr>PowerPoint 演示文稿</vt:lpstr>
      <vt:lpstr>从网络层看 IP 数据报的传送 </vt:lpstr>
      <vt:lpstr>4.2.2  分类的 IP 地址 1.   IP 地址及其表示方法 </vt:lpstr>
      <vt:lpstr>IP 地址的编址方法 </vt:lpstr>
      <vt:lpstr>分类 IP 地址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点分十进制记法 </vt:lpstr>
      <vt:lpstr>2. 常用的三种类别的 IP 地址 </vt:lpstr>
      <vt:lpstr>IP 地址的一些重要特点 </vt:lpstr>
      <vt:lpstr>IP 地址的一些重要特点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4.2.3  IP 地址与硬件地址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4.2.4  地址解析协议 ARP 和 逆地址解析协议 RARP </vt:lpstr>
      <vt:lpstr>地址解析协议 ARP</vt:lpstr>
      <vt:lpstr>PowerPoint 演示文稿</vt:lpstr>
      <vt:lpstr>ARP 高速缓存的作用</vt:lpstr>
      <vt:lpstr>应当注意的问题</vt:lpstr>
      <vt:lpstr>应当注意的问题（续）</vt:lpstr>
      <vt:lpstr>使用 ARP 的四种典型情况 </vt:lpstr>
      <vt:lpstr>为什么我们不直接 使用硬件地址进行通信？ </vt:lpstr>
      <vt:lpstr>逆地址解析协议 RARP </vt:lpstr>
      <vt:lpstr>4.2.5  IP 数据报的格式 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【例4-1】 IP 数据报分片 p177   4-22</vt:lpstr>
      <vt:lpstr>PowerPoint 演示文稿</vt:lpstr>
      <vt:lpstr>PowerPoint 演示文稿</vt:lpstr>
      <vt:lpstr>PowerPoint 演示文稿</vt:lpstr>
      <vt:lpstr>PowerPoint 演示文稿</vt:lpstr>
      <vt:lpstr>PowerPoint 演示文稿</vt:lpstr>
      <vt:lpstr>PowerPoint 演示文稿</vt:lpstr>
      <vt:lpstr>2.  IP 数据报首部的可变部分 </vt:lpstr>
      <vt:lpstr>4.2.6  IP 层转发分组的流程 </vt:lpstr>
      <vt:lpstr>PowerPoint 演示文稿</vt:lpstr>
      <vt:lpstr>查找路由表</vt:lpstr>
      <vt:lpstr>特定主机路由 </vt:lpstr>
      <vt:lpstr>默认路由(default route)</vt:lpstr>
      <vt:lpstr>PowerPoint 演示文稿</vt:lpstr>
      <vt:lpstr>必须强调指出 </vt:lpstr>
      <vt:lpstr>分组转发算法</vt:lpstr>
      <vt:lpstr>4.3   划分子网和构造超网 4.3.1   划分子网</vt:lpstr>
      <vt:lpstr>三级的 IP 地址 </vt:lpstr>
      <vt:lpstr>划分子网的基本思路 </vt:lpstr>
      <vt:lpstr>划分子网的基本思路（续） </vt:lpstr>
      <vt:lpstr>一个未划分子网的 B 类网络145.13.0.0</vt:lpstr>
      <vt:lpstr>划分为三个子网后对外仍是一个网络 </vt:lpstr>
      <vt:lpstr>划分子网后变成了三级结构 </vt:lpstr>
      <vt:lpstr>2.  子网掩码</vt:lpstr>
      <vt:lpstr>IP 地址的各字段和子网掩码 </vt:lpstr>
      <vt:lpstr>(IP 地址) AND (子网掩码) = 网络地址</vt:lpstr>
      <vt:lpstr>默认子网掩码 </vt:lpstr>
      <vt:lpstr>子网掩码是一个重要属性</vt:lpstr>
      <vt:lpstr>【例4-2】已知 IP 地址是 141.14.72.24，子网掩码是 255.255.192.0。试求网络地址。 </vt:lpstr>
      <vt:lpstr>【例4-3】在上例中，若子网掩码改为255.255.224.0。试求网络地址，讨论所得结果。 </vt:lpstr>
      <vt:lpstr>4.3.2  使用子网掩码的分组转发过程</vt:lpstr>
      <vt:lpstr>在划分子网的情况下路由器转发分组的算法 </vt:lpstr>
      <vt:lpstr>PowerPoint 演示文稿</vt:lpstr>
      <vt:lpstr>【例4-4】已知互联网和路由器 R1 中的路由表。主机 H1 向 H2 发送分组。试讨论 R1 收到 H1  向 H2 发送的分组后查找路由表的过程。 </vt:lpstr>
      <vt:lpstr>主机 H1 要发送分组给 H2 </vt:lpstr>
      <vt:lpstr>主机 H1 首先将 本子网的子网掩码 255.255.255.128 与分组的 IP 地址 128.30.33.138 逐比特相“与”(AND 操作) </vt:lpstr>
      <vt:lpstr>因此 H1 必须把分组传送到路由器 R1 然后逐项查找路由表</vt:lpstr>
      <vt:lpstr>路由器 R1 收到分组后就用路由表中第 1 个项目的 子网掩码和 128.30.33.138 逐比特 AND 操作 </vt:lpstr>
      <vt:lpstr>路由器 R1 再用路由表中第 2 个项目的 子网掩码和 128.30.33.138 逐比特 AND 操作 </vt:lpstr>
      <vt:lpstr>子网划分习题</vt:lpstr>
      <vt:lpstr>4.3.3  无分类编址 CIDR 1.  网络前缀 </vt:lpstr>
      <vt:lpstr>IP 编址问题的演进 </vt:lpstr>
      <vt:lpstr>CIDR 最主要的特点 </vt:lpstr>
      <vt:lpstr>无分类的两级编址 </vt:lpstr>
      <vt:lpstr>CIDR 地址块 </vt:lpstr>
      <vt:lpstr>128.14.32.0/20 表示的地址（212 个地址）</vt:lpstr>
      <vt:lpstr>路由聚合(route aggregation) </vt:lpstr>
      <vt:lpstr>CIDR 记法的其他形式 </vt:lpstr>
      <vt:lpstr>CIDR 记法的其他形式 </vt:lpstr>
      <vt:lpstr>构成超网 P137</vt:lpstr>
      <vt:lpstr>CIDR 地址块划分举例 </vt:lpstr>
      <vt:lpstr>CIDR 地址块划分举例 </vt:lpstr>
      <vt:lpstr>2. 最长前缀匹配</vt:lpstr>
      <vt:lpstr>最长前缀匹配举例</vt:lpstr>
      <vt:lpstr>最长前缀匹配举例</vt:lpstr>
      <vt:lpstr>最长前缀匹配</vt:lpstr>
      <vt:lpstr>3. 使用二叉线索查找路由表</vt:lpstr>
      <vt:lpstr>用 5 个前缀构成的二叉线索 </vt:lpstr>
      <vt:lpstr>4.4   网际控制报文协议 ICMP</vt:lpstr>
      <vt:lpstr>ICMP 报文的格式 </vt:lpstr>
      <vt:lpstr>4.4.1  ICMP 报文的种类</vt:lpstr>
      <vt:lpstr>ICMP 差错报告报文共有 5 种P141 </vt:lpstr>
      <vt:lpstr>ICMP 差错报告报文的数据字段的内容 </vt:lpstr>
      <vt:lpstr>不应发送 ICMP 差错报告报文 的几种情况 </vt:lpstr>
      <vt:lpstr>ICMP 询问报文有两种148 </vt:lpstr>
      <vt:lpstr>4.4.2  ICMP的应用举例 PING (Packet InterNet Groper) </vt:lpstr>
      <vt:lpstr>PING 的应用举例</vt:lpstr>
      <vt:lpstr>Traceroute 的应用举例</vt:lpstr>
      <vt:lpstr>4.5  因特网的路由选择协议 4.5.1  有关路由选择协议的几个基本概念</vt:lpstr>
      <vt:lpstr>从路由算法的自适应性考虑</vt:lpstr>
      <vt:lpstr>2.  分层次的路由选择协议</vt:lpstr>
      <vt:lpstr>自治系统 AS (Autonomous System) </vt:lpstr>
      <vt:lpstr>因特网有两大类路由选择协议 </vt:lpstr>
      <vt:lpstr>自治系统和 内部网关协议、外部网关协议 </vt:lpstr>
      <vt:lpstr>因特网的路由选择协议 </vt:lpstr>
      <vt:lpstr>4.5.2  内部网关协议 RIP  (Routing Information Protocol)</vt:lpstr>
      <vt:lpstr>“距离”的定义 </vt:lpstr>
      <vt:lpstr>“距离”的定义 </vt:lpstr>
      <vt:lpstr>RIP 协议的三个要点 </vt:lpstr>
      <vt:lpstr>路由表的建立 </vt:lpstr>
      <vt:lpstr>2. 距离向量算法P149</vt:lpstr>
      <vt:lpstr>PowerPoint 演示文稿</vt:lpstr>
      <vt:lpstr>PowerPoint 演示文稿</vt:lpstr>
      <vt:lpstr>路由器之间交换信息 P179 4-41</vt:lpstr>
      <vt:lpstr>3. RIP2 协议的报文格式 </vt:lpstr>
      <vt:lpstr>RIP2 的报文 由首部和路由部分组成。</vt:lpstr>
      <vt:lpstr>RIP 协议的优缺点 </vt:lpstr>
      <vt:lpstr>PowerPoint 演示文稿</vt:lpstr>
      <vt:lpstr>PowerPoint 演示文稿</vt:lpstr>
      <vt:lpstr>PowerPoint 演示文稿</vt:lpstr>
      <vt:lpstr>PowerPoint 演示文稿</vt:lpstr>
      <vt:lpstr>PowerPoint 演示文稿</vt:lpstr>
      <vt:lpstr>PowerPoint 演示文稿</vt:lpstr>
      <vt:lpstr>4.5.3  内部网关协议 OSPF  (Open Shortest Path First)</vt:lpstr>
      <vt:lpstr>三个要点 </vt:lpstr>
      <vt:lpstr>链路状态数据库 (link-state database) </vt:lpstr>
      <vt:lpstr>OSPF 的区域(area) </vt:lpstr>
      <vt:lpstr>OSPF 划分为两种不同的区域 </vt:lpstr>
      <vt:lpstr>划分区域 </vt:lpstr>
      <vt:lpstr>主干路由器</vt:lpstr>
      <vt:lpstr>区域边界路由器 </vt:lpstr>
      <vt:lpstr>OSPF 直接用 IP 数据报传送 </vt:lpstr>
      <vt:lpstr>OSPF 的其他特点 </vt:lpstr>
      <vt:lpstr>OSPF 分组 </vt:lpstr>
      <vt:lpstr>2. OSPF 的五种分组类型 </vt:lpstr>
      <vt:lpstr>OSPF的基本操作 </vt:lpstr>
      <vt:lpstr>OSPF 使用的是可靠的洪泛法 </vt:lpstr>
      <vt:lpstr>4.5.4  外部网关协议 BGP</vt:lpstr>
      <vt:lpstr>BGP 使用的环境却不同 </vt:lpstr>
      <vt:lpstr>BGP 发言人 (BGP speaker) </vt:lpstr>
      <vt:lpstr>BGP 交换路由信息</vt:lpstr>
      <vt:lpstr>BGP 发言人和 自治系统 AS 的关系 </vt:lpstr>
      <vt:lpstr>AS 的连通图举例 </vt:lpstr>
      <vt:lpstr>BGP 发言人交换路径向量 </vt:lpstr>
      <vt:lpstr>BGP 发言人交换路径向量 </vt:lpstr>
      <vt:lpstr>BGP 协议的特点</vt:lpstr>
      <vt:lpstr>BGP 协议的特点</vt:lpstr>
      <vt:lpstr>4.5.6   路由器在网际互连中的作用  1. 路由器的结构</vt:lpstr>
      <vt:lpstr>典型的路由器的结构 </vt:lpstr>
      <vt:lpstr>“转发”和“路由选择”的区别 </vt:lpstr>
      <vt:lpstr>输入端口对线路上 收到的分组的处理 </vt:lpstr>
      <vt:lpstr>输出端口将交换结构传送来的分组发送到线路 </vt:lpstr>
      <vt:lpstr>分组丢弃 </vt:lpstr>
      <vt:lpstr>2   交换结构</vt:lpstr>
      <vt:lpstr>4.6  IP 多播 4.6.1  IP 多播的基本概念</vt:lpstr>
      <vt:lpstr>多播可明显地减少 网络中资源的消耗</vt:lpstr>
      <vt:lpstr>4.6.3  网际组管理协议 IGMP  和多播路由选择协议</vt:lpstr>
      <vt:lpstr>IGMP 使多播路由器 知道多播组成员信息 </vt:lpstr>
      <vt:lpstr>IGMP 的本地使用范围 </vt:lpstr>
      <vt:lpstr>IGMP 是整个网际协议 IP  的一个组成部分</vt:lpstr>
      <vt:lpstr>4.7  虚拟专用网 VPN 和网络地址转换 NAT 4.7.1 虚拟专用网 VPN    171</vt:lpstr>
      <vt:lpstr>RFC 1918 指明的专用地址(private address) </vt:lpstr>
      <vt:lpstr>用隧道技术实现虚拟专用网 </vt:lpstr>
      <vt:lpstr>内联网 intranet 和外联网 extranet （都是基于 TCP/IP 协议）  </vt:lpstr>
      <vt:lpstr>远程接入VPN (remote access VPN) </vt:lpstr>
      <vt:lpstr>4.7.2   网络地址转换 NAT  (Network Address Translation)</vt:lpstr>
      <vt:lpstr>PowerPoint 演示文稿</vt:lpstr>
      <vt:lpstr>共用一个全球地址NAPT 181</vt:lpstr>
    </vt:vector>
  </TitlesOfParts>
  <Company>NICE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计算机网络</dc:title>
  <dc:creator>XXR</dc:creator>
  <cp:lastModifiedBy>Administrator</cp:lastModifiedBy>
  <cp:revision>715</cp:revision>
  <dcterms:created xsi:type="dcterms:W3CDTF">2004-03-02T12:35:10Z</dcterms:created>
  <dcterms:modified xsi:type="dcterms:W3CDTF">2023-11-21T11:03:02Z</dcterms:modified>
</cp:coreProperties>
</file>