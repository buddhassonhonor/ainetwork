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67" y="1340768"/>
            <a:ext cx="8551863" cy="444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1547664" y="260648"/>
            <a:ext cx="57246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路由器的基本配置</a:t>
            </a:r>
            <a:endParaRPr lang="zh-CN" altLang="en-US" sz="5400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11642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919163"/>
            <a:ext cx="8494713" cy="501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9440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6492" y="260648"/>
            <a:ext cx="4762500" cy="465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90" t="11309" r="18003" b="5109"/>
          <a:stretch/>
        </p:blipFill>
        <p:spPr bwMode="auto">
          <a:xfrm>
            <a:off x="4355976" y="4943428"/>
            <a:ext cx="4788024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179512" y="188640"/>
            <a:ext cx="4286980" cy="6354988"/>
            <a:chOff x="179512" y="188640"/>
            <a:chExt cx="4286980" cy="6354988"/>
          </a:xfrm>
        </p:grpSpPr>
        <p:pic>
          <p:nvPicPr>
            <p:cNvPr id="3077" name="Picture 5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1253"/>
            <a:stretch/>
          </p:blipFill>
          <p:spPr bwMode="auto">
            <a:xfrm>
              <a:off x="179512" y="188640"/>
              <a:ext cx="4286980" cy="6354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矩形 1"/>
            <p:cNvSpPr/>
            <p:nvPr/>
          </p:nvSpPr>
          <p:spPr>
            <a:xfrm>
              <a:off x="179512" y="4149080"/>
              <a:ext cx="4286980" cy="6480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0823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731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95747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113</TotalTime>
  <Words>4</Words>
  <Application>Microsoft Office PowerPoint</Application>
  <PresentationFormat>全屏显示(4:3)</PresentationFormat>
  <Paragraphs>1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跋涉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微软用户</cp:lastModifiedBy>
  <cp:revision>4</cp:revision>
  <dcterms:created xsi:type="dcterms:W3CDTF">2020-10-03T15:26:48Z</dcterms:created>
  <dcterms:modified xsi:type="dcterms:W3CDTF">2020-10-13T08:00:33Z</dcterms:modified>
</cp:coreProperties>
</file>