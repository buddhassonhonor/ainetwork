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EF532-34EF-6234-0446-A38FE53BD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677997-435F-806D-6EF3-583731543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843418-3EBE-B79C-486F-094B652F4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E3D334-0BEA-1F87-0941-2E9211A4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B8D8E-D811-783F-6F1C-AE5A3082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94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58EEE-A9AB-6A42-ED9C-C87E9C07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6ECBE-E9CA-6B09-7E1D-B7D623C14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40E4A4-F9CA-242F-7A63-729F511D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CF118-1D1F-0B10-8E8E-1CC6CA36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40138-864D-78CC-6C5D-0EF6E8EC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711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8EF73-93D4-D96B-8781-9395C7A1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F57BB8-55F4-F9F8-8BB5-9FE853D1B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E3B68C-1FA4-BE41-9EFE-5ABB617E2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DEE51-2A35-8DAD-CF36-CD1872563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084CC9-8335-2D95-3E76-9C48D247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52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9B596-FE3F-0F0B-40FF-32842301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B8B0E-ADDD-F1AC-6735-1A44C0907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CDD440-D461-E2AB-322B-751E3D40F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7B9FFE-A5E5-29C8-3C9B-96AE919D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98C8CB-87F4-85F7-A8F6-92A78DE9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99335A-EC2D-437D-62C2-4965E750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26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512AF-67AE-018A-33DF-89D1BC316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8E8693-673D-4DE1-443D-51F63363C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5AC6EF-A26B-4B77-2C97-1C609E640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4BF28A-2D12-AE72-F397-3E7D09C6D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1648D8-4408-1484-3E4E-D1F8BD01C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49BE4E-FF8B-C079-EB8A-92B5ED9F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722497-30FF-7145-E211-B1F7E0C5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4B6A7F-BEBA-BC1A-689F-7CB48F79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03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626D9-571D-6935-3826-8E42FFC4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DACAB0-EA89-14C1-4E9E-BB74C1924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F6F362-6202-81E9-4D1B-E41B9A2F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15F765-899D-95CA-DC95-6D20B58D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91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6D6D13-7851-5B21-B6C4-144F84CA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DB25C2-2A99-1A23-8F21-E4DFDDBF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0206DC-5DDB-4979-8A43-92606DD6C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24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F8112-61D0-AFED-2D91-4F05F1B4D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D4D996-CF96-4B00-3CEA-83F1A5B7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0A236D-200A-5CA4-91BF-3FDE0D9E0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18E471-C758-701C-8CF9-3DCF8943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4ED30F-350A-EECA-7090-02C1E39D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90257-0166-46C5-D9FA-67DE4E991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000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9F49D-4AA6-7727-3797-9B8166B03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252AEE-E266-C54A-886F-44E87D808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3A53DB-EE86-E554-6D4B-A485F6FA8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B3C770-BC65-F55D-1EEF-1EC4616D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850961-8F66-F4FF-CE9C-7BEC78D9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87B1D5-96FF-B6DE-61EC-7608B390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51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FF99-8267-DB72-3B6D-BECF862D1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DB1D51-5A20-ED7C-8A4D-8093D2986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F31B4-077F-572D-DD6F-0B774E36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D76F47-4B68-97B7-0FC4-7BD6352A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A92359-9B4F-B2B3-F3DA-F09EC071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951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6443F7-6303-FB33-F9E6-B219A3BDD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BBCE3E-FE78-D0C8-DEEC-F8442D420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A9965-3C82-801F-A7A3-2276CD26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F5F28-6B25-D800-52C2-01568191F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4DE921-CCC7-4523-186A-B68D4CBB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30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B27AD4-7FD1-7C2D-05B3-07608207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DAB731-DB7E-1FC4-7760-9416A7D2A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24034-7F0F-63A6-9692-B7DAF8526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C7299-0048-4C7D-A5FA-CADEEF6CB12F}" type="datetimeFigureOut">
              <a:rPr lang="zh-CN" altLang="en-US" smtClean="0"/>
              <a:t>2022/10/5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F7FFA-4A9B-6869-3190-ABBA6911C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48577-417E-28FE-F66C-28FB06D81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10DDB-0070-4DE5-8C76-800657D73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71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A939B-5215-1B2C-FC56-7CE50979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915"/>
            <a:ext cx="10515600" cy="1325563"/>
          </a:xfrm>
        </p:spPr>
        <p:txBody>
          <a:bodyPr/>
          <a:lstStyle/>
          <a:p>
            <a:r>
              <a:rPr lang="zh-CN" altLang="en-US" sz="1800" b="0" i="0" u="none" strike="noStrike" baseline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利用三层交换机实现</a:t>
            </a:r>
            <a:r>
              <a:rPr lang="en-US" altLang="zh-CN" sz="1800" b="1" i="0" u="none" strike="noStrike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VLAN</a:t>
            </a:r>
            <a:r>
              <a:rPr lang="zh-CN" altLang="en-US" sz="1800" b="0" i="0" u="none" strike="noStrike" baseline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间路由</a:t>
            </a:r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D01C0A1-972D-FE71-95B9-500E854D9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478" y="1585478"/>
            <a:ext cx="6697813" cy="4807765"/>
          </a:xfrm>
        </p:spPr>
      </p:pic>
    </p:spTree>
    <p:extLst>
      <p:ext uri="{BB962C8B-B14F-4D97-AF65-F5344CB8AC3E}">
        <p14:creationId xmlns:p14="http://schemas.microsoft.com/office/powerpoint/2010/main" val="302171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9D9324B-4D71-CC87-88CA-21BB27A6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49" y="0"/>
            <a:ext cx="83931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5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C72AFAE-0033-EF8A-4A42-A01638A04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1147" y="730322"/>
            <a:ext cx="3272962" cy="5695806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D4C3D2F-DAB8-A7C3-FDB6-193A066F3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61" y="663575"/>
            <a:ext cx="3867150" cy="5829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D235E5-264D-EBCC-ED87-C535E9EC6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111" y="730322"/>
            <a:ext cx="3857625" cy="46482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66F0A70-B97A-9A39-FE81-4816F48116C4}"/>
              </a:ext>
            </a:extLst>
          </p:cNvPr>
          <p:cNvSpPr txBox="1"/>
          <p:nvPr/>
        </p:nvSpPr>
        <p:spPr>
          <a:xfrm>
            <a:off x="8746836" y="5579159"/>
            <a:ext cx="2847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全局配置模式下开启三层路由功能：</a:t>
            </a:r>
            <a:r>
              <a:rPr lang="en-US" altLang="zh-CN"/>
              <a:t>ip routing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161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BEF94-244D-DF89-D341-2C78E98D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EBE833-D1D0-77A9-00A4-909DF7F18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44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</Words>
  <Application>Microsoft Office PowerPoint</Application>
  <PresentationFormat>宽屏</PresentationFormat>
  <Paragraphs>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黑体</vt:lpstr>
      <vt:lpstr>Arial</vt:lpstr>
      <vt:lpstr>Office 主题​​</vt:lpstr>
      <vt:lpstr>利用三层交换机实现VLAN间路由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利用三层交换机实现VLAN间路由</dc:title>
  <dc:creator>道人 观</dc:creator>
  <cp:lastModifiedBy>道人 观</cp:lastModifiedBy>
  <cp:revision>2</cp:revision>
  <dcterms:created xsi:type="dcterms:W3CDTF">2022-09-17T12:50:53Z</dcterms:created>
  <dcterms:modified xsi:type="dcterms:W3CDTF">2022-10-05T01:27:54Z</dcterms:modified>
</cp:coreProperties>
</file>