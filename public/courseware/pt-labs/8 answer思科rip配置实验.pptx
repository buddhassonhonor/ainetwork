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58" r:id="rId4"/>
    <p:sldId id="259" r:id="rId5"/>
    <p:sldId id="260" r:id="rId6"/>
    <p:sldId id="262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257175"/>
            <a:ext cx="7837487" cy="634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下箭头标注 1"/>
          <p:cNvSpPr/>
          <p:nvPr/>
        </p:nvSpPr>
        <p:spPr>
          <a:xfrm>
            <a:off x="3779912" y="1412776"/>
            <a:ext cx="1008112" cy="36004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2911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072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91680" y="304827"/>
            <a:ext cx="4572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/>
              <a:t>ip</a:t>
            </a:r>
            <a:r>
              <a:rPr lang="zh-CN" altLang="en-US"/>
              <a:t>规划：</a:t>
            </a:r>
          </a:p>
          <a:p>
            <a:endParaRPr lang="zh-CN" altLang="en-US"/>
          </a:p>
          <a:p>
            <a:r>
              <a:rPr lang="en-US" altLang="zh-CN"/>
              <a:t>pc0:192.168.10.2/24</a:t>
            </a:r>
          </a:p>
          <a:p>
            <a:endParaRPr lang="en-US" altLang="zh-CN"/>
          </a:p>
          <a:p>
            <a:r>
              <a:rPr lang="en-US" altLang="zh-CN"/>
              <a:t>pc1:192.168.20.2/24</a:t>
            </a:r>
          </a:p>
          <a:p>
            <a:endParaRPr lang="en-US" altLang="zh-CN"/>
          </a:p>
          <a:p>
            <a:r>
              <a:rPr lang="en-US" altLang="zh-CN"/>
              <a:t>pc2:192.168.30.2/24</a:t>
            </a:r>
          </a:p>
          <a:p>
            <a:endParaRPr lang="en-US" altLang="zh-CN"/>
          </a:p>
          <a:p>
            <a:r>
              <a:rPr lang="en-US" altLang="zh-CN"/>
              <a:t>router0 gig0/0:10.1.1.1/24</a:t>
            </a:r>
          </a:p>
          <a:p>
            <a:endParaRPr lang="en-US" altLang="zh-CN"/>
          </a:p>
          <a:p>
            <a:r>
              <a:rPr lang="en-US" altLang="zh-CN"/>
              <a:t>router0 gig0/1:192.168.10.1/24</a:t>
            </a:r>
          </a:p>
          <a:p>
            <a:endParaRPr lang="en-US" altLang="zh-CN"/>
          </a:p>
          <a:p>
            <a:r>
              <a:rPr lang="en-US" altLang="zh-CN"/>
              <a:t>router1 gig0/0:10.1.1.2/24</a:t>
            </a:r>
          </a:p>
          <a:p>
            <a:endParaRPr lang="en-US" altLang="zh-CN"/>
          </a:p>
          <a:p>
            <a:r>
              <a:rPr lang="en-US" altLang="zh-CN"/>
              <a:t>router1 gig0/1:10.1.2.1/24</a:t>
            </a:r>
          </a:p>
          <a:p>
            <a:endParaRPr lang="en-US" altLang="zh-CN"/>
          </a:p>
          <a:p>
            <a:r>
              <a:rPr lang="en-US" altLang="zh-CN"/>
              <a:t>router1 gig0/1:192.168.20.1/24</a:t>
            </a:r>
          </a:p>
          <a:p>
            <a:endParaRPr lang="en-US" altLang="zh-CN"/>
          </a:p>
          <a:p>
            <a:r>
              <a:rPr lang="en-US" altLang="zh-CN"/>
              <a:t>router2 </a:t>
            </a:r>
            <a:r>
              <a:rPr lang="en-US" altLang="zh-CN" smtClean="0"/>
              <a:t>gig0/0:10.1.2.2/24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router2 gig0/1:192.168.30.1/24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599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47664" y="1628800"/>
            <a:ext cx="437423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配置个路由器接口</a:t>
            </a:r>
            <a:r>
              <a:rPr lang="en-US" altLang="zh-CN"/>
              <a:t>ip</a:t>
            </a:r>
            <a:r>
              <a:rPr lang="zh-CN" altLang="en-US"/>
              <a:t>：</a:t>
            </a:r>
          </a:p>
          <a:p>
            <a:endParaRPr lang="zh-CN" altLang="en-US"/>
          </a:p>
          <a:p>
            <a:r>
              <a:rPr lang="en-US" altLang="zh-CN"/>
              <a:t>router0</a:t>
            </a:r>
            <a:r>
              <a:rPr lang="en-US" altLang="zh-CN" smtClean="0"/>
              <a:t>:</a:t>
            </a:r>
            <a:endParaRPr lang="en-US" altLang="zh-CN"/>
          </a:p>
          <a:p>
            <a:r>
              <a:rPr lang="en-US" altLang="zh-CN"/>
              <a:t>configure </a:t>
            </a:r>
            <a:r>
              <a:rPr lang="en-US" altLang="zh-CN" smtClean="0"/>
              <a:t>terminal</a:t>
            </a:r>
            <a:endParaRPr lang="en-US" altLang="zh-CN"/>
          </a:p>
          <a:p>
            <a:r>
              <a:rPr lang="en-US" altLang="zh-CN"/>
              <a:t>interface gigabitEthernet </a:t>
            </a:r>
            <a:r>
              <a:rPr lang="en-US" altLang="zh-CN" smtClean="0"/>
              <a:t>0/1</a:t>
            </a:r>
            <a:endParaRPr lang="en-US" altLang="zh-CN"/>
          </a:p>
          <a:p>
            <a:r>
              <a:rPr lang="en-US" altLang="zh-CN"/>
              <a:t>ip address 192.168.10.1 </a:t>
            </a:r>
            <a:r>
              <a:rPr lang="en-US" altLang="zh-CN" smtClean="0"/>
              <a:t>255.255.255.0</a:t>
            </a:r>
            <a:endParaRPr lang="en-US" altLang="zh-CN"/>
          </a:p>
          <a:p>
            <a:r>
              <a:rPr lang="en-US" altLang="zh-CN"/>
              <a:t>no </a:t>
            </a:r>
            <a:r>
              <a:rPr lang="en-US" altLang="zh-CN" smtClean="0"/>
              <a:t>shutdown</a:t>
            </a:r>
            <a:endParaRPr lang="en-US" altLang="zh-CN"/>
          </a:p>
          <a:p>
            <a:r>
              <a:rPr lang="en-US" altLang="zh-CN"/>
              <a:t>exit</a:t>
            </a:r>
          </a:p>
          <a:p>
            <a:endParaRPr lang="en-US" altLang="zh-CN"/>
          </a:p>
          <a:p>
            <a:r>
              <a:rPr lang="en-US" altLang="zh-CN"/>
              <a:t>interface gigabitEthernet </a:t>
            </a:r>
            <a:r>
              <a:rPr lang="en-US" altLang="zh-CN" smtClean="0"/>
              <a:t>0/0</a:t>
            </a:r>
            <a:endParaRPr lang="en-US" altLang="zh-CN"/>
          </a:p>
          <a:p>
            <a:r>
              <a:rPr lang="en-US" altLang="zh-CN"/>
              <a:t>ip address 10.1.1.1 </a:t>
            </a:r>
            <a:r>
              <a:rPr lang="en-US" altLang="zh-CN" smtClean="0"/>
              <a:t>255.255.255.0</a:t>
            </a:r>
            <a:endParaRPr lang="en-US" altLang="zh-CN"/>
          </a:p>
          <a:p>
            <a:r>
              <a:rPr lang="en-US" altLang="zh-CN"/>
              <a:t>no </a:t>
            </a:r>
            <a:r>
              <a:rPr lang="en-US" altLang="zh-CN" smtClean="0"/>
              <a:t>shutdown</a:t>
            </a:r>
            <a:endParaRPr lang="en-US" altLang="zh-CN"/>
          </a:p>
          <a:p>
            <a:r>
              <a:rPr lang="en-US" altLang="zh-CN" smtClean="0"/>
              <a:t>exit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do show ip interface brief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90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9512" y="1268760"/>
            <a:ext cx="475252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router1:</a:t>
            </a:r>
          </a:p>
          <a:p>
            <a:r>
              <a:rPr lang="en-US" altLang="zh-CN"/>
              <a:t>configure terminal</a:t>
            </a:r>
          </a:p>
          <a:p>
            <a:r>
              <a:rPr lang="en-US" altLang="zh-CN"/>
              <a:t>interface gigabitEthernet 0/1</a:t>
            </a:r>
          </a:p>
          <a:p>
            <a:r>
              <a:rPr lang="en-US" altLang="zh-CN"/>
              <a:t>ip address 10.1.2.1 255.255.255.0</a:t>
            </a:r>
          </a:p>
          <a:p>
            <a:r>
              <a:rPr lang="en-US" altLang="zh-CN"/>
              <a:t>no shutdown</a:t>
            </a:r>
          </a:p>
          <a:p>
            <a:r>
              <a:rPr lang="en-US" altLang="zh-CN"/>
              <a:t>exit</a:t>
            </a:r>
          </a:p>
          <a:p>
            <a:r>
              <a:rPr lang="en-US" altLang="zh-CN"/>
              <a:t> </a:t>
            </a:r>
          </a:p>
          <a:p>
            <a:r>
              <a:rPr lang="en-US" altLang="zh-CN"/>
              <a:t>interface gigabitEthernet 0/0</a:t>
            </a:r>
          </a:p>
          <a:p>
            <a:r>
              <a:rPr lang="en-US" altLang="zh-CN"/>
              <a:t>ip address 10.1.1.2 255.255.255.0</a:t>
            </a:r>
          </a:p>
          <a:p>
            <a:r>
              <a:rPr lang="en-US" altLang="zh-CN"/>
              <a:t>no shutdown</a:t>
            </a:r>
          </a:p>
          <a:p>
            <a:r>
              <a:rPr lang="en-US" altLang="zh-CN"/>
              <a:t>exit</a:t>
            </a:r>
          </a:p>
          <a:p>
            <a:r>
              <a:rPr lang="en-US" altLang="zh-CN"/>
              <a:t> </a:t>
            </a:r>
          </a:p>
          <a:p>
            <a:r>
              <a:rPr lang="en-US" altLang="zh-CN"/>
              <a:t>interface gigabitEthernet 0/2</a:t>
            </a:r>
          </a:p>
          <a:p>
            <a:r>
              <a:rPr lang="en-US" altLang="zh-CN"/>
              <a:t>ip address 192.168.20.1 255.255.255.0</a:t>
            </a:r>
          </a:p>
          <a:p>
            <a:r>
              <a:rPr lang="en-US" altLang="zh-CN"/>
              <a:t>no shutdown</a:t>
            </a:r>
          </a:p>
          <a:p>
            <a:r>
              <a:rPr lang="en-US" altLang="zh-CN"/>
              <a:t>exit</a:t>
            </a:r>
          </a:p>
          <a:p>
            <a:r>
              <a:rPr lang="en-US" altLang="zh-CN"/>
              <a:t>do show ip interface brief</a:t>
            </a:r>
          </a:p>
        </p:txBody>
      </p:sp>
      <p:sp>
        <p:nvSpPr>
          <p:cNvPr id="3" name="矩形 2"/>
          <p:cNvSpPr/>
          <p:nvPr/>
        </p:nvSpPr>
        <p:spPr>
          <a:xfrm>
            <a:off x="4355976" y="2564904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altLang="zh-CN">
                <a:solidFill>
                  <a:srgbClr val="333333"/>
                </a:solidFill>
                <a:latin typeface="Microsoft Yahei"/>
              </a:rPr>
              <a:t>router2:</a:t>
            </a:r>
          </a:p>
          <a:p>
            <a:pPr algn="just"/>
            <a:r>
              <a:rPr lang="en-US" altLang="zh-CN">
                <a:solidFill>
                  <a:srgbClr val="333333"/>
                </a:solidFill>
                <a:latin typeface="Microsoft Yahei"/>
              </a:rPr>
              <a:t>configure terminal</a:t>
            </a:r>
          </a:p>
          <a:p>
            <a:pPr algn="just"/>
            <a:r>
              <a:rPr lang="en-US" altLang="zh-CN">
                <a:solidFill>
                  <a:srgbClr val="333333"/>
                </a:solidFill>
                <a:latin typeface="Microsoft Yahei"/>
              </a:rPr>
              <a:t>interface gigabitEthernet 0/0</a:t>
            </a:r>
          </a:p>
          <a:p>
            <a:pPr algn="just"/>
            <a:r>
              <a:rPr lang="en-US" altLang="zh-CN">
                <a:solidFill>
                  <a:srgbClr val="333333"/>
                </a:solidFill>
                <a:latin typeface="Microsoft Yahei"/>
              </a:rPr>
              <a:t>ip address 10.1.2.2 255.255.255.0</a:t>
            </a:r>
          </a:p>
          <a:p>
            <a:pPr algn="just"/>
            <a:r>
              <a:rPr lang="en-US" altLang="zh-CN">
                <a:solidFill>
                  <a:srgbClr val="333333"/>
                </a:solidFill>
                <a:latin typeface="Microsoft Yahei"/>
              </a:rPr>
              <a:t>no shutdown</a:t>
            </a:r>
          </a:p>
          <a:p>
            <a:pPr algn="just"/>
            <a:r>
              <a:rPr lang="en-US" altLang="zh-CN" smtClean="0">
                <a:solidFill>
                  <a:srgbClr val="333333"/>
                </a:solidFill>
                <a:latin typeface="Microsoft Yahei"/>
              </a:rPr>
              <a:t>Exit</a:t>
            </a:r>
          </a:p>
          <a:p>
            <a:pPr algn="just"/>
            <a:endParaRPr lang="en-US" altLang="zh-CN" smtClean="0">
              <a:solidFill>
                <a:srgbClr val="333333"/>
              </a:solidFill>
              <a:latin typeface="Microsoft Yahei"/>
            </a:endParaRPr>
          </a:p>
          <a:p>
            <a:pPr algn="just"/>
            <a:r>
              <a:rPr lang="en-US" altLang="zh-CN" smtClean="0">
                <a:solidFill>
                  <a:srgbClr val="333333"/>
                </a:solidFill>
                <a:latin typeface="Microsoft Yahei"/>
              </a:rPr>
              <a:t>int </a:t>
            </a:r>
            <a:r>
              <a:rPr lang="en-US" altLang="zh-CN">
                <a:solidFill>
                  <a:srgbClr val="333333"/>
                </a:solidFill>
                <a:latin typeface="Microsoft Yahei"/>
              </a:rPr>
              <a:t>gig0/1</a:t>
            </a:r>
          </a:p>
          <a:p>
            <a:pPr algn="just"/>
            <a:r>
              <a:rPr lang="en-US" altLang="zh-CN" smtClean="0">
                <a:solidFill>
                  <a:srgbClr val="333333"/>
                </a:solidFill>
                <a:latin typeface="Microsoft Yahei"/>
              </a:rPr>
              <a:t>ip </a:t>
            </a:r>
            <a:r>
              <a:rPr lang="en-US" altLang="zh-CN">
                <a:solidFill>
                  <a:srgbClr val="333333"/>
                </a:solidFill>
                <a:latin typeface="Microsoft Yahei"/>
              </a:rPr>
              <a:t>addr 192.168.30.1 255.255.255.0</a:t>
            </a:r>
          </a:p>
          <a:p>
            <a:pPr algn="just"/>
            <a:r>
              <a:rPr lang="en-US" altLang="zh-CN" smtClean="0">
                <a:solidFill>
                  <a:srgbClr val="333333"/>
                </a:solidFill>
                <a:latin typeface="Microsoft Yahei"/>
              </a:rPr>
              <a:t>Exit </a:t>
            </a:r>
          </a:p>
          <a:p>
            <a:pPr algn="just"/>
            <a:endParaRPr lang="en-US" altLang="zh-CN" smtClean="0">
              <a:solidFill>
                <a:srgbClr val="333333"/>
              </a:solidFill>
              <a:latin typeface="Microsoft Yahei"/>
            </a:endParaRPr>
          </a:p>
          <a:p>
            <a:pPr algn="just"/>
            <a:r>
              <a:rPr lang="en-US" altLang="zh-CN" smtClean="0">
                <a:solidFill>
                  <a:srgbClr val="333333"/>
                </a:solidFill>
                <a:latin typeface="Microsoft Yahei"/>
              </a:rPr>
              <a:t>do </a:t>
            </a:r>
            <a:r>
              <a:rPr lang="en-US" altLang="zh-CN">
                <a:solidFill>
                  <a:srgbClr val="333333"/>
                </a:solidFill>
                <a:latin typeface="Microsoft Yahei"/>
              </a:rPr>
              <a:t>show ip interface brief</a:t>
            </a:r>
            <a:endParaRPr lang="en-US" altLang="zh-CN" b="0" i="0">
              <a:solidFill>
                <a:srgbClr val="333333"/>
              </a:solidFill>
              <a:effectLst/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002924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1196752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配置路由器上的</a:t>
            </a:r>
            <a:r>
              <a:rPr lang="en-US" altLang="zh-CN"/>
              <a:t>rip</a:t>
            </a:r>
            <a:r>
              <a:rPr lang="zh-CN" altLang="en-US"/>
              <a:t>协议：</a:t>
            </a:r>
          </a:p>
          <a:p>
            <a:r>
              <a:rPr lang="en-US" altLang="zh-CN"/>
              <a:t>router0:</a:t>
            </a:r>
          </a:p>
          <a:p>
            <a:r>
              <a:rPr lang="en-US" altLang="zh-CN"/>
              <a:t>config t</a:t>
            </a:r>
          </a:p>
          <a:p>
            <a:r>
              <a:rPr lang="en-US" altLang="zh-CN"/>
              <a:t>router rip</a:t>
            </a:r>
          </a:p>
          <a:p>
            <a:r>
              <a:rPr lang="en-US" altLang="zh-CN"/>
              <a:t>version 2</a:t>
            </a:r>
          </a:p>
          <a:p>
            <a:r>
              <a:rPr lang="en-US" altLang="zh-CN"/>
              <a:t>network  192.168.10.0</a:t>
            </a:r>
          </a:p>
          <a:p>
            <a:r>
              <a:rPr lang="en-US" altLang="zh-CN"/>
              <a:t>network 10.1.1.0</a:t>
            </a:r>
          </a:p>
          <a:p>
            <a:r>
              <a:rPr lang="en-US" altLang="zh-CN"/>
              <a:t>do show ip protocols  </a:t>
            </a:r>
          </a:p>
          <a:p>
            <a:r>
              <a:rPr lang="en-US" altLang="zh-CN"/>
              <a:t> </a:t>
            </a:r>
          </a:p>
          <a:p>
            <a:r>
              <a:rPr lang="en-US" altLang="zh-CN"/>
              <a:t>router1:</a:t>
            </a:r>
          </a:p>
          <a:p>
            <a:r>
              <a:rPr lang="en-US" altLang="zh-CN"/>
              <a:t>config t</a:t>
            </a:r>
          </a:p>
          <a:p>
            <a:r>
              <a:rPr lang="en-US" altLang="zh-CN"/>
              <a:t>router rip</a:t>
            </a:r>
          </a:p>
          <a:p>
            <a:r>
              <a:rPr lang="en-US" altLang="zh-CN"/>
              <a:t>version 2</a:t>
            </a:r>
          </a:p>
          <a:p>
            <a:r>
              <a:rPr lang="en-US" altLang="zh-CN"/>
              <a:t>network 10.1.2.0</a:t>
            </a:r>
          </a:p>
          <a:p>
            <a:r>
              <a:rPr lang="en-US" altLang="zh-CN"/>
              <a:t>network 10.1.1.0</a:t>
            </a:r>
          </a:p>
          <a:p>
            <a:r>
              <a:rPr lang="en-US" altLang="zh-CN"/>
              <a:t>network 192.168.20.0</a:t>
            </a:r>
          </a:p>
          <a:p>
            <a:r>
              <a:rPr lang="en-US" altLang="zh-CN"/>
              <a:t>do show ip protocols </a:t>
            </a:r>
            <a:endParaRPr lang="en-US" altLang="zh-CN" smtClean="0"/>
          </a:p>
          <a:p>
            <a:r>
              <a:rPr lang="en-US" altLang="zh-CN"/>
              <a:t> </a:t>
            </a:r>
          </a:p>
        </p:txBody>
      </p:sp>
      <p:sp>
        <p:nvSpPr>
          <p:cNvPr id="3" name="矩形 2"/>
          <p:cNvSpPr/>
          <p:nvPr/>
        </p:nvSpPr>
        <p:spPr>
          <a:xfrm>
            <a:off x="5004275" y="2720245"/>
            <a:ext cx="273630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router2:</a:t>
            </a:r>
          </a:p>
          <a:p>
            <a:r>
              <a:rPr lang="en-US" altLang="zh-CN"/>
              <a:t>config t</a:t>
            </a:r>
          </a:p>
          <a:p>
            <a:r>
              <a:rPr lang="en-US" altLang="zh-CN"/>
              <a:t>router rip</a:t>
            </a:r>
          </a:p>
          <a:p>
            <a:r>
              <a:rPr lang="en-US" altLang="zh-CN"/>
              <a:t>version 2</a:t>
            </a:r>
          </a:p>
          <a:p>
            <a:r>
              <a:rPr lang="en-US" altLang="zh-CN"/>
              <a:t>network 10.1.2.0</a:t>
            </a:r>
          </a:p>
          <a:p>
            <a:r>
              <a:rPr lang="en-US" altLang="zh-CN"/>
              <a:t>network 192.168.30.0</a:t>
            </a:r>
          </a:p>
          <a:p>
            <a:r>
              <a:rPr lang="en-US" altLang="zh-CN"/>
              <a:t>do show ip protocols </a:t>
            </a:r>
          </a:p>
        </p:txBody>
      </p:sp>
      <p:sp>
        <p:nvSpPr>
          <p:cNvPr id="4" name="矩形 3"/>
          <p:cNvSpPr/>
          <p:nvPr/>
        </p:nvSpPr>
        <p:spPr>
          <a:xfrm>
            <a:off x="4572000" y="5074736"/>
            <a:ext cx="33843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mtClean="0"/>
              <a:t>PC0</a:t>
            </a:r>
            <a:r>
              <a:rPr lang="zh-CN" altLang="en-US" smtClean="0"/>
              <a:t>验证</a:t>
            </a:r>
            <a:r>
              <a:rPr lang="zh-CN" altLang="en-US"/>
              <a:t>是否联通：</a:t>
            </a:r>
          </a:p>
          <a:p>
            <a:r>
              <a:rPr lang="en-US" altLang="zh-CN"/>
              <a:t>ping 192.168.20.2</a:t>
            </a:r>
          </a:p>
          <a:p>
            <a:r>
              <a:rPr lang="en-US" altLang="zh-CN"/>
              <a:t> </a:t>
            </a:r>
          </a:p>
          <a:p>
            <a:r>
              <a:rPr lang="en-US" altLang="zh-CN"/>
              <a:t>ping 192.168.30.2</a:t>
            </a:r>
          </a:p>
        </p:txBody>
      </p:sp>
    </p:spTree>
    <p:extLst>
      <p:ext uri="{BB962C8B-B14F-4D97-AF65-F5344CB8AC3E}">
        <p14:creationId xmlns:p14="http://schemas.microsoft.com/office/powerpoint/2010/main" val="317251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760" y="1628800"/>
            <a:ext cx="559980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特权模式</a:t>
            </a:r>
            <a:r>
              <a:rPr lang="en-US" altLang="zh-CN"/>
              <a:t>Router</a:t>
            </a:r>
            <a:r>
              <a:rPr lang="en-US" altLang="zh-CN" smtClean="0"/>
              <a:t>#</a:t>
            </a:r>
            <a:r>
              <a:rPr lang="zh-CN" altLang="en-US" smtClean="0"/>
              <a:t> </a:t>
            </a:r>
            <a:r>
              <a:rPr lang="en-US" altLang="zh-CN" smtClean="0"/>
              <a:t>show ip protocols</a:t>
            </a:r>
          </a:p>
          <a:p>
            <a:r>
              <a:rPr lang="zh-CN" altLang="en-US" smtClean="0"/>
              <a:t>全局配置模式 </a:t>
            </a:r>
            <a:r>
              <a:rPr lang="en-US" altLang="zh-CN"/>
              <a:t>Router(config)#do show ip protocols</a:t>
            </a:r>
          </a:p>
          <a:p>
            <a:r>
              <a:rPr lang="zh-CN" altLang="en-US" smtClean="0"/>
              <a:t>等价</a:t>
            </a:r>
            <a:endParaRPr lang="en-US" altLang="zh-CN" smtClean="0"/>
          </a:p>
          <a:p>
            <a:r>
              <a:rPr lang="zh-CN" altLang="en-US"/>
              <a:t>一般思科的设备如果当前不是在</a:t>
            </a:r>
            <a:r>
              <a:rPr lang="en-US" altLang="zh-CN"/>
              <a:t>#</a:t>
            </a:r>
            <a:r>
              <a:rPr lang="zh-CN" altLang="en-US"/>
              <a:t>和</a:t>
            </a:r>
            <a:r>
              <a:rPr lang="en-US" altLang="zh-CN"/>
              <a:t>&gt;</a:t>
            </a:r>
            <a:r>
              <a:rPr lang="zh-CN" altLang="en-US"/>
              <a:t>模式下</a:t>
            </a:r>
            <a:r>
              <a:rPr lang="zh-CN" altLang="en-US" smtClean="0"/>
              <a:t>，</a:t>
            </a:r>
            <a:endParaRPr lang="en-US" altLang="zh-CN" smtClean="0"/>
          </a:p>
          <a:p>
            <a:r>
              <a:rPr lang="zh-CN" altLang="en-US" smtClean="0"/>
              <a:t>想</a:t>
            </a:r>
            <a:r>
              <a:rPr lang="zh-CN" altLang="en-US"/>
              <a:t>查看或者测试，使用</a:t>
            </a:r>
            <a:r>
              <a:rPr lang="en-US" altLang="zh-CN"/>
              <a:t>show</a:t>
            </a:r>
            <a:r>
              <a:rPr lang="zh-CN" altLang="en-US"/>
              <a:t>的时候，要在前面加个</a:t>
            </a:r>
            <a:r>
              <a:rPr lang="en-US" altLang="zh-CN"/>
              <a:t>DO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670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127</TotalTime>
  <Words>183</Words>
  <Application>Microsoft Office PowerPoint</Application>
  <PresentationFormat>全屏显示(4:3)</PresentationFormat>
  <Paragraphs>100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跋涉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微软用户</cp:lastModifiedBy>
  <cp:revision>11</cp:revision>
  <dcterms:created xsi:type="dcterms:W3CDTF">2020-10-05T02:52:15Z</dcterms:created>
  <dcterms:modified xsi:type="dcterms:W3CDTF">2020-10-13T13:23:56Z</dcterms:modified>
</cp:coreProperties>
</file>