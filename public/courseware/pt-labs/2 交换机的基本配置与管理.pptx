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0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标题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2020/10/8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7" name="内容占位符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2020/10/8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2020/10/8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2020/10/8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8" name="内容占位符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2020/10/8</a:t>
            </a:fld>
            <a:endParaRPr lang="zh-CN" altLang="en-US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2020/10/8</a:t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2020/10/8</a:t>
            </a:fld>
            <a:endParaRPr lang="zh-CN" altLang="en-US"/>
          </a:p>
        </p:txBody>
      </p:sp>
      <p:sp>
        <p:nvSpPr>
          <p:cNvPr id="29" name="页脚占位符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2020/10/8</a:t>
            </a:fld>
            <a:endParaRPr lang="zh-CN" altLang="en-US"/>
          </a:p>
        </p:txBody>
      </p:sp>
      <p:sp>
        <p:nvSpPr>
          <p:cNvPr id="28" name="页脚占位符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占位符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直接连接符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" y="620688"/>
            <a:ext cx="8780463" cy="536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3348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692696"/>
            <a:ext cx="7591350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2325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764704"/>
            <a:ext cx="8132763" cy="500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9566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089" y="1093767"/>
            <a:ext cx="6999287" cy="307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347864" y="2636912"/>
            <a:ext cx="1123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mtClean="0">
                <a:solidFill>
                  <a:srgbClr val="FF0000"/>
                </a:solidFill>
              </a:rPr>
              <a:t>100Mbps</a:t>
            </a:r>
          </a:p>
          <a:p>
            <a:r>
              <a:rPr lang="zh-CN" altLang="en-US" smtClean="0">
                <a:solidFill>
                  <a:srgbClr val="FF0000"/>
                </a:solidFill>
              </a:rPr>
              <a:t>全双工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91880" y="3283243"/>
            <a:ext cx="39525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mtClean="0">
                <a:solidFill>
                  <a:srgbClr val="FF0000"/>
                </a:solidFill>
              </a:rPr>
              <a:t>修改全双工后，</a:t>
            </a:r>
            <a:r>
              <a:rPr lang="en-US" altLang="zh-CN" smtClean="0">
                <a:solidFill>
                  <a:srgbClr val="FF0000"/>
                </a:solidFill>
              </a:rPr>
              <a:t>fa0/1</a:t>
            </a:r>
            <a:r>
              <a:rPr lang="zh-CN" altLang="en-US" smtClean="0">
                <a:solidFill>
                  <a:srgbClr val="FF0000"/>
                </a:solidFill>
              </a:rPr>
              <a:t>所连接的电脑</a:t>
            </a:r>
            <a:endParaRPr lang="en-US" altLang="zh-CN" smtClean="0">
              <a:solidFill>
                <a:srgbClr val="FF0000"/>
              </a:solidFill>
            </a:endParaRPr>
          </a:p>
          <a:p>
            <a:r>
              <a:rPr lang="zh-CN" altLang="en-US" smtClean="0">
                <a:solidFill>
                  <a:srgbClr val="FF0000"/>
                </a:solidFill>
              </a:rPr>
              <a:t>也要修改为</a:t>
            </a:r>
            <a:r>
              <a:rPr lang="en-US" altLang="zh-CN" smtClean="0">
                <a:solidFill>
                  <a:srgbClr val="FF0000"/>
                </a:solidFill>
              </a:rPr>
              <a:t>full duplex</a:t>
            </a:r>
            <a:r>
              <a:rPr lang="zh-CN" altLang="en-US" smtClean="0">
                <a:solidFill>
                  <a:srgbClr val="FF0000"/>
                </a:solidFill>
              </a:rPr>
              <a:t>。否则连接失败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079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9575"/>
            <a:ext cx="9315450" cy="603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724128" y="5661248"/>
            <a:ext cx="1691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mtClean="0">
                <a:solidFill>
                  <a:srgbClr val="FF0000"/>
                </a:solidFill>
              </a:rPr>
              <a:t>Login </a:t>
            </a:r>
            <a:r>
              <a:rPr lang="zh-CN" altLang="en-US" smtClean="0">
                <a:solidFill>
                  <a:srgbClr val="FF0000"/>
                </a:solidFill>
              </a:rPr>
              <a:t>启用密码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1841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869" y="116632"/>
            <a:ext cx="8027499" cy="6693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580112" y="5188550"/>
            <a:ext cx="309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mtClean="0">
                <a:solidFill>
                  <a:srgbClr val="FF0000"/>
                </a:solidFill>
              </a:rPr>
              <a:t>Console</a:t>
            </a:r>
            <a:r>
              <a:rPr lang="zh-CN" altLang="en-US" smtClean="0">
                <a:solidFill>
                  <a:srgbClr val="FF0000"/>
                </a:solidFill>
              </a:rPr>
              <a:t>线 、直通线缺一不可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567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378" y="260648"/>
            <a:ext cx="7504113" cy="606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436096" y="3109694"/>
            <a:ext cx="2469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mtClean="0">
                <a:solidFill>
                  <a:srgbClr val="FF0000"/>
                </a:solidFill>
              </a:rPr>
              <a:t>对应</a:t>
            </a:r>
            <a:r>
              <a:rPr lang="en-US" altLang="zh-CN" smtClean="0">
                <a:solidFill>
                  <a:srgbClr val="FF0000"/>
                </a:solidFill>
              </a:rPr>
              <a:t>telnet 192.168.1.1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619672" y="4653136"/>
            <a:ext cx="576064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619672" y="5301208"/>
            <a:ext cx="1296144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253217" y="4978041"/>
            <a:ext cx="50742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mtClean="0">
                <a:solidFill>
                  <a:srgbClr val="FF0000"/>
                </a:solidFill>
              </a:rPr>
              <a:t>两个密码都必须设，否则</a:t>
            </a:r>
            <a:r>
              <a:rPr lang="en-US" altLang="zh-CN" smtClean="0">
                <a:solidFill>
                  <a:srgbClr val="FF0000"/>
                </a:solidFill>
              </a:rPr>
              <a:t>telnet</a:t>
            </a:r>
            <a:r>
              <a:rPr lang="zh-CN" altLang="en-US" smtClean="0">
                <a:solidFill>
                  <a:srgbClr val="FF0000"/>
                </a:solidFill>
              </a:rPr>
              <a:t>被拒绝</a:t>
            </a:r>
            <a:endParaRPr lang="en-US" altLang="zh-CN" smtClean="0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Connection timed out; remote host not </a:t>
            </a:r>
            <a:r>
              <a:rPr lang="en-US" altLang="zh-CN" smtClean="0">
                <a:solidFill>
                  <a:srgbClr val="FF0000"/>
                </a:solidFill>
              </a:rPr>
              <a:t>responding</a:t>
            </a:r>
          </a:p>
          <a:p>
            <a:r>
              <a:rPr lang="en-US" altLang="zh-CN">
                <a:solidFill>
                  <a:srgbClr val="FF0000"/>
                </a:solidFill>
              </a:rPr>
              <a:t>sww1&gt;en</a:t>
            </a:r>
          </a:p>
          <a:p>
            <a:r>
              <a:rPr lang="en-US" altLang="zh-CN">
                <a:solidFill>
                  <a:srgbClr val="FF0000"/>
                </a:solidFill>
              </a:rPr>
              <a:t>% No password set.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9975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692696"/>
            <a:ext cx="6913563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1691680" y="3861048"/>
            <a:ext cx="5400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/>
              <a:t>line vty 0 4 </a:t>
            </a:r>
            <a:r>
              <a:rPr lang="zh-CN" altLang="en-US"/>
              <a:t>是</a:t>
            </a:r>
            <a:r>
              <a:rPr lang="zh-CN" altLang="en-US" smtClean="0"/>
              <a:t>指进</a:t>
            </a:r>
            <a:r>
              <a:rPr lang="zh-CN" altLang="en-US"/>
              <a:t>入</a:t>
            </a:r>
            <a:r>
              <a:rPr lang="en-US" altLang="zh-CN"/>
              <a:t>Line </a:t>
            </a:r>
            <a:r>
              <a:rPr lang="zh-CN" altLang="en-US" smtClean="0"/>
              <a:t>模式对</a:t>
            </a:r>
            <a:r>
              <a:rPr lang="en-US" altLang="zh-CN"/>
              <a:t>vty 0~4</a:t>
            </a:r>
            <a:r>
              <a:rPr lang="zh-CN" altLang="en-US"/>
              <a:t>线路进行配置。</a:t>
            </a:r>
            <a:r>
              <a:rPr lang="en-US" altLang="zh-CN"/>
              <a:t>0</a:t>
            </a:r>
            <a:r>
              <a:rPr lang="zh-CN" altLang="en-US"/>
              <a:t>指</a:t>
            </a:r>
            <a:r>
              <a:rPr lang="en-US" altLang="zh-CN"/>
              <a:t>vty 0</a:t>
            </a:r>
            <a:r>
              <a:rPr lang="zh-CN" altLang="en-US"/>
              <a:t>线路。</a:t>
            </a:r>
            <a:r>
              <a:rPr lang="en-US" altLang="zh-CN"/>
              <a:t>4</a:t>
            </a:r>
            <a:r>
              <a:rPr lang="zh-CN" altLang="en-US"/>
              <a:t>指</a:t>
            </a:r>
            <a:r>
              <a:rPr lang="en-US" altLang="zh-CN"/>
              <a:t>vty 4</a:t>
            </a:r>
            <a:r>
              <a:rPr lang="zh-CN" altLang="en-US"/>
              <a:t>线路。</a:t>
            </a:r>
            <a:r>
              <a:rPr lang="en-US" altLang="zh-CN"/>
              <a:t>vty(Virtual Teletype Terminal)</a:t>
            </a:r>
            <a:r>
              <a:rPr lang="zh-CN" altLang="en-US"/>
              <a:t>即虚拟终端。</a:t>
            </a:r>
            <a:r>
              <a:rPr lang="zh-CN" altLang="en-US" smtClean="0"/>
              <a:t>一般</a:t>
            </a:r>
            <a:r>
              <a:rPr lang="zh-CN" altLang="en-US"/>
              <a:t>情况下</a:t>
            </a:r>
            <a:r>
              <a:rPr lang="zh-CN" altLang="en-US" smtClean="0"/>
              <a:t>，</a:t>
            </a:r>
            <a:r>
              <a:rPr lang="en-US" altLang="zh-CN" smtClean="0"/>
              <a:t>VTY</a:t>
            </a:r>
            <a:r>
              <a:rPr lang="zh-CN" altLang="en-US"/>
              <a:t>线路启用后并不能直接使用，必须对其进行配置才允许用户进行登录。</a:t>
            </a:r>
          </a:p>
        </p:txBody>
      </p:sp>
    </p:spTree>
    <p:extLst>
      <p:ext uri="{BB962C8B-B14F-4D97-AF65-F5344CB8AC3E}">
        <p14:creationId xmlns:p14="http://schemas.microsoft.com/office/powerpoint/2010/main" val="8878003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跋涉">
  <a:themeElements>
    <a:clrScheme name="跋涉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跋涉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跋涉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278</TotalTime>
  <Words>119</Words>
  <Application>Microsoft Office PowerPoint</Application>
  <PresentationFormat>全屏显示(4:3)</PresentationFormat>
  <Paragraphs>12</Paragraphs>
  <Slides>8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9" baseType="lpstr">
      <vt:lpstr>跋涉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微软用户</cp:lastModifiedBy>
  <cp:revision>10</cp:revision>
  <dcterms:created xsi:type="dcterms:W3CDTF">2020-09-21T13:24:38Z</dcterms:created>
  <dcterms:modified xsi:type="dcterms:W3CDTF">2020-10-08T13:39:39Z</dcterms:modified>
</cp:coreProperties>
</file>