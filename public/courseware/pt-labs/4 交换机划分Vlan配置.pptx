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4BE5A-08D1-4ABD-9D9E-FB368AD1A91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096C4-B932-4DA7-8DE0-C2DBFD2B3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93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Port vlan </a:t>
            </a:r>
            <a:r>
              <a:rPr lang="zh-CN" altLang="en-US" smtClean="0"/>
              <a:t>用于同一台交换机的端口划分，属于同一个</a:t>
            </a:r>
            <a:r>
              <a:rPr lang="en-US" altLang="zh-CN" smtClean="0"/>
              <a:t>vlan</a:t>
            </a:r>
            <a:r>
              <a:rPr lang="zh-CN" altLang="en-US" smtClean="0"/>
              <a:t>的端口可以相互通信。</a:t>
            </a:r>
            <a:endParaRPr lang="en-US" altLang="zh-CN" smtClean="0"/>
          </a:p>
          <a:p>
            <a:r>
              <a:rPr lang="en-US" altLang="zh-CN" smtClean="0"/>
              <a:t>Tag vlan </a:t>
            </a:r>
            <a:r>
              <a:rPr lang="zh-CN" altLang="en-US" smtClean="0"/>
              <a:t>用于多台交换组成的局域网，交换机之间相同的</a:t>
            </a:r>
            <a:r>
              <a:rPr lang="en-US" altLang="zh-CN" smtClean="0"/>
              <a:t>vlan</a:t>
            </a:r>
            <a:r>
              <a:rPr lang="zh-CN" altLang="en-US" smtClean="0"/>
              <a:t>内的主机可以相互通信。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096C4-B932-4DA7-8DE0-C2DBFD2B3C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97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2023/9/25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392113"/>
            <a:ext cx="7705725" cy="607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65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188640"/>
            <a:ext cx="6913563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139098" y="2969940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彻底退出路由器或者交换机的配置模式，使用</a:t>
            </a:r>
            <a:r>
              <a:rPr lang="en-US" altLang="zh-CN"/>
              <a:t>ctrl+z</a:t>
            </a:r>
            <a:r>
              <a:rPr lang="zh-CN" altLang="en-US"/>
              <a:t>；</a:t>
            </a:r>
            <a:r>
              <a:rPr lang="en-US" altLang="zh-CN"/>
              <a:t>exit</a:t>
            </a:r>
            <a:r>
              <a:rPr lang="zh-CN" altLang="en-US"/>
              <a:t>是返回上层配置模式；</a:t>
            </a:r>
            <a:r>
              <a:rPr lang="en-US" altLang="zh-CN"/>
              <a:t>end</a:t>
            </a:r>
            <a:r>
              <a:rPr lang="zh-CN" altLang="en-US"/>
              <a:t>退出且保存；</a:t>
            </a:r>
            <a:r>
              <a:rPr lang="en-US" altLang="zh-CN"/>
              <a:t>ctrl+z</a:t>
            </a:r>
            <a:r>
              <a:rPr lang="zh-CN" altLang="en-US"/>
              <a:t>直接退出</a:t>
            </a:r>
          </a:p>
        </p:txBody>
      </p:sp>
      <p:sp>
        <p:nvSpPr>
          <p:cNvPr id="3" name="矩形 2"/>
          <p:cNvSpPr/>
          <p:nvPr/>
        </p:nvSpPr>
        <p:spPr>
          <a:xfrm>
            <a:off x="1134534" y="5469031"/>
            <a:ext cx="74888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switchport mode trunk</a:t>
            </a:r>
            <a:r>
              <a:rPr lang="zh-CN" altLang="en-US"/>
              <a:t>是将端口配置成</a:t>
            </a:r>
            <a:r>
              <a:rPr lang="en-US" altLang="zh-CN"/>
              <a:t>trunk</a:t>
            </a:r>
            <a:r>
              <a:rPr lang="zh-CN" altLang="en-US"/>
              <a:t>模式</a:t>
            </a:r>
          </a:p>
          <a:p>
            <a:r>
              <a:rPr lang="zh-CN" altLang="en-US"/>
              <a:t>先把端口配置成</a:t>
            </a:r>
            <a:r>
              <a:rPr lang="en-US" altLang="zh-CN"/>
              <a:t>trunk</a:t>
            </a:r>
            <a:r>
              <a:rPr lang="zh-CN" altLang="en-US"/>
              <a:t>口才能在那个口上配允许通过的</a:t>
            </a:r>
            <a:r>
              <a:rPr lang="en-US" altLang="zh-CN"/>
              <a:t>vlan</a:t>
            </a:r>
            <a:endParaRPr lang="zh-CN" altLang="en-US"/>
          </a:p>
          <a:p>
            <a:r>
              <a:rPr lang="en-US" altLang="zh-CN" sz="1800" ker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Switchport trunk allow vlan 1-20</a:t>
            </a:r>
            <a:endParaRPr lang="zh-CN" altLang="zh-CN" sz="1800" kern="100">
              <a:solidFill>
                <a:srgbClr val="FF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/>
              <a:t>是配置允许通过的</a:t>
            </a:r>
            <a:r>
              <a:rPr lang="en-US" altLang="zh-CN"/>
              <a:t>vlan</a:t>
            </a:r>
          </a:p>
        </p:txBody>
      </p:sp>
      <p:sp>
        <p:nvSpPr>
          <p:cNvPr id="5" name="矩形 4"/>
          <p:cNvSpPr/>
          <p:nvPr/>
        </p:nvSpPr>
        <p:spPr>
          <a:xfrm>
            <a:off x="1134534" y="3616271"/>
            <a:ext cx="74888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端口模式：</a:t>
            </a:r>
            <a:r>
              <a:rPr lang="en-US" altLang="zh-CN"/>
              <a:t>access</a:t>
            </a:r>
            <a:r>
              <a:rPr lang="zh-CN" altLang="en-US"/>
              <a:t>，</a:t>
            </a:r>
            <a:r>
              <a:rPr lang="en-US" altLang="zh-CN"/>
              <a:t>trunk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Access</a:t>
            </a:r>
            <a:r>
              <a:rPr lang="zh-CN" altLang="en-US"/>
              <a:t>类型端口：只能属于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VLAN</a:t>
            </a:r>
            <a:r>
              <a:rPr lang="zh-CN" altLang="en-US"/>
              <a:t>一般用于连接计算机端口；</a:t>
            </a:r>
            <a:endParaRPr lang="en-US" altLang="zh-CN"/>
          </a:p>
          <a:p>
            <a:r>
              <a:rPr lang="en-US" altLang="zh-CN"/>
              <a:t>Trunk</a:t>
            </a:r>
            <a:r>
              <a:rPr lang="zh-CN" altLang="en-US"/>
              <a:t>类型端口：可以允许多个</a:t>
            </a:r>
            <a:r>
              <a:rPr lang="en-US" altLang="zh-CN"/>
              <a:t>VLAN</a:t>
            </a:r>
            <a:r>
              <a:rPr lang="zh-CN" altLang="en-US"/>
              <a:t>通过，，一般用于交换机之间的连接</a:t>
            </a:r>
          </a:p>
        </p:txBody>
      </p:sp>
      <p:sp>
        <p:nvSpPr>
          <p:cNvPr id="4" name="矩形 3"/>
          <p:cNvSpPr/>
          <p:nvPr/>
        </p:nvSpPr>
        <p:spPr>
          <a:xfrm>
            <a:off x="1163025" y="4581128"/>
            <a:ext cx="62592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switchport  mode access </a:t>
            </a:r>
            <a:r>
              <a:rPr lang="zh-CN" altLang="en-US"/>
              <a:t>是强制端口</a:t>
            </a:r>
            <a:r>
              <a:rPr lang="en-US" altLang="zh-CN"/>
              <a:t>access</a:t>
            </a:r>
            <a:r>
              <a:rPr lang="zh-CN" altLang="en-US"/>
              <a:t>模式</a:t>
            </a:r>
            <a:endParaRPr lang="en-US" altLang="zh-CN"/>
          </a:p>
          <a:p>
            <a:r>
              <a:rPr lang="zh-CN" altLang="en-US"/>
              <a:t>端口加入到某个</a:t>
            </a:r>
            <a:r>
              <a:rPr lang="en-US" altLang="zh-CN"/>
              <a:t>VLAN</a:t>
            </a:r>
            <a:r>
              <a:rPr lang="zh-CN" altLang="en-US"/>
              <a:t>：</a:t>
            </a:r>
            <a:r>
              <a:rPr lang="en-US" altLang="zh-CN"/>
              <a:t>switchport access vlan vlan-ID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54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6632"/>
            <a:ext cx="6610929" cy="6483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32C89CE-836C-9E62-DB6B-44092BEC8AE5}"/>
              </a:ext>
            </a:extLst>
          </p:cNvPr>
          <p:cNvSpPr txBox="1"/>
          <p:nvPr/>
        </p:nvSpPr>
        <p:spPr>
          <a:xfrm>
            <a:off x="4447123" y="3068960"/>
            <a:ext cx="35283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(config)vlan 2 #</a:t>
            </a:r>
            <a:r>
              <a:rPr lang="zh-CN" altLang="en-US">
                <a:solidFill>
                  <a:srgbClr val="FF0000"/>
                </a:solidFill>
              </a:rPr>
              <a:t>启用</a:t>
            </a:r>
            <a:r>
              <a:rPr lang="en-US" altLang="zh-CN">
                <a:solidFill>
                  <a:srgbClr val="FF0000"/>
                </a:solidFill>
              </a:rPr>
              <a:t>vlan 2</a:t>
            </a:r>
          </a:p>
          <a:p>
            <a:r>
              <a:rPr lang="en-US" altLang="zh-CN">
                <a:solidFill>
                  <a:srgbClr val="FF0000"/>
                </a:solidFill>
              </a:rPr>
              <a:t>(config-if)switchport access vlan 2</a:t>
            </a:r>
          </a:p>
          <a:p>
            <a:r>
              <a:rPr lang="en-US" altLang="zh-CN">
                <a:solidFill>
                  <a:srgbClr val="FF0000"/>
                </a:solidFill>
              </a:rPr>
              <a:t>(config-if)switchport mode </a:t>
            </a:r>
            <a:r>
              <a:rPr lang="en-US" altLang="zh-CN" smtClean="0">
                <a:solidFill>
                  <a:srgbClr val="FF0000"/>
                </a:solidFill>
              </a:rPr>
              <a:t>trunk</a:t>
            </a: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 smtClean="0">
                <a:solidFill>
                  <a:srgbClr val="FF0000"/>
                </a:solidFill>
              </a:rPr>
              <a:t>实验最后，</a:t>
            </a:r>
            <a:r>
              <a:rPr lang="en-US" altLang="zh-CN" smtClean="0">
                <a:solidFill>
                  <a:srgbClr val="FF0000"/>
                </a:solidFill>
              </a:rPr>
              <a:t>vlan2/vlan3</a:t>
            </a:r>
            <a:r>
              <a:rPr lang="zh-CN" altLang="en-US" smtClean="0">
                <a:solidFill>
                  <a:srgbClr val="FF0000"/>
                </a:solidFill>
              </a:rPr>
              <a:t>分别添加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>
                <a:solidFill>
                  <a:srgbClr val="FF0000"/>
                </a:solidFill>
              </a:rPr>
              <a:t>一台计算机，</a:t>
            </a:r>
            <a:r>
              <a:rPr lang="en-US" altLang="zh-CN" smtClean="0">
                <a:solidFill>
                  <a:srgbClr val="FF0000"/>
                </a:solidFill>
              </a:rPr>
              <a:t>PC1</a:t>
            </a:r>
            <a:r>
              <a:rPr lang="zh-CN" altLang="en-US" smtClean="0">
                <a:solidFill>
                  <a:srgbClr val="FF0000"/>
                </a:solidFill>
              </a:rPr>
              <a:t>发送广播包，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>
                <a:solidFill>
                  <a:srgbClr val="FF0000"/>
                </a:solidFill>
              </a:rPr>
              <a:t>观察广播发送范围。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87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0"/>
            <a:ext cx="3830191" cy="602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029" y="205335"/>
            <a:ext cx="4057650" cy="643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746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9632" y="2708920"/>
            <a:ext cx="55983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默认是</a:t>
            </a:r>
            <a:r>
              <a:rPr lang="en-US" altLang="zh-CN"/>
              <a:t>vlan1</a:t>
            </a:r>
            <a:r>
              <a:rPr lang="zh-CN" altLang="en-US"/>
              <a:t>，</a:t>
            </a:r>
            <a:r>
              <a:rPr lang="en-US" altLang="zh-CN"/>
              <a:t>vlan1</a:t>
            </a:r>
            <a:r>
              <a:rPr lang="zh-CN" altLang="en-US"/>
              <a:t>是不能删除的，如果一个接口配置了</a:t>
            </a:r>
            <a:r>
              <a:rPr lang="en-US" altLang="zh-CN"/>
              <a:t>vlan2</a:t>
            </a:r>
            <a:r>
              <a:rPr lang="zh-CN" altLang="en-US"/>
              <a:t>，那么就不再属于</a:t>
            </a:r>
            <a:r>
              <a:rPr lang="en-US" altLang="zh-CN"/>
              <a:t>vlan1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03648" y="3861048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/>
              <a:t>第四章</a:t>
            </a:r>
            <a:r>
              <a:rPr lang="en-US" altLang="zh-CN"/>
              <a:t> VLAN</a:t>
            </a:r>
            <a:r>
              <a:rPr lang="zh-CN" altLang="zh-CN"/>
              <a:t>的划分</a:t>
            </a:r>
          </a:p>
          <a:p>
            <a:r>
              <a:rPr lang="zh-CN" altLang="zh-CN"/>
              <a:t>检查交换机相连的端口</a:t>
            </a:r>
            <a:r>
              <a:rPr lang="en-US" altLang="zh-CN"/>
              <a:t>Fa0/24</a:t>
            </a:r>
            <a:r>
              <a:rPr lang="zh-CN" altLang="zh-CN"/>
              <a:t>为</a:t>
            </a:r>
            <a:r>
              <a:rPr lang="en-US" altLang="zh-CN"/>
              <a:t>trunk </a:t>
            </a:r>
            <a:r>
              <a:rPr lang="zh-CN" altLang="zh-CN"/>
              <a:t>类型端口。 </a:t>
            </a:r>
            <a:r>
              <a:rPr lang="en-US" altLang="zh-CN"/>
              <a:t>Show run ,fa0/24 switchport mode trunk</a:t>
            </a:r>
            <a:endParaRPr lang="zh-CN" altLang="zh-CN"/>
          </a:p>
          <a:p>
            <a:r>
              <a:rPr lang="zh-CN" altLang="zh-CN"/>
              <a:t>检查计算机连接的交换对应端口所在</a:t>
            </a:r>
            <a:r>
              <a:rPr lang="en-US" altLang="zh-CN"/>
              <a:t>VLAN</a:t>
            </a:r>
            <a:r>
              <a:rPr lang="zh-CN" altLang="zh-CN"/>
              <a:t>。</a:t>
            </a:r>
            <a:r>
              <a:rPr lang="en-US" altLang="zh-CN"/>
              <a:t>Show vlan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1651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1206</TotalTime>
  <Words>261</Words>
  <Application>Microsoft Office PowerPoint</Application>
  <PresentationFormat>全屏显示(4:3)</PresentationFormat>
  <Paragraphs>24</Paragraphs>
  <Slides>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buddhasson</cp:lastModifiedBy>
  <cp:revision>17</cp:revision>
  <dcterms:created xsi:type="dcterms:W3CDTF">2020-09-21T13:52:13Z</dcterms:created>
  <dcterms:modified xsi:type="dcterms:W3CDTF">2023-09-25T12:54:05Z</dcterms:modified>
</cp:coreProperties>
</file>