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7" b="3127"/>
          <a:stretch/>
        </p:blipFill>
        <p:spPr bwMode="auto">
          <a:xfrm>
            <a:off x="827584" y="29380"/>
            <a:ext cx="6696744" cy="6835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7728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32656"/>
            <a:ext cx="6832228" cy="5835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8521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97717"/>
            <a:ext cx="3905098" cy="5291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548680"/>
            <a:ext cx="4032448" cy="5061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直角上箭头 1"/>
          <p:cNvSpPr/>
          <p:nvPr/>
        </p:nvSpPr>
        <p:spPr>
          <a:xfrm>
            <a:off x="4047034" y="1433761"/>
            <a:ext cx="668982" cy="345638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4463988" y="834950"/>
            <a:ext cx="504056" cy="3372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1442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5</TotalTime>
  <Words>0</Words>
  <Application>Microsoft Office PowerPoint</Application>
  <PresentationFormat>全屏显示(4:3)</PresentationFormat>
  <Paragraphs>0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跋涉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微软用户</cp:lastModifiedBy>
  <cp:revision>3</cp:revision>
  <dcterms:created xsi:type="dcterms:W3CDTF">2020-10-14T13:12:25Z</dcterms:created>
  <dcterms:modified xsi:type="dcterms:W3CDTF">2020-10-14T13:18:30Z</dcterms:modified>
</cp:coreProperties>
</file>